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803" r:id="rId1"/>
    <p:sldMasterId id="2147483804" r:id="rId2"/>
    <p:sldMasterId id="2147483807" r:id="rId3"/>
    <p:sldMasterId id="2147483808" r:id="rId4"/>
  </p:sldMasterIdLst>
  <p:notesMasterIdLst>
    <p:notesMasterId r:id="rId18"/>
  </p:notesMasterIdLst>
  <p:sldIdLst>
    <p:sldId id="256" r:id="rId5"/>
    <p:sldId id="257" r:id="rId6"/>
    <p:sldId id="271" r:id="rId7"/>
    <p:sldId id="274" r:id="rId8"/>
    <p:sldId id="272" r:id="rId9"/>
    <p:sldId id="262" r:id="rId10"/>
    <p:sldId id="275" r:id="rId11"/>
    <p:sldId id="276" r:id="rId12"/>
    <p:sldId id="266" r:id="rId13"/>
    <p:sldId id="267" r:id="rId14"/>
    <p:sldId id="268" r:id="rId15"/>
    <p:sldId id="269" r:id="rId16"/>
    <p:sldId id="270" r:id="rId17"/>
  </p:sldIdLst>
  <p:sldSz cx="24384000" cy="13716000"/>
  <p:notesSz cx="6858000" cy="9144000"/>
  <p:embeddedFontLst>
    <p:embeddedFont>
      <p:font typeface="Black Han Sans" panose="020B0604020202020204" charset="-127"/>
      <p:regular r:id="rId19"/>
    </p:embeddedFont>
    <p:embeddedFont>
      <p:font typeface="ABeeZee" panose="020B0604020202020204" charset="0"/>
      <p:regular r:id="rId20"/>
      <p:italic r:id="rId21"/>
    </p:embeddedFont>
    <p:embeddedFont>
      <p:font typeface="Helvetica Neue" panose="020B0604020202020204" charset="0"/>
      <p:regular r:id="rId22"/>
      <p:bold r:id="rId23"/>
      <p:italic r:id="rId24"/>
      <p:boldItalic r:id="rId25"/>
    </p:embeddedFont>
    <p:embeddedFont>
      <p:font typeface="PT Sans" panose="020B0604020202020204" charset="0"/>
      <p:regular r:id="rId26"/>
      <p:bold r:id="rId27"/>
      <p:italic r:id="rId28"/>
      <p:boldItalic r:id="rId29"/>
    </p:embeddedFont>
    <p:embeddedFont>
      <p:font typeface="Roboto" panose="020B0604020202020204" charset="0"/>
      <p:regular r:id="rId30"/>
      <p:bold r:id="rId31"/>
      <p:italic r:id="rId32"/>
      <p:boldItalic r:id="rId33"/>
    </p:embeddedFont>
    <p:embeddedFont>
      <p:font typeface="Roboto Serif SemiBold" panose="020B0604020202020204" charset="0"/>
      <p:regular r:id="rId34"/>
      <p:bold r:id="rId35"/>
      <p:italic r:id="rId36"/>
      <p:boldItalic r:id="rId3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173" autoAdjust="0"/>
    <p:restoredTop sz="95396" autoAdjust="0"/>
  </p:normalViewPr>
  <p:slideViewPr>
    <p:cSldViewPr snapToGrid="0">
      <p:cViewPr varScale="1">
        <p:scale>
          <a:sx n="55" d="100"/>
          <a:sy n="55" d="100"/>
        </p:scale>
        <p:origin x="834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39" Type="http://schemas.openxmlformats.org/officeDocument/2006/relationships/viewProps" Target="viewProps.xml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font" Target="fonts/font19.fntdata"/><Relationship Id="rId40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6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8" Type="http://schemas.openxmlformats.org/officeDocument/2006/relationships/slide" Target="slides/slide4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78" name="Google Shape;21678;g245d82b3109_1_44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79" name="Google Shape;21679;g245d82b3109_1_44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5" name="Google Shape;21685;g367a1691ac6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86" name="Google Shape;21686;g367a1691ac6_0_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95" name="Google Shape;21695;g245d82b3109_1_438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96" name="Google Shape;21696;g245d82b3109_1_438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324235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34" name="Google Shape;21734;g3781cc6cf29_1_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35" name="Google Shape;21735;g3781cc6cf29_1_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61015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34" name="Google Shape;21734;g3781cc6cf29_1_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35" name="Google Shape;21735;g3781cc6cf29_1_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6825206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5" name="Google Shape;21765;g37a08733785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66" name="Google Shape;21766;g37a08733785_0_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1" name="Google Shape;21781;g379a9657664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82" name="Google Shape;21782;g379a9657664_0_4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5198019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3" name="Google Shape;21793;g37a08733785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94" name="Google Shape;21794;g37a08733785_0_1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62015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4" name="Google Shape;21814;g379a9657664_0_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15" name="Google Shape;21815;g379a9657664_0_7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24" name="Google Shape;21824;g379a9657664_0_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25" name="Google Shape;21825;g379a9657664_0_85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6" name="Google Shape;21836;g379a9657664_0_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37" name="Google Shape;21837;g379a9657664_0_103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46" name="Google Shape;21846;g379a9657664_0_1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47" name="Google Shape;21847;g379a9657664_0_1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58" name="Google Shape;21858;g33d0ea3911c_0_87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59" name="Google Shape;21859;g33d0ea3911c_0_870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body" idx="1"/>
          </p:nvPr>
        </p:nvSpPr>
        <p:spPr>
          <a:xfrm>
            <a:off x="1201340" y="11859862"/>
            <a:ext cx="21971003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title"/>
          </p:nvPr>
        </p:nvSpPr>
        <p:spPr>
          <a:xfrm>
            <a:off x="1206496" y="2574991"/>
            <a:ext cx="21971004" cy="4648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body" idx="2"/>
          </p:nvPr>
        </p:nvSpPr>
        <p:spPr>
          <a:xfrm>
            <a:off x="1201342" y="7223190"/>
            <a:ext cx="21971001" cy="1905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x">
  <p:cSld name="TITLE_AND_BODY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49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Photo">
  <p:cSld name="Title &amp; Photo">
    <p:bg>
      <p:bgPr>
        <a:solidFill>
          <a:srgbClr val="FFFFFF"/>
        </a:solidFill>
        <a:effectLst/>
      </p:bgPr>
    </p:bg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>
            <a:spLocks noGrp="1"/>
          </p:cNvSpPr>
          <p:nvPr>
            <p:ph type="pic" idx="2"/>
          </p:nvPr>
        </p:nvSpPr>
        <p:spPr>
          <a:xfrm>
            <a:off x="0" y="-1270000"/>
            <a:ext cx="24384000" cy="16272934"/>
          </a:xfrm>
          <a:prstGeom prst="rect">
            <a:avLst/>
          </a:prstGeom>
          <a:noFill/>
          <a:ln>
            <a:noFill/>
          </a:ln>
        </p:spPr>
      </p:sp>
      <p:sp>
        <p:nvSpPr>
          <p:cNvPr id="20" name="Google Shape;20;p4"/>
          <p:cNvSpPr txBox="1">
            <a:spLocks noGrp="1"/>
          </p:cNvSpPr>
          <p:nvPr>
            <p:ph type="title"/>
          </p:nvPr>
        </p:nvSpPr>
        <p:spPr>
          <a:xfrm>
            <a:off x="1206500" y="7124700"/>
            <a:ext cx="21971000" cy="46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4"/>
          <p:cNvSpPr txBox="1">
            <a:spLocks noGrp="1"/>
          </p:cNvSpPr>
          <p:nvPr>
            <p:ph type="body" idx="1"/>
          </p:nvPr>
        </p:nvSpPr>
        <p:spPr>
          <a:xfrm>
            <a:off x="1207690" y="1106137"/>
            <a:ext cx="21968621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4"/>
          <p:cNvSpPr txBox="1">
            <a:spLocks noGrp="1"/>
          </p:cNvSpPr>
          <p:nvPr>
            <p:ph type="body" idx="3"/>
          </p:nvPr>
        </p:nvSpPr>
        <p:spPr>
          <a:xfrm>
            <a:off x="1206500" y="11609910"/>
            <a:ext cx="21971000" cy="1116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Photo Alt">
  <p:cSld name="Title &amp; Photo Alt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>
            <a:spLocks noGrp="1"/>
          </p:cNvSpPr>
          <p:nvPr>
            <p:ph type="pic" idx="2"/>
          </p:nvPr>
        </p:nvSpPr>
        <p:spPr>
          <a:xfrm>
            <a:off x="9271000" y="1270000"/>
            <a:ext cx="16764000" cy="11176000"/>
          </a:xfrm>
          <a:prstGeom prst="rect">
            <a:avLst/>
          </a:prstGeom>
          <a:noFill/>
          <a:ln>
            <a:noFill/>
          </a:ln>
        </p:spPr>
      </p:sp>
      <p:sp>
        <p:nvSpPr>
          <p:cNvPr id="26" name="Google Shape;26;p5"/>
          <p:cNvSpPr txBox="1">
            <a:spLocks noGrp="1"/>
          </p:cNvSpPr>
          <p:nvPr>
            <p:ph type="title"/>
          </p:nvPr>
        </p:nvSpPr>
        <p:spPr>
          <a:xfrm>
            <a:off x="1206500" y="1270000"/>
            <a:ext cx="9779000" cy="58822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body" idx="1"/>
          </p:nvPr>
        </p:nvSpPr>
        <p:spPr>
          <a:xfrm>
            <a:off x="1206500" y="7060576"/>
            <a:ext cx="9779000" cy="5385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ldNum" idx="12"/>
          </p:nvPr>
        </p:nvSpPr>
        <p:spPr>
          <a:xfrm>
            <a:off x="12001499" y="13085233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Bullets">
  <p:cSld name="Title &amp; Bullets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6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3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6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2" name="Google Shape;32;p6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3" name="Google Shape;33;p6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s">
  <p:cSld name="Bullets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 txBox="1">
            <a:spLocks noGrp="1"/>
          </p:cNvSpPr>
          <p:nvPr>
            <p:ph type="body" idx="1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6" name="Google Shape;36;p7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, Bullets &amp; Photo">
  <p:cSld name="Title, Bullets &amp; Photo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8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9779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9" name="Google Shape;39;p8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9779000" cy="82566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40" name="Google Shape;40;p8"/>
          <p:cNvSpPr>
            <a:spLocks noGrp="1"/>
          </p:cNvSpPr>
          <p:nvPr>
            <p:ph type="pic" idx="3"/>
          </p:nvPr>
        </p:nvSpPr>
        <p:spPr>
          <a:xfrm>
            <a:off x="9271000" y="1263848"/>
            <a:ext cx="16773843" cy="11188205"/>
          </a:xfrm>
          <a:prstGeom prst="rect">
            <a:avLst/>
          </a:prstGeom>
          <a:noFill/>
          <a:ln>
            <a:noFill/>
          </a:ln>
        </p:spPr>
      </p:sp>
      <p:sp>
        <p:nvSpPr>
          <p:cNvPr id="41" name="Google Shape;41;p8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9779000" cy="14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8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">
  <p:cSld name="Section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9"/>
          <p:cNvSpPr txBox="1">
            <a:spLocks noGrp="1"/>
          </p:cNvSpPr>
          <p:nvPr>
            <p:ph type="title"/>
          </p:nvPr>
        </p:nvSpPr>
        <p:spPr>
          <a:xfrm>
            <a:off x="1206496" y="4533900"/>
            <a:ext cx="21971004" cy="46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ctr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 b="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9"/>
          <p:cNvSpPr txBox="1">
            <a:spLocks noGrp="1"/>
          </p:cNvSpPr>
          <p:nvPr>
            <p:ph type="sldNum" idx="12"/>
          </p:nvPr>
        </p:nvSpPr>
        <p:spPr>
          <a:xfrm>
            <a:off x="12001499" y="13085233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>
  <p:cSld name="Agenda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0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10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49" name="Google Shape;49;p10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1pPr>
            <a:lvl2pPr marL="914400" lvl="1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2pPr>
            <a:lvl3pPr marL="1371600" lvl="2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3pPr>
            <a:lvl4pPr marL="1828800" lvl="3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4pPr>
            <a:lvl5pPr marL="2286000" lvl="4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10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tatement">
  <p:cSld name="Statement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1"/>
          <p:cNvSpPr txBox="1">
            <a:spLocks noGrp="1"/>
          </p:cNvSpPr>
          <p:nvPr>
            <p:ph type="body" idx="1"/>
          </p:nvPr>
        </p:nvSpPr>
        <p:spPr>
          <a:xfrm>
            <a:off x="1206500" y="4920843"/>
            <a:ext cx="21971000" cy="38743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ctr" anchorCtr="0">
            <a:normAutofit/>
          </a:bodyPr>
          <a:lstStyle>
            <a:lvl1pPr marL="457200" lvl="0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lvl="1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lvl="2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lvl="3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lvl="4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3" name="Google Shape;53;p11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Fact">
  <p:cSld name="Big Fact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2"/>
          <p:cNvSpPr txBox="1">
            <a:spLocks noGrp="1"/>
          </p:cNvSpPr>
          <p:nvPr>
            <p:ph type="body" idx="1"/>
          </p:nvPr>
        </p:nvSpPr>
        <p:spPr>
          <a:xfrm>
            <a:off x="1206500" y="1075927"/>
            <a:ext cx="21971000" cy="72415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marL="457200" lvl="0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1pPr>
            <a:lvl2pPr marL="914400" lvl="1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2pPr>
            <a:lvl3pPr marL="1371600" lvl="2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3pPr>
            <a:lvl4pPr marL="1828800" lvl="3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4pPr>
            <a:lvl5pPr marL="2286000" lvl="4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6" name="Google Shape;56;p12"/>
          <p:cNvSpPr txBox="1">
            <a:spLocks noGrp="1"/>
          </p:cNvSpPr>
          <p:nvPr>
            <p:ph type="body" idx="2"/>
          </p:nvPr>
        </p:nvSpPr>
        <p:spPr>
          <a:xfrm>
            <a:off x="1206500" y="8262180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7" name="Google Shape;57;p12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3"/>
          <p:cNvSpPr txBox="1">
            <a:spLocks noGrp="1"/>
          </p:cNvSpPr>
          <p:nvPr>
            <p:ph type="body" idx="1"/>
          </p:nvPr>
        </p:nvSpPr>
        <p:spPr>
          <a:xfrm>
            <a:off x="2430025" y="10675453"/>
            <a:ext cx="20200052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60" name="Google Shape;60;p13"/>
          <p:cNvSpPr txBox="1">
            <a:spLocks noGrp="1"/>
          </p:cNvSpPr>
          <p:nvPr>
            <p:ph type="body" idx="2"/>
          </p:nvPr>
        </p:nvSpPr>
        <p:spPr>
          <a:xfrm>
            <a:off x="1753923" y="4939860"/>
            <a:ext cx="20876154" cy="3836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lvl="1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lvl="2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lvl="3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lvl="4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61" name="Google Shape;61;p13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- 3 Up">
  <p:cSld name="Photo - 3 Up"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4"/>
          <p:cNvSpPr>
            <a:spLocks noGrp="1"/>
          </p:cNvSpPr>
          <p:nvPr>
            <p:ph type="pic" idx="2"/>
          </p:nvPr>
        </p:nvSpPr>
        <p:spPr>
          <a:xfrm>
            <a:off x="15417800" y="1270000"/>
            <a:ext cx="8144934" cy="5410200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14"/>
          <p:cNvSpPr>
            <a:spLocks noGrp="1"/>
          </p:cNvSpPr>
          <p:nvPr>
            <p:ph type="pic" idx="3"/>
          </p:nvPr>
        </p:nvSpPr>
        <p:spPr>
          <a:xfrm>
            <a:off x="15443200" y="7086600"/>
            <a:ext cx="8138580" cy="5422900"/>
          </a:xfrm>
          <a:prstGeom prst="rect">
            <a:avLst/>
          </a:prstGeom>
          <a:noFill/>
          <a:ln>
            <a:noFill/>
          </a:ln>
        </p:spPr>
      </p:sp>
      <p:sp>
        <p:nvSpPr>
          <p:cNvPr id="65" name="Google Shape;65;p14"/>
          <p:cNvSpPr>
            <a:spLocks noGrp="1"/>
          </p:cNvSpPr>
          <p:nvPr>
            <p:ph type="pic" idx="4"/>
          </p:nvPr>
        </p:nvSpPr>
        <p:spPr>
          <a:xfrm>
            <a:off x="-124635" y="1270000"/>
            <a:ext cx="16840169" cy="11243712"/>
          </a:xfrm>
          <a:prstGeom prst="rect">
            <a:avLst/>
          </a:prstGeom>
          <a:noFill/>
          <a:ln>
            <a:noFill/>
          </a:ln>
        </p:spPr>
      </p:sp>
      <p:sp>
        <p:nvSpPr>
          <p:cNvPr id="66" name="Google Shape;66;p14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">
  <p:cSld name="Photo">
    <p:bg>
      <p:bgPr>
        <a:solidFill>
          <a:srgbClr val="FFFFFF"/>
        </a:solidFill>
        <a:effectLst/>
      </p:bgPr>
    </p:bg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5"/>
          <p:cNvSpPr>
            <a:spLocks noGrp="1"/>
          </p:cNvSpPr>
          <p:nvPr>
            <p:ph type="pic" idx="2"/>
          </p:nvPr>
        </p:nvSpPr>
        <p:spPr>
          <a:xfrm>
            <a:off x="0" y="-1282700"/>
            <a:ext cx="24384000" cy="16281400"/>
          </a:xfrm>
          <a:prstGeom prst="rect">
            <a:avLst/>
          </a:prstGeom>
          <a:noFill/>
          <a:ln>
            <a:noFill/>
          </a:ln>
        </p:spPr>
      </p:sp>
      <p:sp>
        <p:nvSpPr>
          <p:cNvPr id="69" name="Google Shape;69;p15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6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18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77" name="Google Shape;77;p18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8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8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8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8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8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8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8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8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8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8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8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8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8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8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8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8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8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8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8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8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8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8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8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8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8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8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8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8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8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8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8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8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8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8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8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8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8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8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8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8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8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8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8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8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8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8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8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8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8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8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8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8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8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8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8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8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8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8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8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8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8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8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8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8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8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8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8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8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8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8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8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8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8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8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8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8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8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59" name="Google Shape;159;p18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0" name="Google Shape;160;p18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61" name="Google Shape;161;p18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62" name="Google Shape;162;p18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8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18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8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8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8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8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8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8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8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18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8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8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8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8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8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8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8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8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8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8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8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8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8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8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8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8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8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8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8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8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18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18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18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8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8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8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8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8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8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8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8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8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8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8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8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8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8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8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8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18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18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18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18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18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18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18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8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8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8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8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8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8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18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8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8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8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18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8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18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18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18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18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18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18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18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18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19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245" name="Google Shape;245;p19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19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19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19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19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19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19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19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9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9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19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19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9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9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9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9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9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9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9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9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9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9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19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19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19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19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9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9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9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9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9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9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19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19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9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9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9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9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9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9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9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9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" name="Google Shape;287;p19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288" name="Google Shape;288;p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8" name="Google Shape;348;p1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49" name="Google Shape;349;p19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350" name="Google Shape;350;p19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51" name="Google Shape;351;p19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" name="Google Shape;353;p20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354" name="Google Shape;354;p20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0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0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0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0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0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0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0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0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0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0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0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0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0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0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0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0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0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0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0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0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0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6" name="Google Shape;376;p20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377" name="Google Shape;377;p20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0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0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0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0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0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0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0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0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0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0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0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0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0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0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0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0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0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0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0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0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399;p20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400" name="Google Shape;400;p20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0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0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0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0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0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0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0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0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0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0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0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0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0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0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0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0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0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0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0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0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0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0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0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0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0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0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0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0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0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0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0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0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0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0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0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0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0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0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0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0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0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2" name="Google Shape;442;p2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20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5" name="Google Shape;445;p21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446" name="Google Shape;446;p2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" name="Google Shape;465;p21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466" name="Google Shape;466;p2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" name="Google Shape;485;p21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486" name="Google Shape;486;p2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" name="Google Shape;523;p21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524" name="Google Shape;524;p2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1" name="Google Shape;561;p21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21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1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21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565" name="Google Shape;565;p21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7" name="Google Shape;567;p22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568" name="Google Shape;568;p2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8" name="Google Shape;628;p22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629" name="Google Shape;629;p2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9" name="Google Shape;689;p22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690" name="Google Shape;690;p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2" name="Google Shape;712;p22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713" name="Google Shape;713;p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5" name="Google Shape;735;p2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" name="Google Shape;737;p23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738" name="Google Shape;738;p2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" name="Google Shape;813;p23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814" name="Google Shape;814;p2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6" name="Google Shape;876;p23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877" name="Google Shape;877;p23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" name="Google Shape;879;p24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880" name="Google Shape;880;p24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4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4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4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4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4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4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4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4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4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4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4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0" name="Google Shape;940;p24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941" name="Google Shape;941;p24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4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4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4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4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4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4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4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4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4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4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4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4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4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4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4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4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4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4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4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1" name="Google Shape;1001;p24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002" name="Google Shape;1002;p24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4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4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4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4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4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4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4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4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4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4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4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4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4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4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4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4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4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4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4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4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4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4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4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4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4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4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4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4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4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4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4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4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4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4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4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4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4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4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4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4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4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4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4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4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4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4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4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4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4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4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4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4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4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4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4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4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3" name="Google Shape;1063;p24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064" name="Google Shape;1064;p24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4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4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4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4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4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4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4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4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4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4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4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4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4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4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4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4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4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4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4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4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4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4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4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4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4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4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4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4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4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4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4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4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4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4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4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4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4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4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4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4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4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4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4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4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4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4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4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4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4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4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4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4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4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4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4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4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4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5" name="Google Shape;1125;p2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126" name="Google Shape;1126;p24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8" name="Google Shape;1128;p25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129" name="Google Shape;1129;p25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5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5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5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5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5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5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5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5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5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5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5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5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5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5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5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5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5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5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5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5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5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5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5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5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5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5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5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5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5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5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5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5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5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5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5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5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5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5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5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5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5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5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5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5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5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5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5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5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5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5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5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5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5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3" name="Google Shape;1183;p25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184" name="Google Shape;1184;p25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5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5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5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5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5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5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5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5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5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5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5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5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5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5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5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5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5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5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5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5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5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5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5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5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5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5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5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5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5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5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5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5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5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5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5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5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5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5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5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5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5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5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5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5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5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5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1" name="Google Shape;1231;p2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232" name="Google Shape;1232;p25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233" name="Google Shape;1233;p25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5" name="Google Shape;1235;p26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236" name="Google Shape;1236;p26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6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6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6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6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6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6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6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6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6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6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6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6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6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6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6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6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6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6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6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6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6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6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6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6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6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6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6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6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6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6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6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6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6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6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6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6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6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6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6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6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6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6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6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6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6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6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6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6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6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6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6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6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6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6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6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6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6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6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6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6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6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6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6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3" name="Google Shape;1303;p26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304" name="Google Shape;1304;p26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305" name="Google Shape;1305;p2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2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67" name="Google Shape;1367;p27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368" name="Google Shape;1368;p27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369" name="Google Shape;1369;p27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370" name="Google Shape;1370;p27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7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7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7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7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7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7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7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7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7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7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7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7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7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7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7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7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7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7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7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7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7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7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7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7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7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7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7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7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7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7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7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7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7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7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7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7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7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7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4" name="Google Shape;1424;p27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425" name="Google Shape;1425;p27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7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7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7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7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7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7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7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7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7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7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7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7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7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7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7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7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7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7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7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7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7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7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7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7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7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7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7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7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7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7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7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7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7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7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7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7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7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7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7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7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7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7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7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7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7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7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7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7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7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1" name="Google Shape;1481;p29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482" name="Google Shape;1482;p29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9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9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9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9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9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9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9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9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9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9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9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9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9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9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9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9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9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9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9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9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9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9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9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9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9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9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9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9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9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9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9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9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9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9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9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9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9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9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9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9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9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9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9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9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9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9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9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9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9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6" name="Google Shape;1536;p29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537" name="Google Shape;1537;p29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9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9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9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9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9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9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9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9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9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9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9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9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9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9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9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9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9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9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9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9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9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9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9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9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9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9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9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9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9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9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9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9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9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9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9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9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9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9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9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9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9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9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9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9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9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9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9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9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9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591;p29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592" name="Google Shape;1592;p2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9" name="Google Shape;1629;p29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630" name="Google Shape;1630;p2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7" name="Google Shape;1667;p2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68" name="Google Shape;1668;p29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69" name="Google Shape;1669;p29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0" name="Google Shape;1670;p29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1" name="Google Shape;1671;p29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29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3" name="Google Shape;1673;p29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29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5" name="Google Shape;1675;p29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29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7" name="Google Shape;1677;p29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8" name="Google Shape;1678;p29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9" name="Google Shape;1679;p29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80" name="Google Shape;1680;p29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81" name="Google Shape;1681;p29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82" name="Google Shape;1682;p29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83" name="Google Shape;1683;p29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84" name="Google Shape;1684;p29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85" name="Google Shape;1685;p29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0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688" name="Google Shape;1688;p3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6" name="Google Shape;1756;p30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757" name="Google Shape;1757;p30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0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0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0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0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0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0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0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0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0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0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0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0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0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0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0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0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0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0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0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0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0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0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0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0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0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0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0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0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0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0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0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0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0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0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0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0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0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0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0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0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0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0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0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0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0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0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0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0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0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0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0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2" name="Google Shape;1822;p30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23" name="Google Shape;1823;p30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5" name="Google Shape;1825;p31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826" name="Google Shape;1826;p3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6" name="Google Shape;1886;p31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887" name="Google Shape;1887;p31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1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1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1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1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1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1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1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1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1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1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1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1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1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1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1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1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1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1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1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1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1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1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1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1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1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1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1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1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1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1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1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1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1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1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1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1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1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1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1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1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1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1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1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1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2" name="Google Shape;1932;p31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33" name="Google Shape;1933;p31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5" name="Google Shape;1935;p32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936" name="Google Shape;1936;p32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2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2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2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2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2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2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2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2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2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2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2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2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2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2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2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2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2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2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2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2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2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2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2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2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2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2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2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2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2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2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2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2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2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2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2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976;p32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977" name="Google Shape;1977;p32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2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2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2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2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2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2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2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2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2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2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2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2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2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2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2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2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2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2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2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2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2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2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2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2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2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2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2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2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2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2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2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2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2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2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2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7" name="Google Shape;2017;p32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18" name="Google Shape;2018;p32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2019" name="Google Shape;2019;p32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2020" name="Google Shape;2020;p32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2021" name="Google Shape;2021;p3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1" name="Google Shape;2081;p32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2082" name="Google Shape;2082;p3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3" name="Google Shape;2143;p33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2144" name="Google Shape;2144;p3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6" name="Google Shape;2206;p33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2207" name="Google Shape;2207;p3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4" name="Google Shape;2244;p33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2245" name="Google Shape;2245;p3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2" name="Google Shape;2282;p33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2283" name="Google Shape;2283;p3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45" name="Google Shape;2345;p3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7" name="Google Shape;2347;p34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2348" name="Google Shape;2348;p3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3" name="Google Shape;2423;p34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2424" name="Google Shape;2424;p3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99" name="Google Shape;2499;p34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500" name="Google Shape;2500;p34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2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2" name="Google Shape;2502;p35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2503" name="Google Shape;2503;p35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5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5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5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5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5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5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5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5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5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5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5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5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5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5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5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5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5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5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5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5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5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2525;p35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2526" name="Google Shape;2526;p35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5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5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5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5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5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5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5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5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5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8" name="Google Shape;2548;p35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2549" name="Google Shape;2549;p3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2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1" name="Google Shape;2551;p36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2552" name="Google Shape;2552;p3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9" name="Google Shape;2589;p36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2590" name="Google Shape;2590;p3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7" name="Google Shape;2627;p36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2628" name="Google Shape;2628;p3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8" name="Google Shape;2688;p36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2689" name="Google Shape;2689;p3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49" name="Google Shape;2749;p3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750" name="Google Shape;2750;p36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1" name="Google Shape;2751;p36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752" name="Google Shape;2752;p36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3" name="Google Shape;2753;p36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754" name="Google Shape;2754;p36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5" name="Google Shape;2755;p36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2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7" name="Google Shape;2757;p37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2758" name="Google Shape;2758;p3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3" name="Google Shape;2823;p37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2824" name="Google Shape;2824;p3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9" name="Google Shape;2889;p37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2890" name="Google Shape;2890;p37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7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7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7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7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7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7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7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7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7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7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7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7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7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7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7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7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7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7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7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7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7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7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7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7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7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7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7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7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7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7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7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7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7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2" name="Google Shape;2952;p37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2953" name="Google Shape;2953;p37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7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7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7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7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7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7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7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7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7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7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7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7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7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7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7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7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7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7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7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7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7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7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7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7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7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7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7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7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7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7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7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7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7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7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7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7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7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7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7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7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7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7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7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7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7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7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7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7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7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7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7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7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7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7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7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7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7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7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7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7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7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15" name="Google Shape;3015;p3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016" name="Google Shape;3016;p3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017" name="Google Shape;3017;p37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18" name="Google Shape;3018;p37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019" name="Google Shape;3019;p37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20" name="Google Shape;3020;p37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021" name="Google Shape;3021;p37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22" name="Google Shape;3022;p37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3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4" name="Google Shape;3024;p38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3025" name="Google Shape;3025;p38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8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8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8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8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8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8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8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8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8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8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8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8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8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8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8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8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8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8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8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8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8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8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8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8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8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8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8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8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8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8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8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8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8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8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8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8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8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8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8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8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8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8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8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8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8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8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8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8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8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8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8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8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8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8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8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8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8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8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8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8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8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8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8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8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8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8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8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8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8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8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8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8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8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8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8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8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8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8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8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8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8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8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8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8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8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8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8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8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8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8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8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8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8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8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8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8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8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8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8" name="Google Shape;3128;p38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3129" name="Google Shape;3129;p38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8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8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8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8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8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8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8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8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8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8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8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8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8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8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8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8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8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8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8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8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8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8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8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8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8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8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8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8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8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8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8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8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8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8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8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8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8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8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8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8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8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8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8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8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8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8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8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8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8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8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8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8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8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8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8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8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8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8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8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8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8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8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8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8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8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8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8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8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8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8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8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8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8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8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8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8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8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8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8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8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8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8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8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8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8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8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8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8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8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8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8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8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8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8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8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8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8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8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2" name="Google Shape;3232;p3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233" name="Google Shape;3233;p38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4" name="Google Shape;3234;p38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5" name="Google Shape;3235;p38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6" name="Google Shape;3236;p38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7" name="Google Shape;3237;p38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8" name="Google Shape;3238;p38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9" name="Google Shape;3239;p38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40" name="Google Shape;3240;p38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3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2" name="Google Shape;3242;p39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3243" name="Google Shape;3243;p39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9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9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9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9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9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9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9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9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9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9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9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9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9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9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9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9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9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9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9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9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9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9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9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9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9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9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9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9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9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9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9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9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9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9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9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9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9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9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9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9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9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9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9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9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9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9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9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9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9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9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9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9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9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1" name="Google Shape;3311;p39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3312" name="Google Shape;3312;p39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9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9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9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9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9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9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9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9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9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9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9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9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9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9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9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9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9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9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9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9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9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9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9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9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9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9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9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9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9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9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9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9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9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9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9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9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9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9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9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9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9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9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9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9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9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9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9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9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9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9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9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9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9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9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9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9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9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9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9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9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9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9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9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9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9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9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9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0" name="Google Shape;3380;p39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3381" name="Google Shape;3381;p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6" name="Google Shape;3396;p39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3397" name="Google Shape;3397;p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12" name="Google Shape;3412;p3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413" name="Google Shape;3413;p39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4" name="Google Shape;3414;p39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5" name="Google Shape;3415;p39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6" name="Google Shape;3416;p39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7" name="Google Shape;3417;p39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8" name="Google Shape;3418;p39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9" name="Google Shape;3419;p39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20" name="Google Shape;3420;p39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21" name="Google Shape;3421;p39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22" name="Google Shape;3422;p39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3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4" name="Google Shape;3424;p40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3425" name="Google Shape;3425;p4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3" name="Google Shape;3493;p40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3494" name="Google Shape;3494;p4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62" name="Google Shape;3562;p4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563" name="Google Shape;3563;p40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4" name="Google Shape;3564;p40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5" name="Google Shape;3565;p40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6" name="Google Shape;3566;p40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7" name="Google Shape;3567;p40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8" name="Google Shape;3568;p40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9" name="Google Shape;3569;p40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0" name="Google Shape;3570;p40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71" name="Google Shape;3571;p40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2" name="Google Shape;3572;p40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73" name="Google Shape;3573;p40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4" name="Google Shape;3574;p40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6" name="Google Shape;3576;p41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3577" name="Google Shape;3577;p4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4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4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7" name="Google Shape;3637;p41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3638" name="Google Shape;3638;p4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8" name="Google Shape;3698;p4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699" name="Google Shape;3699;p41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0" name="Google Shape;3700;p41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1" name="Google Shape;3701;p41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2" name="Google Shape;3702;p41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3" name="Google Shape;3703;p41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4" name="Google Shape;3704;p41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5" name="Google Shape;3705;p41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7" name="Google Shape;3707;p42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3708" name="Google Shape;3708;p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0" name="Google Shape;3770;p42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3771" name="Google Shape;3771;p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3" name="Google Shape;3833;p42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3834" name="Google Shape;3834;p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94" name="Google Shape;3894;p42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3895" name="Google Shape;3895;p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55" name="Google Shape;3955;p42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956" name="Google Shape;3956;p42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957" name="Google Shape;3957;p42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58" name="Google Shape;3958;p42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59" name="Google Shape;3959;p42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60" name="Google Shape;3960;p42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61" name="Google Shape;3961;p42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62" name="Google Shape;3962;p42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63" name="Google Shape;3963;p42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964" name="Google Shape;3964;p42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3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6" name="Google Shape;3966;p43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3967" name="Google Shape;3967;p4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42" name="Google Shape;4042;p43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4043" name="Google Shape;4043;p4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4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4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4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4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4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4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4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4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4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4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4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4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4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4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4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4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4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4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4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4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4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4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4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4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4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4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4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4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4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4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18" name="Google Shape;4118;p4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4119" name="Google Shape;4119;p43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120" name="Google Shape;4120;p43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121" name="Google Shape;4121;p4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4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23" name="Google Shape;4123;p44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4124" name="Google Shape;4124;p4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4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4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4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4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4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4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4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4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4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4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4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4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4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4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4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4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4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4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4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4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4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4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4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4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4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4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4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4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4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4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4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4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4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4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4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4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4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4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4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4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4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4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4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4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4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4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4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4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4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4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4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4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4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4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4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4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4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4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4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4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4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4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4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4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4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4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4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4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4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4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4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4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9" name="Google Shape;4199;p44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4200" name="Google Shape;4200;p4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4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4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4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4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4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4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4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4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4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4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4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4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4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4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4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4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4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4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4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4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4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4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4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4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4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4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4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4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4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4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4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4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4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4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4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4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4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4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4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4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4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4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4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4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4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4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4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4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4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4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4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4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4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4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4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4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4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4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4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4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4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4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4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4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4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4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4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4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4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4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4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4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75" name="Google Shape;4275;p4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4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77" name="Google Shape;4277;p45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4278" name="Google Shape;4278;p45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45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45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45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45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45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45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45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45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45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45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45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45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45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45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7" name="Google Shape;4297;p45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4298" name="Google Shape;4298;p45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45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45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45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45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45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45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45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45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45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45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45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45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45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45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17" name="Google Shape;4317;p45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4318" name="Google Shape;4318;p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5" name="Google Shape;4355;p45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4356" name="Google Shape;4356;p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3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39" name="Google Shape;13039;p105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13040" name="Google Shape;13040;p105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05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05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05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05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05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05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05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05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05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05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05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05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05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05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05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05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05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05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05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05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05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05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05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05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05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05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05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05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05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05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05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05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05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05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05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05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05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05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05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05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05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05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05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05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05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05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05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05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05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05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05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05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05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05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05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05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05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05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05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05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05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05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05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05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05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05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05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05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05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05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05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05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05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05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05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05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05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05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21" name="Google Shape;13121;p10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122" name="Google Shape;13122;p105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123" name="Google Shape;13123;p105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3124" name="Google Shape;13124;p105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3125" name="Google Shape;13125;p105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05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05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05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05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05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05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05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05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05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05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05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05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05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05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05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05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05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05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05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05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05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05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05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05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05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05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05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05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05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05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05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05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05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05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05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05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05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05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05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05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05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05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05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05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05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05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05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05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05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05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05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05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05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05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05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05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105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105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105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105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105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105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105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105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105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105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105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105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105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105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105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105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105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105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105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105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105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105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7" name="Google Shape;13207;p106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13208" name="Google Shape;13208;p106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106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106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106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106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106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106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106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106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106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106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106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106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106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106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106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106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106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106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106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106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106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106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106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106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106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106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106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106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106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106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106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106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106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106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106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106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106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106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106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106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106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50" name="Google Shape;13250;p106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13251" name="Google Shape;13251;p10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10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10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10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10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10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10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10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10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10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10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10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10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10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10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10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10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10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10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10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10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10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10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10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10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10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10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10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10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10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10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10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10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10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10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10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10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10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10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10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10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10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10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10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10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10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10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10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10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10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10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10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10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10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10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10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10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10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10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10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11" name="Google Shape;13311;p106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312" name="Google Shape;13312;p106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3313" name="Google Shape;13313;p106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3314" name="Google Shape;13314;p106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3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6" name="Google Shape;13316;p107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13317" name="Google Shape;13317;p107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107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107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107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107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107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107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107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107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107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107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107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107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107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107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107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107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107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107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107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107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107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9" name="Google Shape;13339;p107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13340" name="Google Shape;13340;p107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107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107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107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107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107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107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107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107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107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107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107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107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107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107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107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107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107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107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107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107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107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2" name="Google Shape;13362;p107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13363" name="Google Shape;13363;p107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107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107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107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107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107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107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107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107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107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107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107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107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107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107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107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107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107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107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107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107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107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107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107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107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107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107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107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107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107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107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107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107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107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107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107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107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107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107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107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107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107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05" name="Google Shape;13405;p10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406" name="Google Shape;13406;p107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8" name="Google Shape;13408;p108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3409" name="Google Shape;13409;p108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108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108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108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108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108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108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108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108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108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108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108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108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108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108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108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108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108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108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8" name="Google Shape;13428;p108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3429" name="Google Shape;13429;p108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108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108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108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108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108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108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108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108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108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108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108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108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108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108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108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108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108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108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48" name="Google Shape;13448;p108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3449" name="Google Shape;13449;p108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108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108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108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108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108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108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108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108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108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108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108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108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108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108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108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108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108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108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108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108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108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108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108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108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108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108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108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108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108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108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108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108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108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108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86" name="Google Shape;13486;p108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3487" name="Google Shape;13487;p108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108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108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108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108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108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108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108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108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108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108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108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108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108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108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108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108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108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108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108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108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108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108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108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108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108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108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108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108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108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108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108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108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108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108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24" name="Google Shape;13524;p10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5" name="Google Shape;13525;p108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6" name="Google Shape;13526;p108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7" name="Google Shape;13527;p108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13528" name="Google Shape;13528;p108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30" name="Google Shape;13530;p109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13531" name="Google Shape;13531;p10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10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10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10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10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10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10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10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10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10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10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10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10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10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10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10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10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10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10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10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10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10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10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10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10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10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10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10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10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10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10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10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10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10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10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10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10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10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10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10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10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10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10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10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10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10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10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10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10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10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10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10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10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10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10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10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10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10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10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10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1" name="Google Shape;13591;p109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13592" name="Google Shape;13592;p10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10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10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10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10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10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10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10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10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10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10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10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10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10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10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10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10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10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10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10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10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10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10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10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10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10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10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10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10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10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10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10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10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10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10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10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10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10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10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10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10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10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10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10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10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10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10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10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10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10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10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10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10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10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10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10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10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10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10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10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2" name="Google Shape;13652;p109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13653" name="Google Shape;13653;p109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109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109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109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109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109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109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109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109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109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109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109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109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109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109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109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109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109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109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109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109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109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5" name="Google Shape;13675;p109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13676" name="Google Shape;13676;p109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109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109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109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109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109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109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109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109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109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109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109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109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109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109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109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109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109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109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109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109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109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98" name="Google Shape;13698;p10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3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00" name="Google Shape;13700;p110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13701" name="Google Shape;13701;p11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11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11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11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11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11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11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11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11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11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11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11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11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11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11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11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11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11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11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11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11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11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11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11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11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11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11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11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11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11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11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11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11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11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11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11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11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11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11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11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11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11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11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11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11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11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11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11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11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11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11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11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11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11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11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11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11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11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11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11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11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11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11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11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11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11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11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11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11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11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11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11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11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11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11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6" name="Google Shape;13776;p110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13777" name="Google Shape;13777;p11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11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11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11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11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11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11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11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11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11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11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11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11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11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11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11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11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11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11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11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11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11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11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11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11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11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11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11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11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11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11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11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11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11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11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11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11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11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11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11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11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11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11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11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11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11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11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11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11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11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11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11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11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11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11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11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11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11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11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11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11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11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39" name="Google Shape;13839;p110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840" name="Google Shape;13840;p110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42" name="Google Shape;13842;p111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13843" name="Google Shape;13843;p11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11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11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11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11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11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11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11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11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11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11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11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11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11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11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11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11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11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11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11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11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11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11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11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11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11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11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11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11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11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11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11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11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11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11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11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11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11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11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11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11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11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11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11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11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11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11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11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11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11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11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11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11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11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11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11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11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11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11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11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3" name="Google Shape;13903;p111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13904" name="Google Shape;13904;p11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11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11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11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11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11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11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11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11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11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11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11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11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11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11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11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11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11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11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11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11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11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11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11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11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11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11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11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11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11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11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11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11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11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11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11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11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11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11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11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11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11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11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11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11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11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11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11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11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11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11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11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11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11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11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11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11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11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11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11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4" name="Google Shape;13964;p111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3965" name="Google Shape;13965;p111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111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111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111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111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111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111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111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111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111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111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111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111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111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111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111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111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111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111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111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111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111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111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111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111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111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111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111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111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111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111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111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111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111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111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111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111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111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111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111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111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111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111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111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111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111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111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111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111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111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111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111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111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111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111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111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111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111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6" name="Google Shape;14026;p111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4027" name="Google Shape;14027;p111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111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111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111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111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111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111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111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111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111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111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111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111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111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111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111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111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111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111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111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111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111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111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111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111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111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111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111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111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111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111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111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111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111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111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111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111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111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111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111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111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111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111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111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111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111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111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111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111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111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111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111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111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111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111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111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111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111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88" name="Google Shape;14088;p11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089" name="Google Shape;14089;p111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91" name="Google Shape;14091;p112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4092" name="Google Shape;14092;p112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112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112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112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112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112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112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112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112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112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112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112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112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112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112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112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112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112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112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112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112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112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112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112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112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112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112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112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112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112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112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112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112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112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112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112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112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112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112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112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112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112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112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112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112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112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112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112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112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112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112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112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112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112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6" name="Google Shape;14146;p112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4147" name="Google Shape;14147;p112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112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112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112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112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112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112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112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112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112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112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112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112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112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112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112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112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112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112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112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112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112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112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112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112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112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112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112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112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112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112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112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112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112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112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112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112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112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112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112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112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112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112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112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112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112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112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94" name="Google Shape;14194;p112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195" name="Google Shape;14195;p112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4196" name="Google Shape;14196;p112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4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8" name="Google Shape;14198;p113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4199" name="Google Shape;14199;p113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113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113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113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113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113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113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113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113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113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113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113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113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113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113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113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113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113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113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113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113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113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113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113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113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113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113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113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113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113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113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113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113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113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113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113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113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113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113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113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113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113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113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113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113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113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113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113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113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113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113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113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113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113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113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113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113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113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113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113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113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113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113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113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113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113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113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66" name="Google Shape;14266;p113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4267" name="Google Shape;14267;p113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4268" name="Google Shape;14268;p11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11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11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11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11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11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11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11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11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11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11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11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11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11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11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11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11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11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11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11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11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11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11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11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11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11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11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11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11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11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11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11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11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11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11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11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11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11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11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11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11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11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11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11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11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11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11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11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11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11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11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11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11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11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11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11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11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11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11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11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4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9" name="Google Shape;14329;p11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330" name="Google Shape;14330;p114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4331" name="Google Shape;14331;p114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4332" name="Google Shape;14332;p114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4333" name="Google Shape;14333;p114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114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114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114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114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114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114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114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114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114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114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114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114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114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114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114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114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114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114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114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114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114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114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114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114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114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114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114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114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114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114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114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114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114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114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114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114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114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114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114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114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114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114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114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114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114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114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114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114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114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7" name="Google Shape;14387;p114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4388" name="Google Shape;14388;p114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114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114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114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114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114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114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114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114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114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114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114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114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114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114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114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114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114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114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114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114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114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114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114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114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114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114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114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114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114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114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114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114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114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114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114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114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114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114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114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114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114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114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114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114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114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114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114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114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114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44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4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44" name="Google Shape;14444;p116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4445" name="Google Shape;14445;p116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116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116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116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116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116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116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116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116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116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116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116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116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116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116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116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116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116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116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116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116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116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116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116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116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116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116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116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116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116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116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116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116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116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116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116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116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116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116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116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116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116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116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116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116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116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116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116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116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116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99" name="Google Shape;14499;p116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4500" name="Google Shape;14500;p116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116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116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116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116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116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116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116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116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116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116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116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116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116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116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116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116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116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116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116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116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116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116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116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116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116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116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116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116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116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116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116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116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116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116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116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116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116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116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116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116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116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116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116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116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116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116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116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116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116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4" name="Google Shape;14554;p116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4555" name="Google Shape;14555;p11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11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11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11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11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11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11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11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11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11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11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11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11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11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11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11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11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11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11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11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11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11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11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11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11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11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11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11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11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11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11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11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11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11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11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92" name="Google Shape;14592;p116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4593" name="Google Shape;14593;p11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11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11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11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11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11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11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11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11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11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11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11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11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11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11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11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11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11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11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11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11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11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11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11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11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11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11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11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11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11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11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11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11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11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11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30" name="Google Shape;14630;p11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631" name="Google Shape;14631;p116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2" name="Google Shape;14632;p116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3" name="Google Shape;14633;p116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4" name="Google Shape;14634;p116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5" name="Google Shape;14635;p116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6" name="Google Shape;14636;p116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7" name="Google Shape;14637;p116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8" name="Google Shape;14638;p116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9" name="Google Shape;14639;p116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0" name="Google Shape;14640;p116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1" name="Google Shape;14641;p116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2" name="Google Shape;14642;p116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3" name="Google Shape;14643;p116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44" name="Google Shape;14644;p116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45" name="Google Shape;14645;p116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46" name="Google Shape;14646;p116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47" name="Google Shape;14647;p116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8" name="Google Shape;14648;p116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4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50" name="Google Shape;14650;p117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4651" name="Google Shape;14651;p11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11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11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11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11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11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11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11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11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11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11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11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11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11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11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11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11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11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11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11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11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11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11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11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11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11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11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11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11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11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11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11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11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11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11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11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11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11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11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11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11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11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11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11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11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11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11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11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11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11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11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11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11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11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11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11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11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11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11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11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11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11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11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11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11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11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11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11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19" name="Google Shape;14719;p117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4720" name="Google Shape;14720;p11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11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11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11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11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11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11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11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11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11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11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11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11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11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11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11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11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11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11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11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11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11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11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11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11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11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11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11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11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11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11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11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11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11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11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11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11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11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11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11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11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11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11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11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11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11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11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11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11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11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11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11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11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11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11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11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11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11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11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11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11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11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11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11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11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85" name="Google Shape;14785;p117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786" name="Google Shape;14786;p117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4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88" name="Google Shape;14788;p118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4789" name="Google Shape;14789;p11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11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11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11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11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11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11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11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11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11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11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11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11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11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11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11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11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11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11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11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11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11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11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11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11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11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11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11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11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11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11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11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11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11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11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11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11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11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11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11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11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11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11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11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11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11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11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11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11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11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11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11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11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11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11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11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11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11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11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11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49" name="Google Shape;14849;p118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4850" name="Google Shape;14850;p118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118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118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118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118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118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118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118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118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118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118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118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118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118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118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118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118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118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118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118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118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118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118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118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118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118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118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118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118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118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118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118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118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118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118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118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118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118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118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118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118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118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118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118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118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895" name="Google Shape;14895;p118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896" name="Google Shape;14896;p118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4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98" name="Google Shape;14898;p119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4899" name="Google Shape;14899;p119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119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119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119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119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119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119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119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119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119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119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119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119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119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119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119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119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119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119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119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119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119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119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119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119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119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119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119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119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119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119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119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119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119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119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119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39" name="Google Shape;14939;p119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4940" name="Google Shape;14940;p119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119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119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119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119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119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119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119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119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119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119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119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119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119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119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119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119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119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119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119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119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119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119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119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119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119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119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119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119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119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119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119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119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119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119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119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80" name="Google Shape;14980;p11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981" name="Google Shape;14981;p119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4982" name="Google Shape;14982;p119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14983" name="Google Shape;14983;p119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14984" name="Google Shape;14984;p1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1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1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1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1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1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1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1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1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1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1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1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1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1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1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1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1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1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1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1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1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1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1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1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1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1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1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1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1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1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1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1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1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1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1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1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1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1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1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1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1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1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1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1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1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1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1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1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1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1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1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1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1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1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1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1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1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1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1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1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44" name="Google Shape;15044;p119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15045" name="Google Shape;15045;p1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1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1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1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1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1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1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1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1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1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1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1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1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1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1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1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1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1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1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1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1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1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1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1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1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1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1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1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1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1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1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1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1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1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1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1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1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1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1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1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1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1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1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1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1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1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1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1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1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1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1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1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1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1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1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1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1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1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1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1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15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06" name="Google Shape;15106;p120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15107" name="Google Shape;15107;p12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12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12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12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12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12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12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12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12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12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12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12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12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12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12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12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12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12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12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12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12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12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12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12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12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12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12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12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12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12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12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12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12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12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12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12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12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12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12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12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12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12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12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12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12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12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12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12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12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12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12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12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12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12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12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12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12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12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12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12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12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12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69" name="Google Shape;15169;p120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15170" name="Google Shape;15170;p120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120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120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120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120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120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120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120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120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120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120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120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120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120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120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120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120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120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120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120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120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120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120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120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120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120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120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120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120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120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120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120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120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120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120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07" name="Google Shape;15207;p120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15208" name="Google Shape;15208;p120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120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120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120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120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120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120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120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120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120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120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120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120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120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120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120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120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120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120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120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120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120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120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120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120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120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120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120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120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120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120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120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120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120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120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45" name="Google Shape;15245;p120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15246" name="Google Shape;15246;p12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12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12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12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12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12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12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12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12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12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12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12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12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12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12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12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12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12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12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12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12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12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12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12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12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12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12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12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12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12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12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12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12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12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12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12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12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12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12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12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12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12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12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12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12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12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12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12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12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12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12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12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12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12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12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12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12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12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12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12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12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12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08" name="Google Shape;15308;p12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15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10" name="Google Shape;15310;p121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15311" name="Google Shape;15311;p12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12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12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12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12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12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12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12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12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12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12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12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12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12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12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12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12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12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12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12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12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12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12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12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12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12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12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12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12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12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12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12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12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12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12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12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12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12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12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12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12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12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12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12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12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12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12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12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12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12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12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12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12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12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12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12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12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12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12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12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12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12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12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12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12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12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12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12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12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12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12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12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12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86" name="Google Shape;15386;p121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15387" name="Google Shape;15387;p12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12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12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12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12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12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12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12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12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12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12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12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12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12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12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12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12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12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12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12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12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12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12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12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12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12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12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12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12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12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12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12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12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12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12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12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12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12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12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12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12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12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12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12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12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12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12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12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12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12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12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12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12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12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12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12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12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12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12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12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12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12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12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12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12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12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12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12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12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12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12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12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12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62" name="Google Shape;15462;p121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463" name="Google Shape;15463;p121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15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5" name="Google Shape;15465;p122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15466" name="Google Shape;15466;p1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1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1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1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1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1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1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1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1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1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1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1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1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1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1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1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1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1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1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1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1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1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88" name="Google Shape;15488;p122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15489" name="Google Shape;15489;p1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1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1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1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1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1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1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1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1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1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1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1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1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1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1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1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1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1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1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1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1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1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11" name="Google Shape;15511;p122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15512" name="Google Shape;15512;p12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15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14" name="Google Shape;15514;p123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15515" name="Google Shape;15515;p12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12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12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12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12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12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12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12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12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12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12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12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12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12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12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12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12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12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12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12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12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12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12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12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12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12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12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12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12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12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12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12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12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12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12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52" name="Google Shape;15552;p123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15553" name="Google Shape;15553;p12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12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12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12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12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12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12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12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12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12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12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12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12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12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12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12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12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12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12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12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12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12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12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12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12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12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12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12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12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12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12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12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12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12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12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90" name="Google Shape;15590;p123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15591" name="Google Shape;15591;p12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12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12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12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12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12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12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12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12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12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12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12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12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12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12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12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12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12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12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12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12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12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12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12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12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12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12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12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12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12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12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12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12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12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12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12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12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12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12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12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12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12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12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12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12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12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12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12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12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12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12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12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12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12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12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12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12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12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12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12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51" name="Google Shape;15651;p123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15652" name="Google Shape;15652;p12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12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12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12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12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12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12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12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12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12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12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12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12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12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12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12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12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12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12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12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12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12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12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12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12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12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12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12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12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12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12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12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12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12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12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12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12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12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12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12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12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12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12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12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12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12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12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12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12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12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12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12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12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12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12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12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12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12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12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12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12" name="Google Shape;15712;p12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713" name="Google Shape;15713;p123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4" name="Google Shape;15714;p123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715" name="Google Shape;15715;p123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6" name="Google Shape;15716;p123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717" name="Google Shape;15717;p123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8" name="Google Shape;15718;p123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15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20" name="Google Shape;15720;p124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15721" name="Google Shape;15721;p124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124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124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124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124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124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124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124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124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124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124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124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124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124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124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124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124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124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124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124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124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124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124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124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124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124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124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124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124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124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124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124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124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124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124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124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124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124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124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124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124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124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124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124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124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124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124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124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124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124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124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124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124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124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124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124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124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124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124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124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124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124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124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124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124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86" name="Google Shape;15786;p124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15787" name="Google Shape;15787;p124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124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124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124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124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124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124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124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124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124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124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124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124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124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124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124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124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124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124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124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124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124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124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124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124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124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124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124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124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124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124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124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124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124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124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124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124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124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124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124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124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124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124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124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124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124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124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124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124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124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124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124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124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124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124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124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124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124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124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124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124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124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124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124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124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52" name="Google Shape;15852;p124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15853" name="Google Shape;15853;p124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124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124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124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124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124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124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124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124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124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124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124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124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124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124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124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124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124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124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124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124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124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124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124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124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124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124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124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124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124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124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124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124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124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124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124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124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124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124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124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124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124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124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124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124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124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124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124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124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124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124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124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124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124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124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124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124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124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124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124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124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124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5" name="Google Shape;15915;p124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15916" name="Google Shape;15916;p124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124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124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124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124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124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124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124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124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124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124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124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124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124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124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124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124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124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124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124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124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124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124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124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124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124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124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124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124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124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124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124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124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124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124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124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124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124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124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124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124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124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124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124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124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124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124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124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124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124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124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124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124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124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124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124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124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124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124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124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124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124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78" name="Google Shape;15978;p12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5979" name="Google Shape;15979;p124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980" name="Google Shape;15980;p124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1" name="Google Shape;15981;p124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982" name="Google Shape;15982;p124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3" name="Google Shape;15983;p124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984" name="Google Shape;15984;p124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5" name="Google Shape;15985;p124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1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7" name="Google Shape;15987;p125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15988" name="Google Shape;15988;p125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125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125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125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125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125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125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125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125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125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125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125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125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125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125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125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125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125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125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125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125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125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125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125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125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125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125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125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125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125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125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125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125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125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125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125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125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125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125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125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125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125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125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125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125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125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125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125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125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125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125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125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125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125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125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125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125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125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125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125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125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125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125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125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125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125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125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125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125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125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125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125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125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125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125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125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125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125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125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125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125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125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125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125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125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125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125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125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125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125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125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125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125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125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125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125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125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125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125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91" name="Google Shape;16091;p125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16092" name="Google Shape;16092;p125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125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125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125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125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125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125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125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125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125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125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125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125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125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125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125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125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125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125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125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125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125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125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125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125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125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125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125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125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125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125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125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125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125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125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125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125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125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125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125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125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125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125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125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125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125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125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125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125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125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125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125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125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125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125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125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125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125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125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125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125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125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125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125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125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125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125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125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125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125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125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125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125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125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125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125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125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125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125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125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125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125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125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125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125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125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125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125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125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125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125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125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125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125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125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125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125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125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125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95" name="Google Shape;16195;p12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196" name="Google Shape;16196;p125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197" name="Google Shape;16197;p125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198" name="Google Shape;16198;p125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199" name="Google Shape;16199;p125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200" name="Google Shape;16200;p125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201" name="Google Shape;16201;p125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202" name="Google Shape;16202;p125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203" name="Google Shape;16203;p125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16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05" name="Google Shape;16205;p126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16206" name="Google Shape;16206;p12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12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12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12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12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12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12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12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12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12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12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12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12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12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12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12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12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12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12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12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12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12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12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12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12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12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12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12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12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12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12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12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12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12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12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12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12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12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12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12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12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12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12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12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12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12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12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12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12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12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12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12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12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12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12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12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12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12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12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12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12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12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12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12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12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12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12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12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74" name="Google Shape;16274;p126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16275" name="Google Shape;16275;p12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12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12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12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12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12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12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12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12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12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12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12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12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12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12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12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12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12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12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12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12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12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12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12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12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12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12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12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12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12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12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12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12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12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12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12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12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12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12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12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12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12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12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12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12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12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12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12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12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12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12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12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12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12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12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12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12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12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12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12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12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12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12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12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12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12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12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12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43" name="Google Shape;16343;p126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16344" name="Google Shape;16344;p126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126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126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126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126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126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126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126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126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126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126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126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126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126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126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59" name="Google Shape;16359;p126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16360" name="Google Shape;16360;p126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126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126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126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126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126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126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126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126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126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126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126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126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126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126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375" name="Google Shape;16375;p12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376" name="Google Shape;16376;p126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77" name="Google Shape;16377;p126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78" name="Google Shape;16378;p126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79" name="Google Shape;16379;p126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0" name="Google Shape;16380;p126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1" name="Google Shape;16381;p126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2" name="Google Shape;16382;p126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3" name="Google Shape;16383;p126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4" name="Google Shape;16384;p126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5" name="Google Shape;16385;p126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16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7" name="Google Shape;16387;p127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16388" name="Google Shape;16388;p12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12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12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12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12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12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12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12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12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12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12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12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12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12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12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12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12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12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12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12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12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12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12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12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12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12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12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12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12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12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12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12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12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12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12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12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12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12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12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12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12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12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12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12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12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12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12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12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12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12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12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12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12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12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12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12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12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12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12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12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12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12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12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12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12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12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12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12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56" name="Google Shape;16456;p127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16457" name="Google Shape;16457;p12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12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12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12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12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12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12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12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12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12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12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12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12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12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12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12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12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12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12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12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12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12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12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12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12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12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12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12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12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12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12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12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12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12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12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12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12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12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12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12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12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12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12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12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12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12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12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12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12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12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12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12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12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12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12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12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12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12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12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12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12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12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12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12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12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12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12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12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25" name="Google Shape;16525;p12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526" name="Google Shape;16526;p127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27" name="Google Shape;16527;p127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28" name="Google Shape;16528;p127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29" name="Google Shape;16529;p127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0" name="Google Shape;16530;p127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1" name="Google Shape;16531;p127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2" name="Google Shape;16532;p127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3" name="Google Shape;16533;p127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4" name="Google Shape;16534;p127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5" name="Google Shape;16535;p127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6" name="Google Shape;16536;p127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7" name="Google Shape;16537;p127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16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39" name="Google Shape;16539;p128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16540" name="Google Shape;16540;p12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12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12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12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12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12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12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12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12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12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12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12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12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12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12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12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12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12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12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12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12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12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12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12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12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12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12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12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12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12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12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12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12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12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12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12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12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12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12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12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12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12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12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12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12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12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12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12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12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12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12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12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12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12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12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12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12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12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12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12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00" name="Google Shape;16600;p128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16601" name="Google Shape;16601;p12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12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12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12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12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12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12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12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12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12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12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12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12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12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12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12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12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12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12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12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12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12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12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12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12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12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12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12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12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12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12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12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12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12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12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12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12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12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12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12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12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12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12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12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12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12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12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12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12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12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12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12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12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12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12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12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12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12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12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12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61" name="Google Shape;16661;p12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6662" name="Google Shape;16662;p128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3" name="Google Shape;16663;p128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4" name="Google Shape;16664;p128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5" name="Google Shape;16665;p128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6" name="Google Shape;16666;p128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7" name="Google Shape;16667;p128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8" name="Google Shape;16668;p128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16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70" name="Google Shape;16670;p129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16671" name="Google Shape;16671;p129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129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129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129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129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129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129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129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129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129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129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129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129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129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129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129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129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129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129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129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129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129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129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129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129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129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129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129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129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129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129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129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129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129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129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129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129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129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129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129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129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129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129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129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129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129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129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129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129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129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129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129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129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129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129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129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129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129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129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129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33" name="Google Shape;16733;p129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16734" name="Google Shape;16734;p129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129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129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129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129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129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129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129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129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129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129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129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129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129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129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129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129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129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129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129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129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129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129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129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129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129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129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129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129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129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129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129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129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129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129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129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129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129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129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129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129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129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129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129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129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129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129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129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129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129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129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129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129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129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129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129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129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129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129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129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96" name="Google Shape;16796;p129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16797" name="Google Shape;16797;p12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12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12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12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12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12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12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12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12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12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12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12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12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12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12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12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12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12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12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12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12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12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12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12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12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12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12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12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12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12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12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12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12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12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12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12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12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12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12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12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12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12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12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12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12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12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12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12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12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12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12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12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12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12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12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12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12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12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12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12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57" name="Google Shape;16857;p129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16858" name="Google Shape;16858;p12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12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12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12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12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12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12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12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12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12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12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12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12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12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12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12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12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12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12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12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12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12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12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12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12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12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12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12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12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12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12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12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12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12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12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12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12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12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12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12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12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12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12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12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12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12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12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12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12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12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12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12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12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12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12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12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12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12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12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12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18" name="Google Shape;16918;p129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919" name="Google Shape;16919;p129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920" name="Google Shape;16920;p129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1" name="Google Shape;16921;p129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2" name="Google Shape;16922;p129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3" name="Google Shape;16923;p129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4" name="Google Shape;16924;p129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5" name="Google Shape;16925;p129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6" name="Google Shape;16926;p129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927" name="Google Shape;16927;p129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16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29" name="Google Shape;16929;p130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16930" name="Google Shape;16930;p13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13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13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13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13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13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13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13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13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13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13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13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13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13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13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13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13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13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13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13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13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13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13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13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13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13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13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13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13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13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13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13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13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13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13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13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13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13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13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13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13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13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13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13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13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13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13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13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13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13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13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13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13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13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13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13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13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13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13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13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13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13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13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13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13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13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13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13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13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13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13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13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13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05" name="Google Shape;17005;p130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17006" name="Google Shape;17006;p13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13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13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13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13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13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13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13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13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13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13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13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13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13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13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13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13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13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13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13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13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13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13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13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13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13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13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13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13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13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13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13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13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13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13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13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13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13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13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13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13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13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13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13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13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13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13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13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13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13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13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13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13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13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13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13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13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13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13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13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13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13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13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13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13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13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13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13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13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13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13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13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13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081" name="Google Shape;17081;p13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082" name="Google Shape;17082;p130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7083" name="Google Shape;17083;p130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7084" name="Google Shape;17084;p13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7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86" name="Google Shape;17086;p131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17087" name="Google Shape;17087;p13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13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13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13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13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13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13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13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13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13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13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13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13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13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13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13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13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13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13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13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13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13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13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13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13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13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13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13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13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13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13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13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13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13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13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13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13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13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13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13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13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13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13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13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13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13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13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13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13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13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13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13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13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13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13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13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13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13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13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13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13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13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13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13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13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13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13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13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13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13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13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13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13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62" name="Google Shape;17162;p131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17163" name="Google Shape;17163;p13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13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13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13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13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13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13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13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13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13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13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13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13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13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13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13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13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13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13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13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13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13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13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13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13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13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13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13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13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13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13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13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13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13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13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13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13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13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13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13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13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13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13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13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13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13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13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13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13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13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13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13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13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13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13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13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13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13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13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13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13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13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13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13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13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13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13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13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13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13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13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13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13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38" name="Google Shape;17238;p13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7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40" name="Google Shape;17240;p132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7241" name="Google Shape;17241;p132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132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132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132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132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132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132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132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132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132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132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132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132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132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132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132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132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132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132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60" name="Google Shape;17260;p132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7261" name="Google Shape;17261;p132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132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132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132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132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132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132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132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132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132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132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132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132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132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132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132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132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132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132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80" name="Google Shape;17280;p132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7281" name="Google Shape;17281;p13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13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13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13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13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13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13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13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13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13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13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13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13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13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13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13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13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13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13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13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13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13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13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13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13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13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13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13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13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13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13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13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13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13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13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18" name="Google Shape;17318;p132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7319" name="Google Shape;17319;p13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13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13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13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13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13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13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13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13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13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13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13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13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13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13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13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13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13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13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13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13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13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13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13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13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13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13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13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13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13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13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13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13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13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13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7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60" name="Google Shape;17360;p134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17361" name="Google Shape;17361;p134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134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134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134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134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134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134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134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134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134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134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134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134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134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134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134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134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134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134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134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134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134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134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134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134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134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134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134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134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134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134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134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134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134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134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134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134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134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134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134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134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134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134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134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134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134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134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134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134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134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134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134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134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134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134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134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134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134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134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134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134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134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134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134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134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134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134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134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134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134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134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134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134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134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134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134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134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134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134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42" name="Google Shape;17442;p13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443" name="Google Shape;17443;p134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7444" name="Google Shape;17444;p134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7445" name="Google Shape;17445;p134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7446" name="Google Shape;17446;p134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134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134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134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134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134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134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134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134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134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134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134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134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134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134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134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134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134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134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134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134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134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134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134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134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134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134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134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134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134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134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134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134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134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134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134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134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134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134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134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134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134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134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134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134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134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134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134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134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134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134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134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134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134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134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134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134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134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134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134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134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134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134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134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134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134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134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134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134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134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134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134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134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134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134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134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134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134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134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28" name="Google Shape;17528;p135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17529" name="Google Shape;17529;p135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135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135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135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135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135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135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135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135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135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135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135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135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135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135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135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135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135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135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135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135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135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135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135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135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135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135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135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135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135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135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135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135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135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135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135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135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135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135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135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135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135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71" name="Google Shape;17571;p135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17572" name="Google Shape;17572;p135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135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135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135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135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135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135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135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135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135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135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135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135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135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135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135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135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135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135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135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135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135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135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135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135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135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135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135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135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135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135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135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135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135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135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135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135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135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135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135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135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135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135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135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135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135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135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135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135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135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135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135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135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135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135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135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135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135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135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135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632" name="Google Shape;17632;p13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633" name="Google Shape;17633;p135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7634" name="Google Shape;17634;p135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7635" name="Google Shape;17635;p135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7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37" name="Google Shape;17637;p136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17638" name="Google Shape;17638;p136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136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136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136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136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136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136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136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136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136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136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136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136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136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136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136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136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136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136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136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136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136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60" name="Google Shape;17660;p136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17661" name="Google Shape;17661;p136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136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136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136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136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136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136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136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136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136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136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136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136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136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136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136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136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136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136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136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136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136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3" name="Google Shape;17683;p136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17684" name="Google Shape;17684;p136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136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136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136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136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136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136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136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136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136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136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136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136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136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136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136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136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136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136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136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136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136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136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136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136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136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136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136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136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136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136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136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136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136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136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136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136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136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136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136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136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136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26" name="Google Shape;17726;p13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727" name="Google Shape;17727;p136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7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29" name="Google Shape;17729;p137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7730" name="Google Shape;17730;p137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137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137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137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137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137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137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137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137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137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137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137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137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137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137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137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137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137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137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49" name="Google Shape;17749;p137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7750" name="Google Shape;17750;p137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137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137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137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137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137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137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137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137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137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137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137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137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137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137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137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137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137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137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9" name="Google Shape;17769;p137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7770" name="Google Shape;17770;p137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137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137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137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137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137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137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137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137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137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137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137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137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137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137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137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137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137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137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137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137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137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137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137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137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137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137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137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137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137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137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137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137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137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137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07" name="Google Shape;17807;p137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7808" name="Google Shape;17808;p137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137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137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137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137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137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137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137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137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137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137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137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137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137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137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137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137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137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137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137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137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137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137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137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137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137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137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137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137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137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137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137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137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137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137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845" name="Google Shape;17845;p13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6" name="Google Shape;17846;p137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7" name="Google Shape;17847;p137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8" name="Google Shape;17848;p137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17849" name="Google Shape;17849;p137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51" name="Google Shape;17851;p138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17852" name="Google Shape;17852;p13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13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13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13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13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13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13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13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13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13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13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13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13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13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13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13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13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13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13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13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13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13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13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13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13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13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13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13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13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13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13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13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13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13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13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13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13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13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13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13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13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13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13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13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13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13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13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13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13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13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13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13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13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13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13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13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13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13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13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13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12" name="Google Shape;17912;p138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17913" name="Google Shape;17913;p13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13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13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13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13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13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13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13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13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13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13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13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13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13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13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13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13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13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13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13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13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13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13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13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13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13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13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13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13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13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13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13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13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13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13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13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13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13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13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13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13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13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13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13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13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13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13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13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13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13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13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13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13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13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13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13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13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13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13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13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73" name="Google Shape;17973;p138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17974" name="Google Shape;17974;p138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138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138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138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138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138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138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138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138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138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138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138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138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138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138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138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138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138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138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138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138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138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96" name="Google Shape;17996;p138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17997" name="Google Shape;17997;p138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138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138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138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138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138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138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138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138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138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138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138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138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138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138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138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138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138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138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138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138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138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19" name="Google Shape;18019;p13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8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21" name="Google Shape;18021;p139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18022" name="Google Shape;18022;p13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13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13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13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13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13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13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13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13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13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13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13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13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1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1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1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1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1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1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1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1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1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1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1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13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13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13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13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13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13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13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13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13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13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13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13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13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13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13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13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13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13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13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13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13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13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13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13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13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13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13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13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13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13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13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13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13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13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1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13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13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13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13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13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13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1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1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13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13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13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13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13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1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13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13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7" name="Google Shape;18097;p139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18098" name="Google Shape;18098;p13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13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13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13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13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13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13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13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13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13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13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13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13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13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13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13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13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13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13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13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13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13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13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13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13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13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13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13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13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13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13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13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13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13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13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13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13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13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13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13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13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13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13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13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13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13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13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13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13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13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13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13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13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13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13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13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13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13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13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13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13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13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60" name="Google Shape;18160;p139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161" name="Google Shape;18161;p139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8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63" name="Google Shape;18163;p140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18164" name="Google Shape;18164;p140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140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140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140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140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140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140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140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140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140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140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140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140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140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140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140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140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140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140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140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140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140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140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140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140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140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140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140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140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140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140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140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140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140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140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140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140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140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140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140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140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140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140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140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140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140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140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140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140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140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140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140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140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140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140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140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140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140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140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140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24" name="Google Shape;18224;p140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18225" name="Google Shape;18225;p140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140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140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140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140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140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140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140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140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140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140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140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140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140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140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140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140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140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140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140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140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140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140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140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140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140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140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140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140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140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140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140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140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140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140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140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140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140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140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140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140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140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140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140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140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140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140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140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140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140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140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140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140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140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140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140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140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140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140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140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85" name="Google Shape;18285;p140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8286" name="Google Shape;18286;p140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140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140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140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140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140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140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140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140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140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140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140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140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140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140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140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140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140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140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140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140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140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140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140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140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140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140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140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140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140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140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140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140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140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140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140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140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140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140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140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140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140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140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140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140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140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140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140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140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140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140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140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140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140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140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140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140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140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47" name="Google Shape;18347;p140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8348" name="Google Shape;18348;p140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140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140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140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140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140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140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140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140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140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140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140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140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140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140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140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140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140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140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140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140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140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140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140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140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140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140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140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140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140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140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140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140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140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140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140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140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140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140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140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140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140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140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140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140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140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140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140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140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140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140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140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140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140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140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140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140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140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409" name="Google Shape;18409;p14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410" name="Google Shape;18410;p140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8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12" name="Google Shape;18412;p141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8413" name="Google Shape;18413;p141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141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141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141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141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141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141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141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141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141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141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141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141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141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141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141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141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141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141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141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141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141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141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141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141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141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141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141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141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141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141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141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141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141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141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141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141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141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141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141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141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141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141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141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141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141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141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141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141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141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141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141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141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141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67" name="Google Shape;18467;p141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8468" name="Google Shape;18468;p141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141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141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141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141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141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141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141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141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141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141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141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141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141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141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141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141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141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141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141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141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141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141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141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141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141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141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141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141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141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141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141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141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141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141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141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141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141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141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141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141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141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141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141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141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141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141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15" name="Google Shape;18515;p14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516" name="Google Shape;18516;p141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8517" name="Google Shape;18517;p141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8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19" name="Google Shape;18519;p142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8520" name="Google Shape;18520;p1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1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1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1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1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1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1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1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1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1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1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1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1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142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142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142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142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1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1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1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1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1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1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1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1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1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1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1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1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1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1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1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1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1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1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1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1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1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1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1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1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1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1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1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1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1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1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1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1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1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1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1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1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1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1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1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1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1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1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142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1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1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1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1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1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1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1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87" name="Google Shape;18587;p142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8588" name="Google Shape;18588;p142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8589" name="Google Shape;18589;p1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1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1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1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1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1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1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1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1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1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1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1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1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1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1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1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1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1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1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1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1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1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1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1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1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1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1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1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1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1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1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1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1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1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1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1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1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1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1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1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1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1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1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1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1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1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1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1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1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1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1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1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1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1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1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1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1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1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1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1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8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0" name="Google Shape;18650;p14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651" name="Google Shape;18651;p143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8652" name="Google Shape;18652;p143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8653" name="Google Shape;18653;p143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8654" name="Google Shape;18654;p143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143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143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143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143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143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143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143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143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143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143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143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143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143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143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143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143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143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143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143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143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143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143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143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143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143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143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143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143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143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143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143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143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143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143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143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143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143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143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143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143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143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143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143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143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143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143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143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143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143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8" name="Google Shape;18708;p143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8709" name="Google Shape;18709;p143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143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143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143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143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143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143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143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143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143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143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143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143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143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143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143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143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143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143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143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143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143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143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143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143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143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143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143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143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143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143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143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143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143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143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143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143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143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143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143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143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143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143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143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143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143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143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143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143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143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87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8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65" name="Google Shape;18765;p145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8766" name="Google Shape;18766;p145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145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145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145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145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145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145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145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145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145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145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145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145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145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145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145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145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145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145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145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145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145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145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145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145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145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145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145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145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145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145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145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145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145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145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145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145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145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145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145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145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145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145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145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145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145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145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145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145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145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20" name="Google Shape;18820;p145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8821" name="Google Shape;18821;p145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145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145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145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145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145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145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145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145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145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145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145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145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145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145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145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145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145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145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145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145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145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145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145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145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145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145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145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145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145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145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145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145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145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145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145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145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145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145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145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145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145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145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145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145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145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145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145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145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145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75" name="Google Shape;18875;p145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8876" name="Google Shape;18876;p1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1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1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1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1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1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1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1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1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1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1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1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1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1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1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1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1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1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1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1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1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1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1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1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1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1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1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1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1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1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1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1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1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1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1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13" name="Google Shape;18913;p145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8914" name="Google Shape;18914;p1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1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1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1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1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1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1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1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1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1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1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1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1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1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1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1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1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1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1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1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1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1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1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1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1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1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1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1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1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1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1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1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1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1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1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51" name="Google Shape;18951;p14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952" name="Google Shape;18952;p145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3" name="Google Shape;18953;p145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4" name="Google Shape;18954;p145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5" name="Google Shape;18955;p145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6" name="Google Shape;18956;p145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7" name="Google Shape;18957;p145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8" name="Google Shape;18958;p145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9" name="Google Shape;18959;p145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0" name="Google Shape;18960;p145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1" name="Google Shape;18961;p145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2" name="Google Shape;18962;p145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3" name="Google Shape;18963;p145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4" name="Google Shape;18964;p145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65" name="Google Shape;18965;p145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6" name="Google Shape;18966;p145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67" name="Google Shape;18967;p145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8" name="Google Shape;18968;p145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9" name="Google Shape;18969;p145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8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71" name="Google Shape;18971;p146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8972" name="Google Shape;18972;p14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14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14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14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14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14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14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14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14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14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14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14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14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14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14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14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14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14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14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14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14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14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14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14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14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14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14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14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14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14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14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14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14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14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14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14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14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14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14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14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14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14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14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14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14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14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14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14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14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14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14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14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14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14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14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14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14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14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14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14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14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14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14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14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14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14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14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14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40" name="Google Shape;19040;p146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9041" name="Google Shape;19041;p146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146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146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146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146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146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146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146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146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146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146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146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146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146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146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146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146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146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146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146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146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146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146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146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146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146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146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146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146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146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146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146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146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146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146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146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146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146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146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146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146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146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146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146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146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146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146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146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146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146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146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146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146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146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146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146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146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146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146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146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146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146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146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146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146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06" name="Google Shape;19106;p146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107" name="Google Shape;19107;p146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9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09" name="Google Shape;19109;p147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9110" name="Google Shape;19110;p14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14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14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14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14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14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14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14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14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14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14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14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14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14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14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14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14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14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14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14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14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14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14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14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14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14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14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14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14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14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14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14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14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14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14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14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14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14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14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14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14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14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14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14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14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14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14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14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14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14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14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14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14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14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14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14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14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14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8" name="Google Shape;19168;p14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9" name="Google Shape;19169;p14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70" name="Google Shape;19170;p147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9171" name="Google Shape;19171;p147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147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147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147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147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147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147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147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147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147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147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147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147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147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147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147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147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147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147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147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1" name="Google Shape;19191;p147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2" name="Google Shape;19192;p147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147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147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147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147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147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147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147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147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147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147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147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147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147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147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147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147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147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147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147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147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147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147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147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16" name="Google Shape;19216;p147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217" name="Google Shape;19217;p147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9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19" name="Google Shape;19219;p148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9220" name="Google Shape;19220;p148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148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148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148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148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148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148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148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148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148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148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1" name="Google Shape;19231;p148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2" name="Google Shape;19232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148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148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148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148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148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148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148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148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148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148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148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148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148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148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148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148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2" name="Google Shape;19252;p148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3" name="Google Shape;19253;p148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148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148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148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148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148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148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60" name="Google Shape;19260;p148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9261" name="Google Shape;19261;p148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148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148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148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148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148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148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148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148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148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148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148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148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148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148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148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0" name="Google Shape;19280;p148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1" name="Google Shape;19281;p148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148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148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148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148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148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148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148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148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148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148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148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148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148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148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148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148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148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148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01" name="Google Shape;19301;p14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9302" name="Google Shape;19302;p148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9303" name="Google Shape;19303;p148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19304" name="Google Shape;19304;p148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19305" name="Google Shape;19305;p14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14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14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14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14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14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14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14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14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14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14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14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14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14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14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14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14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14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3" name="Google Shape;19323;p14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4" name="Google Shape;19324;p14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14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14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14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14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14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14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14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14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14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14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14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14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14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14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14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14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1" name="Google Shape;19341;p14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2" name="Google Shape;19342;p14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3" name="Google Shape;19343;p14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4" name="Google Shape;19344;p14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14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14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14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14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14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14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14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14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14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14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14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14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14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14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14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0" name="Google Shape;19360;p14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1" name="Google Shape;19361;p14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14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14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14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5" name="Google Shape;19365;p148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19366" name="Google Shape;19366;p14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14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14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14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14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14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14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14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14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14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14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14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14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14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14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14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14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14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14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5" name="Google Shape;19385;p14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6" name="Google Shape;19386;p14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14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14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14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14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14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14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14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14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14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14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14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14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14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14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14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14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14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14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14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14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14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14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14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14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14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14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14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14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14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14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14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14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9" name="Google Shape;19419;p14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0" name="Google Shape;19420;p14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14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14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14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14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14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19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27" name="Google Shape;19427;p149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19428" name="Google Shape;19428;p14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14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14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14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14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14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14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14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14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14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14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14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14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14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14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14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14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14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14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14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14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14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14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14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14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14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14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14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14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14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14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14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14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14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14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14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14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14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14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14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14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14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14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14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14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14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14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14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14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14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14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14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14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14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14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14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14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14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14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14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14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14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90" name="Google Shape;19490;p149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19491" name="Google Shape;19491;p14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14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14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14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14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14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14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14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14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14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14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14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14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14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14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14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14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14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14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14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14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14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14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14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14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14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14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14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14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14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14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14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14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14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14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28" name="Google Shape;19528;p149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19529" name="Google Shape;19529;p14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14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14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14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14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14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14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14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14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14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14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14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14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14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14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14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14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14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14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14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14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14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14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14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14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14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14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14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14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14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14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14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14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14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14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6" name="Google Shape;19566;p149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19567" name="Google Shape;19567;p14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14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14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14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14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14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14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14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14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14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14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14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14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14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14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14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14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14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14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14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14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9588;p14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14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14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14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14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14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14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14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14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14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14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14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14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14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14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14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14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14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14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14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14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14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14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14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14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14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14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14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14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14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14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14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14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14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14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14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14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14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14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14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14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29" name="Google Shape;19629;p14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19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31" name="Google Shape;19631;p150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19632" name="Google Shape;19632;p15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633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4" name="Google Shape;19634;p15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5" name="Google Shape;19635;p15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15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15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15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15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15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15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15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15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15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15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15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15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15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15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15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15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15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15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15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15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15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15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15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15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15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15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15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15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15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15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15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15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15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15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15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15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15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15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15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15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15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15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15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15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15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15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15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15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15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15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15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15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15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15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15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15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15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15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15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15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15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15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15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15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15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15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15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15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15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15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07" name="Google Shape;19707;p150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19708" name="Google Shape;19708;p15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15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15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15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15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15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15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15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15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15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15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15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15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15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15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15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15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15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15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15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15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15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15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15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15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15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15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15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15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15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15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15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15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15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15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15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15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15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15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15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15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15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15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15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15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15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15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15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15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15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15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15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15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15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15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15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15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15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15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15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15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15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15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15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15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15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15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15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15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15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15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15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15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83" name="Google Shape;19783;p150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784" name="Google Shape;19784;p150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19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86" name="Google Shape;19786;p151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19787" name="Google Shape;19787;p151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151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151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151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151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151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151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151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151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151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151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151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151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151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151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151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3" name="Google Shape;19803;p151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4" name="Google Shape;19804;p151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151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151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151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151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9" name="Google Shape;19809;p151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19810" name="Google Shape;19810;p151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151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151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151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151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151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151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151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151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151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151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151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151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151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151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151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151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151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151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151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151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151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32" name="Google Shape;19832;p151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19833" name="Google Shape;19833;p151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19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35" name="Google Shape;19835;p152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19836" name="Google Shape;19836;p15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15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15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15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15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15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15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15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15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15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15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15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15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15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15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15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15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15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15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15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15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15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15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15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15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15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15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15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15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15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15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15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15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15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15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73" name="Google Shape;19873;p152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19874" name="Google Shape;19874;p15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15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15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15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15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15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15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15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15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15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15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15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15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15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15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15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15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15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15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15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15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15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15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15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15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15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15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15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15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15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15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15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15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15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15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11" name="Google Shape;19911;p152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19912" name="Google Shape;19912;p15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15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15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15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15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15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15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15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15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15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15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15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15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15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15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15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15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15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15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15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15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15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15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15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15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15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15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15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15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15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15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15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15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15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15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15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15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15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15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15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15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15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15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15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15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15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15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15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15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15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15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15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15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15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15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15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15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15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15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15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72" name="Google Shape;19972;p152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19973" name="Google Shape;19973;p15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15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15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15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15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15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15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15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15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15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15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15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15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15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15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15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15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15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15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15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15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15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15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15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15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15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15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15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15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15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15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4" name="Google Shape;20004;p15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5" name="Google Shape;20005;p15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15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15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15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15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15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15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15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15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15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15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6" name="Google Shape;20016;p15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7" name="Google Shape;20017;p15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15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15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15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15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15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15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15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15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15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15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15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15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15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15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15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33" name="Google Shape;20033;p15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034" name="Google Shape;20034;p152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5" name="Google Shape;20035;p152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036" name="Google Shape;20036;p152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7" name="Google Shape;20037;p152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038" name="Google Shape;20038;p152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9" name="Google Shape;20039;p152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2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41" name="Google Shape;20041;p153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20042" name="Google Shape;20042;p153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153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153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153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153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153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153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153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153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153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153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153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153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153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153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153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153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153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153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153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153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153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153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153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153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153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153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153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153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153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153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153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153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153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153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153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153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153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153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153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153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153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153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153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153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153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153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153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153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153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153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153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153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153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153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153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153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153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153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153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153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153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153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153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153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07" name="Google Shape;20107;p153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20108" name="Google Shape;20108;p153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153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153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153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153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153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153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153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153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153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153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153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153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153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153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153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153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153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153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153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153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153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153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153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153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153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153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153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153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153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153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153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153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153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153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153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153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153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153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153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153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153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153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153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153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153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153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153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153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153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153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153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153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153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153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153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153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153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153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153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153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153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153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1" name="Google Shape;20171;p153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2" name="Google Shape;20172;p153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3" name="Google Shape;20173;p153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20174" name="Google Shape;20174;p15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15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15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15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15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15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15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15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15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15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15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15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15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15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15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15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15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15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15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15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15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15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15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15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15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15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15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15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15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15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15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15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15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15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15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15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15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15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15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15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15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15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15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15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15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15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15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15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15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15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15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15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15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15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15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15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15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15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15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15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15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15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36" name="Google Shape;20236;p153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20237" name="Google Shape;20237;p15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15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15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15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15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15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15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15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15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15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15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15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15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15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15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15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15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15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15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15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15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15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15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15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1" name="Google Shape;20261;p15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15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15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15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15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15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15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15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15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15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15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15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15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15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15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15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15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15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15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15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15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15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15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15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15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15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15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15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15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15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15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15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15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15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15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15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15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15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99" name="Google Shape;20299;p15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300" name="Google Shape;20300;p15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301" name="Google Shape;20301;p153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2" name="Google Shape;20302;p153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303" name="Google Shape;20303;p153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4" name="Google Shape;20304;p153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305" name="Google Shape;20305;p153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6" name="Google Shape;20306;p153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20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08" name="Google Shape;20308;p154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20309" name="Google Shape;20309;p154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154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154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154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154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154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154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154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154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154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154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154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154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154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154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154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154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154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154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154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154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154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154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154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154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154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154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154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154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154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154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154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154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154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154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154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154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154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154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154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154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154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154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154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154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154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154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154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154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154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154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154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154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154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3" name="Google Shape;20363;p154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4" name="Google Shape;20364;p154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154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154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154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154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154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154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154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154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154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154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154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154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154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154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154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154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154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154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154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154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154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154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154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154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154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154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154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154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154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154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154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154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154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154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154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154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154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154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154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154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154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154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154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12" name="Google Shape;20412;p154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20413" name="Google Shape;20413;p154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154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154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154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154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154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154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154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154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154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154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154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154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154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154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154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154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154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154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154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154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154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154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154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154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154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154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154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154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154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154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154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154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154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154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154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154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154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154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154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154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154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154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154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154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8" name="Google Shape;20458;p154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9" name="Google Shape;20459;p154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154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154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154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154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154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154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154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154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154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154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154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154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154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154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154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154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154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154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154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154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154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154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154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154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154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154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154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154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154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154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154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154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154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154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154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154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154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154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154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154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154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154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154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154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154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154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154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154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154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154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154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154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16" name="Google Shape;20516;p154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517" name="Google Shape;20517;p154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18" name="Google Shape;20518;p154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19" name="Google Shape;20519;p154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0" name="Google Shape;20520;p154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21" name="Google Shape;20521;p154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2" name="Google Shape;20522;p154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23" name="Google Shape;20523;p154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4" name="Google Shape;20524;p154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2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26" name="Google Shape;20526;p155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20527" name="Google Shape;20527;p155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155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155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155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155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155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155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155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155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155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155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155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155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155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155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155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155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155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155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155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155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155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155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155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155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155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155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155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155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155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155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155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155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155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155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155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155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155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155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155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155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155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155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155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155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155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155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155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155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155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155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155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155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155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155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155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155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155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155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155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155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155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155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155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155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155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155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155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95" name="Google Shape;20595;p155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20596" name="Google Shape;20596;p155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155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155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155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155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155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155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155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155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155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155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155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155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155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20610;p155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20611;p155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155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155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155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155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155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155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155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155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155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155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155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155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155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155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155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20627;p155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20628;p155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155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155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155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155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155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155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155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155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155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155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155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155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155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155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155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155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20645;p155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6" name="Google Shape;20646;p155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7" name="Google Shape;20647;p155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20648;p155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20649;p155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20650;p155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20651;p155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155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155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155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20655;p155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20656;p155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155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155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155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155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155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155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155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64" name="Google Shape;20664;p155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20665" name="Google Shape;20665;p155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155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155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155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155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155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155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155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155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155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155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155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155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155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155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0" name="Google Shape;20680;p155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20681" name="Google Shape;20681;p155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155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3" name="Google Shape;20683;p155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4" name="Google Shape;20684;p155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155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155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155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155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155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155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155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155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155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155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5" name="Google Shape;20695;p155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96" name="Google Shape;20696;p15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697" name="Google Shape;20697;p155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698" name="Google Shape;20698;p155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699" name="Google Shape;20699;p155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0" name="Google Shape;20700;p155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1" name="Google Shape;20701;p155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2" name="Google Shape;20702;p155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3" name="Google Shape;20703;p155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4" name="Google Shape;20704;p155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5" name="Google Shape;20705;p155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6" name="Google Shape;20706;p155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20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08" name="Google Shape;20708;p156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20709" name="Google Shape;20709;p15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15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15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15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15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4" name="Google Shape;20714;p15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5" name="Google Shape;20715;p15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6" name="Google Shape;20716;p15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7" name="Google Shape;20717;p15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8" name="Google Shape;20718;p15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9" name="Google Shape;20719;p15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0" name="Google Shape;20720;p15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1" name="Google Shape;20721;p15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2" name="Google Shape;20722;p15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3" name="Google Shape;20723;p15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4" name="Google Shape;20724;p15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5" name="Google Shape;20725;p15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6" name="Google Shape;20726;p15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7" name="Google Shape;20727;p15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8" name="Google Shape;20728;p15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9" name="Google Shape;20729;p15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0" name="Google Shape;20730;p15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1" name="Google Shape;20731;p15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2" name="Google Shape;20732;p15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3" name="Google Shape;20733;p15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4" name="Google Shape;20734;p15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5" name="Google Shape;20735;p15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6" name="Google Shape;20736;p15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7" name="Google Shape;20737;p15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8" name="Google Shape;20738;p15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9" name="Google Shape;20739;p15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0" name="Google Shape;20740;p15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1" name="Google Shape;20741;p15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2" name="Google Shape;20742;p15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3" name="Google Shape;20743;p15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4" name="Google Shape;20744;p15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5" name="Google Shape;20745;p15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6" name="Google Shape;20746;p15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7" name="Google Shape;20747;p15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8" name="Google Shape;20748;p15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9" name="Google Shape;20749;p15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0" name="Google Shape;20750;p15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1" name="Google Shape;20751;p15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2" name="Google Shape;20752;p15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3" name="Google Shape;20753;p15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4" name="Google Shape;20754;p15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5" name="Google Shape;20755;p15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6" name="Google Shape;20756;p15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7" name="Google Shape;20757;p15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8" name="Google Shape;20758;p15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9" name="Google Shape;20759;p15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0" name="Google Shape;20760;p15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1" name="Google Shape;20761;p15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2" name="Google Shape;20762;p15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3" name="Google Shape;20763;p15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4" name="Google Shape;20764;p15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5" name="Google Shape;20765;p15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6" name="Google Shape;20766;p15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7" name="Google Shape;20767;p15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8" name="Google Shape;20768;p15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9" name="Google Shape;20769;p15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0" name="Google Shape;20770;p15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1" name="Google Shape;20771;p15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2" name="Google Shape;20772;p15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3" name="Google Shape;20773;p15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4" name="Google Shape;20774;p15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5" name="Google Shape;20775;p15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6" name="Google Shape;20776;p15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77" name="Google Shape;20777;p156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20778" name="Google Shape;20778;p15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9" name="Google Shape;20779;p15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0" name="Google Shape;20780;p15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1" name="Google Shape;20781;p15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2" name="Google Shape;20782;p15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3" name="Google Shape;20783;p15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4" name="Google Shape;20784;p15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5" name="Google Shape;20785;p15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6" name="Google Shape;20786;p15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7" name="Google Shape;20787;p15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8" name="Google Shape;20788;p15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9" name="Google Shape;20789;p15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0" name="Google Shape;20790;p15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1" name="Google Shape;20791;p15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2" name="Google Shape;20792;p15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3" name="Google Shape;20793;p15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4" name="Google Shape;20794;p15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5" name="Google Shape;20795;p15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6" name="Google Shape;20796;p15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7" name="Google Shape;20797;p15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8" name="Google Shape;20798;p15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9" name="Google Shape;20799;p15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0" name="Google Shape;20800;p15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1" name="Google Shape;20801;p15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2" name="Google Shape;20802;p15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3" name="Google Shape;20803;p15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4" name="Google Shape;20804;p15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5" name="Google Shape;20805;p15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6" name="Google Shape;20806;p15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7" name="Google Shape;20807;p15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8" name="Google Shape;20808;p15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9" name="Google Shape;20809;p15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0" name="Google Shape;20810;p15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1" name="Google Shape;20811;p15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2" name="Google Shape;20812;p15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3" name="Google Shape;20813;p15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4" name="Google Shape;20814;p15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5" name="Google Shape;20815;p15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6" name="Google Shape;20816;p15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7" name="Google Shape;20817;p15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8" name="Google Shape;20818;p15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9" name="Google Shape;20819;p15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0" name="Google Shape;20820;p15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1" name="Google Shape;20821;p15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2" name="Google Shape;20822;p15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3" name="Google Shape;20823;p15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4" name="Google Shape;20824;p15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5" name="Google Shape;20825;p15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6" name="Google Shape;20826;p15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7" name="Google Shape;20827;p15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8" name="Google Shape;20828;p15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9" name="Google Shape;20829;p15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0" name="Google Shape;20830;p15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1" name="Google Shape;20831;p15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2" name="Google Shape;20832;p15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3" name="Google Shape;20833;p15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4" name="Google Shape;20834;p15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5" name="Google Shape;20835;p15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6" name="Google Shape;20836;p15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7" name="Google Shape;20837;p15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8" name="Google Shape;20838;p15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9" name="Google Shape;20839;p15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0" name="Google Shape;20840;p15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1" name="Google Shape;20841;p15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2" name="Google Shape;20842;p15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3" name="Google Shape;20843;p15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4" name="Google Shape;20844;p15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5" name="Google Shape;20845;p15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846" name="Google Shape;20846;p15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847" name="Google Shape;20847;p156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48" name="Google Shape;20848;p156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49" name="Google Shape;20849;p156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0" name="Google Shape;20850;p156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1" name="Google Shape;20851;p156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2" name="Google Shape;20852;p156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3" name="Google Shape;20853;p156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4" name="Google Shape;20854;p156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5" name="Google Shape;20855;p156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6" name="Google Shape;20856;p156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7" name="Google Shape;20857;p156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8" name="Google Shape;20858;p156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20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60" name="Google Shape;20860;p157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20861" name="Google Shape;20861;p15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2" name="Google Shape;20862;p15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3" name="Google Shape;20863;p15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4" name="Google Shape;20864;p15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5" name="Google Shape;20865;p15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6" name="Google Shape;20866;p15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7" name="Google Shape;20867;p15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8" name="Google Shape;20868;p15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9" name="Google Shape;20869;p15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0" name="Google Shape;20870;p15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1" name="Google Shape;20871;p15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2" name="Google Shape;20872;p15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3" name="Google Shape;20873;p15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4" name="Google Shape;20874;p15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5" name="Google Shape;20875;p15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6" name="Google Shape;20876;p15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7" name="Google Shape;20877;p15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8" name="Google Shape;20878;p15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9" name="Google Shape;20879;p15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0" name="Google Shape;20880;p15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1" name="Google Shape;20881;p15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2" name="Google Shape;20882;p15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3" name="Google Shape;20883;p15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4" name="Google Shape;20884;p15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5" name="Google Shape;20885;p15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6" name="Google Shape;20886;p15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7" name="Google Shape;20887;p15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8" name="Google Shape;20888;p15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9" name="Google Shape;20889;p15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0" name="Google Shape;20890;p15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1" name="Google Shape;20891;p15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2" name="Google Shape;20892;p15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3" name="Google Shape;20893;p15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4" name="Google Shape;20894;p15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5" name="Google Shape;20895;p15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6" name="Google Shape;20896;p15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7" name="Google Shape;20897;p15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8" name="Google Shape;20898;p15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9" name="Google Shape;20899;p15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0" name="Google Shape;20900;p15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1" name="Google Shape;20901;p15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2" name="Google Shape;20902;p15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3" name="Google Shape;20903;p15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4" name="Google Shape;20904;p15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5" name="Google Shape;20905;p15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6" name="Google Shape;20906;p15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7" name="Google Shape;20907;p15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8" name="Google Shape;20908;p15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9" name="Google Shape;20909;p15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0" name="Google Shape;20910;p15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1" name="Google Shape;20911;p15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2" name="Google Shape;20912;p15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3" name="Google Shape;20913;p15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4" name="Google Shape;20914;p15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5" name="Google Shape;20915;p15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6" name="Google Shape;20916;p15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7" name="Google Shape;20917;p15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8" name="Google Shape;20918;p15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9" name="Google Shape;20919;p15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0" name="Google Shape;20920;p15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21" name="Google Shape;20921;p157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20922" name="Google Shape;20922;p15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3" name="Google Shape;20923;p15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4" name="Google Shape;20924;p15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5" name="Google Shape;20925;p15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6" name="Google Shape;20926;p15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7" name="Google Shape;20927;p15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8" name="Google Shape;20928;p15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9" name="Google Shape;20929;p15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0" name="Google Shape;20930;p15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1" name="Google Shape;20931;p15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2" name="Google Shape;20932;p15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3" name="Google Shape;20933;p15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4" name="Google Shape;20934;p15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5" name="Google Shape;20935;p15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6" name="Google Shape;20936;p15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7" name="Google Shape;20937;p15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8" name="Google Shape;20938;p15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9" name="Google Shape;20939;p15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0" name="Google Shape;20940;p15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1" name="Google Shape;20941;p15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2" name="Google Shape;20942;p15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3" name="Google Shape;20943;p15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4" name="Google Shape;20944;p15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5" name="Google Shape;20945;p15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6" name="Google Shape;20946;p15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7" name="Google Shape;20947;p15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8" name="Google Shape;20948;p15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9" name="Google Shape;20949;p15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0" name="Google Shape;20950;p15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1" name="Google Shape;20951;p15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2" name="Google Shape;20952;p15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3" name="Google Shape;20953;p15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4" name="Google Shape;20954;p15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5" name="Google Shape;20955;p15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6" name="Google Shape;20956;p15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7" name="Google Shape;20957;p15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8" name="Google Shape;20958;p15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9" name="Google Shape;20959;p15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0" name="Google Shape;20960;p15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1" name="Google Shape;20961;p15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2" name="Google Shape;20962;p15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3" name="Google Shape;20963;p15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4" name="Google Shape;20964;p15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5" name="Google Shape;20965;p15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6" name="Google Shape;20966;p15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7" name="Google Shape;20967;p15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8" name="Google Shape;20968;p15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9" name="Google Shape;20969;p15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0" name="Google Shape;20970;p15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1" name="Google Shape;20971;p15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2" name="Google Shape;20972;p15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3" name="Google Shape;20973;p15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4" name="Google Shape;20974;p15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5" name="Google Shape;20975;p15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6" name="Google Shape;20976;p15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7" name="Google Shape;20977;p15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8" name="Google Shape;20978;p15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9" name="Google Shape;20979;p15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0" name="Google Shape;20980;p15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1" name="Google Shape;20981;p15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982" name="Google Shape;20982;p15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983" name="Google Shape;20983;p157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4" name="Google Shape;20984;p157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5" name="Google Shape;20985;p157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6" name="Google Shape;20986;p157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7" name="Google Shape;20987;p157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8" name="Google Shape;20988;p157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9" name="Google Shape;20989;p157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20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1" name="Google Shape;20991;p158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20992" name="Google Shape;20992;p158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3" name="Google Shape;20993;p158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4" name="Google Shape;20994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5" name="Google Shape;20995;p158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6" name="Google Shape;20996;p158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7" name="Google Shape;20997;p158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8" name="Google Shape;20998;p158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9" name="Google Shape;20999;p158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0" name="Google Shape;21000;p158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1" name="Google Shape;21001;p158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2" name="Google Shape;21002;p158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3" name="Google Shape;21003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4" name="Google Shape;21004;p158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5" name="Google Shape;21005;p158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6" name="Google Shape;21006;p158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7" name="Google Shape;21007;p158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8" name="Google Shape;21008;p158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9" name="Google Shape;21009;p158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0" name="Google Shape;21010;p158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1" name="Google Shape;21011;p158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2" name="Google Shape;21012;p158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3" name="Google Shape;21013;p158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4" name="Google Shape;21014;p158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5" name="Google Shape;21015;p158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6" name="Google Shape;21016;p158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7" name="Google Shape;21017;p158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8" name="Google Shape;21018;p158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9" name="Google Shape;21019;p158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0" name="Google Shape;21020;p158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1" name="Google Shape;21021;p158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2" name="Google Shape;21022;p158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3" name="Google Shape;21023;p158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4" name="Google Shape;21024;p158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5" name="Google Shape;21025;p158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6" name="Google Shape;21026;p158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7" name="Google Shape;21027;p158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8" name="Google Shape;21028;p158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9" name="Google Shape;21029;p158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0" name="Google Shape;21030;p158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1" name="Google Shape;21031;p158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2" name="Google Shape;21032;p158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3" name="Google Shape;21033;p158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4" name="Google Shape;21034;p158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5" name="Google Shape;21035;p158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6" name="Google Shape;21036;p158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7" name="Google Shape;21037;p158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8" name="Google Shape;21038;p158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9" name="Google Shape;21039;p158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0" name="Google Shape;21040;p158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1" name="Google Shape;21041;p158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2" name="Google Shape;21042;p158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3" name="Google Shape;21043;p158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4" name="Google Shape;21044;p158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5" name="Google Shape;21045;p158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6" name="Google Shape;21046;p158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7" name="Google Shape;21047;p158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8" name="Google Shape;21048;p158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9" name="Google Shape;21049;p158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0" name="Google Shape;21050;p158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1" name="Google Shape;21051;p158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2" name="Google Shape;21052;p158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3" name="Google Shape;21053;p158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54" name="Google Shape;21054;p158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21055" name="Google Shape;21055;p158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6" name="Google Shape;21056;p158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7" name="Google Shape;21057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8" name="Google Shape;21058;p158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9" name="Google Shape;21059;p158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0" name="Google Shape;21060;p158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1" name="Google Shape;21061;p158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2" name="Google Shape;21062;p158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3" name="Google Shape;21063;p158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4" name="Google Shape;21064;p158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5" name="Google Shape;21065;p158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6" name="Google Shape;21066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7" name="Google Shape;21067;p158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8" name="Google Shape;21068;p158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9" name="Google Shape;21069;p158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0" name="Google Shape;21070;p158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1" name="Google Shape;21071;p158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2" name="Google Shape;21072;p158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3" name="Google Shape;21073;p158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4" name="Google Shape;21074;p158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5" name="Google Shape;21075;p158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6" name="Google Shape;21076;p158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7" name="Google Shape;21077;p158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8" name="Google Shape;21078;p158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9" name="Google Shape;21079;p158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0" name="Google Shape;21080;p158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1" name="Google Shape;21081;p158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2" name="Google Shape;21082;p158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3" name="Google Shape;21083;p158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4" name="Google Shape;21084;p158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5" name="Google Shape;21085;p158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6" name="Google Shape;21086;p158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7" name="Google Shape;21087;p158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8" name="Google Shape;21088;p158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9" name="Google Shape;21089;p158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0" name="Google Shape;21090;p158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1" name="Google Shape;21091;p158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2" name="Google Shape;21092;p158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3" name="Google Shape;21093;p158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4" name="Google Shape;21094;p158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5" name="Google Shape;21095;p158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6" name="Google Shape;21096;p158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7" name="Google Shape;21097;p158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8" name="Google Shape;21098;p158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9" name="Google Shape;21099;p158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0" name="Google Shape;21100;p158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1" name="Google Shape;21101;p158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2" name="Google Shape;21102;p158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3" name="Google Shape;21103;p158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4" name="Google Shape;21104;p158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5" name="Google Shape;21105;p158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6" name="Google Shape;21106;p158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7" name="Google Shape;21107;p158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8" name="Google Shape;21108;p158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9" name="Google Shape;21109;p158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0" name="Google Shape;21110;p158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1" name="Google Shape;21111;p158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2" name="Google Shape;21112;p158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3" name="Google Shape;21113;p158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4" name="Google Shape;21114;p158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5" name="Google Shape;21115;p158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6" name="Google Shape;21116;p158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17" name="Google Shape;21117;p158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21118" name="Google Shape;21118;p15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9" name="Google Shape;21119;p15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0" name="Google Shape;21120;p15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1" name="Google Shape;21121;p15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2" name="Google Shape;21122;p15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3" name="Google Shape;21123;p15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4" name="Google Shape;21124;p15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5" name="Google Shape;21125;p15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6" name="Google Shape;21126;p15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7" name="Google Shape;21127;p15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8" name="Google Shape;21128;p15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9" name="Google Shape;21129;p15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0" name="Google Shape;21130;p15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1" name="Google Shape;21131;p15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2" name="Google Shape;21132;p15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3" name="Google Shape;21133;p15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4" name="Google Shape;21134;p15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5" name="Google Shape;21135;p15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6" name="Google Shape;21136;p15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7" name="Google Shape;21137;p15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8" name="Google Shape;21138;p15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9" name="Google Shape;21139;p15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0" name="Google Shape;21140;p15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1" name="Google Shape;21141;p15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2" name="Google Shape;21142;p15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3" name="Google Shape;21143;p15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4" name="Google Shape;21144;p15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5" name="Google Shape;21145;p15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6" name="Google Shape;21146;p15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7" name="Google Shape;21147;p15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8" name="Google Shape;21148;p15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9" name="Google Shape;21149;p15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0" name="Google Shape;21150;p15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1" name="Google Shape;21151;p15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2" name="Google Shape;21152;p15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3" name="Google Shape;21153;p15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4" name="Google Shape;21154;p15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5" name="Google Shape;21155;p15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6" name="Google Shape;21156;p15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7" name="Google Shape;21157;p15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8" name="Google Shape;21158;p15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9" name="Google Shape;21159;p15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0" name="Google Shape;21160;p15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1" name="Google Shape;21161;p15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2" name="Google Shape;21162;p15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3" name="Google Shape;21163;p15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4" name="Google Shape;21164;p15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5" name="Google Shape;21165;p15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6" name="Google Shape;21166;p15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7" name="Google Shape;21167;p15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8" name="Google Shape;21168;p15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9" name="Google Shape;21169;p15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0" name="Google Shape;21170;p15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1" name="Google Shape;21171;p15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2" name="Google Shape;21172;p15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3" name="Google Shape;21173;p15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4" name="Google Shape;21174;p15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5" name="Google Shape;21175;p15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6" name="Google Shape;21176;p15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7" name="Google Shape;21177;p15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78" name="Google Shape;21178;p158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21179" name="Google Shape;21179;p15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0" name="Google Shape;21180;p15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1" name="Google Shape;21181;p15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2" name="Google Shape;21182;p15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3" name="Google Shape;21183;p15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4" name="Google Shape;21184;p15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5" name="Google Shape;21185;p15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6" name="Google Shape;21186;p15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7" name="Google Shape;21187;p15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8" name="Google Shape;21188;p15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9" name="Google Shape;21189;p15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0" name="Google Shape;21190;p15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1" name="Google Shape;21191;p15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2" name="Google Shape;21192;p15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3" name="Google Shape;21193;p15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4" name="Google Shape;21194;p15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5" name="Google Shape;21195;p15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6" name="Google Shape;21196;p15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7" name="Google Shape;21197;p15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8" name="Google Shape;21198;p15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9" name="Google Shape;21199;p15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0" name="Google Shape;21200;p15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1" name="Google Shape;21201;p15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2" name="Google Shape;21202;p15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3" name="Google Shape;21203;p15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4" name="Google Shape;21204;p15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5" name="Google Shape;21205;p15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6" name="Google Shape;21206;p15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7" name="Google Shape;21207;p15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8" name="Google Shape;21208;p15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9" name="Google Shape;21209;p15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0" name="Google Shape;21210;p15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1" name="Google Shape;21211;p15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2" name="Google Shape;21212;p15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3" name="Google Shape;21213;p15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4" name="Google Shape;21214;p15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5" name="Google Shape;21215;p15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6" name="Google Shape;21216;p15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7" name="Google Shape;21217;p15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8" name="Google Shape;21218;p15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9" name="Google Shape;21219;p15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0" name="Google Shape;21220;p15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1" name="Google Shape;21221;p15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2" name="Google Shape;21222;p15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3" name="Google Shape;21223;p15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4" name="Google Shape;21224;p15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5" name="Google Shape;21225;p15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6" name="Google Shape;21226;p15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7" name="Google Shape;21227;p15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8" name="Google Shape;21228;p15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9" name="Google Shape;21229;p15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0" name="Google Shape;21230;p15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1" name="Google Shape;21231;p15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2" name="Google Shape;21232;p15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3" name="Google Shape;21233;p15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4" name="Google Shape;21234;p15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5" name="Google Shape;21235;p15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6" name="Google Shape;21236;p15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7" name="Google Shape;21237;p15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8" name="Google Shape;21238;p15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39" name="Google Shape;21239;p158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1240" name="Google Shape;21240;p158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1241" name="Google Shape;21241;p158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2" name="Google Shape;21242;p158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3" name="Google Shape;21243;p158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4" name="Google Shape;21244;p158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5" name="Google Shape;21245;p158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6" name="Google Shape;21246;p158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7" name="Google Shape;21247;p158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1248" name="Google Shape;21248;p158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2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50" name="Google Shape;21250;p159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21251" name="Google Shape;21251;p15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2" name="Google Shape;21252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3" name="Google Shape;21253;p15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4" name="Google Shape;21254;p15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5" name="Google Shape;21255;p15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6" name="Google Shape;21256;p15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7" name="Google Shape;21257;p15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8" name="Google Shape;21258;p15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9" name="Google Shape;21259;p15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0" name="Google Shape;21260;p15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1" name="Google Shape;21261;p15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2" name="Google Shape;21262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3" name="Google Shape;21263;p15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4" name="Google Shape;21264;p15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5" name="Google Shape;21265;p15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6" name="Google Shape;21266;p15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7" name="Google Shape;21267;p15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8" name="Google Shape;21268;p15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9" name="Google Shape;21269;p15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0" name="Google Shape;21270;p15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1" name="Google Shape;21271;p15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2" name="Google Shape;21272;p15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3" name="Google Shape;21273;p15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4" name="Google Shape;21274;p15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5" name="Google Shape;21275;p15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6" name="Google Shape;21276;p15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7" name="Google Shape;21277;p15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8" name="Google Shape;21278;p15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9" name="Google Shape;21279;p15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0" name="Google Shape;21280;p15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1" name="Google Shape;21281;p15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2" name="Google Shape;21282;p15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3" name="Google Shape;21283;p15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4" name="Google Shape;21284;p15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5" name="Google Shape;21285;p15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6" name="Google Shape;21286;p15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7" name="Google Shape;21287;p15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8" name="Google Shape;21288;p15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9" name="Google Shape;21289;p15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0" name="Google Shape;21290;p15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1" name="Google Shape;21291;p15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2" name="Google Shape;21292;p15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3" name="Google Shape;21293;p15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4" name="Google Shape;21294;p15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5" name="Google Shape;21295;p15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6" name="Google Shape;21296;p15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7" name="Google Shape;21297;p15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8" name="Google Shape;21298;p15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9" name="Google Shape;21299;p15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0" name="Google Shape;21300;p15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1" name="Google Shape;21301;p15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2" name="Google Shape;21302;p15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3" name="Google Shape;21303;p15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4" name="Google Shape;21304;p15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5" name="Google Shape;21305;p15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6" name="Google Shape;21306;p15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7" name="Google Shape;21307;p15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8" name="Google Shape;21308;p15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9" name="Google Shape;21309;p15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0" name="Google Shape;21310;p15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1" name="Google Shape;21311;p15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2" name="Google Shape;21312;p15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3" name="Google Shape;21313;p15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4" name="Google Shape;21314;p15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5" name="Google Shape;21315;p15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6" name="Google Shape;21316;p15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7" name="Google Shape;21317;p15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8" name="Google Shape;21318;p15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9" name="Google Shape;21319;p15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0" name="Google Shape;21320;p15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1" name="Google Shape;21321;p15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2" name="Google Shape;21322;p15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3" name="Google Shape;21323;p15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4" name="Google Shape;21324;p15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5" name="Google Shape;21325;p15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26" name="Google Shape;21326;p159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21327" name="Google Shape;21327;p15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8" name="Google Shape;21328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9" name="Google Shape;21329;p15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0" name="Google Shape;21330;p15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1" name="Google Shape;21331;p15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2" name="Google Shape;21332;p15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3" name="Google Shape;21333;p15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4" name="Google Shape;21334;p15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5" name="Google Shape;21335;p15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6" name="Google Shape;21336;p15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7" name="Google Shape;21337;p15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8" name="Google Shape;21338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9" name="Google Shape;21339;p15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0" name="Google Shape;21340;p15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1" name="Google Shape;21341;p15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2" name="Google Shape;21342;p15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3" name="Google Shape;21343;p15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4" name="Google Shape;21344;p15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5" name="Google Shape;21345;p15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6" name="Google Shape;21346;p15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7" name="Google Shape;21347;p15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8" name="Google Shape;21348;p15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9" name="Google Shape;21349;p15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0" name="Google Shape;21350;p15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1" name="Google Shape;21351;p15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2" name="Google Shape;21352;p15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15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4" name="Google Shape;21354;p15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5" name="Google Shape;21355;p15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6" name="Google Shape;21356;p15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7" name="Google Shape;21357;p15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8" name="Google Shape;21358;p15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15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15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15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15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15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15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15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15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15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15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15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15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15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15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15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15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15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15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15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15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15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15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15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15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15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15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15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15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15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15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15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15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15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15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15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15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15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15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15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15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15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15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15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02" name="Google Shape;21402;p15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1403" name="Google Shape;21403;p159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404" name="Google Shape;21404;p159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1405" name="Google Shape;21405;p15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7" name="Google Shape;21407;p160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21408" name="Google Shape;21408;p16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16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16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16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16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16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16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16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16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16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16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16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16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16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16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16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16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16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16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9" name="Google Shape;21429;p16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0" name="Google Shape;21430;p16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1" name="Google Shape;21431;p16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2" name="Google Shape;21432;p16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3" name="Google Shape;21433;p16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4" name="Google Shape;21434;p16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5" name="Google Shape;21435;p16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6" name="Google Shape;21436;p16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7" name="Google Shape;21437;p16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8" name="Google Shape;21438;p16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9" name="Google Shape;21439;p16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0" name="Google Shape;21440;p16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1" name="Google Shape;21441;p16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2" name="Google Shape;21442;p16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3" name="Google Shape;21443;p16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4" name="Google Shape;21444;p16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5" name="Google Shape;21445;p16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6" name="Google Shape;21446;p16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7" name="Google Shape;21447;p16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8" name="Google Shape;21448;p16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9" name="Google Shape;21449;p16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0" name="Google Shape;21450;p16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1" name="Google Shape;21451;p16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2" name="Google Shape;21452;p16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3" name="Google Shape;21453;p16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4" name="Google Shape;21454;p16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5" name="Google Shape;21455;p16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6" name="Google Shape;21456;p16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7" name="Google Shape;21457;p16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8" name="Google Shape;21458;p16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9" name="Google Shape;21459;p16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0" name="Google Shape;21460;p16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1" name="Google Shape;21461;p16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2" name="Google Shape;21462;p16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3" name="Google Shape;21463;p16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4" name="Google Shape;21464;p16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5" name="Google Shape;21465;p16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6" name="Google Shape;21466;p16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7" name="Google Shape;21467;p16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8" name="Google Shape;21468;p16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9" name="Google Shape;21469;p16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0" name="Google Shape;21470;p16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1" name="Google Shape;21471;p16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2" name="Google Shape;21472;p16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3" name="Google Shape;21473;p16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4" name="Google Shape;21474;p16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5" name="Google Shape;21475;p16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6" name="Google Shape;21476;p16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7" name="Google Shape;21477;p16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8" name="Google Shape;21478;p16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9" name="Google Shape;21479;p16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0" name="Google Shape;21480;p16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1" name="Google Shape;21481;p16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2" name="Google Shape;21482;p16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83" name="Google Shape;21483;p160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21484" name="Google Shape;21484;p16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5" name="Google Shape;21485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6" name="Google Shape;21486;p16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7" name="Google Shape;21487;p16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8" name="Google Shape;21488;p16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9" name="Google Shape;21489;p16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0" name="Google Shape;21490;p16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1" name="Google Shape;21491;p16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16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16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16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16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16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16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16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16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16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16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16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16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16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21506;p16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7" name="Google Shape;21507;p16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21508;p16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16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16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16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16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16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16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16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16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16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16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16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16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16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16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16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16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16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16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16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16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16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16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16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16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16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16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16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16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16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16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16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16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16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16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16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16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16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16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16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16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16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16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16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16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16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16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16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16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16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16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59" name="Google Shape;21559;p16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61" name="Google Shape;21561;p161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21562" name="Google Shape;21562;p16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16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16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16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16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16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16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16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16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16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16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16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16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16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16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16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16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16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16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81" name="Google Shape;21581;p161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21582" name="Google Shape;21582;p16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16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16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16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16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16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16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16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16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16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16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16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16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16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16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16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16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16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16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01" name="Google Shape;21601;p161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21602" name="Google Shape;21602;p16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16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16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16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16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16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16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16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16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16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16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16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16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16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16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16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16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16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16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16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16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16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16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16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16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16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16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16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16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16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16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16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16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16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16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39" name="Google Shape;21639;p161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21640" name="Google Shape;21640;p16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16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16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16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16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16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16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16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16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16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16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16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16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16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16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16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16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16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16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16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16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16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16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16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16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16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16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16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16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16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16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16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16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16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16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18" Type="http://schemas.openxmlformats.org/officeDocument/2006/relationships/slideLayout" Target="../slideLayouts/slideLayout33.xml"/><Relationship Id="rId26" Type="http://schemas.openxmlformats.org/officeDocument/2006/relationships/slideLayout" Target="../slideLayouts/slideLayout41.xml"/><Relationship Id="rId3" Type="http://schemas.openxmlformats.org/officeDocument/2006/relationships/slideLayout" Target="../slideLayouts/slideLayout18.xml"/><Relationship Id="rId21" Type="http://schemas.openxmlformats.org/officeDocument/2006/relationships/slideLayout" Target="../slideLayouts/slideLayout36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17" Type="http://schemas.openxmlformats.org/officeDocument/2006/relationships/slideLayout" Target="../slideLayouts/slideLayout32.xml"/><Relationship Id="rId25" Type="http://schemas.openxmlformats.org/officeDocument/2006/relationships/slideLayout" Target="../slideLayouts/slideLayout40.xml"/><Relationship Id="rId2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31.xml"/><Relationship Id="rId20" Type="http://schemas.openxmlformats.org/officeDocument/2006/relationships/slideLayout" Target="../slideLayouts/slideLayout35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24" Type="http://schemas.openxmlformats.org/officeDocument/2006/relationships/slideLayout" Target="../slideLayouts/slideLayout39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23" Type="http://schemas.openxmlformats.org/officeDocument/2006/relationships/slideLayout" Target="../slideLayouts/slideLayout38.xml"/><Relationship Id="rId28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25.xml"/><Relationship Id="rId19" Type="http://schemas.openxmlformats.org/officeDocument/2006/relationships/slideLayout" Target="../slideLayouts/slideLayout34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Relationship Id="rId22" Type="http://schemas.openxmlformats.org/officeDocument/2006/relationships/slideLayout" Target="../slideLayouts/slideLayout37.xml"/><Relationship Id="rId27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theme" Target="../theme/theme4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7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3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R="0" lvl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marR="0" lvl="0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3503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 sz="1400"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7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74" name="Google Shape;74;p17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68" r:id="rId6"/>
    <p:sldLayoutId id="2147483669" r:id="rId7"/>
    <p:sldLayoutId id="2147483670" r:id="rId8"/>
    <p:sldLayoutId id="2147483671" r:id="rId9"/>
    <p:sldLayoutId id="2147483672" r:id="rId10"/>
    <p:sldLayoutId id="2147483673" r:id="rId11"/>
    <p:sldLayoutId id="2147483674" r:id="rId12"/>
    <p:sldLayoutId id="2147483675" r:id="rId13"/>
    <p:sldLayoutId id="2147483676" r:id="rId14"/>
    <p:sldLayoutId id="2147483677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13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6" name="Google Shape;13036;p104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13037" name="Google Shape;13037;p104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  <p:sldLayoutId id="2147483758" r:id="rId12"/>
    <p:sldLayoutId id="2147483759" r:id="rId13"/>
    <p:sldLayoutId id="2147483760" r:id="rId14"/>
    <p:sldLayoutId id="2147483761" r:id="rId15"/>
    <p:sldLayoutId id="2147483762" r:id="rId16"/>
    <p:sldLayoutId id="2147483763" r:id="rId17"/>
    <p:sldLayoutId id="2147483764" r:id="rId18"/>
    <p:sldLayoutId id="2147483765" r:id="rId19"/>
    <p:sldLayoutId id="2147483766" r:id="rId20"/>
    <p:sldLayoutId id="2147483767" r:id="rId21"/>
    <p:sldLayoutId id="2147483768" r:id="rId22"/>
    <p:sldLayoutId id="2147483769" r:id="rId23"/>
    <p:sldLayoutId id="2147483770" r:id="rId24"/>
    <p:sldLayoutId id="2147483771" r:id="rId25"/>
    <p:sldLayoutId id="2147483772" r:id="rId26"/>
    <p:sldLayoutId id="2147483773" r:id="rId27"/>
    <p:sldLayoutId id="2147483774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17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7" name="Google Shape;17357;p133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17358" name="Google Shape;17358;p133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  <p:sldLayoutId id="2147483792" r:id="rId18"/>
    <p:sldLayoutId id="2147483793" r:id="rId19"/>
    <p:sldLayoutId id="2147483794" r:id="rId20"/>
    <p:sldLayoutId id="2147483795" r:id="rId21"/>
    <p:sldLayoutId id="2147483796" r:id="rId22"/>
    <p:sldLayoutId id="2147483797" r:id="rId23"/>
    <p:sldLayoutId id="2147483798" r:id="rId24"/>
    <p:sldLayoutId id="2147483799" r:id="rId25"/>
    <p:sldLayoutId id="2147483800" r:id="rId26"/>
    <p:sldLayoutId id="2147483801" r:id="rId27"/>
    <p:sldLayoutId id="2147483802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4.png"/><Relationship Id="rId4" Type="http://schemas.openxmlformats.org/officeDocument/2006/relationships/image" Target="../media/image1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21.png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23.png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4.png"/><Relationship Id="rId4" Type="http://schemas.openxmlformats.org/officeDocument/2006/relationships/image" Target="../media/image2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27.jpg"/><Relationship Id="rId4" Type="http://schemas.openxmlformats.org/officeDocument/2006/relationships/image" Target="../media/image26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abs/2211.09800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4.xml"/><Relationship Id="rId6" Type="http://schemas.openxmlformats.org/officeDocument/2006/relationships/hyperlink" Target="https://openaccess.thecvf.com/content/CVPR2022/papers/Rombach_High-Resolution_Image_Synthesis_With_Latent_Diffusion_Models_CVPR_2022_paper.pdf" TargetMode="External"/><Relationship Id="rId5" Type="http://schemas.openxmlformats.org/officeDocument/2006/relationships/hyperlink" Target="https://arxiv.org/abs/2302.05543" TargetMode="External"/><Relationship Id="rId4" Type="http://schemas.openxmlformats.org/officeDocument/2006/relationships/hyperlink" Target="https://arxiv.org/abs/2208.01626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1" name="Google Shape;21681;p162"/>
          <p:cNvSpPr txBox="1">
            <a:spLocks noGrp="1"/>
          </p:cNvSpPr>
          <p:nvPr>
            <p:ph type="ctrTitle"/>
          </p:nvPr>
        </p:nvSpPr>
        <p:spPr>
          <a:xfrm>
            <a:off x="4739900" y="3584100"/>
            <a:ext cx="14149800" cy="6547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100" dirty="0"/>
              <a:t>Image Editing</a:t>
            </a:r>
            <a:r>
              <a:rPr lang="en-US" sz="11100" dirty="0">
                <a:solidFill>
                  <a:schemeClr val="dk1"/>
                </a:solidFill>
              </a:rPr>
              <a:t> with </a:t>
            </a:r>
            <a:endParaRPr sz="11100" dirty="0">
              <a:solidFill>
                <a:schemeClr val="dk1"/>
              </a:solidFill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100" dirty="0"/>
              <a:t>Diffusion Models</a:t>
            </a:r>
            <a:endParaRPr sz="11100" dirty="0"/>
          </a:p>
        </p:txBody>
      </p:sp>
      <p:pic>
        <p:nvPicPr>
          <p:cNvPr id="21682" name="Google Shape;21682;p162" descr="logo Sapienza (rgb)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8689900" y="0"/>
            <a:ext cx="5694102" cy="2365550"/>
          </a:xfrm>
          <a:prstGeom prst="rect">
            <a:avLst/>
          </a:prstGeom>
          <a:noFill/>
          <a:ln>
            <a:noFill/>
          </a:ln>
        </p:spPr>
      </p:pic>
      <p:sp>
        <p:nvSpPr>
          <p:cNvPr id="21683" name="Google Shape;21683;p162"/>
          <p:cNvSpPr/>
          <p:nvPr/>
        </p:nvSpPr>
        <p:spPr>
          <a:xfrm>
            <a:off x="578777" y="9460523"/>
            <a:ext cx="6751461" cy="29704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Authors: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Luca Conti (1702084) 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Daniele Sabatini (1890300)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</p:txBody>
      </p:sp>
      <p:sp>
        <p:nvSpPr>
          <p:cNvPr id="5" name="Google Shape;21683;p162">
            <a:extLst>
              <a:ext uri="{FF2B5EF4-FFF2-40B4-BE49-F238E27FC236}">
                <a16:creationId xmlns:a16="http://schemas.microsoft.com/office/drawing/2014/main" id="{C211D170-B76F-4709-BE7F-3FA02031F8B1}"/>
              </a:ext>
            </a:extLst>
          </p:cNvPr>
          <p:cNvSpPr/>
          <p:nvPr/>
        </p:nvSpPr>
        <p:spPr>
          <a:xfrm>
            <a:off x="17228092" y="9460523"/>
            <a:ext cx="6751461" cy="29704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 err="1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Neural</a:t>
            </a: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 Networks</a:t>
            </a:r>
          </a:p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A.A. 2024/2025</a:t>
            </a:r>
          </a:p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 err="1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Exam</a:t>
            </a: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 date: 2025/09/05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8" name="Google Shape;21688;p163"/>
          <p:cNvSpPr txBox="1"/>
          <p:nvPr/>
        </p:nvSpPr>
        <p:spPr>
          <a:xfrm>
            <a:off x="420675" y="2676800"/>
            <a:ext cx="10333800" cy="506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This project follows the approach introduced in “</a:t>
            </a:r>
            <a:r>
              <a:rPr lang="en-US" sz="3600" b="1" i="1" dirty="0">
                <a:latin typeface="ABeeZee"/>
                <a:ea typeface="ABeeZee"/>
                <a:cs typeface="ABeeZee"/>
                <a:sym typeface="ABeeZee"/>
              </a:rPr>
              <a:t>InstructPix2Pix: Learning to Follow Image Editing Instructions</a:t>
            </a:r>
            <a:r>
              <a:rPr lang="en-US" sz="3600" i="1" dirty="0">
                <a:latin typeface="ABeeZee"/>
                <a:ea typeface="ABeeZee"/>
                <a:cs typeface="ABeeZee"/>
                <a:sym typeface="ABeeZee"/>
              </a:rPr>
              <a:t>”</a:t>
            </a:r>
            <a:endParaRPr sz="3600" dirty="0">
              <a:latin typeface="ABeeZee"/>
              <a:ea typeface="ABeeZee"/>
              <a:cs typeface="ABeeZee"/>
              <a:sym typeface="ABeeZee"/>
            </a:endParaRPr>
          </a:p>
          <a:p>
            <a:pPr marL="342900" lvl="0" indent="0" algn="l" rtl="0">
              <a:spcBef>
                <a:spcPts val="640"/>
              </a:spcBef>
              <a:spcAft>
                <a:spcPts val="0"/>
              </a:spcAft>
              <a:buNone/>
            </a:pPr>
            <a:endParaRPr sz="3600" dirty="0">
              <a:latin typeface="Roboto"/>
              <a:ea typeface="Roboto"/>
              <a:cs typeface="Roboto"/>
              <a:sym typeface="Roboto"/>
            </a:endParaRPr>
          </a:p>
          <a:p>
            <a:pPr marL="342900" lvl="0" indent="0" algn="l" rtl="0">
              <a:spcBef>
                <a:spcPts val="640"/>
              </a:spcBef>
              <a:spcAft>
                <a:spcPts val="0"/>
              </a:spcAft>
              <a:buNone/>
            </a:pPr>
            <a:endParaRPr sz="3600" dirty="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689" name="Google Shape;21689;p163"/>
          <p:cNvSpPr txBox="1"/>
          <p:nvPr/>
        </p:nvSpPr>
        <p:spPr>
          <a:xfrm>
            <a:off x="455808" y="501750"/>
            <a:ext cx="180609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chemeClr val="dk1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Task</a:t>
            </a:r>
            <a:endParaRPr dirty="0">
              <a:solidFill>
                <a:schemeClr val="dk1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pic>
        <p:nvPicPr>
          <p:cNvPr id="21691" name="Google Shape;21691;p16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929250" y="2681513"/>
            <a:ext cx="11927900" cy="8352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92" name="Google Shape;21692;p1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693" name="Google Shape;21693;p163"/>
          <p:cNvSpPr/>
          <p:nvPr/>
        </p:nvSpPr>
        <p:spPr>
          <a:xfrm>
            <a:off x="331999" y="5270525"/>
            <a:ext cx="10422475" cy="4154829"/>
          </a:xfrm>
          <a:prstGeom prst="roundRect">
            <a:avLst>
              <a:gd name="adj" fmla="val 11069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lnSpc>
                <a:spcPct val="115000"/>
              </a:lnSpc>
              <a:spcBef>
                <a:spcPts val="640"/>
              </a:spcBef>
              <a:buSzPts val="3600"/>
            </a:pPr>
            <a:r>
              <a:rPr lang="en-US" sz="3600" b="1" dirty="0">
                <a:latin typeface="ABeeZee"/>
                <a:ea typeface="ABeeZee"/>
                <a:cs typeface="ABeeZee"/>
                <a:sym typeface="ABeeZee"/>
              </a:rPr>
              <a:t>Main steps</a:t>
            </a: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:</a:t>
            </a: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SzPts val="3600"/>
              <a:buFont typeface="ABeeZee"/>
              <a:buChar char="●"/>
            </a:pP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Generating instructions and paired captions</a:t>
            </a:r>
            <a:endParaRPr sz="3600" dirty="0"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BeeZee"/>
              <a:buChar char="●"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Generating paired images from paired Captions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BeeZee"/>
              <a:buChar char="●"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Fine-tuning Stable Diffusion (SD)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cxnSp>
        <p:nvCxnSpPr>
          <p:cNvPr id="9" name="Google Shape;21699;p164">
            <a:extLst>
              <a:ext uri="{FF2B5EF4-FFF2-40B4-BE49-F238E27FC236}">
                <a16:creationId xmlns:a16="http://schemas.microsoft.com/office/drawing/2014/main" id="{EA12D1D7-7212-4DB9-8F96-8B3183C0F70F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98" name="Google Shape;21698;p164"/>
          <p:cNvSpPr txBox="1"/>
          <p:nvPr/>
        </p:nvSpPr>
        <p:spPr>
          <a:xfrm>
            <a:off x="573075" y="562925"/>
            <a:ext cx="23301600" cy="11387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instructions and paired captions 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699" name="Google Shape;21699;p164"/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00" name="Google Shape;21700;p1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02" name="Google Shape;21702;p1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632166" y="5663677"/>
            <a:ext cx="2125499" cy="2125522"/>
          </a:xfrm>
          <a:prstGeom prst="rect">
            <a:avLst/>
          </a:prstGeom>
          <a:noFill/>
          <a:ln>
            <a:noFill/>
          </a:ln>
        </p:spPr>
      </p:pic>
      <p:sp>
        <p:nvSpPr>
          <p:cNvPr id="21710" name="Google Shape;21710;p164"/>
          <p:cNvSpPr txBox="1"/>
          <p:nvPr/>
        </p:nvSpPr>
        <p:spPr>
          <a:xfrm>
            <a:off x="15834809" y="6382475"/>
            <a:ext cx="2655900" cy="72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Gemma 2B</a:t>
            </a:r>
            <a:endParaRPr sz="3500" b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12" name="Google Shape;21712;p1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3766" y="7789199"/>
            <a:ext cx="9144074" cy="56716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1706" name="Google Shape;21706;p164"/>
          <p:cNvCxnSpPr>
            <a:cxnSpLocks/>
          </p:cNvCxnSpPr>
          <p:nvPr/>
        </p:nvCxnSpPr>
        <p:spPr>
          <a:xfrm>
            <a:off x="15045801" y="2512222"/>
            <a:ext cx="0" cy="858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8" name="Google Shape;21775;p168">
            <a:extLst>
              <a:ext uri="{FF2B5EF4-FFF2-40B4-BE49-F238E27FC236}">
                <a16:creationId xmlns:a16="http://schemas.microsoft.com/office/drawing/2014/main" id="{D6D59D17-C804-40E6-AEAC-B5C5DB7F64E3}"/>
              </a:ext>
            </a:extLst>
          </p:cNvPr>
          <p:cNvSpPr/>
          <p:nvPr/>
        </p:nvSpPr>
        <p:spPr>
          <a:xfrm>
            <a:off x="14694917" y="8494723"/>
            <a:ext cx="4935684" cy="478751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chemeClr val="tx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Replace the squirrel with a lion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  <a:p>
            <a:pPr lvl="0" algn="ctr"/>
            <a:r>
              <a:rPr lang="en-US" sz="54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+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</a:p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A lion eating a burger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</p:txBody>
      </p:sp>
      <p:sp>
        <p:nvSpPr>
          <p:cNvPr id="19" name="Google Shape;21776;p168">
            <a:extLst>
              <a:ext uri="{FF2B5EF4-FFF2-40B4-BE49-F238E27FC236}">
                <a16:creationId xmlns:a16="http://schemas.microsoft.com/office/drawing/2014/main" id="{4665E799-5756-4080-A7DA-03F1326B4463}"/>
              </a:ext>
            </a:extLst>
          </p:cNvPr>
          <p:cNvSpPr txBox="1"/>
          <p:nvPr/>
        </p:nvSpPr>
        <p:spPr>
          <a:xfrm>
            <a:off x="11302934" y="10426831"/>
            <a:ext cx="3391983" cy="9232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chemeClr val="tx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Output:</a:t>
            </a:r>
            <a:endParaRPr sz="4800" dirty="0">
              <a:solidFill>
                <a:schemeClr val="tx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2" name="Google Shape;21776;p168">
            <a:extLst>
              <a:ext uri="{FF2B5EF4-FFF2-40B4-BE49-F238E27FC236}">
                <a16:creationId xmlns:a16="http://schemas.microsoft.com/office/drawing/2014/main" id="{7B89CADF-3884-4A33-AB8C-10D47B95B2DD}"/>
              </a:ext>
            </a:extLst>
          </p:cNvPr>
          <p:cNvSpPr txBox="1"/>
          <p:nvPr/>
        </p:nvSpPr>
        <p:spPr>
          <a:xfrm>
            <a:off x="11302933" y="3410260"/>
            <a:ext cx="3391983" cy="784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rgbClr val="93C47D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Input:</a:t>
            </a:r>
            <a:endParaRPr sz="4800" dirty="0">
              <a:solidFill>
                <a:srgbClr val="93C47D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3" name="Google Shape;21775;p168">
            <a:extLst>
              <a:ext uri="{FF2B5EF4-FFF2-40B4-BE49-F238E27FC236}">
                <a16:creationId xmlns:a16="http://schemas.microsoft.com/office/drawing/2014/main" id="{82F5D804-121B-4E53-8D5F-512B45A003B0}"/>
              </a:ext>
            </a:extLst>
          </p:cNvPr>
          <p:cNvSpPr/>
          <p:nvPr/>
        </p:nvSpPr>
        <p:spPr>
          <a:xfrm>
            <a:off x="14694917" y="2609510"/>
            <a:ext cx="4935684" cy="238609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rgbClr val="93C47D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A squirrel eating a burger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</p:txBody>
      </p:sp>
      <p:sp>
        <p:nvSpPr>
          <p:cNvPr id="26" name="Google Shape;21772;p168">
            <a:extLst>
              <a:ext uri="{FF2B5EF4-FFF2-40B4-BE49-F238E27FC236}">
                <a16:creationId xmlns:a16="http://schemas.microsoft.com/office/drawing/2014/main" id="{61FF5C05-D5C9-4D3F-91C4-5737095F7C23}"/>
              </a:ext>
            </a:extLst>
          </p:cNvPr>
          <p:cNvSpPr txBox="1"/>
          <p:nvPr/>
        </p:nvSpPr>
        <p:spPr>
          <a:xfrm>
            <a:off x="420675" y="1941432"/>
            <a:ext cx="11408100" cy="2748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lvl="0" algn="just">
              <a:lnSpc>
                <a:spcPct val="115000"/>
              </a:lnSpc>
              <a:spcBef>
                <a:spcPts val="640"/>
              </a:spcBef>
            </a:pP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We fine-tuned </a:t>
            </a:r>
            <a:r>
              <a:rPr lang="en-US" sz="4000" b="1" dirty="0">
                <a:latin typeface="ABeeZee"/>
                <a:ea typeface="ABeeZee"/>
                <a:cs typeface="ABeeZee"/>
                <a:sym typeface="ABeeZee"/>
              </a:rPr>
              <a:t>Gemma 2B</a:t>
            </a: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 to generate an edit prompt and an edited prompt given an original prompt 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6C654497-24E2-4481-BD8F-369F81586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24384000" cy="0"/>
          </a:xfrm>
          <a:prstGeom prst="rect">
            <a:avLst/>
          </a:prstGeom>
          <a:solidFill>
            <a:srgbClr val="0D111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o generate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and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edited_prompt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given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original_prompt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.</a:t>
            </a:r>
            <a:r>
              <a:rPr kumimoji="0" lang="it-IT" altLang="it-IT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it-IT" altLang="it-IT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FCE823E-DF51-41A3-A5DC-7FF086FF3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24384000" cy="0"/>
          </a:xfrm>
          <a:prstGeom prst="rect">
            <a:avLst/>
          </a:prstGeom>
          <a:solidFill>
            <a:srgbClr val="0D111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o generate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and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edited_prompt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given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original_prompt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.</a:t>
            </a:r>
            <a:r>
              <a:rPr kumimoji="0" lang="it-IT" altLang="it-IT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it-IT" altLang="it-IT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2" name="Google Shape;21834;p173">
            <a:extLst>
              <a:ext uri="{FF2B5EF4-FFF2-40B4-BE49-F238E27FC236}">
                <a16:creationId xmlns:a16="http://schemas.microsoft.com/office/drawing/2014/main" id="{31420222-9F44-4F15-BFAB-E869889F8ADD}"/>
              </a:ext>
            </a:extLst>
          </p:cNvPr>
          <p:cNvCxnSpPr>
            <a:cxnSpLocks/>
            <a:stCxn id="21710" idx="2"/>
            <a:endCxn id="18" idx="0"/>
          </p:cNvCxnSpPr>
          <p:nvPr/>
        </p:nvCxnSpPr>
        <p:spPr>
          <a:xfrm>
            <a:off x="17162759" y="7105775"/>
            <a:ext cx="0" cy="1388948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35" name="Google Shape;21834;p173">
            <a:extLst>
              <a:ext uri="{FF2B5EF4-FFF2-40B4-BE49-F238E27FC236}">
                <a16:creationId xmlns:a16="http://schemas.microsoft.com/office/drawing/2014/main" id="{D7767F01-A6B4-4E64-B8D7-8F4A97626B1B}"/>
              </a:ext>
            </a:extLst>
          </p:cNvPr>
          <p:cNvCxnSpPr>
            <a:cxnSpLocks/>
            <a:stCxn id="23" idx="2"/>
            <a:endCxn id="21710" idx="0"/>
          </p:cNvCxnSpPr>
          <p:nvPr/>
        </p:nvCxnSpPr>
        <p:spPr>
          <a:xfrm>
            <a:off x="17162759" y="4995601"/>
            <a:ext cx="0" cy="1386874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8" name="Google Shape;21763;p167">
            <a:extLst>
              <a:ext uri="{FF2B5EF4-FFF2-40B4-BE49-F238E27FC236}">
                <a16:creationId xmlns:a16="http://schemas.microsoft.com/office/drawing/2014/main" id="{4D9E8A7C-4C8A-4AB1-AB97-4C18B96D939B}"/>
              </a:ext>
            </a:extLst>
          </p:cNvPr>
          <p:cNvSpPr/>
          <p:nvPr/>
        </p:nvSpPr>
        <p:spPr>
          <a:xfrm>
            <a:off x="2462635" y="4689762"/>
            <a:ext cx="5726335" cy="2700152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Implementation details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GPU: 40GB A100</a:t>
            </a: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Epochs: 3</a:t>
            </a: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batch size: 4</a:t>
            </a:r>
          </a:p>
        </p:txBody>
      </p:sp>
    </p:spTree>
    <p:extLst>
      <p:ext uri="{BB962C8B-B14F-4D97-AF65-F5344CB8AC3E}">
        <p14:creationId xmlns:p14="http://schemas.microsoft.com/office/powerpoint/2010/main" val="29006480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magine 5">
            <a:extLst>
              <a:ext uri="{FF2B5EF4-FFF2-40B4-BE49-F238E27FC236}">
                <a16:creationId xmlns:a16="http://schemas.microsoft.com/office/drawing/2014/main" id="{CC4601A1-A6A8-472C-809C-C110BDD60C7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99" t="1095" r="1066" b="698"/>
          <a:stretch/>
        </p:blipFill>
        <p:spPr>
          <a:xfrm>
            <a:off x="12786090" y="3000893"/>
            <a:ext cx="5306463" cy="5310324"/>
          </a:xfrm>
          <a:prstGeom prst="rect">
            <a:avLst/>
          </a:prstGeom>
        </p:spPr>
      </p:pic>
      <p:sp>
        <p:nvSpPr>
          <p:cNvPr id="21737" name="Google Shape;21737;p166"/>
          <p:cNvSpPr txBox="1"/>
          <p:nvPr/>
        </p:nvSpPr>
        <p:spPr>
          <a:xfrm>
            <a:off x="573075" y="562925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Paired Images from Paired Captions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38" name="Google Shape;21738;p166"/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39" name="Google Shape;21739;p1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753" name="Google Shape;21753;p166"/>
          <p:cNvSpPr/>
          <p:nvPr/>
        </p:nvSpPr>
        <p:spPr>
          <a:xfrm>
            <a:off x="735281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Stable Diffusion</a:t>
            </a:r>
            <a:endParaRPr sz="1100" dirty="0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27B259BD-3E2F-4052-A5D4-0677EAAEBD9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158" t="8459" r="54761" b="2829"/>
          <a:stretch/>
        </p:blipFill>
        <p:spPr>
          <a:xfrm>
            <a:off x="573075" y="3001387"/>
            <a:ext cx="5319209" cy="5310325"/>
          </a:xfrm>
          <a:prstGeom prst="rect">
            <a:avLst/>
          </a:prstGeom>
        </p:spPr>
      </p:pic>
      <p:sp>
        <p:nvSpPr>
          <p:cNvPr id="29" name="Google Shape;21752;p166">
            <a:extLst>
              <a:ext uri="{FF2B5EF4-FFF2-40B4-BE49-F238E27FC236}">
                <a16:creationId xmlns:a16="http://schemas.microsoft.com/office/drawing/2014/main" id="{E4BFD198-8930-44C1-95C9-94FEE9B4BBAF}"/>
              </a:ext>
            </a:extLst>
          </p:cNvPr>
          <p:cNvSpPr/>
          <p:nvPr/>
        </p:nvSpPr>
        <p:spPr>
          <a:xfrm>
            <a:off x="13105695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15" name="Immagine 14">
            <a:extLst>
              <a:ext uri="{FF2B5EF4-FFF2-40B4-BE49-F238E27FC236}">
                <a16:creationId xmlns:a16="http://schemas.microsoft.com/office/drawing/2014/main" id="{F985381F-BA45-4C0A-BECE-5CB33650FDE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53947" t="9150" r="3901" b="2562"/>
          <a:stretch/>
        </p:blipFill>
        <p:spPr>
          <a:xfrm>
            <a:off x="6662295" y="3000893"/>
            <a:ext cx="5353784" cy="5310325"/>
          </a:xfrm>
          <a:prstGeom prst="rect">
            <a:avLst/>
          </a:prstGeom>
        </p:spPr>
      </p:pic>
      <p:sp>
        <p:nvSpPr>
          <p:cNvPr id="38" name="Google Shape;21752;p166">
            <a:extLst>
              <a:ext uri="{FF2B5EF4-FFF2-40B4-BE49-F238E27FC236}">
                <a16:creationId xmlns:a16="http://schemas.microsoft.com/office/drawing/2014/main" id="{9A359A40-D2E6-4F72-8B30-AB7CBC6C9F7D}"/>
              </a:ext>
            </a:extLst>
          </p:cNvPr>
          <p:cNvSpPr/>
          <p:nvPr/>
        </p:nvSpPr>
        <p:spPr>
          <a:xfrm>
            <a:off x="6999187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w/o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39" name="Google Shape;21752;p166">
            <a:extLst>
              <a:ext uri="{FF2B5EF4-FFF2-40B4-BE49-F238E27FC236}">
                <a16:creationId xmlns:a16="http://schemas.microsoft.com/office/drawing/2014/main" id="{107B5A71-4B76-472A-BD5F-B2B9CBB88942}"/>
              </a:ext>
            </a:extLst>
          </p:cNvPr>
          <p:cNvSpPr/>
          <p:nvPr/>
        </p:nvSpPr>
        <p:spPr>
          <a:xfrm>
            <a:off x="735281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grass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42" name="Google Shape;21752;p166">
            <a:extLst>
              <a:ext uri="{FF2B5EF4-FFF2-40B4-BE49-F238E27FC236}">
                <a16:creationId xmlns:a16="http://schemas.microsoft.com/office/drawing/2014/main" id="{34E985AE-0AD5-4D6E-948C-420A00E88CDE}"/>
              </a:ext>
            </a:extLst>
          </p:cNvPr>
          <p:cNvSpPr/>
          <p:nvPr/>
        </p:nvSpPr>
        <p:spPr>
          <a:xfrm>
            <a:off x="9881085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flowers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14" name="Google Shape;21752;p166">
            <a:extLst>
              <a:ext uri="{FF2B5EF4-FFF2-40B4-BE49-F238E27FC236}">
                <a16:creationId xmlns:a16="http://schemas.microsoft.com/office/drawing/2014/main" id="{A00FE08A-5F79-495D-8521-C17F9FCA8578}"/>
              </a:ext>
            </a:extLst>
          </p:cNvPr>
          <p:cNvSpPr/>
          <p:nvPr/>
        </p:nvSpPr>
        <p:spPr>
          <a:xfrm>
            <a:off x="15211476" y="7845181"/>
            <a:ext cx="3037752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alpha=0.8</a:t>
            </a:r>
          </a:p>
          <a:p>
            <a:pPr lvl="0" algn="ctr"/>
            <a:r>
              <a:rPr lang="en-US" sz="2400" b="1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=0.9</a:t>
            </a:r>
          </a:p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weight=1.5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5" name="Immagine 4">
            <a:extLst>
              <a:ext uri="{FF2B5EF4-FFF2-40B4-BE49-F238E27FC236}">
                <a16:creationId xmlns:a16="http://schemas.microsoft.com/office/drawing/2014/main" id="{BD368AA5-F66E-42FD-9C0D-E54EC7952F4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265" t="1933" r="1213" b="1756"/>
          <a:stretch/>
        </p:blipFill>
        <p:spPr>
          <a:xfrm>
            <a:off x="18862564" y="3000893"/>
            <a:ext cx="5323072" cy="5310324"/>
          </a:xfrm>
          <a:prstGeom prst="rect">
            <a:avLst/>
          </a:prstGeom>
        </p:spPr>
      </p:pic>
      <p:sp>
        <p:nvSpPr>
          <p:cNvPr id="19" name="Google Shape;21752;p166">
            <a:extLst>
              <a:ext uri="{FF2B5EF4-FFF2-40B4-BE49-F238E27FC236}">
                <a16:creationId xmlns:a16="http://schemas.microsoft.com/office/drawing/2014/main" id="{F25034FC-869C-4E05-AFAA-8E9F1C90A0CA}"/>
              </a:ext>
            </a:extLst>
          </p:cNvPr>
          <p:cNvSpPr/>
          <p:nvPr/>
        </p:nvSpPr>
        <p:spPr>
          <a:xfrm>
            <a:off x="21313152" y="7845181"/>
            <a:ext cx="3037752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alpha=0.4</a:t>
            </a:r>
          </a:p>
          <a:p>
            <a:pPr lvl="0" algn="ctr"/>
            <a:r>
              <a:rPr lang="en-US" sz="2400" b="1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=0.8</a:t>
            </a:r>
          </a:p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weight=5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0" name="Google Shape;21752;p166">
            <a:extLst>
              <a:ext uri="{FF2B5EF4-FFF2-40B4-BE49-F238E27FC236}">
                <a16:creationId xmlns:a16="http://schemas.microsoft.com/office/drawing/2014/main" id="{8D1BF57E-B022-4D45-8E8C-A8273E2D5304}"/>
              </a:ext>
            </a:extLst>
          </p:cNvPr>
          <p:cNvSpPr/>
          <p:nvPr/>
        </p:nvSpPr>
        <p:spPr>
          <a:xfrm>
            <a:off x="19212203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2" name="Google Shape;21772;p168">
            <a:extLst>
              <a:ext uri="{FF2B5EF4-FFF2-40B4-BE49-F238E27FC236}">
                <a16:creationId xmlns:a16="http://schemas.microsoft.com/office/drawing/2014/main" id="{5A701382-7929-4FCC-8D56-32CBA09BCD6D}"/>
              </a:ext>
            </a:extLst>
          </p:cNvPr>
          <p:cNvSpPr txBox="1"/>
          <p:nvPr/>
        </p:nvSpPr>
        <p:spPr>
          <a:xfrm>
            <a:off x="14883434" y="9357334"/>
            <a:ext cx="9302202" cy="392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lvl="0">
              <a:lnSpc>
                <a:spcPct val="115000"/>
              </a:lnSpc>
              <a:spcBef>
                <a:spcPts val="640"/>
              </a:spcBef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…but Prompt-to-Prompt requires a search on </a:t>
            </a: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multiple hyperparameters</a:t>
            </a: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:</a:t>
            </a: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Font typeface="Arial" panose="020B0604020202020204" pitchFamily="34" charset="0"/>
              <a:buChar char="•"/>
            </a:pPr>
            <a:r>
              <a:rPr lang="it-IT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</a:t>
            </a: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Font typeface="Arial" panose="020B0604020202020204" pitchFamily="34" charset="0"/>
              <a:buChar char="•"/>
            </a:pPr>
            <a:r>
              <a:rPr lang="it-IT" sz="32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endParaRPr lang="it-IT" sz="32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Font typeface="Arial" panose="020B0604020202020204" pitchFamily="34" charset="0"/>
              <a:buChar char="•"/>
            </a:pPr>
            <a:r>
              <a:rPr lang="it-IT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weight</a:t>
            </a: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Font typeface="Arial" panose="020B0604020202020204" pitchFamily="34" charset="0"/>
              <a:buChar char="•"/>
            </a:pPr>
            <a:r>
              <a:rPr lang="it-IT" sz="32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etc</a:t>
            </a:r>
            <a:endParaRPr sz="32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</p:spTree>
    <p:extLst>
      <p:ext uri="{BB962C8B-B14F-4D97-AF65-F5344CB8AC3E}">
        <p14:creationId xmlns:p14="http://schemas.microsoft.com/office/powerpoint/2010/main" val="33435110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magine 15">
            <a:extLst>
              <a:ext uri="{FF2B5EF4-FFF2-40B4-BE49-F238E27FC236}">
                <a16:creationId xmlns:a16="http://schemas.microsoft.com/office/drawing/2014/main" id="{D3E2C147-017B-4CB3-BEBF-B6A17C7073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786090" y="3000893"/>
            <a:ext cx="5296461" cy="5310325"/>
          </a:xfrm>
          <a:prstGeom prst="rect">
            <a:avLst/>
          </a:prstGeom>
        </p:spPr>
      </p:pic>
      <p:sp>
        <p:nvSpPr>
          <p:cNvPr id="21737" name="Google Shape;21737;p166"/>
          <p:cNvSpPr txBox="1"/>
          <p:nvPr/>
        </p:nvSpPr>
        <p:spPr>
          <a:xfrm>
            <a:off x="488671" y="511354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Paired Images from Paired Captions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38" name="Google Shape;21738;p166"/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39" name="Google Shape;21739;p1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753" name="Google Shape;21753;p166"/>
          <p:cNvSpPr/>
          <p:nvPr/>
        </p:nvSpPr>
        <p:spPr>
          <a:xfrm>
            <a:off x="735281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Stable Diffusion</a:t>
            </a:r>
            <a:endParaRPr sz="3600" dirty="0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27B259BD-3E2F-4052-A5D4-0677EAAEBD9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158" t="8459" r="54761" b="2829"/>
          <a:stretch/>
        </p:blipFill>
        <p:spPr>
          <a:xfrm>
            <a:off x="573075" y="3001387"/>
            <a:ext cx="5319209" cy="5310325"/>
          </a:xfrm>
          <a:prstGeom prst="rect">
            <a:avLst/>
          </a:prstGeom>
        </p:spPr>
      </p:pic>
      <p:pic>
        <p:nvPicPr>
          <p:cNvPr id="23" name="Immagine 22">
            <a:extLst>
              <a:ext uri="{FF2B5EF4-FFF2-40B4-BE49-F238E27FC236}">
                <a16:creationId xmlns:a16="http://schemas.microsoft.com/office/drawing/2014/main" id="{9375B0B2-5169-473E-BCFD-4D8B8A0B9C2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53914" t="8223" r="4006" b="3065"/>
          <a:stretch/>
        </p:blipFill>
        <p:spPr>
          <a:xfrm>
            <a:off x="18790667" y="3000893"/>
            <a:ext cx="5319209" cy="5310326"/>
          </a:xfrm>
          <a:prstGeom prst="rect">
            <a:avLst/>
          </a:prstGeom>
        </p:spPr>
      </p:pic>
      <p:sp>
        <p:nvSpPr>
          <p:cNvPr id="29" name="Google Shape;21752;p166">
            <a:extLst>
              <a:ext uri="{FF2B5EF4-FFF2-40B4-BE49-F238E27FC236}">
                <a16:creationId xmlns:a16="http://schemas.microsoft.com/office/drawing/2014/main" id="{E4BFD198-8930-44C1-95C9-94FEE9B4BBAF}"/>
              </a:ext>
            </a:extLst>
          </p:cNvPr>
          <p:cNvSpPr/>
          <p:nvPr/>
        </p:nvSpPr>
        <p:spPr>
          <a:xfrm>
            <a:off x="13105695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15" name="Immagine 14">
            <a:extLst>
              <a:ext uri="{FF2B5EF4-FFF2-40B4-BE49-F238E27FC236}">
                <a16:creationId xmlns:a16="http://schemas.microsoft.com/office/drawing/2014/main" id="{F985381F-BA45-4C0A-BECE-5CB33650FDE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53947" t="9150" r="3901" b="2562"/>
          <a:stretch/>
        </p:blipFill>
        <p:spPr>
          <a:xfrm>
            <a:off x="6662295" y="3000893"/>
            <a:ext cx="5353784" cy="5310325"/>
          </a:xfrm>
          <a:prstGeom prst="rect">
            <a:avLst/>
          </a:prstGeom>
        </p:spPr>
      </p:pic>
      <p:sp>
        <p:nvSpPr>
          <p:cNvPr id="38" name="Google Shape;21752;p166">
            <a:extLst>
              <a:ext uri="{FF2B5EF4-FFF2-40B4-BE49-F238E27FC236}">
                <a16:creationId xmlns:a16="http://schemas.microsoft.com/office/drawing/2014/main" id="{9A359A40-D2E6-4F72-8B30-AB7CBC6C9F7D}"/>
              </a:ext>
            </a:extLst>
          </p:cNvPr>
          <p:cNvSpPr/>
          <p:nvPr/>
        </p:nvSpPr>
        <p:spPr>
          <a:xfrm>
            <a:off x="6999187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w/o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39" name="Google Shape;21752;p166">
            <a:extLst>
              <a:ext uri="{FF2B5EF4-FFF2-40B4-BE49-F238E27FC236}">
                <a16:creationId xmlns:a16="http://schemas.microsoft.com/office/drawing/2014/main" id="{107B5A71-4B76-472A-BD5F-B2B9CBB88942}"/>
              </a:ext>
            </a:extLst>
          </p:cNvPr>
          <p:cNvSpPr/>
          <p:nvPr/>
        </p:nvSpPr>
        <p:spPr>
          <a:xfrm>
            <a:off x="735281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grass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42" name="Google Shape;21752;p166">
            <a:extLst>
              <a:ext uri="{FF2B5EF4-FFF2-40B4-BE49-F238E27FC236}">
                <a16:creationId xmlns:a16="http://schemas.microsoft.com/office/drawing/2014/main" id="{34E985AE-0AD5-4D6E-948C-420A00E88CDE}"/>
              </a:ext>
            </a:extLst>
          </p:cNvPr>
          <p:cNvSpPr/>
          <p:nvPr/>
        </p:nvSpPr>
        <p:spPr>
          <a:xfrm>
            <a:off x="9881085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flowers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43" name="Google Shape;21752;p166">
            <a:extLst>
              <a:ext uri="{FF2B5EF4-FFF2-40B4-BE49-F238E27FC236}">
                <a16:creationId xmlns:a16="http://schemas.microsoft.com/office/drawing/2014/main" id="{C65E4092-0E9E-4015-950E-21CFB4AC816D}"/>
              </a:ext>
            </a:extLst>
          </p:cNvPr>
          <p:cNvSpPr/>
          <p:nvPr/>
        </p:nvSpPr>
        <p:spPr>
          <a:xfrm>
            <a:off x="16004880" y="7876971"/>
            <a:ext cx="2134996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scale=0.10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4" name="Google Shape;21772;p168">
            <a:extLst>
              <a:ext uri="{FF2B5EF4-FFF2-40B4-BE49-F238E27FC236}">
                <a16:creationId xmlns:a16="http://schemas.microsoft.com/office/drawing/2014/main" id="{40FAEC6E-446F-4A5D-848C-DD2CD490827C}"/>
              </a:ext>
            </a:extLst>
          </p:cNvPr>
          <p:cNvSpPr txBox="1"/>
          <p:nvPr/>
        </p:nvSpPr>
        <p:spPr>
          <a:xfrm>
            <a:off x="15081798" y="9357334"/>
            <a:ext cx="9302202" cy="16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lvl="0">
              <a:lnSpc>
                <a:spcPct val="115000"/>
              </a:lnSpc>
              <a:spcBef>
                <a:spcPts val="640"/>
              </a:spcBef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Instead, with ControlNet we only had to do a search over the </a:t>
            </a: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conditioning scale</a:t>
            </a: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.</a:t>
            </a:r>
          </a:p>
        </p:txBody>
      </p:sp>
      <p:sp>
        <p:nvSpPr>
          <p:cNvPr id="46" name="Google Shape;21752;p166">
            <a:extLst>
              <a:ext uri="{FF2B5EF4-FFF2-40B4-BE49-F238E27FC236}">
                <a16:creationId xmlns:a16="http://schemas.microsoft.com/office/drawing/2014/main" id="{2B428AF9-E8E3-4EEF-89CB-B4183DC3682C}"/>
              </a:ext>
            </a:extLst>
          </p:cNvPr>
          <p:cNvSpPr/>
          <p:nvPr/>
        </p:nvSpPr>
        <p:spPr>
          <a:xfrm>
            <a:off x="15081797" y="10715107"/>
            <a:ext cx="7186531" cy="278574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lnSpc>
                <a:spcPct val="115000"/>
              </a:lnSpc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Image Filtering Metrics:</a:t>
            </a:r>
          </a:p>
          <a:p>
            <a:pPr marL="457200" lvl="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Directional Similarity (0.15)</a:t>
            </a:r>
          </a:p>
          <a:p>
            <a:pPr marL="457200" lvl="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Image–Image Similarity (0.65)</a:t>
            </a:r>
          </a:p>
          <a:p>
            <a:pPr marL="457200" lvl="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Image–Caption Similarity (0.20)</a:t>
            </a:r>
          </a:p>
        </p:txBody>
      </p:sp>
      <p:sp>
        <p:nvSpPr>
          <p:cNvPr id="48" name="Google Shape;21752;p166">
            <a:extLst>
              <a:ext uri="{FF2B5EF4-FFF2-40B4-BE49-F238E27FC236}">
                <a16:creationId xmlns:a16="http://schemas.microsoft.com/office/drawing/2014/main" id="{0FB6A7AB-7DDD-407E-80C9-2B303FEDA902}"/>
              </a:ext>
            </a:extLst>
          </p:cNvPr>
          <p:cNvSpPr/>
          <p:nvPr/>
        </p:nvSpPr>
        <p:spPr>
          <a:xfrm>
            <a:off x="22165380" y="7876971"/>
            <a:ext cx="2134996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scale=0.15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9" name="Google Shape;21752;p166">
            <a:extLst>
              <a:ext uri="{FF2B5EF4-FFF2-40B4-BE49-F238E27FC236}">
                <a16:creationId xmlns:a16="http://schemas.microsoft.com/office/drawing/2014/main" id="{AE372BDE-1B5D-4FF2-AD7D-E9EE6BF3C57A}"/>
              </a:ext>
            </a:extLst>
          </p:cNvPr>
          <p:cNvSpPr/>
          <p:nvPr/>
        </p:nvSpPr>
        <p:spPr>
          <a:xfrm>
            <a:off x="19110271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</p:spTree>
    <p:extLst>
      <p:ext uri="{BB962C8B-B14F-4D97-AF65-F5344CB8AC3E}">
        <p14:creationId xmlns:p14="http://schemas.microsoft.com/office/powerpoint/2010/main" val="361452825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75" name="Google Shape;21775;p168"/>
          <p:cNvSpPr/>
          <p:nvPr/>
        </p:nvSpPr>
        <p:spPr>
          <a:xfrm>
            <a:off x="13296769" y="2499754"/>
            <a:ext cx="9448206" cy="518674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rgbClr val="93C47D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>
              <a:solidFill>
                <a:srgbClr val="191919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4" name="Google Shape;21775;p168">
            <a:extLst>
              <a:ext uri="{FF2B5EF4-FFF2-40B4-BE49-F238E27FC236}">
                <a16:creationId xmlns:a16="http://schemas.microsoft.com/office/drawing/2014/main" id="{E5D049FF-4BB4-4548-9CF9-15388799A3AB}"/>
              </a:ext>
            </a:extLst>
          </p:cNvPr>
          <p:cNvSpPr/>
          <p:nvPr/>
        </p:nvSpPr>
        <p:spPr>
          <a:xfrm>
            <a:off x="15157705" y="8149437"/>
            <a:ext cx="5726335" cy="5338382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chemeClr val="tx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>
              <a:solidFill>
                <a:schemeClr val="bg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pic>
        <p:nvPicPr>
          <p:cNvPr id="21771" name="Google Shape;21771;p1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772" name="Google Shape;21772;p168"/>
          <p:cNvSpPr txBox="1"/>
          <p:nvPr/>
        </p:nvSpPr>
        <p:spPr>
          <a:xfrm>
            <a:off x="420675" y="1985094"/>
            <a:ext cx="11408100" cy="153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We fine-tuned </a:t>
            </a:r>
            <a:r>
              <a:rPr lang="en-US" sz="4000" b="1" dirty="0">
                <a:latin typeface="ABeeZee"/>
                <a:ea typeface="ABeeZee"/>
                <a:cs typeface="ABeeZee"/>
                <a:sym typeface="ABeeZee"/>
              </a:rPr>
              <a:t>only the U-Net</a:t>
            </a: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 of the SD to follow textual editing instructions</a:t>
            </a:r>
            <a:endParaRPr sz="4000" dirty="0"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74" name="Google Shape;21774;p16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890432" y="8764005"/>
            <a:ext cx="4260880" cy="4260880"/>
          </a:xfrm>
          <a:prstGeom prst="rect">
            <a:avLst/>
          </a:prstGeom>
          <a:noFill/>
          <a:ln>
            <a:noFill/>
          </a:ln>
        </p:spPr>
      </p:pic>
      <p:sp>
        <p:nvSpPr>
          <p:cNvPr id="21768" name="Google Shape;21768;p168"/>
          <p:cNvSpPr txBox="1"/>
          <p:nvPr/>
        </p:nvSpPr>
        <p:spPr>
          <a:xfrm>
            <a:off x="18950328" y="4496705"/>
            <a:ext cx="3794647" cy="12002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 edit prompt:</a:t>
            </a:r>
            <a:endParaRPr sz="31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1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1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Make her a man</a:t>
            </a:r>
            <a:r>
              <a:rPr lang="en-US" sz="31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  <a:endParaRPr sz="3100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73" name="Google Shape;21773;p16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3948253" y="3114322"/>
            <a:ext cx="4143691" cy="4143690"/>
          </a:xfrm>
          <a:prstGeom prst="rect">
            <a:avLst/>
          </a:prstGeom>
          <a:noFill/>
          <a:ln>
            <a:noFill/>
          </a:ln>
        </p:spPr>
      </p:pic>
      <p:sp>
        <p:nvSpPr>
          <p:cNvPr id="21776" name="Google Shape;21776;p168"/>
          <p:cNvSpPr txBox="1"/>
          <p:nvPr/>
        </p:nvSpPr>
        <p:spPr>
          <a:xfrm>
            <a:off x="10400206" y="4700833"/>
            <a:ext cx="3391983" cy="784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rgbClr val="93C47D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Input:</a:t>
            </a:r>
            <a:endParaRPr sz="4800" dirty="0">
              <a:solidFill>
                <a:srgbClr val="93C47D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1777" name="Google Shape;21777;p168"/>
          <p:cNvSpPr txBox="1"/>
          <p:nvPr/>
        </p:nvSpPr>
        <p:spPr>
          <a:xfrm>
            <a:off x="14021880" y="2499754"/>
            <a:ext cx="4143691" cy="723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original image:</a:t>
            </a:r>
            <a:endParaRPr sz="35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1779" name="Google Shape;21779;p168"/>
          <p:cNvSpPr txBox="1"/>
          <p:nvPr/>
        </p:nvSpPr>
        <p:spPr>
          <a:xfrm>
            <a:off x="11587595" y="10432745"/>
            <a:ext cx="39921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chemeClr val="tx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Output:</a:t>
            </a:r>
            <a:endParaRPr sz="4800" dirty="0">
              <a:solidFill>
                <a:schemeClr val="tx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6" name="Google Shape;21763;p167">
            <a:extLst>
              <a:ext uri="{FF2B5EF4-FFF2-40B4-BE49-F238E27FC236}">
                <a16:creationId xmlns:a16="http://schemas.microsoft.com/office/drawing/2014/main" id="{C643930B-A9A6-4E2E-9A79-9957AD71D793}"/>
              </a:ext>
            </a:extLst>
          </p:cNvPr>
          <p:cNvSpPr/>
          <p:nvPr/>
        </p:nvSpPr>
        <p:spPr>
          <a:xfrm>
            <a:off x="2202557" y="4586017"/>
            <a:ext cx="5726335" cy="454039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Implementation details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GPU: 40GB A100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besolution</a:t>
            </a: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: 256x256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batch size: 32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learning Rate: 5e-5</a:t>
            </a: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max grad norm: 1</a:t>
            </a: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steps: 300</a:t>
            </a:r>
            <a:r>
              <a:rPr lang="en-US" dirty="0">
                <a:solidFill>
                  <a:schemeClr val="dk2"/>
                </a:solidFill>
                <a:latin typeface="ABeeZee"/>
                <a:ea typeface="ABeeZee"/>
                <a:cs typeface="ABeeZee"/>
                <a:sym typeface="ABeeZee"/>
              </a:rPr>
              <a:t>1</a:t>
            </a:r>
          </a:p>
        </p:txBody>
      </p:sp>
      <p:sp>
        <p:nvSpPr>
          <p:cNvPr id="23" name="Google Shape;21777;p168">
            <a:extLst>
              <a:ext uri="{FF2B5EF4-FFF2-40B4-BE49-F238E27FC236}">
                <a16:creationId xmlns:a16="http://schemas.microsoft.com/office/drawing/2014/main" id="{98B031D9-DAB2-46B5-8042-D609065570CB}"/>
              </a:ext>
            </a:extLst>
          </p:cNvPr>
          <p:cNvSpPr txBox="1"/>
          <p:nvPr/>
        </p:nvSpPr>
        <p:spPr>
          <a:xfrm>
            <a:off x="16007621" y="8149437"/>
            <a:ext cx="4143691" cy="723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edited image:</a:t>
            </a:r>
            <a:endParaRPr sz="35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4" name="Google Shape;21768;p168">
            <a:extLst>
              <a:ext uri="{FF2B5EF4-FFF2-40B4-BE49-F238E27FC236}">
                <a16:creationId xmlns:a16="http://schemas.microsoft.com/office/drawing/2014/main" id="{F981D9BC-8C5D-418C-BC2E-F3AA9A93A2F7}"/>
              </a:ext>
            </a:extLst>
          </p:cNvPr>
          <p:cNvSpPr txBox="1"/>
          <p:nvPr/>
        </p:nvSpPr>
        <p:spPr>
          <a:xfrm>
            <a:off x="18347062" y="4586018"/>
            <a:ext cx="603267" cy="12002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t-IT" sz="66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+</a:t>
            </a:r>
            <a:endParaRPr sz="3600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cxnSp>
        <p:nvCxnSpPr>
          <p:cNvPr id="25" name="Google Shape;21699;p164">
            <a:extLst>
              <a:ext uri="{FF2B5EF4-FFF2-40B4-BE49-F238E27FC236}">
                <a16:creationId xmlns:a16="http://schemas.microsoft.com/office/drawing/2014/main" id="{AABC6D52-0FEB-4C4E-9A90-350F3E627382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6" name="Google Shape;21737;p166">
            <a:extLst>
              <a:ext uri="{FF2B5EF4-FFF2-40B4-BE49-F238E27FC236}">
                <a16:creationId xmlns:a16="http://schemas.microsoft.com/office/drawing/2014/main" id="{66D503AB-0B7D-4498-B91A-C90DD774032A}"/>
              </a:ext>
            </a:extLst>
          </p:cNvPr>
          <p:cNvSpPr txBox="1"/>
          <p:nvPr/>
        </p:nvSpPr>
        <p:spPr>
          <a:xfrm>
            <a:off x="488671" y="511354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Fine-tuning of Stable Diffusion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4" name="Google Shape;21784;p169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85" name="Google Shape;21785;p169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786" name="Google Shape;21786;p169"/>
          <p:cNvSpPr txBox="1"/>
          <p:nvPr/>
        </p:nvSpPr>
        <p:spPr>
          <a:xfrm>
            <a:off x="8965350" y="2895077"/>
            <a:ext cx="6453300" cy="87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87" name="Google Shape;21787;p1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88" name="Google Shape;21788;p169" title="home_alone.png"/>
          <p:cNvPicPr preferRelativeResize="0"/>
          <p:nvPr/>
        </p:nvPicPr>
        <p:blipFill rotWithShape="1">
          <a:blip r:embed="rId4">
            <a:alphaModFix/>
          </a:blip>
          <a:srcRect t="7161"/>
          <a:stretch/>
        </p:blipFill>
        <p:spPr>
          <a:xfrm>
            <a:off x="1440257" y="2388518"/>
            <a:ext cx="10058400" cy="48558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89" name="Google Shape;21789;p169" title="moon.png"/>
          <p:cNvPicPr preferRelativeResize="0"/>
          <p:nvPr/>
        </p:nvPicPr>
        <p:blipFill rotWithShape="1">
          <a:blip r:embed="rId5">
            <a:alphaModFix/>
          </a:blip>
          <a:srcRect l="1266" t="8043" r="3486" b="5294"/>
          <a:stretch/>
        </p:blipFill>
        <p:spPr>
          <a:xfrm>
            <a:off x="12057775" y="2425722"/>
            <a:ext cx="9926574" cy="469637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0" name="Google Shape;21790;p169" title="monroe.png"/>
          <p:cNvPicPr preferRelativeResize="0"/>
          <p:nvPr/>
        </p:nvPicPr>
        <p:blipFill rotWithShape="1">
          <a:blip r:embed="rId6">
            <a:alphaModFix/>
          </a:blip>
          <a:srcRect t="7893" b="-103"/>
          <a:stretch/>
        </p:blipFill>
        <p:spPr>
          <a:xfrm>
            <a:off x="1440250" y="7977187"/>
            <a:ext cx="10058401" cy="5379409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1" name="Google Shape;21791;p169" title="ali.png"/>
          <p:cNvPicPr preferRelativeResize="0"/>
          <p:nvPr/>
        </p:nvPicPr>
        <p:blipFill rotWithShape="1">
          <a:blip r:embed="rId7">
            <a:alphaModFix/>
          </a:blip>
          <a:srcRect t="7965"/>
          <a:stretch/>
        </p:blipFill>
        <p:spPr>
          <a:xfrm>
            <a:off x="12019000" y="7939313"/>
            <a:ext cx="10058400" cy="481377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FBAE301D-167B-4AE1-BDCA-A8A96BBB8C46}"/>
              </a:ext>
            </a:extLst>
          </p:cNvPr>
          <p:cNvSpPr/>
          <p:nvPr/>
        </p:nvSpPr>
        <p:spPr>
          <a:xfrm>
            <a:off x="4222483" y="1989850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“make him old”</a:t>
            </a: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AC77B0C9-CF99-408D-AF26-447AC741C47B}"/>
              </a:ext>
            </a:extLst>
          </p:cNvPr>
          <p:cNvSpPr/>
          <p:nvPr/>
        </p:nvSpPr>
        <p:spPr>
          <a:xfrm>
            <a:off x="14801233" y="1957435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“move it to Mars”</a:t>
            </a:r>
          </a:p>
        </p:txBody>
      </p:sp>
      <p:sp>
        <p:nvSpPr>
          <p:cNvPr id="13" name="Google Shape;21752;p166">
            <a:extLst>
              <a:ext uri="{FF2B5EF4-FFF2-40B4-BE49-F238E27FC236}">
                <a16:creationId xmlns:a16="http://schemas.microsoft.com/office/drawing/2014/main" id="{F7F92B96-CACB-4284-B105-9ED7507F77E1}"/>
              </a:ext>
            </a:extLst>
          </p:cNvPr>
          <p:cNvSpPr/>
          <p:nvPr/>
        </p:nvSpPr>
        <p:spPr>
          <a:xfrm>
            <a:off x="14801233" y="7522725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“change him to a doctor”</a:t>
            </a:r>
          </a:p>
        </p:txBody>
      </p:sp>
      <p:sp>
        <p:nvSpPr>
          <p:cNvPr id="14" name="Google Shape;21752;p166">
            <a:extLst>
              <a:ext uri="{FF2B5EF4-FFF2-40B4-BE49-F238E27FC236}">
                <a16:creationId xmlns:a16="http://schemas.microsoft.com/office/drawing/2014/main" id="{889D0C0E-1CD7-4BCE-8DC9-4395A9D20C78}"/>
              </a:ext>
            </a:extLst>
          </p:cNvPr>
          <p:cNvSpPr/>
          <p:nvPr/>
        </p:nvSpPr>
        <p:spPr>
          <a:xfrm>
            <a:off x="4222483" y="7516708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glasses”</a:t>
            </a:r>
          </a:p>
        </p:txBody>
      </p:sp>
    </p:spTree>
    <p:extLst>
      <p:ext uri="{BB962C8B-B14F-4D97-AF65-F5344CB8AC3E}">
        <p14:creationId xmlns:p14="http://schemas.microsoft.com/office/powerpoint/2010/main" val="41502982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6" name="Google Shape;21796;p170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97" name="Google Shape;21797;p170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98" name="Google Shape;21798;p170"/>
          <p:cNvPicPr preferRelativeResize="0"/>
          <p:nvPr/>
        </p:nvPicPr>
        <p:blipFill rotWithShape="1">
          <a:blip r:embed="rId3">
            <a:alphaModFix/>
          </a:blip>
          <a:srcRect t="7337"/>
          <a:stretch/>
        </p:blipFill>
        <p:spPr>
          <a:xfrm>
            <a:off x="1407433" y="3497943"/>
            <a:ext cx="21569133" cy="41670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9" name="Google Shape;21799;p170"/>
          <p:cNvPicPr preferRelativeResize="0"/>
          <p:nvPr/>
        </p:nvPicPr>
        <p:blipFill rotWithShape="1">
          <a:blip r:embed="rId4">
            <a:alphaModFix/>
          </a:blip>
          <a:srcRect t="9731"/>
          <a:stretch/>
        </p:blipFill>
        <p:spPr>
          <a:xfrm>
            <a:off x="1407433" y="8287657"/>
            <a:ext cx="21569133" cy="31848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00" name="Google Shape;21800;p17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801" name="Google Shape;21801;p170"/>
          <p:cNvSpPr/>
          <p:nvPr/>
        </p:nvSpPr>
        <p:spPr>
          <a:xfrm>
            <a:off x="9141750" y="1726100"/>
            <a:ext cx="6100500" cy="8715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Different contextual edits</a:t>
            </a:r>
            <a:endParaRPr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8" name="Google Shape;21752;p166">
            <a:extLst>
              <a:ext uri="{FF2B5EF4-FFF2-40B4-BE49-F238E27FC236}">
                <a16:creationId xmlns:a16="http://schemas.microsoft.com/office/drawing/2014/main" id="{1D695A4A-FAD0-4AAB-828B-9EC7D9637147}"/>
              </a:ext>
            </a:extLst>
          </p:cNvPr>
          <p:cNvSpPr/>
          <p:nvPr/>
        </p:nvSpPr>
        <p:spPr>
          <a:xfrm>
            <a:off x="6134099" y="3018550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flowers”</a:t>
            </a:r>
          </a:p>
        </p:txBody>
      </p:sp>
      <p:sp>
        <p:nvSpPr>
          <p:cNvPr id="9" name="Google Shape;21752;p166">
            <a:extLst>
              <a:ext uri="{FF2B5EF4-FFF2-40B4-BE49-F238E27FC236}">
                <a16:creationId xmlns:a16="http://schemas.microsoft.com/office/drawing/2014/main" id="{575F6E1D-4D87-4D8F-A5D0-F8AB449BF157}"/>
              </a:ext>
            </a:extLst>
          </p:cNvPr>
          <p:cNvSpPr/>
          <p:nvPr/>
        </p:nvSpPr>
        <p:spPr>
          <a:xfrm>
            <a:off x="10469040" y="299881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“at sunset”</a:t>
            </a:r>
          </a:p>
        </p:txBody>
      </p: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6A35EEEF-5E75-430B-8644-90627B373041}"/>
              </a:ext>
            </a:extLst>
          </p:cNvPr>
          <p:cNvSpPr/>
          <p:nvPr/>
        </p:nvSpPr>
        <p:spPr>
          <a:xfrm>
            <a:off x="14803981" y="299881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snow”</a:t>
            </a:r>
          </a:p>
        </p:txBody>
      </p:sp>
      <p:sp>
        <p:nvSpPr>
          <p:cNvPr id="11" name="Google Shape;21752;p166">
            <a:extLst>
              <a:ext uri="{FF2B5EF4-FFF2-40B4-BE49-F238E27FC236}">
                <a16:creationId xmlns:a16="http://schemas.microsoft.com/office/drawing/2014/main" id="{FD7880D6-3F60-4C31-B29A-A883477E264F}"/>
              </a:ext>
            </a:extLst>
          </p:cNvPr>
          <p:cNvSpPr/>
          <p:nvPr/>
        </p:nvSpPr>
        <p:spPr>
          <a:xfrm>
            <a:off x="19138922" y="3018550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fog”</a:t>
            </a: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127E6781-D4E4-4947-9CBC-A956127A1CF1}"/>
              </a:ext>
            </a:extLst>
          </p:cNvPr>
          <p:cNvSpPr/>
          <p:nvPr/>
        </p:nvSpPr>
        <p:spPr>
          <a:xfrm>
            <a:off x="6134098" y="11316506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“change to a polar bear”</a:t>
            </a:r>
          </a:p>
        </p:txBody>
      </p:sp>
      <p:sp>
        <p:nvSpPr>
          <p:cNvPr id="15" name="Google Shape;21752;p166">
            <a:extLst>
              <a:ext uri="{FF2B5EF4-FFF2-40B4-BE49-F238E27FC236}">
                <a16:creationId xmlns:a16="http://schemas.microsoft.com/office/drawing/2014/main" id="{A425F06B-28E3-4D30-A3A4-D9872CD5F6C6}"/>
              </a:ext>
            </a:extLst>
          </p:cNvPr>
          <p:cNvSpPr/>
          <p:nvPr/>
        </p:nvSpPr>
        <p:spPr>
          <a:xfrm>
            <a:off x="10469040" y="11268221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“make him a wooden statue”</a:t>
            </a:r>
          </a:p>
        </p:txBody>
      </p:sp>
      <p:sp>
        <p:nvSpPr>
          <p:cNvPr id="16" name="Google Shape;21752;p166">
            <a:extLst>
              <a:ext uri="{FF2B5EF4-FFF2-40B4-BE49-F238E27FC236}">
                <a16:creationId xmlns:a16="http://schemas.microsoft.com/office/drawing/2014/main" id="{485C785B-1185-4CD8-8742-6CA01270335D}"/>
              </a:ext>
            </a:extLst>
          </p:cNvPr>
          <p:cNvSpPr/>
          <p:nvPr/>
        </p:nvSpPr>
        <p:spPr>
          <a:xfrm>
            <a:off x="14740611" y="11268220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it purple”</a:t>
            </a:r>
          </a:p>
        </p:txBody>
      </p:sp>
      <p:sp>
        <p:nvSpPr>
          <p:cNvPr id="17" name="Google Shape;21752;p166">
            <a:extLst>
              <a:ext uri="{FF2B5EF4-FFF2-40B4-BE49-F238E27FC236}">
                <a16:creationId xmlns:a16="http://schemas.microsoft.com/office/drawing/2014/main" id="{ED1973FC-7DA7-4874-BA66-574125FF9F9D}"/>
              </a:ext>
            </a:extLst>
          </p:cNvPr>
          <p:cNvSpPr/>
          <p:nvPr/>
        </p:nvSpPr>
        <p:spPr>
          <a:xfrm>
            <a:off x="19012183" y="11268219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“as a cartoon”</a:t>
            </a:r>
          </a:p>
        </p:txBody>
      </p:sp>
    </p:spTree>
    <p:extLst>
      <p:ext uri="{BB962C8B-B14F-4D97-AF65-F5344CB8AC3E}">
        <p14:creationId xmlns:p14="http://schemas.microsoft.com/office/powerpoint/2010/main" val="420530326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7" name="Google Shape;21817;p172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18" name="Google Shape;21818;p172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821" name="Google Shape;21821;p172"/>
          <p:cNvPicPr preferRelativeResize="0"/>
          <p:nvPr/>
        </p:nvPicPr>
        <p:blipFill rotWithShape="1">
          <a:blip r:embed="rId3">
            <a:alphaModFix/>
          </a:blip>
          <a:srcRect t="6556"/>
          <a:stretch/>
        </p:blipFill>
        <p:spPr>
          <a:xfrm>
            <a:off x="5944440" y="2091479"/>
            <a:ext cx="15538357" cy="50223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22" name="Google Shape;21822;p1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Google Shape;21809;p171">
            <a:extLst>
              <a:ext uri="{FF2B5EF4-FFF2-40B4-BE49-F238E27FC236}">
                <a16:creationId xmlns:a16="http://schemas.microsoft.com/office/drawing/2014/main" id="{4E1EA6CC-8BF2-4016-A080-43C6705E14F5}"/>
              </a:ext>
            </a:extLst>
          </p:cNvPr>
          <p:cNvSpPr/>
          <p:nvPr/>
        </p:nvSpPr>
        <p:spPr>
          <a:xfrm>
            <a:off x="11575648" y="9012787"/>
            <a:ext cx="5195400" cy="8715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9" name="Google Shape;21810;p171">
            <a:extLst>
              <a:ext uri="{FF2B5EF4-FFF2-40B4-BE49-F238E27FC236}">
                <a16:creationId xmlns:a16="http://schemas.microsoft.com/office/drawing/2014/main" id="{F24C7862-17D3-4518-8996-F9E03407D504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0285"/>
          <a:stretch/>
        </p:blipFill>
        <p:spPr>
          <a:xfrm>
            <a:off x="5152184" y="8020050"/>
            <a:ext cx="17309335" cy="5391274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21829;p173">
            <a:extLst>
              <a:ext uri="{FF2B5EF4-FFF2-40B4-BE49-F238E27FC236}">
                <a16:creationId xmlns:a16="http://schemas.microsoft.com/office/drawing/2014/main" id="{5088A70F-9D96-4270-96E7-5C2F790727B5}"/>
              </a:ext>
            </a:extLst>
          </p:cNvPr>
          <p:cNvSpPr/>
          <p:nvPr/>
        </p:nvSpPr>
        <p:spPr>
          <a:xfrm>
            <a:off x="1434352" y="3706990"/>
            <a:ext cx="3600000" cy="108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Sequential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Edits</a:t>
            </a:r>
            <a:endParaRPr sz="28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1" name="Google Shape;21829;p173">
            <a:extLst>
              <a:ext uri="{FF2B5EF4-FFF2-40B4-BE49-F238E27FC236}">
                <a16:creationId xmlns:a16="http://schemas.microsoft.com/office/drawing/2014/main" id="{93F93138-8EAE-4037-9F2F-2CB633043DE2}"/>
              </a:ext>
            </a:extLst>
          </p:cNvPr>
          <p:cNvSpPr/>
          <p:nvPr/>
        </p:nvSpPr>
        <p:spPr>
          <a:xfrm>
            <a:off x="1434352" y="9686700"/>
            <a:ext cx="3600000" cy="144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Different latent noise</a:t>
            </a:r>
            <a:endParaRPr sz="28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54B8C102-683F-4BAA-A265-F0EFD608C29A}"/>
              </a:ext>
            </a:extLst>
          </p:cNvPr>
          <p:cNvSpPr/>
          <p:nvPr/>
        </p:nvSpPr>
        <p:spPr>
          <a:xfrm>
            <a:off x="11937598" y="172056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“move to Iceland”</a:t>
            </a:r>
          </a:p>
        </p:txBody>
      </p:sp>
      <p:sp>
        <p:nvSpPr>
          <p:cNvPr id="13" name="Google Shape;21752;p166">
            <a:extLst>
              <a:ext uri="{FF2B5EF4-FFF2-40B4-BE49-F238E27FC236}">
                <a16:creationId xmlns:a16="http://schemas.microsoft.com/office/drawing/2014/main" id="{F3D05F5A-846B-4C9D-A600-6A54EDCA20C9}"/>
              </a:ext>
            </a:extLst>
          </p:cNvPr>
          <p:cNvSpPr/>
          <p:nvPr/>
        </p:nvSpPr>
        <p:spPr>
          <a:xfrm>
            <a:off x="17132998" y="1720561"/>
            <a:ext cx="370905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</a:t>
            </a:r>
            <a:r>
              <a:rPr lang="en-US" sz="2800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Northen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Light”</a:t>
            </a:r>
          </a:p>
        </p:txBody>
      </p:sp>
      <p:sp>
        <p:nvSpPr>
          <p:cNvPr id="14" name="Google Shape;21752;p166">
            <a:extLst>
              <a:ext uri="{FF2B5EF4-FFF2-40B4-BE49-F238E27FC236}">
                <a16:creationId xmlns:a16="http://schemas.microsoft.com/office/drawing/2014/main" id="{706984CA-DF72-4F8D-99EA-6BC1AC838129}"/>
              </a:ext>
            </a:extLst>
          </p:cNvPr>
          <p:cNvSpPr/>
          <p:nvPr/>
        </p:nvSpPr>
        <p:spPr>
          <a:xfrm>
            <a:off x="12083892" y="7486732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“she’s a nurse”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27" name="Google Shape;21827;p173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28" name="Google Shape;21828;p173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829" name="Google Shape;21829;p173"/>
          <p:cNvSpPr/>
          <p:nvPr/>
        </p:nvSpPr>
        <p:spPr>
          <a:xfrm>
            <a:off x="5752000" y="1784750"/>
            <a:ext cx="14043900" cy="7728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Classifier-free guidance weights over two conditional inputs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830" name="Google Shape;21830;p1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728550" y="2687436"/>
            <a:ext cx="9950700" cy="10853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1" name="Google Shape;21831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2" name="Google Shape;21832;p1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20602" y="5412900"/>
            <a:ext cx="4155923" cy="54027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1834" name="Google Shape;21834;p173"/>
          <p:cNvCxnSpPr>
            <a:stCxn id="21832" idx="3"/>
            <a:endCxn id="21830" idx="1"/>
          </p:cNvCxnSpPr>
          <p:nvPr/>
        </p:nvCxnSpPr>
        <p:spPr>
          <a:xfrm>
            <a:off x="7676525" y="8114250"/>
            <a:ext cx="4052100" cy="0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468BB5EE-400B-40CB-AD71-E3F592E186A6}"/>
              </a:ext>
            </a:extLst>
          </p:cNvPr>
          <p:cNvSpPr/>
          <p:nvPr/>
        </p:nvSpPr>
        <p:spPr>
          <a:xfrm>
            <a:off x="7770558" y="6858000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cyborg”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9" name="Google Shape;21839;p174"/>
          <p:cNvSpPr txBox="1"/>
          <p:nvPr/>
        </p:nvSpPr>
        <p:spPr>
          <a:xfrm>
            <a:off x="469325" y="562925"/>
            <a:ext cx="11545200" cy="10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5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Conclusions</a:t>
            </a:r>
            <a:endParaRPr sz="700"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40" name="Google Shape;21840;p174"/>
          <p:cNvCxnSpPr/>
          <p:nvPr/>
        </p:nvCxnSpPr>
        <p:spPr>
          <a:xfrm rot="10800000" flipH="1">
            <a:off x="573075" y="1701425"/>
            <a:ext cx="10860300" cy="192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841" name="Google Shape;21841;p174"/>
          <p:cNvPicPr preferRelativeResize="0"/>
          <p:nvPr/>
        </p:nvPicPr>
        <p:blipFill rotWithShape="1">
          <a:blip r:embed="rId3">
            <a:alphaModFix/>
          </a:blip>
          <a:srcRect t="6533"/>
          <a:stretch/>
        </p:blipFill>
        <p:spPr>
          <a:xfrm>
            <a:off x="11308875" y="2333096"/>
            <a:ext cx="9690501" cy="47073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42" name="Google Shape;21842;p174"/>
          <p:cNvPicPr preferRelativeResize="0"/>
          <p:nvPr/>
        </p:nvPicPr>
        <p:blipFill rotWithShape="1">
          <a:blip r:embed="rId4">
            <a:alphaModFix/>
          </a:blip>
          <a:srcRect t="7758"/>
          <a:stretch/>
        </p:blipFill>
        <p:spPr>
          <a:xfrm>
            <a:off x="11433375" y="8168640"/>
            <a:ext cx="9193546" cy="5158186"/>
          </a:xfrm>
          <a:prstGeom prst="rect">
            <a:avLst/>
          </a:prstGeom>
          <a:noFill/>
          <a:ln>
            <a:noFill/>
          </a:ln>
        </p:spPr>
      </p:pic>
      <p:sp>
        <p:nvSpPr>
          <p:cNvPr id="21843" name="Google Shape;21843;p174"/>
          <p:cNvSpPr/>
          <p:nvPr/>
        </p:nvSpPr>
        <p:spPr>
          <a:xfrm>
            <a:off x="573075" y="3095632"/>
            <a:ext cx="9491100" cy="4836600"/>
          </a:xfrm>
          <a:prstGeom prst="roundRect">
            <a:avLst>
              <a:gd name="adj" fmla="val 9396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</a:pPr>
            <a:r>
              <a:rPr lang="en-US" sz="37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Limitations:</a:t>
            </a: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7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Limited fine-tuning data</a:t>
            </a:r>
            <a:endParaRPr sz="37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7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Resolution constraints</a:t>
            </a:r>
            <a:endParaRPr sz="37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7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Difficulty with complex instructions</a:t>
            </a:r>
            <a:endParaRPr sz="37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7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Accumulated errors in sequential edits</a:t>
            </a:r>
            <a:endParaRPr sz="37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7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Biases</a:t>
            </a:r>
            <a:endParaRPr sz="37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dk2"/>
                </a:solidFill>
                <a:latin typeface="ABeeZee"/>
                <a:ea typeface="ABeeZee"/>
                <a:cs typeface="ABeeZee"/>
                <a:sym typeface="ABeeZee"/>
              </a:rPr>
              <a:t>1</a:t>
            </a:r>
            <a:endParaRPr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844" name="Google Shape;21844;p1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Google Shape;21752;p166">
            <a:extLst>
              <a:ext uri="{FF2B5EF4-FFF2-40B4-BE49-F238E27FC236}">
                <a16:creationId xmlns:a16="http://schemas.microsoft.com/office/drawing/2014/main" id="{20BD7694-C977-44F8-A50D-B98CA2844339}"/>
              </a:ext>
            </a:extLst>
          </p:cNvPr>
          <p:cNvSpPr/>
          <p:nvPr/>
        </p:nvSpPr>
        <p:spPr>
          <a:xfrm>
            <a:off x="16762887" y="1346675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doctor”</a:t>
            </a:r>
          </a:p>
        </p:txBody>
      </p:sp>
      <p:sp>
        <p:nvSpPr>
          <p:cNvPr id="9" name="Google Shape;21752;p166">
            <a:extLst>
              <a:ext uri="{FF2B5EF4-FFF2-40B4-BE49-F238E27FC236}">
                <a16:creationId xmlns:a16="http://schemas.microsoft.com/office/drawing/2014/main" id="{BD1FD02B-CB21-4932-9FCB-5E0AF28D4813}"/>
              </a:ext>
            </a:extLst>
          </p:cNvPr>
          <p:cNvSpPr/>
          <p:nvPr/>
        </p:nvSpPr>
        <p:spPr>
          <a:xfrm>
            <a:off x="16762887" y="7281513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CEO”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49" name="Google Shape;21849;p175"/>
          <p:cNvSpPr txBox="1">
            <a:spLocks noGrp="1"/>
          </p:cNvSpPr>
          <p:nvPr>
            <p:ph type="ctrTitle"/>
          </p:nvPr>
        </p:nvSpPr>
        <p:spPr>
          <a:xfrm>
            <a:off x="2294100" y="2276850"/>
            <a:ext cx="19795800" cy="3533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500"/>
              <a:t>Thanks </a:t>
            </a:r>
            <a:r>
              <a:rPr lang="en-US" sz="9500">
                <a:solidFill>
                  <a:schemeClr val="dk1"/>
                </a:solidFill>
              </a:rPr>
              <a:t>for </a:t>
            </a:r>
            <a:r>
              <a:rPr lang="en-US" sz="9500"/>
              <a:t>your attention</a:t>
            </a:r>
            <a:endParaRPr sz="9500"/>
          </a:p>
        </p:txBody>
      </p:sp>
      <p:pic>
        <p:nvPicPr>
          <p:cNvPr id="21850" name="Google Shape;21850;p175" descr="logo Sapienza (rgb)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8689900" y="0"/>
            <a:ext cx="5694102" cy="2365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1" name="Google Shape;21851;p175"/>
          <p:cNvPicPr preferRelativeResize="0"/>
          <p:nvPr/>
        </p:nvPicPr>
        <p:blipFill rotWithShape="1">
          <a:blip r:embed="rId4">
            <a:alphaModFix/>
          </a:blip>
          <a:srcRect t="6559"/>
          <a:stretch/>
        </p:blipFill>
        <p:spPr>
          <a:xfrm>
            <a:off x="12538125" y="4388700"/>
            <a:ext cx="10489075" cy="5021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4" name="Google Shape;21854;p175"/>
          <p:cNvPicPr preferRelativeResize="0"/>
          <p:nvPr/>
        </p:nvPicPr>
        <p:blipFill rotWithShape="1">
          <a:blip r:embed="rId5">
            <a:alphaModFix/>
          </a:blip>
          <a:srcRect t="5946" b="2141"/>
          <a:stretch/>
        </p:blipFill>
        <p:spPr>
          <a:xfrm>
            <a:off x="1920425" y="4424850"/>
            <a:ext cx="10617700" cy="4985425"/>
          </a:xfrm>
          <a:prstGeom prst="rect">
            <a:avLst/>
          </a:prstGeom>
          <a:noFill/>
          <a:ln>
            <a:noFill/>
          </a:ln>
        </p:spPr>
      </p:pic>
      <p:sp>
        <p:nvSpPr>
          <p:cNvPr id="21855" name="Google Shape;21855;p175"/>
          <p:cNvSpPr/>
          <p:nvPr/>
        </p:nvSpPr>
        <p:spPr>
          <a:xfrm>
            <a:off x="2979425" y="9595125"/>
            <a:ext cx="2865600" cy="10122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Daniele Sabatini</a:t>
            </a:r>
            <a:endParaRPr sz="100"/>
          </a:p>
        </p:txBody>
      </p:sp>
      <p:sp>
        <p:nvSpPr>
          <p:cNvPr id="21856" name="Google Shape;21856;p175"/>
          <p:cNvSpPr/>
          <p:nvPr/>
        </p:nvSpPr>
        <p:spPr>
          <a:xfrm>
            <a:off x="13674275" y="9595125"/>
            <a:ext cx="2865600" cy="10122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Luca</a:t>
            </a:r>
            <a:endParaRPr sz="30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Conti</a:t>
            </a:r>
            <a:endParaRPr sz="30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F9431744-B391-46EA-B9F8-6BC9F42D46EE}"/>
              </a:ext>
            </a:extLst>
          </p:cNvPr>
          <p:cNvSpPr/>
          <p:nvPr/>
        </p:nvSpPr>
        <p:spPr>
          <a:xfrm>
            <a:off x="7981842" y="9212906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“after the university”</a:t>
            </a:r>
          </a:p>
        </p:txBody>
      </p:sp>
      <p:sp>
        <p:nvSpPr>
          <p:cNvPr id="11" name="Google Shape;21752;p166">
            <a:extLst>
              <a:ext uri="{FF2B5EF4-FFF2-40B4-BE49-F238E27FC236}">
                <a16:creationId xmlns:a16="http://schemas.microsoft.com/office/drawing/2014/main" id="{EDE03E70-CFC0-41C9-9E31-4A6FCEE633E5}"/>
              </a:ext>
            </a:extLst>
          </p:cNvPr>
          <p:cNvSpPr/>
          <p:nvPr/>
        </p:nvSpPr>
        <p:spPr>
          <a:xfrm>
            <a:off x="18599541" y="9134006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“after graduated”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1" name="Google Shape;21861;p176"/>
          <p:cNvSpPr txBox="1"/>
          <p:nvPr/>
        </p:nvSpPr>
        <p:spPr>
          <a:xfrm>
            <a:off x="3049275" y="1570700"/>
            <a:ext cx="201924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References: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62" name="Google Shape;21862;p176"/>
          <p:cNvCxnSpPr/>
          <p:nvPr/>
        </p:nvCxnSpPr>
        <p:spPr>
          <a:xfrm>
            <a:off x="3231550" y="2755400"/>
            <a:ext cx="6632100" cy="99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863" name="Google Shape;21863;p176"/>
          <p:cNvSpPr txBox="1"/>
          <p:nvPr/>
        </p:nvSpPr>
        <p:spPr>
          <a:xfrm>
            <a:off x="3049275" y="3436900"/>
            <a:ext cx="19920300" cy="77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Tim Brooks, Aleksander Holynski, Alexei A. Efros. InstructPix2Pix: Learning to Follow Image Editing Instructions. arXiv:2211.09800, 2022.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https://arxiv.org/abs/2211.09800</a:t>
            </a:r>
            <a:endParaRPr sz="3800">
              <a:solidFill>
                <a:schemeClr val="lt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Amir Hertz, Ron Mokady, Jay Tenenbaum, Kfir Aberman, Yael Pritch, Daniel Cohen-Or. Prompt-to-Prompt Image Editing with Cross Attention Control. arXiv:2208.01626, 2022.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https://arxiv.org/abs/2208.01626</a:t>
            </a: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Lvmin Zhang, Maneesh Agrawala. Adding Conditional Control to Text-to-Image Diffusion Models. arXiv:2302.05543, 2023.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https://arxiv.org/abs/2302.05543</a:t>
            </a:r>
            <a:endParaRPr sz="3800">
              <a:solidFill>
                <a:schemeClr val="lt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Robin Rombach, Andreas Blattmann, Dominik Lorenz, Patrick Esser, Björn Ommer.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High-Resolution Image Synthesis with Latent Diffusion Models.</a:t>
            </a: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CVPR 2022.</a:t>
            </a: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33_DynamicLight">
  <a:themeElements>
    <a:clrScheme name="33_DynamicLight">
      <a:dk1>
        <a:srgbClr val="5E5E5E"/>
      </a:dk1>
      <a:lt1>
        <a:srgbClr val="005E00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FD932"/>
      </a:accent4>
      <a:accent5>
        <a:srgbClr val="FF644E"/>
      </a:accent5>
      <a:accent6>
        <a:srgbClr val="FF42A1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3_DynamicLight">
  <a:themeElements>
    <a:clrScheme name="33_DynamicLight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FD932"/>
      </a:accent4>
      <a:accent5>
        <a:srgbClr val="FF644E"/>
      </a:accent5>
      <a:accent6>
        <a:srgbClr val="FF42A1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204</TotalTime>
  <Words>674</Words>
  <Application>Microsoft Office PowerPoint</Application>
  <PresentationFormat>Personalizzato</PresentationFormat>
  <Paragraphs>130</Paragraphs>
  <Slides>13</Slides>
  <Notes>13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11</vt:i4>
      </vt:variant>
      <vt:variant>
        <vt:lpstr>Tema</vt:lpstr>
      </vt:variant>
      <vt:variant>
        <vt:i4>4</vt:i4>
      </vt:variant>
      <vt:variant>
        <vt:lpstr>Titoli diapositive</vt:lpstr>
      </vt:variant>
      <vt:variant>
        <vt:i4>13</vt:i4>
      </vt:variant>
    </vt:vector>
  </HeadingPairs>
  <TitlesOfParts>
    <vt:vector size="28" baseType="lpstr">
      <vt:lpstr>Roboto</vt:lpstr>
      <vt:lpstr>Roboto Condensed Light</vt:lpstr>
      <vt:lpstr>Black Han Sans</vt:lpstr>
      <vt:lpstr>PT Sans</vt:lpstr>
      <vt:lpstr>Monaspace Neon</vt:lpstr>
      <vt:lpstr>Arial</vt:lpstr>
      <vt:lpstr>Roboto Serif SemiBold</vt:lpstr>
      <vt:lpstr>Open Sans</vt:lpstr>
      <vt:lpstr>-apple-system</vt:lpstr>
      <vt:lpstr>Helvetica Neue</vt:lpstr>
      <vt:lpstr>ABeeZee</vt:lpstr>
      <vt:lpstr>33_DynamicLight</vt:lpstr>
      <vt:lpstr>Smart Home Project Proposal by Slidesgo</vt:lpstr>
      <vt:lpstr>Smart Home Project Proposal by Slidesgo</vt:lpstr>
      <vt:lpstr>Smart Home Project Proposal by Slidesgo</vt:lpstr>
      <vt:lpstr>Image Editing with  Diffusion Models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Thanks for your attention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Image Editing with  Diffusion Models</dc:title>
  <dc:creator>Asus</dc:creator>
  <cp:lastModifiedBy>Luca Conti</cp:lastModifiedBy>
  <cp:revision>18</cp:revision>
  <dcterms:modified xsi:type="dcterms:W3CDTF">2025-08-31T22:35:39Z</dcterms:modified>
</cp:coreProperties>
</file>