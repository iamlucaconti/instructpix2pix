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3.xml" ContentType="application/vnd.openxmlformats-officedocument.theme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03" r:id="rId1"/>
    <p:sldMasterId id="2147483804" r:id="rId2"/>
    <p:sldMasterId id="2147483807" r:id="rId3"/>
    <p:sldMasterId id="2147483808" r:id="rId4"/>
  </p:sldMasterIdLst>
  <p:notesMasterIdLst>
    <p:notesMasterId r:id="rId18"/>
  </p:notesMasterIdLst>
  <p:sldIdLst>
    <p:sldId id="256" r:id="rId5"/>
    <p:sldId id="257" r:id="rId6"/>
    <p:sldId id="271" r:id="rId7"/>
    <p:sldId id="278" r:id="rId8"/>
    <p:sldId id="279" r:id="rId9"/>
    <p:sldId id="262" r:id="rId10"/>
    <p:sldId id="275" r:id="rId11"/>
    <p:sldId id="276" r:id="rId12"/>
    <p:sldId id="267" r:id="rId13"/>
    <p:sldId id="266" r:id="rId14"/>
    <p:sldId id="268" r:id="rId15"/>
    <p:sldId id="269" r:id="rId16"/>
    <p:sldId id="270" r:id="rId17"/>
  </p:sldIdLst>
  <p:sldSz cx="24384000" cy="13716000"/>
  <p:notesSz cx="6858000" cy="9144000"/>
  <p:embeddedFontLst>
    <p:embeddedFont>
      <p:font typeface="Black Han Sans" panose="020B0604020202020204" charset="-127"/>
      <p:regular r:id="rId19"/>
    </p:embeddedFont>
    <p:embeddedFont>
      <p:font typeface="ABeeZee" panose="020B0604020202020204" charset="0"/>
      <p:regular r:id="rId20"/>
      <p:italic r:id="rId21"/>
    </p:embeddedFont>
    <p:embeddedFont>
      <p:font typeface="Helvetica Neue" panose="020B0604020202020204" charset="0"/>
      <p:regular r:id="rId22"/>
      <p:bold r:id="rId23"/>
      <p:italic r:id="rId24"/>
      <p:boldItalic r:id="rId25"/>
    </p:embeddedFont>
    <p:embeddedFont>
      <p:font typeface="PT Sans" panose="020B0604020202020204" charset="0"/>
      <p:regular r:id="rId26"/>
      <p:bold r:id="rId27"/>
      <p:italic r:id="rId28"/>
      <p:boldItalic r:id="rId29"/>
    </p:embeddedFont>
    <p:embeddedFont>
      <p:font typeface="Roboto" panose="020B0604020202020204" charset="0"/>
      <p:regular r:id="rId30"/>
      <p:bold r:id="rId31"/>
      <p:italic r:id="rId32"/>
      <p:boldItalic r:id="rId33"/>
    </p:embeddedFont>
    <p:embeddedFont>
      <p:font typeface="Roboto Serif SemiBold" panose="020B060402020202020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5396" autoAdjust="0"/>
  </p:normalViewPr>
  <p:slideViewPr>
    <p:cSldViewPr snapToGrid="0">
      <p:cViewPr varScale="1">
        <p:scale>
          <a:sx n="55" d="100"/>
          <a:sy n="55" d="100"/>
        </p:scale>
        <p:origin x="8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viewProps" Target="view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78" name="Google Shape;21678;g245d82b3109_1_4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79" name="Google Shape;21679;g245d82b3109_1_4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5" name="Google Shape;21685;g367a1691ac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86" name="Google Shape;21686;g367a1691ac6_0_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5" name="Google Shape;21695;g245d82b3109_1_438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96" name="Google Shape;21696;g245d82b3109_1_438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23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1" name="Google Shape;21781;g379a965766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82" name="Google Shape;21782;g379a9657664_0_4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8975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1" name="Google Shape;21781;g379a965766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82" name="Google Shape;21782;g379a9657664_0_4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39403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5" name="Google Shape;21765;g37a08733785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66" name="Google Shape;21766;g37a08733785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1" name="Google Shape;21781;g379a965766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82" name="Google Shape;21782;g379a9657664_0_4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19801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3" name="Google Shape;21793;g37a0873378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94" name="Google Shape;21794;g37a08733785_0_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201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24" name="Google Shape;21824;g379a9657664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25" name="Google Shape;21825;g379a9657664_0_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4" name="Google Shape;21814;g379a9657664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15" name="Google Shape;21815;g379a9657664_0_7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36" name="Google Shape;21836;g379a9657664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37" name="Google Shape;21837;g379a9657664_0_10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6" name="Google Shape;21846;g379a9657664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47" name="Google Shape;21847;g379a9657664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8" name="Google Shape;21858;g33d0ea3911c_0_8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9" name="Google Shape;21859;g33d0ea3911c_0_870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3.xml"/><Relationship Id="rId4" Type="http://schemas.openxmlformats.org/officeDocument/2006/relationships/hyperlink" Target="http://bit.ly/2TtBDfr" TargetMode="Externa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4.xml"/><Relationship Id="rId4" Type="http://schemas.openxmlformats.org/officeDocument/2006/relationships/hyperlink" Target="http://bit.ly/2TtBDfr" TargetMode="Externa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body" idx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2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Photo">
  <p:cSld name="Title &amp; Photo">
    <p:bg>
      <p:bgPr>
        <a:solidFill>
          <a:srgbClr val="FFFFFF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>
            <a:spLocks noGrp="1"/>
          </p:cNvSpPr>
          <p:nvPr>
            <p:ph type="pic" idx="2"/>
          </p:nvPr>
        </p:nvSpPr>
        <p:spPr>
          <a:xfrm>
            <a:off x="0" y="-1270000"/>
            <a:ext cx="24384000" cy="16272934"/>
          </a:xfrm>
          <a:prstGeom prst="rect">
            <a:avLst/>
          </a:prstGeom>
          <a:noFill/>
          <a:ln>
            <a:noFill/>
          </a:ln>
        </p:spPr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3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Photo Alt">
  <p:cSld name="Title &amp; Photo Al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>
            <a:spLocks noGrp="1"/>
          </p:cNvSpPr>
          <p:nvPr>
            <p:ph type="pic" idx="2"/>
          </p:nvPr>
        </p:nvSpPr>
        <p:spPr>
          <a:xfrm>
            <a:off x="9271000" y="1270000"/>
            <a:ext cx="16764000" cy="11176000"/>
          </a:xfrm>
          <a:prstGeom prst="rect">
            <a:avLst/>
          </a:prstGeom>
          <a:noFill/>
          <a:ln>
            <a:noFill/>
          </a:ln>
        </p:spPr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>
  <p:cSld name="Title &amp; Bulle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3"/>
          </p:nvPr>
        </p:nvSpPr>
        <p:spPr>
          <a:xfrm>
            <a:off x="9271000" y="1263848"/>
            <a:ext cx="16773843" cy="11188205"/>
          </a:xfrm>
          <a:prstGeom prst="rect">
            <a:avLst/>
          </a:prstGeom>
          <a:noFill/>
          <a:ln>
            <a:noFill/>
          </a:ln>
        </p:spPr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 b="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title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body" idx="2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/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/>
            </a:lvl2pPr>
            <a:lvl3pPr marL="1371600" lvl="2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/>
            </a:lvl3pPr>
            <a:lvl4pPr marL="1828800" lvl="3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/>
            </a:lvl4pPr>
            <a:lvl5pPr marL="2286000" lvl="4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Statem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>
            <a:spLocks noGrp="1"/>
          </p:cNvSpPr>
          <p:nvPr>
            <p:ph type="body" idx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rm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600"/>
              <a:buFont typeface="Helvetica Neue"/>
              <a:buNone/>
              <a:defRPr sz="116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Fact">
  <p:cSld name="Big Fac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body" idx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0"/>
              <a:buFont typeface="Helvetica Neue"/>
              <a:buNone/>
              <a:defRPr sz="25000" b="1"/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0"/>
              <a:buFont typeface="Helvetica Neue"/>
              <a:buNone/>
              <a:defRPr sz="25000" b="1"/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0"/>
              <a:buFont typeface="Helvetica Neue"/>
              <a:buNone/>
              <a:defRPr sz="25000" b="1"/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0"/>
              <a:buFont typeface="Helvetica Neue"/>
              <a:buNone/>
              <a:defRPr sz="25000" b="1"/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0"/>
              <a:buFont typeface="Helvetica Neue"/>
              <a:buNone/>
              <a:defRPr sz="25000" b="1"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Helvetica Neue"/>
              <a:buNone/>
              <a:defRPr sz="55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/>
            </a:lvl1pPr>
            <a:lvl2pPr marL="914400" lvl="1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2pPr>
            <a:lvl3pPr marL="1371600" lvl="2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3pPr>
            <a:lvl4pPr marL="1828800" lvl="3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4pPr>
            <a:lvl5pPr marL="2286000" lvl="4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2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6pPr>
            <a:lvl7pPr marL="3200400" lvl="6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7pPr>
            <a:lvl8pPr marL="3657600" lvl="7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8pPr>
            <a:lvl9pPr marL="4114800" lvl="8" indent="-369189" algn="l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2214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>
            <a:spLocks noGrp="1"/>
          </p:cNvSpPr>
          <p:nvPr>
            <p:ph type="pic" idx="2"/>
          </p:nvPr>
        </p:nvSpPr>
        <p:spPr>
          <a:xfrm>
            <a:off x="15417800" y="1270000"/>
            <a:ext cx="8144934" cy="54102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4"/>
          <p:cNvSpPr>
            <a:spLocks noGrp="1"/>
          </p:cNvSpPr>
          <p:nvPr>
            <p:ph type="pic" idx="3"/>
          </p:nvPr>
        </p:nvSpPr>
        <p:spPr>
          <a:xfrm>
            <a:off x="15443200" y="7086600"/>
            <a:ext cx="8138580" cy="54229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>
            <a:spLocks noGrp="1"/>
          </p:cNvSpPr>
          <p:nvPr>
            <p:ph type="pic" idx="4"/>
          </p:nvPr>
        </p:nvSpPr>
        <p:spPr>
          <a:xfrm>
            <a:off x="-124635" y="1270000"/>
            <a:ext cx="16840169" cy="11243712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bg>
      <p:bgPr>
        <a:solidFill>
          <a:srgbClr val="FFFFFF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>
            <a:spLocks noGrp="1"/>
          </p:cNvSpPr>
          <p:nvPr>
            <p:ph type="pic" idx="2"/>
          </p:nvPr>
        </p:nvSpPr>
        <p:spPr>
          <a:xfrm>
            <a:off x="0" y="-1282700"/>
            <a:ext cx="24384000" cy="162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5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>
                <a:solidFill>
                  <a:srgbClr val="000000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8"/>
          <p:cNvGrpSpPr/>
          <p:nvPr/>
        </p:nvGrpSpPr>
        <p:grpSpPr>
          <a:xfrm rot="10800000" flipH="1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77" name="Google Shape;77;p18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8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8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8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8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8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8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8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8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8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8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8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8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8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8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8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8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8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8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8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8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8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8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8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8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8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8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8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8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8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8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8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8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8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8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8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8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8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8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8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8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8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8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8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8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8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8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8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8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8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8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8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8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8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8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8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8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8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8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8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8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8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8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8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8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8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8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8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8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8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" name="Google Shape;158;p18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59" name="Google Shape;159;p18"/>
          <p:cNvSpPr txBox="1">
            <a:spLocks noGrp="1"/>
          </p:cNvSpPr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subTitle" idx="1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1" name="Google Shape;161;p18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162" name="Google Shape;162;p18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8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8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8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8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8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8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8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8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18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18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8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8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8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8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8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18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8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18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8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18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18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8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8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18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18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18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8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8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18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8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8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18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8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8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8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8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8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8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8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8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8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8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8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18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8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8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18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8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8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18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8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8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8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18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" name="Google Shape;244;p19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245" name="Google Shape;245;p19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19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19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9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9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9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19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19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9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9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9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9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9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9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9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9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9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9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9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9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9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9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9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9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9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9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19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19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9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19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19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19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19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19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19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9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9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9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9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9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" name="Google Shape;287;p19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288" name="Google Shape;288;p1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1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1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1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1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1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1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1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1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1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1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1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1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1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1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1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1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1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1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1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1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1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1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1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1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1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1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1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1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1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1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1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1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1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1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1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1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1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1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1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1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1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1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1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8" name="Google Shape;348;p1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349" name="Google Shape;349;p19"/>
          <p:cNvSpPr txBox="1">
            <a:spLocks noGrp="1"/>
          </p:cNvSpPr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350" name="Google Shape;350;p19"/>
          <p:cNvSpPr txBox="1">
            <a:spLocks noGrp="1"/>
          </p:cNvSpPr>
          <p:nvPr>
            <p:ph type="title" idx="2" hasCustomPrompt="1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51" name="Google Shape;351;p19"/>
          <p:cNvSpPr txBox="1">
            <a:spLocks noGrp="1"/>
          </p:cNvSpPr>
          <p:nvPr>
            <p:ph type="subTitle" idx="1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oogle Shape;353;p20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354" name="Google Shape;354;p20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0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0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0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0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0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0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0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0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0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0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0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0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0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0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0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0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0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0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0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0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20"/>
          <p:cNvGrpSpPr/>
          <p:nvPr/>
        </p:nvGrpSpPr>
        <p:grpSpPr>
          <a:xfrm rot="10800000" flipH="1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377" name="Google Shape;377;p20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0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0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0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0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0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0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0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0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0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0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0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0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0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0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20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400" name="Google Shape;400;p20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0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0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0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0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0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0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0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0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0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0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0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0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0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0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0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0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0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0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0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0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0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0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0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0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0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0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0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0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0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0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0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0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0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0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0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0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0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0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0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0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0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" name="Google Shape;442;p20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20"/>
          <p:cNvSpPr txBox="1">
            <a:spLocks noGrp="1"/>
          </p:cNvSpPr>
          <p:nvPr>
            <p:ph type="body" idx="1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431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marL="914400" lvl="1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43180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5" name="Google Shape;445;p21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446" name="Google Shape;446;p21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1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1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1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1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1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1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1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1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1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1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1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1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1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1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1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1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1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1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" name="Google Shape;465;p21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466" name="Google Shape;466;p21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1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1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1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1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1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1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1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1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1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1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1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1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1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1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1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1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1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1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21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86" name="Google Shape;486;p21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1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1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1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1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1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1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1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1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1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1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1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1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1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1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1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1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1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1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1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1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1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1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1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1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1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1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1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1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1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1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1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1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1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1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" name="Google Shape;523;p21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524" name="Google Shape;524;p21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1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1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1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1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1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1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1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1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1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1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1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1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1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1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1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1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1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1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1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1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1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1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1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1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1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1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1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1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1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1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1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1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1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1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1" name="Google Shape;561;p21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562" name="Google Shape;562;p21"/>
          <p:cNvSpPr txBox="1">
            <a:spLocks noGrp="1"/>
          </p:cNvSpPr>
          <p:nvPr>
            <p:ph type="title" idx="2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563" name="Google Shape;563;p21"/>
          <p:cNvSpPr txBox="1">
            <a:spLocks noGrp="1"/>
          </p:cNvSpPr>
          <p:nvPr>
            <p:ph type="title" idx="3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21"/>
          <p:cNvSpPr txBox="1">
            <a:spLocks noGrp="1"/>
          </p:cNvSpPr>
          <p:nvPr>
            <p:ph type="subTitle" idx="1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  <p:sp>
        <p:nvSpPr>
          <p:cNvPr id="565" name="Google Shape;565;p21"/>
          <p:cNvSpPr txBox="1">
            <a:spLocks noGrp="1"/>
          </p:cNvSpPr>
          <p:nvPr>
            <p:ph type="subTitle" idx="4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" name="Google Shape;567;p22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568" name="Google Shape;568;p2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8" name="Google Shape;628;p22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629" name="Google Shape;629;p2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2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2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2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2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2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9" name="Google Shape;689;p22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690" name="Google Shape;690;p22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2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2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2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2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22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2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2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2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2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2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2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2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2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2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2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2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2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2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2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2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2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2" name="Google Shape;712;p22"/>
          <p:cNvGrpSpPr/>
          <p:nvPr/>
        </p:nvGrpSpPr>
        <p:grpSpPr>
          <a:xfrm rot="10800000" flipH="1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713" name="Google Shape;713;p22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2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2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22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2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2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2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2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2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2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2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2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2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2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2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2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2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22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22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2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22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22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5" name="Google Shape;735;p22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" name="Google Shape;737;p23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738" name="Google Shape;738;p23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3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3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3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3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3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3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3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23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23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3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3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3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3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3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3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3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3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3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3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3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3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3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3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3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3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3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3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3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3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3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3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3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3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3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3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3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23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23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23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23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23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23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3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3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3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3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3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3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3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3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3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3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3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3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3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3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3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3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3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3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3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3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3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3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3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3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3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3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3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3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3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23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3" name="Google Shape;813;p23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814" name="Google Shape;814;p23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3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3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3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3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3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3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3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3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3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3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3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3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3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3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3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3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3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3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3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3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3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3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3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3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3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3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3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3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3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3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3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3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3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3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3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3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3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3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3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3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3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3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3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3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3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3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3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3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3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3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3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3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3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3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3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3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3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3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3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3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3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23"/>
          <p:cNvSpPr txBox="1">
            <a:spLocks noGrp="1"/>
          </p:cNvSpPr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877" name="Google Shape;877;p23"/>
          <p:cNvSpPr txBox="1">
            <a:spLocks noGrp="1"/>
          </p:cNvSpPr>
          <p:nvPr>
            <p:ph type="subTitle" idx="1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9" name="Google Shape;879;p24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880" name="Google Shape;880;p24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4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4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4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4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4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24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24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24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24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4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4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4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24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24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4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4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4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4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4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4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4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4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4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4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4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4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4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4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4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4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4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4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24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24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24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24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24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24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24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24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24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24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24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24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24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24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24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4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4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4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4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4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4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4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4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4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4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4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4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0" name="Google Shape;940;p24"/>
          <p:cNvGrpSpPr/>
          <p:nvPr/>
        </p:nvGrpSpPr>
        <p:grpSpPr>
          <a:xfrm rot="10800000" flipH="1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941" name="Google Shape;941;p24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4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4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4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4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4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4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4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4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4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4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24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24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24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24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24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24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24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24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24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24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24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24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4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24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24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24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24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24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24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24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24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24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24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24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24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24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24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24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24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4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24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24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24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24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24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24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24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24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24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24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24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24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24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24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24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24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4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4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24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" name="Google Shape;1001;p24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1002" name="Google Shape;1002;p24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24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24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24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24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4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4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4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4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4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4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4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24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4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4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24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24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4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4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4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4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4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4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4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4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4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4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4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4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4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4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4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4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4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4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4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4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4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4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4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4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4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4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4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4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4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4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4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4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4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4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4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4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4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4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4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4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4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3" name="Google Shape;1063;p24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1064" name="Google Shape;1064;p24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4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4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4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4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4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4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4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4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4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4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4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4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4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24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24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4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4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4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4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24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24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4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4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4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4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4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4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4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4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4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24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24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24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24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24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4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24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24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24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24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24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24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24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4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4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4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4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24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24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24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24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4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4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24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24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4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24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4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5" name="Google Shape;1125;p2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126" name="Google Shape;1126;p24"/>
          <p:cNvSpPr txBox="1">
            <a:spLocks noGrp="1"/>
          </p:cNvSpPr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8" name="Google Shape;1128;p25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1129" name="Google Shape;1129;p25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25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5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5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25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25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5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5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25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5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25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25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5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25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25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25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25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25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25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25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25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25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5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25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25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5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25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25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25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25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5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25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25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25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25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5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25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25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5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5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5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25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25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5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5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5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25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25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5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5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25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5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5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5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" name="Google Shape;1183;p25"/>
          <p:cNvGrpSpPr/>
          <p:nvPr/>
        </p:nvGrpSpPr>
        <p:grpSpPr>
          <a:xfrm flipH="1">
            <a:off x="94" y="6692326"/>
            <a:ext cx="9769102" cy="7023472"/>
            <a:chOff x="-66598" y="5832282"/>
            <a:chExt cx="2812790" cy="2022249"/>
          </a:xfrm>
        </p:grpSpPr>
        <p:sp>
          <p:nvSpPr>
            <p:cNvPr id="1184" name="Google Shape;1184;p25"/>
            <p:cNvSpPr/>
            <p:nvPr/>
          </p:nvSpPr>
          <p:spPr>
            <a:xfrm>
              <a:off x="328475" y="7378484"/>
              <a:ext cx="465911" cy="321630"/>
            </a:xfrm>
            <a:custGeom>
              <a:avLst/>
              <a:gdLst/>
              <a:ahLst/>
              <a:cxnLst/>
              <a:rect l="l" t="t" r="r" b="b"/>
              <a:pathLst>
                <a:path w="8228" h="5680" extrusionOk="0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25"/>
            <p:cNvSpPr/>
            <p:nvPr/>
          </p:nvSpPr>
          <p:spPr>
            <a:xfrm>
              <a:off x="89800" y="7701417"/>
              <a:ext cx="239411" cy="152435"/>
            </a:xfrm>
            <a:custGeom>
              <a:avLst/>
              <a:gdLst/>
              <a:ahLst/>
              <a:cxnLst/>
              <a:rect l="l" t="t" r="r" b="b"/>
              <a:pathLst>
                <a:path w="4228" h="2692" extrusionOk="0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25"/>
            <p:cNvSpPr/>
            <p:nvPr/>
          </p:nvSpPr>
          <p:spPr>
            <a:xfrm>
              <a:off x="-35568" y="7531542"/>
              <a:ext cx="118007" cy="322310"/>
            </a:xfrm>
            <a:custGeom>
              <a:avLst/>
              <a:gdLst/>
              <a:ahLst/>
              <a:cxnLst/>
              <a:rect l="l" t="t" r="r" b="b"/>
              <a:pathLst>
                <a:path w="2084" h="5692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25"/>
            <p:cNvSpPr/>
            <p:nvPr/>
          </p:nvSpPr>
          <p:spPr>
            <a:xfrm>
              <a:off x="575246" y="7832220"/>
              <a:ext cx="24292" cy="21631"/>
            </a:xfrm>
            <a:custGeom>
              <a:avLst/>
              <a:gdLst/>
              <a:ahLst/>
              <a:cxnLst/>
              <a:rect l="l" t="t" r="r" b="b"/>
              <a:pathLst>
                <a:path w="429" h="382" extrusionOk="0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25"/>
            <p:cNvSpPr/>
            <p:nvPr/>
          </p:nvSpPr>
          <p:spPr>
            <a:xfrm>
              <a:off x="599482" y="7389923"/>
              <a:ext cx="210418" cy="434257"/>
            </a:xfrm>
            <a:custGeom>
              <a:avLst/>
              <a:gdLst/>
              <a:ahLst/>
              <a:cxnLst/>
              <a:rect l="l" t="t" r="r" b="b"/>
              <a:pathLst>
                <a:path w="3716" h="7669" extrusionOk="0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25"/>
            <p:cNvSpPr/>
            <p:nvPr/>
          </p:nvSpPr>
          <p:spPr>
            <a:xfrm>
              <a:off x="1393704" y="7282052"/>
              <a:ext cx="232672" cy="310192"/>
            </a:xfrm>
            <a:custGeom>
              <a:avLst/>
              <a:gdLst/>
              <a:ahLst/>
              <a:cxnLst/>
              <a:rect l="l" t="t" r="r" b="b"/>
              <a:pathLst>
                <a:path w="4109" h="5478" extrusionOk="0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25"/>
            <p:cNvSpPr/>
            <p:nvPr/>
          </p:nvSpPr>
          <p:spPr>
            <a:xfrm>
              <a:off x="1235267" y="7601643"/>
              <a:ext cx="156455" cy="219818"/>
            </a:xfrm>
            <a:custGeom>
              <a:avLst/>
              <a:gdLst/>
              <a:ahLst/>
              <a:cxnLst/>
              <a:rect l="l" t="t" r="r" b="b"/>
              <a:pathLst>
                <a:path w="2763" h="3882" extrusionOk="0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25"/>
            <p:cNvSpPr/>
            <p:nvPr/>
          </p:nvSpPr>
          <p:spPr>
            <a:xfrm>
              <a:off x="1202878" y="7822085"/>
              <a:ext cx="33805" cy="31767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25"/>
            <p:cNvSpPr/>
            <p:nvPr/>
          </p:nvSpPr>
          <p:spPr>
            <a:xfrm>
              <a:off x="-34888" y="7524803"/>
              <a:ext cx="703226" cy="329727"/>
            </a:xfrm>
            <a:custGeom>
              <a:avLst/>
              <a:gdLst/>
              <a:ahLst/>
              <a:cxnLst/>
              <a:rect l="l" t="t" r="r" b="b"/>
              <a:pathLst>
                <a:path w="12419" h="5823" extrusionOk="0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25"/>
            <p:cNvSpPr/>
            <p:nvPr/>
          </p:nvSpPr>
          <p:spPr>
            <a:xfrm>
              <a:off x="798405" y="7337431"/>
              <a:ext cx="20272" cy="11438"/>
            </a:xfrm>
            <a:custGeom>
              <a:avLst/>
              <a:gdLst/>
              <a:ahLst/>
              <a:cxnLst/>
              <a:rect l="l" t="t" r="r" b="b"/>
              <a:pathLst>
                <a:path w="358" h="202" extrusionOk="0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25"/>
            <p:cNvSpPr/>
            <p:nvPr/>
          </p:nvSpPr>
          <p:spPr>
            <a:xfrm>
              <a:off x="834815" y="7387261"/>
              <a:ext cx="442298" cy="466590"/>
            </a:xfrm>
            <a:custGeom>
              <a:avLst/>
              <a:gdLst/>
              <a:ahLst/>
              <a:cxnLst/>
              <a:rect l="l" t="t" r="r" b="b"/>
              <a:pathLst>
                <a:path w="7811" h="8240" extrusionOk="0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25"/>
            <p:cNvSpPr/>
            <p:nvPr/>
          </p:nvSpPr>
          <p:spPr>
            <a:xfrm>
              <a:off x="1934416" y="7528144"/>
              <a:ext cx="287938" cy="286579"/>
            </a:xfrm>
            <a:custGeom>
              <a:avLst/>
              <a:gdLst/>
              <a:ahLst/>
              <a:cxnLst/>
              <a:rect l="l" t="t" r="r" b="b"/>
              <a:pathLst>
                <a:path w="5085" h="5061" extrusionOk="0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25"/>
            <p:cNvSpPr/>
            <p:nvPr/>
          </p:nvSpPr>
          <p:spPr>
            <a:xfrm>
              <a:off x="1662729" y="7275993"/>
              <a:ext cx="258267" cy="259626"/>
            </a:xfrm>
            <a:custGeom>
              <a:avLst/>
              <a:gdLst/>
              <a:ahLst/>
              <a:cxnLst/>
              <a:rect l="l" t="t" r="r" b="b"/>
              <a:pathLst>
                <a:path w="4561" h="4585" extrusionOk="0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25"/>
            <p:cNvSpPr/>
            <p:nvPr/>
          </p:nvSpPr>
          <p:spPr>
            <a:xfrm>
              <a:off x="1407181" y="7591508"/>
              <a:ext cx="482105" cy="202321"/>
            </a:xfrm>
            <a:custGeom>
              <a:avLst/>
              <a:gdLst/>
              <a:ahLst/>
              <a:cxnLst/>
              <a:rect l="l" t="t" r="r" b="b"/>
              <a:pathLst>
                <a:path w="8514" h="3573" extrusionOk="0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25"/>
            <p:cNvSpPr/>
            <p:nvPr/>
          </p:nvSpPr>
          <p:spPr>
            <a:xfrm>
              <a:off x="834815" y="7373784"/>
              <a:ext cx="567043" cy="225877"/>
            </a:xfrm>
            <a:custGeom>
              <a:avLst/>
              <a:gdLst/>
              <a:ahLst/>
              <a:cxnLst/>
              <a:rect l="l" t="t" r="r" b="b"/>
              <a:pathLst>
                <a:path w="10014" h="3989" extrusionOk="0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25"/>
            <p:cNvSpPr/>
            <p:nvPr/>
          </p:nvSpPr>
          <p:spPr>
            <a:xfrm>
              <a:off x="836797" y="7252437"/>
              <a:ext cx="767325" cy="121404"/>
            </a:xfrm>
            <a:custGeom>
              <a:avLst/>
              <a:gdLst/>
              <a:ahLst/>
              <a:cxnLst/>
              <a:rect l="l" t="t" r="r" b="b"/>
              <a:pathLst>
                <a:path w="13551" h="2144" extrusionOk="0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25"/>
            <p:cNvSpPr/>
            <p:nvPr/>
          </p:nvSpPr>
          <p:spPr>
            <a:xfrm>
              <a:off x="821339" y="5892588"/>
              <a:ext cx="1182556" cy="1463700"/>
            </a:xfrm>
            <a:custGeom>
              <a:avLst/>
              <a:gdLst/>
              <a:ahLst/>
              <a:cxnLst/>
              <a:rect l="l" t="t" r="r" b="b"/>
              <a:pathLst>
                <a:path w="20884" h="25849" extrusionOk="0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25"/>
            <p:cNvSpPr/>
            <p:nvPr/>
          </p:nvSpPr>
          <p:spPr>
            <a:xfrm>
              <a:off x="1651235" y="6707648"/>
              <a:ext cx="294676" cy="521913"/>
            </a:xfrm>
            <a:custGeom>
              <a:avLst/>
              <a:gdLst/>
              <a:ahLst/>
              <a:cxnLst/>
              <a:rect l="l" t="t" r="r" b="b"/>
              <a:pathLst>
                <a:path w="5204" h="9217" extrusionOk="0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5"/>
            <p:cNvSpPr/>
            <p:nvPr/>
          </p:nvSpPr>
          <p:spPr>
            <a:xfrm>
              <a:off x="1946534" y="7353569"/>
              <a:ext cx="2775" cy="4757"/>
            </a:xfrm>
            <a:custGeom>
              <a:avLst/>
              <a:gdLst/>
              <a:ahLst/>
              <a:cxnLst/>
              <a:rect l="l" t="t" r="r" b="b"/>
              <a:pathLst>
                <a:path w="49" h="84" extrusionOk="0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5"/>
            <p:cNvSpPr/>
            <p:nvPr/>
          </p:nvSpPr>
          <p:spPr>
            <a:xfrm>
              <a:off x="1900668" y="7369707"/>
              <a:ext cx="47282" cy="399886"/>
            </a:xfrm>
            <a:custGeom>
              <a:avLst/>
              <a:gdLst/>
              <a:ahLst/>
              <a:cxnLst/>
              <a:rect l="l" t="t" r="r" b="b"/>
              <a:pathLst>
                <a:path w="835" h="7062" extrusionOk="0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5"/>
            <p:cNvSpPr/>
            <p:nvPr/>
          </p:nvSpPr>
          <p:spPr>
            <a:xfrm>
              <a:off x="1934416" y="6716425"/>
              <a:ext cx="62740" cy="623045"/>
            </a:xfrm>
            <a:custGeom>
              <a:avLst/>
              <a:gdLst/>
              <a:ahLst/>
              <a:cxnLst/>
              <a:rect l="l" t="t" r="r" b="b"/>
              <a:pathLst>
                <a:path w="1108" h="11003" extrusionOk="0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5"/>
            <p:cNvSpPr/>
            <p:nvPr/>
          </p:nvSpPr>
          <p:spPr>
            <a:xfrm>
              <a:off x="1672809" y="7259175"/>
              <a:ext cx="608209" cy="233974"/>
            </a:xfrm>
            <a:custGeom>
              <a:avLst/>
              <a:gdLst/>
              <a:ahLst/>
              <a:cxnLst/>
              <a:rect l="l" t="t" r="r" b="b"/>
              <a:pathLst>
                <a:path w="10741" h="4132" extrusionOk="0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5"/>
            <p:cNvSpPr/>
            <p:nvPr/>
          </p:nvSpPr>
          <p:spPr>
            <a:xfrm>
              <a:off x="2290361" y="7488393"/>
              <a:ext cx="302774" cy="365458"/>
            </a:xfrm>
            <a:custGeom>
              <a:avLst/>
              <a:gdLst/>
              <a:ahLst/>
              <a:cxnLst/>
              <a:rect l="l" t="t" r="r" b="b"/>
              <a:pathLst>
                <a:path w="5347" h="6454" extrusionOk="0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5"/>
            <p:cNvSpPr/>
            <p:nvPr/>
          </p:nvSpPr>
          <p:spPr>
            <a:xfrm>
              <a:off x="2240474" y="7486355"/>
              <a:ext cx="51302" cy="314892"/>
            </a:xfrm>
            <a:custGeom>
              <a:avLst/>
              <a:gdLst/>
              <a:ahLst/>
              <a:cxnLst/>
              <a:rect l="l" t="t" r="r" b="b"/>
              <a:pathLst>
                <a:path w="906" h="5561" extrusionOk="0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5"/>
            <p:cNvSpPr/>
            <p:nvPr/>
          </p:nvSpPr>
          <p:spPr>
            <a:xfrm>
              <a:off x="2543871" y="7110138"/>
              <a:ext cx="202321" cy="177406"/>
            </a:xfrm>
            <a:custGeom>
              <a:avLst/>
              <a:gdLst/>
              <a:ahLst/>
              <a:cxnLst/>
              <a:rect l="l" t="t" r="r" b="b"/>
              <a:pathLst>
                <a:path w="3573" h="3133" extrusionOk="0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5"/>
            <p:cNvSpPr/>
            <p:nvPr/>
          </p:nvSpPr>
          <p:spPr>
            <a:xfrm>
              <a:off x="2277564" y="7280750"/>
              <a:ext cx="260305" cy="214496"/>
            </a:xfrm>
            <a:custGeom>
              <a:avLst/>
              <a:gdLst/>
              <a:ahLst/>
              <a:cxnLst/>
              <a:rect l="l" t="t" r="r" b="b"/>
              <a:pathLst>
                <a:path w="4597" h="3788" extrusionOk="0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5"/>
            <p:cNvSpPr/>
            <p:nvPr/>
          </p:nvSpPr>
          <p:spPr>
            <a:xfrm>
              <a:off x="2341607" y="6704307"/>
              <a:ext cx="8833" cy="5436"/>
            </a:xfrm>
            <a:custGeom>
              <a:avLst/>
              <a:gdLst/>
              <a:ahLst/>
              <a:cxnLst/>
              <a:rect l="l" t="t" r="r" b="b"/>
              <a:pathLst>
                <a:path w="156" h="96" extrusionOk="0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5"/>
            <p:cNvSpPr/>
            <p:nvPr/>
          </p:nvSpPr>
          <p:spPr>
            <a:xfrm>
              <a:off x="2368560" y="6806798"/>
              <a:ext cx="377632" cy="1047053"/>
            </a:xfrm>
            <a:custGeom>
              <a:avLst/>
              <a:gdLst/>
              <a:ahLst/>
              <a:cxnLst/>
              <a:rect l="l" t="t" r="r" b="b"/>
              <a:pathLst>
                <a:path w="6669" h="18491" extrusionOk="0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5"/>
            <p:cNvSpPr/>
            <p:nvPr/>
          </p:nvSpPr>
          <p:spPr>
            <a:xfrm>
              <a:off x="1969467" y="5905385"/>
              <a:ext cx="60702" cy="666136"/>
            </a:xfrm>
            <a:custGeom>
              <a:avLst/>
              <a:gdLst/>
              <a:ahLst/>
              <a:cxnLst/>
              <a:rect l="l" t="t" r="r" b="b"/>
              <a:pathLst>
                <a:path w="1072" h="11764" extrusionOk="0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5"/>
            <p:cNvSpPr/>
            <p:nvPr/>
          </p:nvSpPr>
          <p:spPr>
            <a:xfrm>
              <a:off x="2030112" y="5901987"/>
              <a:ext cx="313589" cy="814494"/>
            </a:xfrm>
            <a:custGeom>
              <a:avLst/>
              <a:gdLst/>
              <a:ahLst/>
              <a:cxnLst/>
              <a:rect l="l" t="t" r="r" b="b"/>
              <a:pathLst>
                <a:path w="5538" h="14384" extrusionOk="0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25"/>
            <p:cNvSpPr/>
            <p:nvPr/>
          </p:nvSpPr>
          <p:spPr>
            <a:xfrm>
              <a:off x="2396250" y="6781827"/>
              <a:ext cx="349942" cy="147055"/>
            </a:xfrm>
            <a:custGeom>
              <a:avLst/>
              <a:gdLst/>
              <a:ahLst/>
              <a:cxnLst/>
              <a:rect l="l" t="t" r="r" b="b"/>
              <a:pathLst>
                <a:path w="6180" h="2597" extrusionOk="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25"/>
            <p:cNvSpPr/>
            <p:nvPr/>
          </p:nvSpPr>
          <p:spPr>
            <a:xfrm>
              <a:off x="2046987" y="6647003"/>
              <a:ext cx="260305" cy="114666"/>
            </a:xfrm>
            <a:custGeom>
              <a:avLst/>
              <a:gdLst/>
              <a:ahLst/>
              <a:cxnLst/>
              <a:rect l="l" t="t" r="r" b="b"/>
              <a:pathLst>
                <a:path w="4597" h="2025" extrusionOk="0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5"/>
            <p:cNvSpPr/>
            <p:nvPr/>
          </p:nvSpPr>
          <p:spPr>
            <a:xfrm>
              <a:off x="2036907" y="5890549"/>
              <a:ext cx="708605" cy="894732"/>
            </a:xfrm>
            <a:custGeom>
              <a:avLst/>
              <a:gdLst/>
              <a:ahLst/>
              <a:cxnLst/>
              <a:rect l="l" t="t" r="r" b="b"/>
              <a:pathLst>
                <a:path w="12514" h="15801" extrusionOk="0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5"/>
            <p:cNvSpPr/>
            <p:nvPr/>
          </p:nvSpPr>
          <p:spPr>
            <a:xfrm>
              <a:off x="2303838" y="6708611"/>
              <a:ext cx="106625" cy="106398"/>
            </a:xfrm>
            <a:custGeom>
              <a:avLst/>
              <a:gdLst/>
              <a:ahLst/>
              <a:cxnLst/>
              <a:rect l="l" t="t" r="r" b="b"/>
              <a:pathLst>
                <a:path w="1883" h="1879" extrusionOk="0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25"/>
            <p:cNvSpPr/>
            <p:nvPr/>
          </p:nvSpPr>
          <p:spPr>
            <a:xfrm>
              <a:off x="1889909" y="6570785"/>
              <a:ext cx="158493" cy="149773"/>
            </a:xfrm>
            <a:custGeom>
              <a:avLst/>
              <a:gdLst/>
              <a:ahLst/>
              <a:cxnLst/>
              <a:rect l="l" t="t" r="r" b="b"/>
              <a:pathLst>
                <a:path w="2799" h="2645" extrusionOk="0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25"/>
            <p:cNvSpPr/>
            <p:nvPr/>
          </p:nvSpPr>
          <p:spPr>
            <a:xfrm>
              <a:off x="-66598" y="7476899"/>
              <a:ext cx="58041" cy="54530"/>
            </a:xfrm>
            <a:custGeom>
              <a:avLst/>
              <a:gdLst/>
              <a:ahLst/>
              <a:cxnLst/>
              <a:rect l="l" t="t" r="r" b="b"/>
              <a:pathLst>
                <a:path w="1025" h="963" extrusionOk="0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25"/>
            <p:cNvSpPr/>
            <p:nvPr/>
          </p:nvSpPr>
          <p:spPr>
            <a:xfrm>
              <a:off x="2202705" y="7797170"/>
              <a:ext cx="77633" cy="55323"/>
            </a:xfrm>
            <a:custGeom>
              <a:avLst/>
              <a:gdLst/>
              <a:ahLst/>
              <a:cxnLst/>
              <a:rect l="l" t="t" r="r" b="b"/>
              <a:pathLst>
                <a:path w="1371" h="977" extrusionOk="0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5"/>
            <p:cNvSpPr/>
            <p:nvPr/>
          </p:nvSpPr>
          <p:spPr>
            <a:xfrm>
              <a:off x="1603386" y="7218858"/>
              <a:ext cx="73556" cy="75255"/>
            </a:xfrm>
            <a:custGeom>
              <a:avLst/>
              <a:gdLst/>
              <a:ahLst/>
              <a:cxnLst/>
              <a:rect l="l" t="t" r="r" b="b"/>
              <a:pathLst>
                <a:path w="1299" h="1329" extrusionOk="0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5"/>
            <p:cNvSpPr/>
            <p:nvPr/>
          </p:nvSpPr>
          <p:spPr>
            <a:xfrm>
              <a:off x="1883850" y="7767045"/>
              <a:ext cx="56682" cy="53397"/>
            </a:xfrm>
            <a:custGeom>
              <a:avLst/>
              <a:gdLst/>
              <a:ahLst/>
              <a:cxnLst/>
              <a:rect l="l" t="t" r="r" b="b"/>
              <a:pathLst>
                <a:path w="1001" h="943" extrusionOk="0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5"/>
            <p:cNvSpPr/>
            <p:nvPr/>
          </p:nvSpPr>
          <p:spPr>
            <a:xfrm>
              <a:off x="2154857" y="7293887"/>
              <a:ext cx="58720" cy="53511"/>
            </a:xfrm>
            <a:custGeom>
              <a:avLst/>
              <a:gdLst/>
              <a:ahLst/>
              <a:cxnLst/>
              <a:rect l="l" t="t" r="r" b="b"/>
              <a:pathLst>
                <a:path w="1037" h="945" extrusionOk="0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5"/>
            <p:cNvSpPr/>
            <p:nvPr/>
          </p:nvSpPr>
          <p:spPr>
            <a:xfrm>
              <a:off x="784929" y="7344453"/>
              <a:ext cx="55323" cy="53284"/>
            </a:xfrm>
            <a:custGeom>
              <a:avLst/>
              <a:gdLst/>
              <a:ahLst/>
              <a:cxnLst/>
              <a:rect l="l" t="t" r="r" b="b"/>
              <a:pathLst>
                <a:path w="977" h="941" extrusionOk="0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5"/>
            <p:cNvSpPr/>
            <p:nvPr/>
          </p:nvSpPr>
          <p:spPr>
            <a:xfrm>
              <a:off x="1977564" y="5832282"/>
              <a:ext cx="80917" cy="74349"/>
            </a:xfrm>
            <a:custGeom>
              <a:avLst/>
              <a:gdLst/>
              <a:ahLst/>
              <a:cxnLst/>
              <a:rect l="l" t="t" r="r" b="b"/>
              <a:pathLst>
                <a:path w="1429" h="1313" extrusionOk="0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5"/>
            <p:cNvSpPr/>
            <p:nvPr/>
          </p:nvSpPr>
          <p:spPr>
            <a:xfrm>
              <a:off x="1920260" y="7329900"/>
              <a:ext cx="31031" cy="30691"/>
            </a:xfrm>
            <a:custGeom>
              <a:avLst/>
              <a:gdLst/>
              <a:ahLst/>
              <a:cxnLst/>
              <a:rect l="l" t="t" r="r" b="b"/>
              <a:pathLst>
                <a:path w="548" h="542" extrusionOk="0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5"/>
            <p:cNvSpPr/>
            <p:nvPr/>
          </p:nvSpPr>
          <p:spPr>
            <a:xfrm>
              <a:off x="1382889" y="7588846"/>
              <a:ext cx="31767" cy="30408"/>
            </a:xfrm>
            <a:custGeom>
              <a:avLst/>
              <a:gdLst/>
              <a:ahLst/>
              <a:cxnLst/>
              <a:rect l="l" t="t" r="r" b="b"/>
              <a:pathLst>
                <a:path w="561" h="537" extrusionOk="0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5"/>
            <p:cNvSpPr/>
            <p:nvPr/>
          </p:nvSpPr>
          <p:spPr>
            <a:xfrm>
              <a:off x="1662729" y="7700511"/>
              <a:ext cx="31031" cy="31030"/>
            </a:xfrm>
            <a:custGeom>
              <a:avLst/>
              <a:gdLst/>
              <a:ahLst/>
              <a:cxnLst/>
              <a:rect l="l" t="t" r="r" b="b"/>
              <a:pathLst>
                <a:path w="548" h="548" extrusionOk="0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5"/>
            <p:cNvSpPr/>
            <p:nvPr/>
          </p:nvSpPr>
          <p:spPr>
            <a:xfrm>
              <a:off x="577908" y="7790828"/>
              <a:ext cx="33805" cy="30521"/>
            </a:xfrm>
            <a:custGeom>
              <a:avLst/>
              <a:gdLst/>
              <a:ahLst/>
              <a:cxnLst/>
              <a:rect l="l" t="t" r="r" b="b"/>
              <a:pathLst>
                <a:path w="597" h="539" extrusionOk="0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5"/>
            <p:cNvSpPr/>
            <p:nvPr/>
          </p:nvSpPr>
          <p:spPr>
            <a:xfrm>
              <a:off x="376323" y="7697170"/>
              <a:ext cx="33126" cy="31030"/>
            </a:xfrm>
            <a:custGeom>
              <a:avLst/>
              <a:gdLst/>
              <a:ahLst/>
              <a:cxnLst/>
              <a:rect l="l" t="t" r="r" b="b"/>
              <a:pathLst>
                <a:path w="585" h="548" extrusionOk="0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31" name="Google Shape;1231;p2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232" name="Google Shape;1232;p25"/>
          <p:cNvSpPr txBox="1">
            <a:spLocks noGrp="1"/>
          </p:cNvSpPr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1233" name="Google Shape;1233;p25"/>
          <p:cNvSpPr txBox="1">
            <a:spLocks noGrp="1"/>
          </p:cNvSpPr>
          <p:nvPr>
            <p:ph type="subTitle" idx="1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5" name="Google Shape;1235;p26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1236" name="Google Shape;1236;p26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6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6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6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6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6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6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6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6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6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6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6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6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26"/>
            <p:cNvSpPr/>
            <p:nvPr/>
          </p:nvSpPr>
          <p:spPr>
            <a:xfrm>
              <a:off x="2238075" y="1147600"/>
              <a:ext cx="52100" cy="36625"/>
            </a:xfrm>
            <a:custGeom>
              <a:avLst/>
              <a:gdLst/>
              <a:ahLst/>
              <a:cxnLst/>
              <a:rect l="l" t="t" r="r" b="b"/>
              <a:pathLst>
                <a:path w="2084" h="1465" extrusionOk="0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26"/>
            <p:cNvSpPr/>
            <p:nvPr/>
          </p:nvSpPr>
          <p:spPr>
            <a:xfrm>
              <a:off x="2285400" y="1148200"/>
              <a:ext cx="114625" cy="37225"/>
            </a:xfrm>
            <a:custGeom>
              <a:avLst/>
              <a:gdLst/>
              <a:ahLst/>
              <a:cxnLst/>
              <a:rect l="l" t="t" r="r" b="b"/>
              <a:pathLst>
                <a:path w="4585" h="1489" extrusionOk="0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26"/>
            <p:cNvSpPr/>
            <p:nvPr/>
          </p:nvSpPr>
          <p:spPr>
            <a:xfrm>
              <a:off x="2466075" y="1148200"/>
              <a:ext cx="82475" cy="241125"/>
            </a:xfrm>
            <a:custGeom>
              <a:avLst/>
              <a:gdLst/>
              <a:ahLst/>
              <a:cxnLst/>
              <a:rect l="l" t="t" r="r" b="b"/>
              <a:pathLst>
                <a:path w="3299" h="9645" extrusionOk="0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6"/>
            <p:cNvSpPr/>
            <p:nvPr/>
          </p:nvSpPr>
          <p:spPr>
            <a:xfrm>
              <a:off x="2550300" y="1148200"/>
              <a:ext cx="104500" cy="242000"/>
            </a:xfrm>
            <a:custGeom>
              <a:avLst/>
              <a:gdLst/>
              <a:ahLst/>
              <a:cxnLst/>
              <a:rect l="l" t="t" r="r" b="b"/>
              <a:pathLst>
                <a:path w="4180" h="9680" extrusionOk="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6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26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6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6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6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6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6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26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26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6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6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6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6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6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6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6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6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6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6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6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6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6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6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6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26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6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6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6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26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26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6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6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6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26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26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6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6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6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26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26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6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6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6"/>
            <p:cNvSpPr/>
            <p:nvPr/>
          </p:nvSpPr>
          <p:spPr>
            <a:xfrm>
              <a:off x="2536325" y="1386900"/>
              <a:ext cx="23825" cy="22275"/>
            </a:xfrm>
            <a:custGeom>
              <a:avLst/>
              <a:gdLst/>
              <a:ahLst/>
              <a:cxnLst/>
              <a:rect l="l" t="t" r="r" b="b"/>
              <a:pathLst>
                <a:path w="953" h="891" extrusionOk="0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26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26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6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6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6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26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26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3" name="Google Shape;1303;p26"/>
          <p:cNvSpPr txBox="1">
            <a:spLocks noGrp="1"/>
          </p:cNvSpPr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grpSp>
        <p:nvGrpSpPr>
          <p:cNvPr id="1304" name="Google Shape;1304;p26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1305" name="Google Shape;1305;p26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26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26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6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6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6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26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26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6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6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6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26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26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26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6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6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6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6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6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6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6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6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26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26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26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26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26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26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6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6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6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6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6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26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26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6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6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6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26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6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6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6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6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6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26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6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6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6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6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6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6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6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6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6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6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6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6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6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6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6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Google Shape;1366;p27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367" name="Google Shape;1367;p27"/>
          <p:cNvSpPr txBox="1">
            <a:spLocks noGrp="1"/>
          </p:cNvSpPr>
          <p:nvPr>
            <p:ph type="title" hasCustomPrompt="1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1368" name="Google Shape;1368;p27"/>
          <p:cNvSpPr txBox="1">
            <a:spLocks noGrp="1"/>
          </p:cNvSpPr>
          <p:nvPr>
            <p:ph type="subTitle" idx="1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grpSp>
        <p:nvGrpSpPr>
          <p:cNvPr id="1369" name="Google Shape;1369;p27"/>
          <p:cNvGrpSpPr/>
          <p:nvPr/>
        </p:nvGrpSpPr>
        <p:grpSpPr>
          <a:xfrm rot="10800000" flipH="1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1370" name="Google Shape;1370;p27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7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7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27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27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7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7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7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7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7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7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7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7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27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27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27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27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27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27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27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27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27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27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27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27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27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27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27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27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27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27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27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27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27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27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27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27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27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27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27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27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27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4" name="Google Shape;1424;p27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1425" name="Google Shape;1425;p27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27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27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27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27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27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27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27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27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27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27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27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27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27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27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27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27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27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27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27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27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27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27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27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27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27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27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27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27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27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27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27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27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27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27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27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27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27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27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27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27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27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27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27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27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27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27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27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27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27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7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7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7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27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1" name="Google Shape;1481;p29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1482" name="Google Shape;1482;p29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29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29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29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29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29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29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29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29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29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29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29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29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29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29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29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29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29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29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29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29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29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29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29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29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29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29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29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29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29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29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29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29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29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29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29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29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29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29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29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29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29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29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29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29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29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29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29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29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29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29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29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29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29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6" name="Google Shape;1536;p29"/>
          <p:cNvGrpSpPr/>
          <p:nvPr/>
        </p:nvGrpSpPr>
        <p:grpSpPr>
          <a:xfrm rot="10800000" flipH="1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1537" name="Google Shape;1537;p29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29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29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29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29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29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29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29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29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29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29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29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29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29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29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29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29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29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29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29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29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29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29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29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29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29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29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29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29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29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29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29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29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29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29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29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29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29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29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29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29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29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29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29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29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29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29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29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29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29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29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29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29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29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1" name="Google Shape;1591;p29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1592" name="Google Shape;1592;p29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29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29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29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29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29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29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29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29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29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29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29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29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29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9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9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9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9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9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9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9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9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9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9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9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9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9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9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9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9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9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9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9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9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9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29" name="Google Shape;1629;p29"/>
          <p:cNvGrpSpPr/>
          <p:nvPr/>
        </p:nvGrpSpPr>
        <p:grpSpPr>
          <a:xfrm rot="5400000" flipH="1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1630" name="Google Shape;1630;p29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9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9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9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9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9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9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29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9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9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9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9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9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9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29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29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9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9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9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9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9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9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9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9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9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9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9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29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9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9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9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9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9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9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9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67" name="Google Shape;1667;p29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668" name="Google Shape;1668;p29"/>
          <p:cNvSpPr txBox="1">
            <a:spLocks noGrp="1"/>
          </p:cNvSpPr>
          <p:nvPr>
            <p:ph type="title" idx="2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69" name="Google Shape;1669;p29"/>
          <p:cNvSpPr txBox="1">
            <a:spLocks noGrp="1"/>
          </p:cNvSpPr>
          <p:nvPr>
            <p:ph type="subTitle" idx="1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70" name="Google Shape;1670;p29"/>
          <p:cNvSpPr txBox="1">
            <a:spLocks noGrp="1"/>
          </p:cNvSpPr>
          <p:nvPr>
            <p:ph type="title" idx="3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71" name="Google Shape;1671;p29"/>
          <p:cNvSpPr txBox="1">
            <a:spLocks noGrp="1"/>
          </p:cNvSpPr>
          <p:nvPr>
            <p:ph type="subTitle" idx="4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72" name="Google Shape;1672;p29"/>
          <p:cNvSpPr txBox="1">
            <a:spLocks noGrp="1"/>
          </p:cNvSpPr>
          <p:nvPr>
            <p:ph type="title" idx="5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73" name="Google Shape;1673;p29"/>
          <p:cNvSpPr txBox="1">
            <a:spLocks noGrp="1"/>
          </p:cNvSpPr>
          <p:nvPr>
            <p:ph type="subTitle" idx="6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74" name="Google Shape;1674;p29"/>
          <p:cNvSpPr txBox="1">
            <a:spLocks noGrp="1"/>
          </p:cNvSpPr>
          <p:nvPr>
            <p:ph type="title" idx="7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75" name="Google Shape;1675;p29"/>
          <p:cNvSpPr txBox="1">
            <a:spLocks noGrp="1"/>
          </p:cNvSpPr>
          <p:nvPr>
            <p:ph type="subTitle" idx="8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76" name="Google Shape;1676;p29"/>
          <p:cNvSpPr txBox="1">
            <a:spLocks noGrp="1"/>
          </p:cNvSpPr>
          <p:nvPr>
            <p:ph type="title" idx="9" hasCustomPrompt="1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677" name="Google Shape;1677;p29"/>
          <p:cNvSpPr txBox="1">
            <a:spLocks noGrp="1"/>
          </p:cNvSpPr>
          <p:nvPr>
            <p:ph type="title" idx="13" hasCustomPrompt="1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678" name="Google Shape;1678;p29"/>
          <p:cNvSpPr txBox="1">
            <a:spLocks noGrp="1"/>
          </p:cNvSpPr>
          <p:nvPr>
            <p:ph type="title" idx="14" hasCustomPrompt="1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679" name="Google Shape;1679;p29"/>
          <p:cNvSpPr txBox="1">
            <a:spLocks noGrp="1"/>
          </p:cNvSpPr>
          <p:nvPr>
            <p:ph type="title" idx="15" hasCustomPrompt="1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680" name="Google Shape;1680;p29"/>
          <p:cNvSpPr txBox="1">
            <a:spLocks noGrp="1"/>
          </p:cNvSpPr>
          <p:nvPr>
            <p:ph type="title" idx="16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81" name="Google Shape;1681;p29"/>
          <p:cNvSpPr txBox="1">
            <a:spLocks noGrp="1"/>
          </p:cNvSpPr>
          <p:nvPr>
            <p:ph type="subTitle" idx="17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82" name="Google Shape;1682;p29"/>
          <p:cNvSpPr txBox="1">
            <a:spLocks noGrp="1"/>
          </p:cNvSpPr>
          <p:nvPr>
            <p:ph type="title" idx="18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83" name="Google Shape;1683;p29"/>
          <p:cNvSpPr txBox="1">
            <a:spLocks noGrp="1"/>
          </p:cNvSpPr>
          <p:nvPr>
            <p:ph type="subTitle" idx="19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84" name="Google Shape;1684;p29"/>
          <p:cNvSpPr txBox="1">
            <a:spLocks noGrp="1"/>
          </p:cNvSpPr>
          <p:nvPr>
            <p:ph type="title" idx="20" hasCustomPrompt="1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685" name="Google Shape;1685;p29"/>
          <p:cNvSpPr txBox="1">
            <a:spLocks noGrp="1"/>
          </p:cNvSpPr>
          <p:nvPr>
            <p:ph type="title" idx="21" hasCustomPrompt="1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7" name="Google Shape;1687;p30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1688" name="Google Shape;1688;p30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30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30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30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30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30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30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30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30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0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0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0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0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30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30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30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30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0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0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0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0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0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0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0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0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0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30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30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30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0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0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0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30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30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30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30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30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30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30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30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30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30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30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0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30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30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30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0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30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30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30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30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30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30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30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30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30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30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30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30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30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30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30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30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30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30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30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30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56" name="Google Shape;1756;p30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1757" name="Google Shape;1757;p30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30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30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30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30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30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30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30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30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30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30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30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30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30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30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30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30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30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30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30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30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30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30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30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30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30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30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30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30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30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30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30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30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30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30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30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30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30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30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30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30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30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30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30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30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30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30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30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30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30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30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30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0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0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0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0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0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0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0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0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0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0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0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0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0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2" name="Google Shape;1822;p30"/>
          <p:cNvSpPr txBox="1">
            <a:spLocks noGrp="1"/>
          </p:cNvSpPr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823" name="Google Shape;1823;p30"/>
          <p:cNvSpPr txBox="1">
            <a:spLocks noGrp="1"/>
          </p:cNvSpPr>
          <p:nvPr>
            <p:ph type="subTitle" idx="1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_1">
    <p:spTree>
      <p:nvGrpSpPr>
        <p:cNvPr id="1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5" name="Google Shape;1825;p31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1826" name="Google Shape;1826;p31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1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1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1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31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31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31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1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31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31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31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31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31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31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31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31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31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31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31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31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31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31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31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31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31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31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31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31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31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31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31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31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31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31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31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31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31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31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31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31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31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31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31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31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31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31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31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31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31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31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31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31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31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31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31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31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31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1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31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31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6" name="Google Shape;1886;p31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1887" name="Google Shape;1887;p31"/>
            <p:cNvSpPr/>
            <p:nvPr/>
          </p:nvSpPr>
          <p:spPr>
            <a:xfrm>
              <a:off x="6903427" y="1643"/>
              <a:ext cx="354163" cy="123640"/>
            </a:xfrm>
            <a:custGeom>
              <a:avLst/>
              <a:gdLst/>
              <a:ahLst/>
              <a:cxnLst/>
              <a:rect l="l" t="t" r="r" b="b"/>
              <a:pathLst>
                <a:path w="7883" h="2752" extrusionOk="0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31"/>
            <p:cNvSpPr/>
            <p:nvPr/>
          </p:nvSpPr>
          <p:spPr>
            <a:xfrm>
              <a:off x="7275202" y="1643"/>
              <a:ext cx="36930" cy="11277"/>
            </a:xfrm>
            <a:custGeom>
              <a:avLst/>
              <a:gdLst/>
              <a:ahLst/>
              <a:cxnLst/>
              <a:rect l="l" t="t" r="r" b="b"/>
              <a:pathLst>
                <a:path w="822" h="251" extrusionOk="0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31"/>
            <p:cNvSpPr/>
            <p:nvPr/>
          </p:nvSpPr>
          <p:spPr>
            <a:xfrm>
              <a:off x="8882618" y="26"/>
              <a:ext cx="288884" cy="170365"/>
            </a:xfrm>
            <a:custGeom>
              <a:avLst/>
              <a:gdLst/>
              <a:ahLst/>
              <a:cxnLst/>
              <a:rect l="l" t="t" r="r" b="b"/>
              <a:pathLst>
                <a:path w="6430" h="3792" extrusionOk="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31"/>
            <p:cNvSpPr/>
            <p:nvPr/>
          </p:nvSpPr>
          <p:spPr>
            <a:xfrm>
              <a:off x="8360561" y="191552"/>
              <a:ext cx="471829" cy="839875"/>
            </a:xfrm>
            <a:custGeom>
              <a:avLst/>
              <a:gdLst/>
              <a:ahLst/>
              <a:cxnLst/>
              <a:rect l="l" t="t" r="r" b="b"/>
              <a:pathLst>
                <a:path w="10502" h="18694" extrusionOk="0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31"/>
            <p:cNvSpPr/>
            <p:nvPr/>
          </p:nvSpPr>
          <p:spPr>
            <a:xfrm>
              <a:off x="7991975" y="886940"/>
              <a:ext cx="368630" cy="156258"/>
            </a:xfrm>
            <a:custGeom>
              <a:avLst/>
              <a:gdLst/>
              <a:ahLst/>
              <a:cxnLst/>
              <a:rect l="l" t="t" r="r" b="b"/>
              <a:pathLst>
                <a:path w="8205" h="3478" extrusionOk="0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31"/>
            <p:cNvSpPr/>
            <p:nvPr/>
          </p:nvSpPr>
          <p:spPr>
            <a:xfrm>
              <a:off x="8754754" y="1643"/>
              <a:ext cx="76017" cy="123101"/>
            </a:xfrm>
            <a:custGeom>
              <a:avLst/>
              <a:gdLst/>
              <a:ahLst/>
              <a:cxnLst/>
              <a:rect l="l" t="t" r="r" b="b"/>
              <a:pathLst>
                <a:path w="1692" h="2740" extrusionOk="0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31"/>
            <p:cNvSpPr/>
            <p:nvPr/>
          </p:nvSpPr>
          <p:spPr>
            <a:xfrm>
              <a:off x="8196845" y="1643"/>
              <a:ext cx="296387" cy="132177"/>
            </a:xfrm>
            <a:custGeom>
              <a:avLst/>
              <a:gdLst/>
              <a:ahLst/>
              <a:cxnLst/>
              <a:rect l="l" t="t" r="r" b="b"/>
              <a:pathLst>
                <a:path w="6597" h="2942" extrusionOk="0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31"/>
            <p:cNvSpPr/>
            <p:nvPr/>
          </p:nvSpPr>
          <p:spPr>
            <a:xfrm>
              <a:off x="7575812" y="151971"/>
              <a:ext cx="554226" cy="272306"/>
            </a:xfrm>
            <a:custGeom>
              <a:avLst/>
              <a:gdLst/>
              <a:ahLst/>
              <a:cxnLst/>
              <a:rect l="l" t="t" r="r" b="b"/>
              <a:pathLst>
                <a:path w="12336" h="6061" extrusionOk="0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31"/>
            <p:cNvSpPr/>
            <p:nvPr/>
          </p:nvSpPr>
          <p:spPr>
            <a:xfrm>
              <a:off x="8166878" y="1643"/>
              <a:ext cx="42861" cy="104906"/>
            </a:xfrm>
            <a:custGeom>
              <a:avLst/>
              <a:gdLst/>
              <a:ahLst/>
              <a:cxnLst/>
              <a:rect l="l" t="t" r="r" b="b"/>
              <a:pathLst>
                <a:path w="954" h="2335" extrusionOk="0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31"/>
            <p:cNvSpPr/>
            <p:nvPr/>
          </p:nvSpPr>
          <p:spPr>
            <a:xfrm>
              <a:off x="7972746" y="182971"/>
              <a:ext cx="191526" cy="675665"/>
            </a:xfrm>
            <a:custGeom>
              <a:avLst/>
              <a:gdLst/>
              <a:ahLst/>
              <a:cxnLst/>
              <a:rect l="l" t="t" r="r" b="b"/>
              <a:pathLst>
                <a:path w="4263" h="15039" extrusionOk="0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31"/>
            <p:cNvSpPr/>
            <p:nvPr/>
          </p:nvSpPr>
          <p:spPr>
            <a:xfrm>
              <a:off x="7874849" y="908325"/>
              <a:ext cx="101671" cy="323164"/>
            </a:xfrm>
            <a:custGeom>
              <a:avLst/>
              <a:gdLst/>
              <a:ahLst/>
              <a:cxnLst/>
              <a:rect l="l" t="t" r="r" b="b"/>
              <a:pathLst>
                <a:path w="2263" h="7193" extrusionOk="0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1"/>
            <p:cNvSpPr/>
            <p:nvPr/>
          </p:nvSpPr>
          <p:spPr>
            <a:xfrm>
              <a:off x="7710594" y="770308"/>
              <a:ext cx="237577" cy="113487"/>
            </a:xfrm>
            <a:custGeom>
              <a:avLst/>
              <a:gdLst/>
              <a:ahLst/>
              <a:cxnLst/>
              <a:rect l="l" t="t" r="r" b="b"/>
              <a:pathLst>
                <a:path w="5288" h="2526" extrusionOk="0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1"/>
            <p:cNvSpPr/>
            <p:nvPr/>
          </p:nvSpPr>
          <p:spPr>
            <a:xfrm>
              <a:off x="7278931" y="423692"/>
              <a:ext cx="279808" cy="120406"/>
            </a:xfrm>
            <a:custGeom>
              <a:avLst/>
              <a:gdLst/>
              <a:ahLst/>
              <a:cxnLst/>
              <a:rect l="l" t="t" r="r" b="b"/>
              <a:pathLst>
                <a:path w="6228" h="2680" extrusionOk="0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1"/>
            <p:cNvSpPr/>
            <p:nvPr/>
          </p:nvSpPr>
          <p:spPr>
            <a:xfrm>
              <a:off x="7689748" y="793311"/>
              <a:ext cx="177643" cy="443524"/>
            </a:xfrm>
            <a:custGeom>
              <a:avLst/>
              <a:gdLst/>
              <a:ahLst/>
              <a:cxnLst/>
              <a:rect l="l" t="t" r="r" b="b"/>
              <a:pathLst>
                <a:path w="3954" h="9872" extrusionOk="0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1"/>
            <p:cNvSpPr/>
            <p:nvPr/>
          </p:nvSpPr>
          <p:spPr>
            <a:xfrm>
              <a:off x="7564041" y="431195"/>
              <a:ext cx="124135" cy="315661"/>
            </a:xfrm>
            <a:custGeom>
              <a:avLst/>
              <a:gdLst/>
              <a:ahLst/>
              <a:cxnLst/>
              <a:rect l="l" t="t" r="r" b="b"/>
              <a:pathLst>
                <a:path w="2763" h="7026" extrusionOk="0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1"/>
            <p:cNvSpPr/>
            <p:nvPr/>
          </p:nvSpPr>
          <p:spPr>
            <a:xfrm>
              <a:off x="7500379" y="1643"/>
              <a:ext cx="77096" cy="409245"/>
            </a:xfrm>
            <a:custGeom>
              <a:avLst/>
              <a:gdLst/>
              <a:ahLst/>
              <a:cxnLst/>
              <a:rect l="l" t="t" r="r" b="b"/>
              <a:pathLst>
                <a:path w="1716" h="9109" extrusionOk="0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1"/>
            <p:cNvSpPr/>
            <p:nvPr/>
          </p:nvSpPr>
          <p:spPr>
            <a:xfrm>
              <a:off x="7207811" y="1643"/>
              <a:ext cx="68514" cy="481488"/>
            </a:xfrm>
            <a:custGeom>
              <a:avLst/>
              <a:gdLst/>
              <a:ahLst/>
              <a:cxnLst/>
              <a:rect l="l" t="t" r="r" b="b"/>
              <a:pathLst>
                <a:path w="1525" h="10717" extrusionOk="0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1"/>
            <p:cNvSpPr/>
            <p:nvPr/>
          </p:nvSpPr>
          <p:spPr>
            <a:xfrm>
              <a:off x="6888466" y="143390"/>
              <a:ext cx="276574" cy="358477"/>
            </a:xfrm>
            <a:custGeom>
              <a:avLst/>
              <a:gdLst/>
              <a:ahLst/>
              <a:cxnLst/>
              <a:rect l="l" t="t" r="r" b="b"/>
              <a:pathLst>
                <a:path w="6156" h="7979" extrusionOk="0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1"/>
            <p:cNvSpPr/>
            <p:nvPr/>
          </p:nvSpPr>
          <p:spPr>
            <a:xfrm>
              <a:off x="6775024" y="1643"/>
              <a:ext cx="94752" cy="108096"/>
            </a:xfrm>
            <a:custGeom>
              <a:avLst/>
              <a:gdLst/>
              <a:ahLst/>
              <a:cxnLst/>
              <a:rect l="l" t="t" r="r" b="b"/>
              <a:pathLst>
                <a:path w="2109" h="2406" extrusionOk="0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1"/>
            <p:cNvSpPr/>
            <p:nvPr/>
          </p:nvSpPr>
          <p:spPr>
            <a:xfrm>
              <a:off x="6261009" y="116119"/>
              <a:ext cx="591650" cy="145565"/>
            </a:xfrm>
            <a:custGeom>
              <a:avLst/>
              <a:gdLst/>
              <a:ahLst/>
              <a:cxnLst/>
              <a:rect l="l" t="t" r="r" b="b"/>
              <a:pathLst>
                <a:path w="13169" h="3240" extrusionOk="0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1"/>
            <p:cNvSpPr/>
            <p:nvPr/>
          </p:nvSpPr>
          <p:spPr>
            <a:xfrm>
              <a:off x="5973203" y="1643"/>
              <a:ext cx="50319" cy="38054"/>
            </a:xfrm>
            <a:custGeom>
              <a:avLst/>
              <a:gdLst/>
              <a:ahLst/>
              <a:cxnLst/>
              <a:rect l="l" t="t" r="r" b="b"/>
              <a:pathLst>
                <a:path w="1120" h="847" extrusionOk="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1"/>
            <p:cNvSpPr/>
            <p:nvPr/>
          </p:nvSpPr>
          <p:spPr>
            <a:xfrm>
              <a:off x="6027745" y="36417"/>
              <a:ext cx="228995" cy="216685"/>
            </a:xfrm>
            <a:custGeom>
              <a:avLst/>
              <a:gdLst/>
              <a:ahLst/>
              <a:cxnLst/>
              <a:rect l="l" t="t" r="r" b="b"/>
              <a:pathLst>
                <a:path w="5097" h="4823" extrusionOk="0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1"/>
            <p:cNvSpPr/>
            <p:nvPr/>
          </p:nvSpPr>
          <p:spPr>
            <a:xfrm>
              <a:off x="5634045" y="1643"/>
              <a:ext cx="973624" cy="724860"/>
            </a:xfrm>
            <a:custGeom>
              <a:avLst/>
              <a:gdLst/>
              <a:ahLst/>
              <a:cxnLst/>
              <a:rect l="l" t="t" r="r" b="b"/>
              <a:pathLst>
                <a:path w="21671" h="16134" extrusionOk="0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1"/>
            <p:cNvSpPr/>
            <p:nvPr/>
          </p:nvSpPr>
          <p:spPr>
            <a:xfrm>
              <a:off x="5616389" y="1643"/>
              <a:ext cx="441368" cy="715246"/>
            </a:xfrm>
            <a:custGeom>
              <a:avLst/>
              <a:gdLst/>
              <a:ahLst/>
              <a:cxnLst/>
              <a:rect l="l" t="t" r="r" b="b"/>
              <a:pathLst>
                <a:path w="9824" h="15920" extrusionOk="0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1"/>
            <p:cNvSpPr/>
            <p:nvPr/>
          </p:nvSpPr>
          <p:spPr>
            <a:xfrm>
              <a:off x="4969702" y="287292"/>
              <a:ext cx="625346" cy="441907"/>
            </a:xfrm>
            <a:custGeom>
              <a:avLst/>
              <a:gdLst/>
              <a:ahLst/>
              <a:cxnLst/>
              <a:rect l="l" t="t" r="r" b="b"/>
              <a:pathLst>
                <a:path w="13919" h="9836" extrusionOk="0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1"/>
            <p:cNvSpPr/>
            <p:nvPr/>
          </p:nvSpPr>
          <p:spPr>
            <a:xfrm>
              <a:off x="4959549" y="1643"/>
              <a:ext cx="181372" cy="238610"/>
            </a:xfrm>
            <a:custGeom>
              <a:avLst/>
              <a:gdLst/>
              <a:ahLst/>
              <a:cxnLst/>
              <a:rect l="l" t="t" r="r" b="b"/>
              <a:pathLst>
                <a:path w="4037" h="5311" extrusionOk="0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1"/>
            <p:cNvSpPr/>
            <p:nvPr/>
          </p:nvSpPr>
          <p:spPr>
            <a:xfrm>
              <a:off x="5312589" y="2183"/>
              <a:ext cx="238610" cy="146598"/>
            </a:xfrm>
            <a:custGeom>
              <a:avLst/>
              <a:gdLst/>
              <a:ahLst/>
              <a:cxnLst/>
              <a:rect l="l" t="t" r="r" b="b"/>
              <a:pathLst>
                <a:path w="5311" h="3263" extrusionOk="0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1"/>
            <p:cNvSpPr/>
            <p:nvPr/>
          </p:nvSpPr>
          <p:spPr>
            <a:xfrm>
              <a:off x="5243580" y="1643"/>
              <a:ext cx="53509" cy="125752"/>
            </a:xfrm>
            <a:custGeom>
              <a:avLst/>
              <a:gdLst/>
              <a:ahLst/>
              <a:cxnLst/>
              <a:rect l="l" t="t" r="r" b="b"/>
              <a:pathLst>
                <a:path w="1191" h="2799" extrusionOk="0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1"/>
            <p:cNvSpPr/>
            <p:nvPr/>
          </p:nvSpPr>
          <p:spPr>
            <a:xfrm>
              <a:off x="4846107" y="1643"/>
              <a:ext cx="92056" cy="233803"/>
            </a:xfrm>
            <a:custGeom>
              <a:avLst/>
              <a:gdLst/>
              <a:ahLst/>
              <a:cxnLst/>
              <a:rect l="l" t="t" r="r" b="b"/>
              <a:pathLst>
                <a:path w="2049" h="5204" extrusionOk="0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1"/>
            <p:cNvSpPr/>
            <p:nvPr/>
          </p:nvSpPr>
          <p:spPr>
            <a:xfrm>
              <a:off x="7120606" y="480346"/>
              <a:ext cx="166951" cy="165423"/>
            </a:xfrm>
            <a:custGeom>
              <a:avLst/>
              <a:gdLst/>
              <a:ahLst/>
              <a:cxnLst/>
              <a:rect l="l" t="t" r="r" b="b"/>
              <a:pathLst>
                <a:path w="3716" h="3682" extrusionOk="0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1"/>
            <p:cNvSpPr/>
            <p:nvPr/>
          </p:nvSpPr>
          <p:spPr>
            <a:xfrm>
              <a:off x="7833651" y="1227131"/>
              <a:ext cx="86710" cy="85677"/>
            </a:xfrm>
            <a:custGeom>
              <a:avLst/>
              <a:gdLst/>
              <a:ahLst/>
              <a:cxnLst/>
              <a:rect l="l" t="t" r="r" b="b"/>
              <a:pathLst>
                <a:path w="1930" h="1907" extrusionOk="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1"/>
            <p:cNvSpPr/>
            <p:nvPr/>
          </p:nvSpPr>
          <p:spPr>
            <a:xfrm>
              <a:off x="8798109" y="115040"/>
              <a:ext cx="86710" cy="85722"/>
            </a:xfrm>
            <a:custGeom>
              <a:avLst/>
              <a:gdLst/>
              <a:ahLst/>
              <a:cxnLst/>
              <a:rect l="l" t="t" r="r" b="b"/>
              <a:pathLst>
                <a:path w="1930" h="1908" extrusionOk="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1"/>
            <p:cNvSpPr/>
            <p:nvPr/>
          </p:nvSpPr>
          <p:spPr>
            <a:xfrm>
              <a:off x="8121951" y="101158"/>
              <a:ext cx="86171" cy="85632"/>
            </a:xfrm>
            <a:custGeom>
              <a:avLst/>
              <a:gdLst/>
              <a:ahLst/>
              <a:cxnLst/>
              <a:rect l="l" t="t" r="r" b="b"/>
              <a:pathLst>
                <a:path w="1918" h="1906" extrusionOk="0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1"/>
            <p:cNvSpPr/>
            <p:nvPr/>
          </p:nvSpPr>
          <p:spPr>
            <a:xfrm>
              <a:off x="8352519" y="1025496"/>
              <a:ext cx="30012" cy="28394"/>
            </a:xfrm>
            <a:custGeom>
              <a:avLst/>
              <a:gdLst/>
              <a:ahLst/>
              <a:cxnLst/>
              <a:rect l="l" t="t" r="r" b="b"/>
              <a:pathLst>
                <a:path w="668" h="632" extrusionOk="0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1"/>
            <p:cNvSpPr/>
            <p:nvPr/>
          </p:nvSpPr>
          <p:spPr>
            <a:xfrm>
              <a:off x="4902311" y="228437"/>
              <a:ext cx="84014" cy="83026"/>
            </a:xfrm>
            <a:custGeom>
              <a:avLst/>
              <a:gdLst/>
              <a:ahLst/>
              <a:cxnLst/>
              <a:rect l="l" t="t" r="r" b="b"/>
              <a:pathLst>
                <a:path w="1870" h="1848" extrusionOk="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1"/>
            <p:cNvSpPr/>
            <p:nvPr/>
          </p:nvSpPr>
          <p:spPr>
            <a:xfrm>
              <a:off x="7656052" y="742947"/>
              <a:ext cx="59439" cy="58451"/>
            </a:xfrm>
            <a:custGeom>
              <a:avLst/>
              <a:gdLst/>
              <a:ahLst/>
              <a:cxnLst/>
              <a:rect l="l" t="t" r="r" b="b"/>
              <a:pathLst>
                <a:path w="1323" h="1301" extrusionOk="0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1"/>
            <p:cNvSpPr/>
            <p:nvPr/>
          </p:nvSpPr>
          <p:spPr>
            <a:xfrm>
              <a:off x="5263349" y="123082"/>
              <a:ext cx="58900" cy="58900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31"/>
            <p:cNvSpPr/>
            <p:nvPr/>
          </p:nvSpPr>
          <p:spPr>
            <a:xfrm>
              <a:off x="5583232" y="708218"/>
              <a:ext cx="58900" cy="58945"/>
            </a:xfrm>
            <a:custGeom>
              <a:avLst/>
              <a:gdLst/>
              <a:ahLst/>
              <a:cxnLst/>
              <a:rect l="l" t="t" r="r" b="b"/>
              <a:pathLst>
                <a:path w="1311" h="1312" extrusionOk="0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31"/>
            <p:cNvSpPr/>
            <p:nvPr/>
          </p:nvSpPr>
          <p:spPr>
            <a:xfrm>
              <a:off x="6850457" y="96351"/>
              <a:ext cx="58900" cy="58316"/>
            </a:xfrm>
            <a:custGeom>
              <a:avLst/>
              <a:gdLst/>
              <a:ahLst/>
              <a:cxnLst/>
              <a:rect l="l" t="t" r="r" b="b"/>
              <a:pathLst>
                <a:path w="1311" h="1298" extrusionOk="0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1"/>
            <p:cNvSpPr/>
            <p:nvPr/>
          </p:nvSpPr>
          <p:spPr>
            <a:xfrm>
              <a:off x="7942241" y="853244"/>
              <a:ext cx="59933" cy="58900"/>
            </a:xfrm>
            <a:custGeom>
              <a:avLst/>
              <a:gdLst/>
              <a:ahLst/>
              <a:cxnLst/>
              <a:rect l="l" t="t" r="r" b="b"/>
              <a:pathLst>
                <a:path w="1334" h="1311" extrusionOk="0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1"/>
            <p:cNvSpPr/>
            <p:nvPr/>
          </p:nvSpPr>
          <p:spPr>
            <a:xfrm>
              <a:off x="5509416" y="2722"/>
              <a:ext cx="33201" cy="34280"/>
            </a:xfrm>
            <a:custGeom>
              <a:avLst/>
              <a:gdLst/>
              <a:ahLst/>
              <a:cxnLst/>
              <a:rect l="l" t="t" r="r" b="b"/>
              <a:pathLst>
                <a:path w="739" h="763" extrusionOk="0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1"/>
            <p:cNvSpPr/>
            <p:nvPr/>
          </p:nvSpPr>
          <p:spPr>
            <a:xfrm>
              <a:off x="6911963" y="26264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751" h="751" extrusionOk="0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1"/>
            <p:cNvSpPr/>
            <p:nvPr/>
          </p:nvSpPr>
          <p:spPr>
            <a:xfrm>
              <a:off x="7304090" y="451503"/>
              <a:ext cx="33201" cy="33741"/>
            </a:xfrm>
            <a:custGeom>
              <a:avLst/>
              <a:gdLst/>
              <a:ahLst/>
              <a:cxnLst/>
              <a:rect l="l" t="t" r="r" b="b"/>
              <a:pathLst>
                <a:path w="739" h="751" extrusionOk="0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1"/>
            <p:cNvSpPr/>
            <p:nvPr/>
          </p:nvSpPr>
          <p:spPr>
            <a:xfrm>
              <a:off x="7549080" y="406575"/>
              <a:ext cx="33741" cy="34280"/>
            </a:xfrm>
            <a:custGeom>
              <a:avLst/>
              <a:gdLst/>
              <a:ahLst/>
              <a:cxnLst/>
              <a:rect l="l" t="t" r="r" b="b"/>
              <a:pathLst>
                <a:path w="751" h="763" extrusionOk="0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1"/>
            <p:cNvSpPr/>
            <p:nvPr/>
          </p:nvSpPr>
          <p:spPr>
            <a:xfrm>
              <a:off x="6200536" y="299064"/>
              <a:ext cx="34280" cy="33785"/>
            </a:xfrm>
            <a:custGeom>
              <a:avLst/>
              <a:gdLst/>
              <a:ahLst/>
              <a:cxnLst/>
              <a:rect l="l" t="t" r="r" b="b"/>
              <a:pathLst>
                <a:path w="763" h="752" extrusionOk="0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2" name="Google Shape;1932;p31"/>
          <p:cNvSpPr txBox="1">
            <a:spLocks noGrp="1"/>
          </p:cNvSpPr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933" name="Google Shape;1933;p31"/>
          <p:cNvSpPr txBox="1">
            <a:spLocks noGrp="1"/>
          </p:cNvSpPr>
          <p:nvPr>
            <p:ph type="subTitle" idx="1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5" name="Google Shape;1935;p32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1936" name="Google Shape;1936;p32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32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32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32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2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2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2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32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32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32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32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32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32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32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32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32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32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32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32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32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32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32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32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32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32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2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32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32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2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2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2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2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2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2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2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32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32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32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32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32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6" name="Google Shape;1976;p32"/>
          <p:cNvGrpSpPr/>
          <p:nvPr/>
        </p:nvGrpSpPr>
        <p:grpSpPr>
          <a:xfrm rot="5400000" flipH="1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1977" name="Google Shape;1977;p32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2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2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32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32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32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32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32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32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32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32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2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2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2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2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2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2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2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32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32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2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2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2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2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2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2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2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2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2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2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2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2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2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2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2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2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32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32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2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2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17" name="Google Shape;2017;p32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2018" name="Google Shape;2018;p32"/>
          <p:cNvSpPr txBox="1">
            <a:spLocks noGrp="1"/>
          </p:cNvSpPr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2019" name="Google Shape;2019;p32"/>
          <p:cNvSpPr txBox="1">
            <a:spLocks noGrp="1"/>
          </p:cNvSpPr>
          <p:nvPr>
            <p:ph type="subTitle" idx="1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grpSp>
        <p:nvGrpSpPr>
          <p:cNvPr id="2020" name="Google Shape;2020;p32"/>
          <p:cNvGrpSpPr/>
          <p:nvPr/>
        </p:nvGrpSpPr>
        <p:grpSpPr>
          <a:xfrm rot="10800000" flipH="1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2021" name="Google Shape;2021;p3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3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3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3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3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3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3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3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3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3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3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3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3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3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3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3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3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3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3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3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3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3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3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3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3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3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3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1" name="Google Shape;2081;p32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2082" name="Google Shape;2082;p3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3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3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3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3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3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3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3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3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3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3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3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3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3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3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3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3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3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3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3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3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3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3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3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3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3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3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3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3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3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3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3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3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3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3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3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3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3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3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3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3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3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3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3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3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3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3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3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3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3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3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3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3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3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3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3" name="Google Shape;2143;p33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2144" name="Google Shape;2144;p33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33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33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33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33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33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3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3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3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3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3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3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3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3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3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3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3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3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3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3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3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3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3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3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3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3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3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3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3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3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3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3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3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3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3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3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3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3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3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3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3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3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3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3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3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3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3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3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3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3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3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3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3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3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3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3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3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3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3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3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3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3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06" name="Google Shape;2206;p33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2207" name="Google Shape;2207;p33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33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33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33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33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33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33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33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33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33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33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33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33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33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33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33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33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33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33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3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33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33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33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33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3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33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33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33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33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33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33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33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33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33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33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33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33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4" name="Google Shape;2244;p33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2245" name="Google Shape;2245;p33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33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33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33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33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33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33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33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33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33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33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33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33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33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33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33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33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33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33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3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33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33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33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33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3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33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33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33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33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33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33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33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33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33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33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33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33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2" name="Google Shape;2282;p33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2283" name="Google Shape;2283;p33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33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33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33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33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33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33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33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33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33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33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33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33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33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3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33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33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33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33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33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2303;p33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33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33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33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33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33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33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33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33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33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33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33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33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33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33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33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33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33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33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33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33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33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33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33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33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33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33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33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33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33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33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33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33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33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33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33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33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33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33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33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33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33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45" name="Google Shape;2345;p33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7" name="Google Shape;2347;p34"/>
          <p:cNvGrpSpPr/>
          <p:nvPr/>
        </p:nvGrpSpPr>
        <p:grpSpPr>
          <a:xfrm rot="-5400000" flipH="1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2348" name="Google Shape;2348;p34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3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34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34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34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34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34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34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34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34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34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3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34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34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34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34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34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34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34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34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34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34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34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34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34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34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34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34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34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34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34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34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34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34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34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34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34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34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34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34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34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34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2390;p34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34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34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34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2394;p34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34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2396;p34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2397;p34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34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2399;p34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34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34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34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2403;p34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2404;p34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34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34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2407;p34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2408;p34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34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34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34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34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34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34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34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34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34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34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34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34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34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34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3" name="Google Shape;2423;p34"/>
          <p:cNvGrpSpPr/>
          <p:nvPr/>
        </p:nvGrpSpPr>
        <p:grpSpPr>
          <a:xfrm rot="5400000" flipH="1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2424" name="Google Shape;2424;p34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3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34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34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34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34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34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34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34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34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4" name="Google Shape;2434;p34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5" name="Google Shape;2435;p3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6" name="Google Shape;2436;p34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7" name="Google Shape;2437;p34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34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34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34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34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34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34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34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34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6" name="Google Shape;2446;p34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7" name="Google Shape;2447;p34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34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34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34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34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34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34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34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34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34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34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34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34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34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34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34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34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34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34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34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34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34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34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34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34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34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34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34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34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34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34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34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34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34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34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34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34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34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34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34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34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34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34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34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34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34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34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34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34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34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34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34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34"/>
          <p:cNvSpPr txBox="1">
            <a:spLocks noGrp="1"/>
          </p:cNvSpPr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500" name="Google Shape;2500;p34"/>
          <p:cNvSpPr txBox="1">
            <a:spLocks noGrp="1"/>
          </p:cNvSpPr>
          <p:nvPr>
            <p:ph type="subTitle" idx="1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1">
    <p:spTree>
      <p:nvGrpSpPr>
        <p:cNvPr id="1" name="Shape 2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2" name="Google Shape;2502;p35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2503" name="Google Shape;2503;p35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35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35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35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35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35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35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35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35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35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35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35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35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35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35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35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35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35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35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35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35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35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5" name="Google Shape;2525;p35"/>
          <p:cNvGrpSpPr/>
          <p:nvPr/>
        </p:nvGrpSpPr>
        <p:grpSpPr>
          <a:xfrm rot="10800000" flipH="1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2526" name="Google Shape;2526;p35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35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35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35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35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35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35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35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35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35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35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35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35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35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35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35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35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35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35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35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35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35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48" name="Google Shape;2548;p35"/>
          <p:cNvSpPr txBox="1">
            <a:spLocks noGrp="1"/>
          </p:cNvSpPr>
          <p:nvPr>
            <p:ph type="subTitle" idx="1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>
            <a:endParaRPr/>
          </a:p>
        </p:txBody>
      </p:sp>
      <p:sp>
        <p:nvSpPr>
          <p:cNvPr id="2549" name="Google Shape;2549;p35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1" name="Google Shape;2551;p36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2552" name="Google Shape;2552;p36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36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36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36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36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36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36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36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36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36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36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36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36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36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36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36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36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36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36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3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36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36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36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36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3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36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36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36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36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36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36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36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36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36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36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36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36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36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2590" name="Google Shape;2590;p36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36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36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36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36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36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36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36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36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36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36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36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36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36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36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36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36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36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36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3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36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36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36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36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3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36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36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36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36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36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36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36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36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36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36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36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36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7" name="Google Shape;2627;p36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2628" name="Google Shape;2628;p36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36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36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36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36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36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36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36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36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36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36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36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36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36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36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36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36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36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36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36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36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36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36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36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36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36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36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36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36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36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36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36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36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36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36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36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36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36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36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36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36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36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36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36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36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36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36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36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36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36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36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36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36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36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36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36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36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36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36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36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8" name="Google Shape;2688;p36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2689" name="Google Shape;2689;p36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36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36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36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36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36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36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36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36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36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36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36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36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36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36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36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36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36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36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36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36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36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36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36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36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36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36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36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36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36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36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36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36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36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36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36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36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36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36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36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36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36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36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36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36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36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36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36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36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36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36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36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36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36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36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36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36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36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36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36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49" name="Google Shape;2749;p36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750" name="Google Shape;2750;p36"/>
          <p:cNvSpPr txBox="1">
            <a:spLocks noGrp="1"/>
          </p:cNvSpPr>
          <p:nvPr>
            <p:ph type="title" idx="2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751" name="Google Shape;2751;p36"/>
          <p:cNvSpPr txBox="1">
            <a:spLocks noGrp="1"/>
          </p:cNvSpPr>
          <p:nvPr>
            <p:ph type="subTitle" idx="1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752" name="Google Shape;2752;p36"/>
          <p:cNvSpPr txBox="1">
            <a:spLocks noGrp="1"/>
          </p:cNvSpPr>
          <p:nvPr>
            <p:ph type="title" idx="3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753" name="Google Shape;2753;p36"/>
          <p:cNvSpPr txBox="1">
            <a:spLocks noGrp="1"/>
          </p:cNvSpPr>
          <p:nvPr>
            <p:ph type="subTitle" idx="4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754" name="Google Shape;2754;p36"/>
          <p:cNvSpPr txBox="1">
            <a:spLocks noGrp="1"/>
          </p:cNvSpPr>
          <p:nvPr>
            <p:ph type="title" idx="5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755" name="Google Shape;2755;p36"/>
          <p:cNvSpPr txBox="1">
            <a:spLocks noGrp="1"/>
          </p:cNvSpPr>
          <p:nvPr>
            <p:ph type="subTitle" idx="6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57" name="Google Shape;2757;p37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2758" name="Google Shape;2758;p37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37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37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37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37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37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37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37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37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37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37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37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37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37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37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37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37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37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37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37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37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37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37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37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37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37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37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37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37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37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37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37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37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37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37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37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37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37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37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7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7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7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7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37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37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37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37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37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37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37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37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37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37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37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7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7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7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7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7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37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37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7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7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7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7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3" name="Google Shape;2823;p37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2824" name="Google Shape;2824;p37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7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7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7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37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37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37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37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37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37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37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37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37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37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37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37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37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37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37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37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37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37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37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37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37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37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37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37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37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37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37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37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37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37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37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2859;p37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2860;p37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37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37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7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7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7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37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37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7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7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7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7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7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7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7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7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7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7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7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7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7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37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37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7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7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7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7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37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37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9" name="Google Shape;2889;p37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2890" name="Google Shape;2890;p37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37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37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37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37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37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37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37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37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37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37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37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37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37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37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37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37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37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37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37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37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37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37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37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37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37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37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37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37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7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7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7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7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7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37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37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7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7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7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7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37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37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7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7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7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7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7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7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7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7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7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7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7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7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7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37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37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37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37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37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37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37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2" name="Google Shape;2952;p37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2953" name="Google Shape;2953;p37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37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37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37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37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37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37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37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37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37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37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37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37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37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37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37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37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7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7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7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7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37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37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37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37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37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37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37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7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37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37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7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37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37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7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7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7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7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7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7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7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7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7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7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7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7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7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7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7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7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7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7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7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7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7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7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7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7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7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7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7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7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5" name="Google Shape;3015;p37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3016" name="Google Shape;3016;p37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3017" name="Google Shape;3017;p37"/>
          <p:cNvSpPr txBox="1">
            <a:spLocks noGrp="1"/>
          </p:cNvSpPr>
          <p:nvPr>
            <p:ph type="title" idx="2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018" name="Google Shape;3018;p37"/>
          <p:cNvSpPr txBox="1">
            <a:spLocks noGrp="1"/>
          </p:cNvSpPr>
          <p:nvPr>
            <p:ph type="subTitle" idx="1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019" name="Google Shape;3019;p37"/>
          <p:cNvSpPr txBox="1">
            <a:spLocks noGrp="1"/>
          </p:cNvSpPr>
          <p:nvPr>
            <p:ph type="title" idx="3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020" name="Google Shape;3020;p37"/>
          <p:cNvSpPr txBox="1">
            <a:spLocks noGrp="1"/>
          </p:cNvSpPr>
          <p:nvPr>
            <p:ph type="subTitle" idx="4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021" name="Google Shape;3021;p37"/>
          <p:cNvSpPr txBox="1">
            <a:spLocks noGrp="1"/>
          </p:cNvSpPr>
          <p:nvPr>
            <p:ph type="title" idx="5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022" name="Google Shape;3022;p37"/>
          <p:cNvSpPr txBox="1">
            <a:spLocks noGrp="1"/>
          </p:cNvSpPr>
          <p:nvPr>
            <p:ph type="subTitle" idx="6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4" name="Google Shape;3024;p38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3025" name="Google Shape;3025;p38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8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8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8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8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8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8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38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38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8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8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8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8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8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8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8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8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8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8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8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8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8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8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8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8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8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8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8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8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8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8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8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8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8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8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8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8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8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8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8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8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8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8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8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38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38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38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38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38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38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38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38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38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38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38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38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38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38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38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38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38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38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38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38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38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38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38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8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8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8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8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8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8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8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8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8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8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8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8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8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8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8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8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8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8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8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8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8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8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8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8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8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8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8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8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8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8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8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8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8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8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8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38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8" name="Google Shape;3128;p38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3129" name="Google Shape;3129;p38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38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38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38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38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38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38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38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38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38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38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38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38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38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38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38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38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38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38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38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38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38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38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38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38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38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38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38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38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38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38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3160;p38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1" name="Google Shape;3161;p38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2" name="Google Shape;3162;p38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3" name="Google Shape;3163;p38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3164;p38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38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3166;p38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3167;p38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3168;p38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38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38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38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38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38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38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38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38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38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38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38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38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38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38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3183;p38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3184;p38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38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3186;p38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38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3188;p38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3189;p38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3190;p38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38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3192;p38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3193;p38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3194;p38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3195;p38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6" name="Google Shape;3196;p38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3197;p38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3198;p38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9" name="Google Shape;3199;p38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3200;p38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38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38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3203;p38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38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38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38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38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3208;p38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3209;p38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3210;p38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3211;p38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38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38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38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38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38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38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38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38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38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38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38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3223;p38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3224;p38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38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38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38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38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38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38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38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32" name="Google Shape;3232;p38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3233" name="Google Shape;3233;p38"/>
          <p:cNvSpPr txBox="1">
            <a:spLocks noGrp="1"/>
          </p:cNvSpPr>
          <p:nvPr>
            <p:ph type="title" idx="2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234" name="Google Shape;3234;p38"/>
          <p:cNvSpPr txBox="1">
            <a:spLocks noGrp="1"/>
          </p:cNvSpPr>
          <p:nvPr>
            <p:ph type="subTitle" idx="1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235" name="Google Shape;3235;p38"/>
          <p:cNvSpPr txBox="1">
            <a:spLocks noGrp="1"/>
          </p:cNvSpPr>
          <p:nvPr>
            <p:ph type="title" idx="3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236" name="Google Shape;3236;p38"/>
          <p:cNvSpPr txBox="1">
            <a:spLocks noGrp="1"/>
          </p:cNvSpPr>
          <p:nvPr>
            <p:ph type="subTitle" idx="4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237" name="Google Shape;3237;p38"/>
          <p:cNvSpPr txBox="1">
            <a:spLocks noGrp="1"/>
          </p:cNvSpPr>
          <p:nvPr>
            <p:ph type="title" idx="5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238" name="Google Shape;3238;p38"/>
          <p:cNvSpPr txBox="1">
            <a:spLocks noGrp="1"/>
          </p:cNvSpPr>
          <p:nvPr>
            <p:ph type="subTitle" idx="6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239" name="Google Shape;3239;p38"/>
          <p:cNvSpPr txBox="1">
            <a:spLocks noGrp="1"/>
          </p:cNvSpPr>
          <p:nvPr>
            <p:ph type="title" idx="7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240" name="Google Shape;3240;p38"/>
          <p:cNvSpPr txBox="1">
            <a:spLocks noGrp="1"/>
          </p:cNvSpPr>
          <p:nvPr>
            <p:ph type="subTitle" idx="8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11">
    <p:spTree>
      <p:nvGrpSpPr>
        <p:cNvPr id="1" name="Shape 3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2" name="Google Shape;3242;p39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3243" name="Google Shape;3243;p39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3244;p39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3245;p39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3246;p39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3247;p39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3248;p39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3249;p39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3250;p39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3251;p39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3252;p39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3253;p39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3254;p39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3255;p39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3256;p39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3257;p39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3258;p39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3259;p39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3260;p39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3261;p39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3262;p39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3263;p39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3264;p39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3265;p39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3266;p39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3267;p39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39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39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39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39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39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39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39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39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3276;p39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3277;p39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39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3279;p39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3280;p39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3281;p39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3282;p39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3283;p39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3284;p39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3285;p39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3286;p39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3287;p39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3288;p39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3289;p39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3290;p39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39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39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3293;p39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3294;p39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3295;p39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3296;p39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39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39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3299;p39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3300;p39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39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3302;p39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3303;p39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3304;p39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3305;p39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3306;p39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39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39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39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39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1" name="Google Shape;3311;p39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3312" name="Google Shape;3312;p39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3313;p39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3314;p39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39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39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39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3318;p39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3319;p39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39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39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39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39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39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39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39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39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39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39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39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39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39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39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39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39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39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39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39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39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39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39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3342;p39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39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39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39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39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39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39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39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39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39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39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39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39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39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39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39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39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39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39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39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39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39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39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39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39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39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39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39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39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39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39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39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39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39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39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39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39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39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0" name="Google Shape;3380;p39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3381" name="Google Shape;3381;p39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39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39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39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39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39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39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39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39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39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3391;p39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39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39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39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39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6" name="Google Shape;3396;p39"/>
          <p:cNvGrpSpPr/>
          <p:nvPr/>
        </p:nvGrpSpPr>
        <p:grpSpPr>
          <a:xfrm rot="5400000" flipH="1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3397" name="Google Shape;3397;p39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39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39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39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39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39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39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39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39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39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39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39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39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39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39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12" name="Google Shape;3412;p39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3413" name="Google Shape;3413;p39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414" name="Google Shape;3414;p39"/>
          <p:cNvSpPr txBox="1">
            <a:spLocks noGrp="1"/>
          </p:cNvSpPr>
          <p:nvPr>
            <p:ph type="subTitle" idx="1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415" name="Google Shape;3415;p39"/>
          <p:cNvSpPr txBox="1">
            <a:spLocks noGrp="1"/>
          </p:cNvSpPr>
          <p:nvPr>
            <p:ph type="title" idx="3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416" name="Google Shape;3416;p39"/>
          <p:cNvSpPr txBox="1">
            <a:spLocks noGrp="1"/>
          </p:cNvSpPr>
          <p:nvPr>
            <p:ph type="subTitle" idx="4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417" name="Google Shape;3417;p39"/>
          <p:cNvSpPr txBox="1">
            <a:spLocks noGrp="1"/>
          </p:cNvSpPr>
          <p:nvPr>
            <p:ph type="title" idx="5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418" name="Google Shape;3418;p39"/>
          <p:cNvSpPr txBox="1">
            <a:spLocks noGrp="1"/>
          </p:cNvSpPr>
          <p:nvPr>
            <p:ph type="subTitle" idx="6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419" name="Google Shape;3419;p39"/>
          <p:cNvSpPr txBox="1">
            <a:spLocks noGrp="1"/>
          </p:cNvSpPr>
          <p:nvPr>
            <p:ph type="title" idx="7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420" name="Google Shape;3420;p39"/>
          <p:cNvSpPr txBox="1">
            <a:spLocks noGrp="1"/>
          </p:cNvSpPr>
          <p:nvPr>
            <p:ph type="subTitle" idx="8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421" name="Google Shape;3421;p39"/>
          <p:cNvSpPr txBox="1">
            <a:spLocks noGrp="1"/>
          </p:cNvSpPr>
          <p:nvPr>
            <p:ph type="title" idx="9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422" name="Google Shape;3422;p39"/>
          <p:cNvSpPr txBox="1">
            <a:spLocks noGrp="1"/>
          </p:cNvSpPr>
          <p:nvPr>
            <p:ph type="subTitle" idx="13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3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24" name="Google Shape;3424;p40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3425" name="Google Shape;3425;p40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40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40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40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3429;p40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3430;p40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40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0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0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0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0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0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40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40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40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40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40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40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40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40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40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40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40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0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0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0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0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0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40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40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0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0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0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40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40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0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0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0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0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0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40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40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40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40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40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3470;p40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40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40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40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40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40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40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40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40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40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40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3481;p40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40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0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0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0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0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0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0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0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0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0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2" name="Google Shape;3492;p40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3" name="Google Shape;3493;p40"/>
          <p:cNvGrpSpPr/>
          <p:nvPr/>
        </p:nvGrpSpPr>
        <p:grpSpPr>
          <a:xfrm rot="10800000" flipH="1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3494" name="Google Shape;3494;p40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0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0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0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0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0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40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40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0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0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0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0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0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3507;p40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8" name="Google Shape;3508;p40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0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0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0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0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3513;p40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4" name="Google Shape;3514;p40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0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0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0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8" name="Google Shape;3518;p40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9" name="Google Shape;3519;p40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0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0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0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0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0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3525;p40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0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0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0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0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0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0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0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0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0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0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0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0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0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0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0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0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0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0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0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0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0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0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0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0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0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0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0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0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0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0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0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0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0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0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0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0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2" name="Google Shape;3562;p40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3563" name="Google Shape;3563;p40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64" name="Google Shape;3564;p40"/>
          <p:cNvSpPr txBox="1">
            <a:spLocks noGrp="1"/>
          </p:cNvSpPr>
          <p:nvPr>
            <p:ph type="subTitle" idx="1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565" name="Google Shape;3565;p40"/>
          <p:cNvSpPr txBox="1">
            <a:spLocks noGrp="1"/>
          </p:cNvSpPr>
          <p:nvPr>
            <p:ph type="title" idx="3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66" name="Google Shape;3566;p40"/>
          <p:cNvSpPr txBox="1">
            <a:spLocks noGrp="1"/>
          </p:cNvSpPr>
          <p:nvPr>
            <p:ph type="subTitle" idx="4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567" name="Google Shape;3567;p40"/>
          <p:cNvSpPr txBox="1">
            <a:spLocks noGrp="1"/>
          </p:cNvSpPr>
          <p:nvPr>
            <p:ph type="title" idx="5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68" name="Google Shape;3568;p40"/>
          <p:cNvSpPr txBox="1">
            <a:spLocks noGrp="1"/>
          </p:cNvSpPr>
          <p:nvPr>
            <p:ph type="subTitle" idx="6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569" name="Google Shape;3569;p40"/>
          <p:cNvSpPr txBox="1">
            <a:spLocks noGrp="1"/>
          </p:cNvSpPr>
          <p:nvPr>
            <p:ph type="title" idx="7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70" name="Google Shape;3570;p40"/>
          <p:cNvSpPr txBox="1">
            <a:spLocks noGrp="1"/>
          </p:cNvSpPr>
          <p:nvPr>
            <p:ph type="subTitle" idx="8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571" name="Google Shape;3571;p40"/>
          <p:cNvSpPr txBox="1">
            <a:spLocks noGrp="1"/>
          </p:cNvSpPr>
          <p:nvPr>
            <p:ph type="title" idx="9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72" name="Google Shape;3572;p40"/>
          <p:cNvSpPr txBox="1">
            <a:spLocks noGrp="1"/>
          </p:cNvSpPr>
          <p:nvPr>
            <p:ph type="subTitle" idx="13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573" name="Google Shape;3573;p40"/>
          <p:cNvSpPr txBox="1">
            <a:spLocks noGrp="1"/>
          </p:cNvSpPr>
          <p:nvPr>
            <p:ph type="title" idx="14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574" name="Google Shape;3574;p40"/>
          <p:cNvSpPr txBox="1">
            <a:spLocks noGrp="1"/>
          </p:cNvSpPr>
          <p:nvPr>
            <p:ph type="subTitle" idx="15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3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6" name="Google Shape;3576;p41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3577" name="Google Shape;3577;p41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1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1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1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1" name="Google Shape;3581;p41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41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3583;p41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3584;p41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3585;p41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3586;p41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41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41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3589;p41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3590;p41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3591;p41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41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3593;p41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3594;p41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3595;p41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3596;p41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41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3598;p41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9" name="Google Shape;3599;p41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0" name="Google Shape;3600;p41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41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3602;p41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3603;p41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41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3605;p41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3606;p41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41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41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41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41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1" name="Google Shape;3611;p41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2" name="Google Shape;3612;p41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41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3614;p41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5" name="Google Shape;3615;p41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6" name="Google Shape;3616;p41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7" name="Google Shape;3617;p41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8" name="Google Shape;3618;p41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41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41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3621;p41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41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41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4" name="Google Shape;3624;p41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3625;p41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3626;p41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7" name="Google Shape;3627;p41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3628;p41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3629;p41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41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41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41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41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41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41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41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7" name="Google Shape;3637;p41"/>
          <p:cNvGrpSpPr/>
          <p:nvPr/>
        </p:nvGrpSpPr>
        <p:grpSpPr>
          <a:xfrm rot="5400000" flipH="1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3638" name="Google Shape;3638;p41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3639;p41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3640;p41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3641;p41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41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3643;p41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3644;p41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41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3646;p41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41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41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41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3650;p41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1" name="Google Shape;3651;p41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3652;p41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3653;p41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3654;p41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3655;p41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41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41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8" name="Google Shape;3658;p41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9" name="Google Shape;3659;p41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41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41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41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3663;p41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4" name="Google Shape;3664;p41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41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41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41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8" name="Google Shape;3668;p41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9" name="Google Shape;3669;p41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0" name="Google Shape;3670;p41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1" name="Google Shape;3671;p41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2" name="Google Shape;3672;p41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3" name="Google Shape;3673;p41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4" name="Google Shape;3674;p41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41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41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41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41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41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3680;p41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3681;p41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41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3" name="Google Shape;3683;p41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4" name="Google Shape;3684;p41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41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41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41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41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3689;p41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3690;p41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3691;p41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3692;p41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3" name="Google Shape;3693;p41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41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3695;p41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3696;p41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7" name="Google Shape;3697;p41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98" name="Google Shape;3698;p4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3699" name="Google Shape;3699;p41"/>
          <p:cNvSpPr txBox="1">
            <a:spLocks noGrp="1"/>
          </p:cNvSpPr>
          <p:nvPr>
            <p:ph type="title" hasCustomPrompt="1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700" name="Google Shape;3700;p41"/>
          <p:cNvSpPr txBox="1">
            <a:spLocks noGrp="1"/>
          </p:cNvSpPr>
          <p:nvPr>
            <p:ph type="subTitle" idx="1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701" name="Google Shape;3701;p41"/>
          <p:cNvSpPr txBox="1">
            <a:spLocks noGrp="1"/>
          </p:cNvSpPr>
          <p:nvPr>
            <p:ph type="title" idx="2" hasCustomPrompt="1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702" name="Google Shape;3702;p41"/>
          <p:cNvSpPr txBox="1">
            <a:spLocks noGrp="1"/>
          </p:cNvSpPr>
          <p:nvPr>
            <p:ph type="subTitle" idx="3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703" name="Google Shape;3703;p41"/>
          <p:cNvSpPr txBox="1">
            <a:spLocks noGrp="1"/>
          </p:cNvSpPr>
          <p:nvPr>
            <p:ph type="title" idx="4" hasCustomPrompt="1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704" name="Google Shape;3704;p41"/>
          <p:cNvSpPr txBox="1">
            <a:spLocks noGrp="1"/>
          </p:cNvSpPr>
          <p:nvPr>
            <p:ph type="subTitle" idx="5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705" name="Google Shape;3705;p41"/>
          <p:cNvSpPr txBox="1">
            <a:spLocks noGrp="1"/>
          </p:cNvSpPr>
          <p:nvPr>
            <p:ph type="title" idx="6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3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07" name="Google Shape;3707;p42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3708" name="Google Shape;3708;p42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9" name="Google Shape;3709;p42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0" name="Google Shape;3710;p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3711;p42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3712;p42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3713;p42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3714;p42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3715;p42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3716;p42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3717;p42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8" name="Google Shape;3718;p42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9" name="Google Shape;3719;p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3720;p42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3721;p42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3722;p42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42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4" name="Google Shape;3724;p42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5" name="Google Shape;3725;p42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42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7" name="Google Shape;3727;p42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3728;p42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42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3730;p42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3731;p42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42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3733;p42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3734;p42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3735;p42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3736;p42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3737;p42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3738;p42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3739;p42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3740;p42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1" name="Google Shape;3741;p42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2" name="Google Shape;3742;p42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3743;p42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4" name="Google Shape;3744;p42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3745;p42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42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3747;p42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8" name="Google Shape;3748;p42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9" name="Google Shape;3749;p42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3750;p42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3751;p42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2" name="Google Shape;3752;p42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3" name="Google Shape;3753;p42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3754;p42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3755;p42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3756;p42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3757;p42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8" name="Google Shape;3758;p42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9" name="Google Shape;3759;p42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3760;p42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3761;p42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3762;p42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3" name="Google Shape;3763;p42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4" name="Google Shape;3764;p42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5" name="Google Shape;3765;p42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6" name="Google Shape;3766;p42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3767;p42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3768;p42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42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0" name="Google Shape;3770;p42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3771" name="Google Shape;3771;p42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2" name="Google Shape;3772;p42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3" name="Google Shape;3773;p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4" name="Google Shape;3774;p42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5" name="Google Shape;3775;p42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6" name="Google Shape;3776;p42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7" name="Google Shape;3777;p42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8" name="Google Shape;3778;p42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3779;p42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3780;p42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1" name="Google Shape;3781;p42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2" name="Google Shape;3782;p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42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42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3785;p42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3786;p42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7" name="Google Shape;3787;p42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3788;p42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3789;p42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42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42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3792;p42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3793;p42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42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42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42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42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42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3799;p42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3800;p42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42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42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3803;p42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42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42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42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42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42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42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42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42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42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42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42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42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42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42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42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42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42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42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42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42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42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42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42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42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42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42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42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42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42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3" name="Google Shape;3833;p42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3834" name="Google Shape;3834;p4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4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4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4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4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4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4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4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4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4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4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4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4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4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4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4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4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4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4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4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4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4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4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4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4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4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4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4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4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4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4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4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4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4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4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4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4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4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4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4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4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4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4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4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4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4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4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4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4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4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4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4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4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4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4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4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4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4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4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4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4" name="Google Shape;3894;p42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3895" name="Google Shape;3895;p4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4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4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4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4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4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4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4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4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4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4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4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4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4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4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4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4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4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4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4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4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4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4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4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4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4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4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4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4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4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4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4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4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4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4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4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4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4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4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4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4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4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4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4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4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4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4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4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4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4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4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4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4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4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4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4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4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4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4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4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55" name="Google Shape;3955;p42"/>
          <p:cNvSpPr txBox="1">
            <a:spLocks noGrp="1"/>
          </p:cNvSpPr>
          <p:nvPr>
            <p:ph type="title" hasCustomPrompt="1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956" name="Google Shape;3956;p42"/>
          <p:cNvSpPr txBox="1">
            <a:spLocks noGrp="1"/>
          </p:cNvSpPr>
          <p:nvPr>
            <p:ph type="title" idx="2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3957" name="Google Shape;3957;p42"/>
          <p:cNvSpPr txBox="1">
            <a:spLocks noGrp="1"/>
          </p:cNvSpPr>
          <p:nvPr>
            <p:ph type="title" idx="3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958" name="Google Shape;3958;p42"/>
          <p:cNvSpPr txBox="1">
            <a:spLocks noGrp="1"/>
          </p:cNvSpPr>
          <p:nvPr>
            <p:ph type="subTitle" idx="1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959" name="Google Shape;3959;p42"/>
          <p:cNvSpPr txBox="1">
            <a:spLocks noGrp="1"/>
          </p:cNvSpPr>
          <p:nvPr>
            <p:ph type="title" idx="4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960" name="Google Shape;3960;p42"/>
          <p:cNvSpPr txBox="1">
            <a:spLocks noGrp="1"/>
          </p:cNvSpPr>
          <p:nvPr>
            <p:ph type="subTitle" idx="5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961" name="Google Shape;3961;p42"/>
          <p:cNvSpPr txBox="1">
            <a:spLocks noGrp="1"/>
          </p:cNvSpPr>
          <p:nvPr>
            <p:ph type="title" idx="6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3962" name="Google Shape;3962;p42"/>
          <p:cNvSpPr txBox="1">
            <a:spLocks noGrp="1"/>
          </p:cNvSpPr>
          <p:nvPr>
            <p:ph type="subTitle" idx="7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3963" name="Google Shape;3963;p42"/>
          <p:cNvSpPr txBox="1">
            <a:spLocks noGrp="1"/>
          </p:cNvSpPr>
          <p:nvPr>
            <p:ph type="title" idx="8" hasCustomPrompt="1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964" name="Google Shape;3964;p42"/>
          <p:cNvSpPr txBox="1">
            <a:spLocks noGrp="1"/>
          </p:cNvSpPr>
          <p:nvPr>
            <p:ph type="title" idx="9" hasCustomPrompt="1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3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66" name="Google Shape;3966;p43"/>
          <p:cNvGrpSpPr/>
          <p:nvPr/>
        </p:nvGrpSpPr>
        <p:grpSpPr>
          <a:xfrm rot="10800000" flipH="1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3967" name="Google Shape;3967;p43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4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43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43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43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43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43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43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43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43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43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4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3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3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3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3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3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43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43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3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3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3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3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43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43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43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43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43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43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43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43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43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43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43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43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43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43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43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43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43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43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43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43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43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43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43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43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43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43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43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43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43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43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43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43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43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43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43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43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43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43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43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3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3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3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3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3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3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43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43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3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3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3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3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3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2" name="Google Shape;4042;p43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4043" name="Google Shape;4043;p43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3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3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3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3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3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3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3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3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3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43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43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3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3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3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3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3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3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3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3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43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43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3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43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43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3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3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3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3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43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43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43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3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3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3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3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3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3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43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43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3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3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3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43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43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43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3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3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3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3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3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3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43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43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3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43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43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43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43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43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43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3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43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43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3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3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3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43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43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3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3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43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43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3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18" name="Google Shape;4118;p4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4119" name="Google Shape;4119;p43"/>
          <p:cNvSpPr txBox="1">
            <a:spLocks noGrp="1"/>
          </p:cNvSpPr>
          <p:nvPr>
            <p:ph type="subTitle" idx="1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</p:spPr>
        <p:txBody>
          <a:bodyPr spcFirstLastPara="1" wrap="square" lIns="243800" tIns="243800" rIns="243800" bIns="2438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120" name="Google Shape;4120;p43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lang="en-US" sz="3200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3200" b="1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4121" name="Google Shape;4121;p43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3" name="Google Shape;4123;p44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4124" name="Google Shape;4124;p44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4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4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4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4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4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4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4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4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4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4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4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44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44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44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4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4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44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44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4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4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4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4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4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4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44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44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4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4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4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4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4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44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44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4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4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4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4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4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4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4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4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4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4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4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4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4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4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4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4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44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44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4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4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4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4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4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4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4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4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44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44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4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4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4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4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4192;p44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3" name="Google Shape;4193;p44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4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4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4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4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4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9" name="Google Shape;4199;p44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4200" name="Google Shape;4200;p44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4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44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4" name="Google Shape;4204;p44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4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4206;p44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44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4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4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4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4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4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3" name="Google Shape;4213;p44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4" name="Google Shape;4214;p44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4215;p44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44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4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4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4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4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4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44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44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4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4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4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4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4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4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4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4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4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3" name="Google Shape;4233;p44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4" name="Google Shape;4234;p44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4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4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4237;p44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8" name="Google Shape;4238;p44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4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4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4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4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4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4244;p44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4245;p44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4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4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4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4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4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4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2" name="Google Shape;4252;p44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4253;p44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4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4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4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4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4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4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4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4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4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4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4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4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4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4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4268;p44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4269;p44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4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4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4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4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4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75" name="Google Shape;4275;p4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77" name="Google Shape;4277;p45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4278" name="Google Shape;4278;p45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5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5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45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45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45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5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5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5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5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5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5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5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5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5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5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5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5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5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97" name="Google Shape;4297;p45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4298" name="Google Shape;4298;p45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5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5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5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5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5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5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5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5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45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4308;p45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4309;p45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5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5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5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5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45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45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4316;p45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17" name="Google Shape;4317;p45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4318" name="Google Shape;4318;p45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5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5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4321;p45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4322;p45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5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5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5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5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5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5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5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4330;p45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4331;p45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5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5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5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5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4336;p45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7" name="Google Shape;4337;p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5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4339;p45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0" name="Google Shape;4340;p45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5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5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5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5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5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5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5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5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5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5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5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5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5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5" name="Google Shape;4355;p45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4356" name="Google Shape;4356;p45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5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5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9" name="Google Shape;4359;p45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0" name="Google Shape;4360;p45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5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5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5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5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5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5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5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5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5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5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1" name="Google Shape;4371;p45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2" name="Google Shape;4372;p45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5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4" name="Google Shape;4374;p45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5" name="Google Shape;4375;p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5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5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5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5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1" name="Google Shape;4381;p45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2" name="Google Shape;4382;p45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5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5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5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5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5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5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45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45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5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5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39" name="Google Shape;13039;p105"/>
          <p:cNvGrpSpPr/>
          <p:nvPr/>
        </p:nvGrpSpPr>
        <p:grpSpPr>
          <a:xfrm rot="10800000" flipH="1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13040" name="Google Shape;13040;p105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1" name="Google Shape;13041;p105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2" name="Google Shape;13042;p105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3" name="Google Shape;13043;p105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4" name="Google Shape;13044;p105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5" name="Google Shape;13045;p105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6" name="Google Shape;13046;p105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7" name="Google Shape;13047;p105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8" name="Google Shape;13048;p105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9" name="Google Shape;13049;p105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0" name="Google Shape;13050;p105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1" name="Google Shape;13051;p105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2" name="Google Shape;13052;p105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3" name="Google Shape;13053;p105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4" name="Google Shape;13054;p105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5" name="Google Shape;13055;p105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6" name="Google Shape;13056;p105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7" name="Google Shape;13057;p105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8" name="Google Shape;13058;p105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9" name="Google Shape;13059;p105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0" name="Google Shape;13060;p105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1" name="Google Shape;13061;p105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2" name="Google Shape;13062;p105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3" name="Google Shape;13063;p105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4" name="Google Shape;13064;p105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5" name="Google Shape;13065;p105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6" name="Google Shape;13066;p105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7" name="Google Shape;13067;p105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8" name="Google Shape;13068;p105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9" name="Google Shape;13069;p105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0" name="Google Shape;13070;p105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1" name="Google Shape;13071;p105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2" name="Google Shape;13072;p105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3" name="Google Shape;13073;p105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4" name="Google Shape;13074;p105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5" name="Google Shape;13075;p105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6" name="Google Shape;13076;p105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7" name="Google Shape;13077;p105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8" name="Google Shape;13078;p105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9" name="Google Shape;13079;p105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0" name="Google Shape;13080;p105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1" name="Google Shape;13081;p105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2" name="Google Shape;13082;p105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3" name="Google Shape;13083;p105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4" name="Google Shape;13084;p105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5" name="Google Shape;13085;p105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6" name="Google Shape;13086;p105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7" name="Google Shape;13087;p105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8" name="Google Shape;13088;p105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9" name="Google Shape;13089;p105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0" name="Google Shape;13090;p105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1" name="Google Shape;13091;p105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2" name="Google Shape;13092;p105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3" name="Google Shape;13093;p105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4" name="Google Shape;13094;p105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5" name="Google Shape;13095;p105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6" name="Google Shape;13096;p105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7" name="Google Shape;13097;p105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8" name="Google Shape;13098;p105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9" name="Google Shape;13099;p105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0" name="Google Shape;13100;p105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1" name="Google Shape;13101;p105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2" name="Google Shape;13102;p105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3" name="Google Shape;13103;p105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4" name="Google Shape;13104;p105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5" name="Google Shape;13105;p105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6" name="Google Shape;13106;p105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7" name="Google Shape;13107;p105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8" name="Google Shape;13108;p105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9" name="Google Shape;13109;p105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0" name="Google Shape;13110;p105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1" name="Google Shape;13111;p105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2" name="Google Shape;13112;p105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3" name="Google Shape;13113;p105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4" name="Google Shape;13114;p105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5" name="Google Shape;13115;p105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6" name="Google Shape;13116;p105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7" name="Google Shape;13117;p105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8" name="Google Shape;13118;p105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9" name="Google Shape;13119;p105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0" name="Google Shape;13120;p105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21" name="Google Shape;13121;p10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3122" name="Google Shape;13122;p105"/>
          <p:cNvSpPr txBox="1">
            <a:spLocks noGrp="1"/>
          </p:cNvSpPr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123" name="Google Shape;13123;p105"/>
          <p:cNvSpPr txBox="1">
            <a:spLocks noGrp="1"/>
          </p:cNvSpPr>
          <p:nvPr>
            <p:ph type="subTitle" idx="1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3124" name="Google Shape;13124;p105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13125" name="Google Shape;13125;p105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6" name="Google Shape;13126;p105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7" name="Google Shape;13127;p105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8" name="Google Shape;13128;p105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9" name="Google Shape;13129;p105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0" name="Google Shape;13130;p105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1" name="Google Shape;13131;p105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2" name="Google Shape;13132;p105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3" name="Google Shape;13133;p105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4" name="Google Shape;13134;p105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5" name="Google Shape;13135;p105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6" name="Google Shape;13136;p105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7" name="Google Shape;13137;p105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8" name="Google Shape;13138;p105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9" name="Google Shape;13139;p105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0" name="Google Shape;13140;p105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1" name="Google Shape;13141;p105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2" name="Google Shape;13142;p105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3" name="Google Shape;13143;p105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4" name="Google Shape;13144;p105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5" name="Google Shape;13145;p105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6" name="Google Shape;13146;p105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7" name="Google Shape;13147;p105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8" name="Google Shape;13148;p105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9" name="Google Shape;13149;p105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0" name="Google Shape;13150;p105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1" name="Google Shape;13151;p105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2" name="Google Shape;13152;p105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3" name="Google Shape;13153;p105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4" name="Google Shape;13154;p105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5" name="Google Shape;13155;p105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6" name="Google Shape;13156;p105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7" name="Google Shape;13157;p105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8" name="Google Shape;13158;p105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9" name="Google Shape;13159;p105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0" name="Google Shape;13160;p105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1" name="Google Shape;13161;p105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2" name="Google Shape;13162;p105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3" name="Google Shape;13163;p105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4" name="Google Shape;13164;p105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5" name="Google Shape;13165;p105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6" name="Google Shape;13166;p105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7" name="Google Shape;13167;p105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8" name="Google Shape;13168;p105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9" name="Google Shape;13169;p105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0" name="Google Shape;13170;p105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1" name="Google Shape;13171;p105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2" name="Google Shape;13172;p105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3" name="Google Shape;13173;p105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4" name="Google Shape;13174;p105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5" name="Google Shape;13175;p105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6" name="Google Shape;13176;p105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7" name="Google Shape;13177;p105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8" name="Google Shape;13178;p105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9" name="Google Shape;13179;p105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0" name="Google Shape;13180;p105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1" name="Google Shape;13181;p105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2" name="Google Shape;13182;p105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3" name="Google Shape;13183;p105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4" name="Google Shape;13184;p105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5" name="Google Shape;13185;p105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6" name="Google Shape;13186;p105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7" name="Google Shape;13187;p105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8" name="Google Shape;13188;p105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9" name="Google Shape;13189;p105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0" name="Google Shape;13190;p105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1" name="Google Shape;13191;p105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2" name="Google Shape;13192;p105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3" name="Google Shape;13193;p105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4" name="Google Shape;13194;p105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5" name="Google Shape;13195;p105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6" name="Google Shape;13196;p105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7" name="Google Shape;13197;p105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8" name="Google Shape;13198;p105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9" name="Google Shape;13199;p105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0" name="Google Shape;13200;p105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1" name="Google Shape;13201;p105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2" name="Google Shape;13202;p105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3" name="Google Shape;13203;p105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4" name="Google Shape;13204;p105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5" name="Google Shape;13205;p105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07" name="Google Shape;13207;p106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13208" name="Google Shape;13208;p106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9" name="Google Shape;13209;p106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0" name="Google Shape;13210;p106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1" name="Google Shape;13211;p106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2" name="Google Shape;13212;p106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3" name="Google Shape;13213;p106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4" name="Google Shape;13214;p106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5" name="Google Shape;13215;p106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6" name="Google Shape;13216;p106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7" name="Google Shape;13217;p106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8" name="Google Shape;13218;p106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9" name="Google Shape;13219;p106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0" name="Google Shape;13220;p106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1" name="Google Shape;13221;p106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2" name="Google Shape;13222;p106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3" name="Google Shape;13223;p106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4" name="Google Shape;13224;p106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5" name="Google Shape;13225;p106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6" name="Google Shape;13226;p106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7" name="Google Shape;13227;p106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8" name="Google Shape;13228;p106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9" name="Google Shape;13229;p106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0" name="Google Shape;13230;p106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1" name="Google Shape;13231;p106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2" name="Google Shape;13232;p106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3" name="Google Shape;13233;p106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4" name="Google Shape;13234;p106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5" name="Google Shape;13235;p106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6" name="Google Shape;13236;p106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7" name="Google Shape;13237;p106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8" name="Google Shape;13238;p106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9" name="Google Shape;13239;p106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0" name="Google Shape;13240;p106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1" name="Google Shape;13241;p106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2" name="Google Shape;13242;p106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3" name="Google Shape;13243;p106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4" name="Google Shape;13244;p106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5" name="Google Shape;13245;p106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6" name="Google Shape;13246;p106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7" name="Google Shape;13247;p106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8" name="Google Shape;13248;p106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9" name="Google Shape;13249;p106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50" name="Google Shape;13250;p106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13251" name="Google Shape;13251;p106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2" name="Google Shape;13252;p106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3" name="Google Shape;13253;p106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4" name="Google Shape;13254;p106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5" name="Google Shape;13255;p106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6" name="Google Shape;13256;p106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7" name="Google Shape;13257;p106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8" name="Google Shape;13258;p106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9" name="Google Shape;13259;p106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0" name="Google Shape;13260;p106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1" name="Google Shape;13261;p106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2" name="Google Shape;13262;p106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3" name="Google Shape;13263;p106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4" name="Google Shape;13264;p106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5" name="Google Shape;13265;p106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6" name="Google Shape;13266;p106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7" name="Google Shape;13267;p106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8" name="Google Shape;13268;p106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9" name="Google Shape;13269;p106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0" name="Google Shape;13270;p106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1" name="Google Shape;13271;p106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2" name="Google Shape;13272;p106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3" name="Google Shape;13273;p106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4" name="Google Shape;13274;p106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5" name="Google Shape;13275;p106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6" name="Google Shape;13276;p106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7" name="Google Shape;13277;p106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8" name="Google Shape;13278;p106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9" name="Google Shape;13279;p106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0" name="Google Shape;13280;p106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1" name="Google Shape;13281;p106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2" name="Google Shape;13282;p106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3" name="Google Shape;13283;p106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4" name="Google Shape;13284;p106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5" name="Google Shape;13285;p106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6" name="Google Shape;13286;p106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7" name="Google Shape;13287;p106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8" name="Google Shape;13288;p106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9" name="Google Shape;13289;p106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0" name="Google Shape;13290;p106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1" name="Google Shape;13291;p106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2" name="Google Shape;13292;p106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3" name="Google Shape;13293;p106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4" name="Google Shape;13294;p106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5" name="Google Shape;13295;p106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6" name="Google Shape;13296;p106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7" name="Google Shape;13297;p106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8" name="Google Shape;13298;p106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9" name="Google Shape;13299;p106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0" name="Google Shape;13300;p106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1" name="Google Shape;13301;p106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2" name="Google Shape;13302;p106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3" name="Google Shape;13303;p106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4" name="Google Shape;13304;p106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5" name="Google Shape;13305;p106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6" name="Google Shape;13306;p106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7" name="Google Shape;13307;p106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8" name="Google Shape;13308;p106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9" name="Google Shape;13309;p106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0" name="Google Shape;13310;p106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11" name="Google Shape;13311;p106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3312" name="Google Shape;13312;p106"/>
          <p:cNvSpPr txBox="1">
            <a:spLocks noGrp="1"/>
          </p:cNvSpPr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13313" name="Google Shape;13313;p106"/>
          <p:cNvSpPr txBox="1">
            <a:spLocks noGrp="1"/>
          </p:cNvSpPr>
          <p:nvPr>
            <p:ph type="title" idx="2" hasCustomPrompt="1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314" name="Google Shape;13314;p106"/>
          <p:cNvSpPr txBox="1">
            <a:spLocks noGrp="1"/>
          </p:cNvSpPr>
          <p:nvPr>
            <p:ph type="subTitle" idx="1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6" name="Google Shape;13316;p107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13317" name="Google Shape;13317;p107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8" name="Google Shape;13318;p107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9" name="Google Shape;13319;p107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0" name="Google Shape;13320;p107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1" name="Google Shape;13321;p107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2" name="Google Shape;13322;p107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3" name="Google Shape;13323;p107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4" name="Google Shape;13324;p107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5" name="Google Shape;13325;p107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6" name="Google Shape;13326;p107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7" name="Google Shape;13327;p107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8" name="Google Shape;13328;p107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9" name="Google Shape;13329;p107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0" name="Google Shape;13330;p107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1" name="Google Shape;13331;p107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2" name="Google Shape;13332;p107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3" name="Google Shape;13333;p107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4" name="Google Shape;13334;p107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5" name="Google Shape;13335;p107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6" name="Google Shape;13336;p107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7" name="Google Shape;13337;p107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8" name="Google Shape;13338;p107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9" name="Google Shape;13339;p107"/>
          <p:cNvGrpSpPr/>
          <p:nvPr/>
        </p:nvGrpSpPr>
        <p:grpSpPr>
          <a:xfrm rot="10800000" flipH="1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13340" name="Google Shape;13340;p107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1" name="Google Shape;13341;p107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2" name="Google Shape;13342;p107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3" name="Google Shape;13343;p107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4" name="Google Shape;13344;p107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5" name="Google Shape;13345;p107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6" name="Google Shape;13346;p107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7" name="Google Shape;13347;p107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8" name="Google Shape;13348;p107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9" name="Google Shape;13349;p107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0" name="Google Shape;13350;p107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1" name="Google Shape;13351;p107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2" name="Google Shape;13352;p107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3" name="Google Shape;13353;p107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4" name="Google Shape;13354;p107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5" name="Google Shape;13355;p107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6" name="Google Shape;13356;p107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7" name="Google Shape;13357;p107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8" name="Google Shape;13358;p107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9" name="Google Shape;13359;p107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0" name="Google Shape;13360;p107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1" name="Google Shape;13361;p107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62" name="Google Shape;13362;p107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13363" name="Google Shape;13363;p107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4" name="Google Shape;13364;p107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5" name="Google Shape;13365;p107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6" name="Google Shape;13366;p107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7" name="Google Shape;13367;p107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8" name="Google Shape;13368;p107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9" name="Google Shape;13369;p107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0" name="Google Shape;13370;p107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1" name="Google Shape;13371;p107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2" name="Google Shape;13372;p107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3" name="Google Shape;13373;p107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4" name="Google Shape;13374;p107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5" name="Google Shape;13375;p107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6" name="Google Shape;13376;p107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7" name="Google Shape;13377;p107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8" name="Google Shape;13378;p107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9" name="Google Shape;13379;p107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0" name="Google Shape;13380;p107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1" name="Google Shape;13381;p107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2" name="Google Shape;13382;p107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3" name="Google Shape;13383;p107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4" name="Google Shape;13384;p107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5" name="Google Shape;13385;p107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6" name="Google Shape;13386;p107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7" name="Google Shape;13387;p107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8" name="Google Shape;13388;p107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9" name="Google Shape;13389;p107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0" name="Google Shape;13390;p107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1" name="Google Shape;13391;p107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2" name="Google Shape;13392;p107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3" name="Google Shape;13393;p107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4" name="Google Shape;13394;p107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5" name="Google Shape;13395;p107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6" name="Google Shape;13396;p107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7" name="Google Shape;13397;p107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8" name="Google Shape;13398;p107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9" name="Google Shape;13399;p107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0" name="Google Shape;13400;p107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1" name="Google Shape;13401;p107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2" name="Google Shape;13402;p107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3" name="Google Shape;13403;p107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4" name="Google Shape;13404;p107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05" name="Google Shape;13405;p107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3406" name="Google Shape;13406;p107"/>
          <p:cNvSpPr txBox="1">
            <a:spLocks noGrp="1"/>
          </p:cNvSpPr>
          <p:nvPr>
            <p:ph type="body" idx="1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431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marL="914400" lvl="1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43180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3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08" name="Google Shape;13408;p108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13409" name="Google Shape;13409;p108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0" name="Google Shape;13410;p108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1" name="Google Shape;13411;p108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2" name="Google Shape;13412;p108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3" name="Google Shape;13413;p108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4" name="Google Shape;13414;p108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5" name="Google Shape;13415;p108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6" name="Google Shape;13416;p108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7" name="Google Shape;13417;p108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8" name="Google Shape;13418;p108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9" name="Google Shape;13419;p108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0" name="Google Shape;13420;p108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1" name="Google Shape;13421;p108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2" name="Google Shape;13422;p108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3" name="Google Shape;13423;p108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4" name="Google Shape;13424;p108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5" name="Google Shape;13425;p108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6" name="Google Shape;13426;p108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7" name="Google Shape;13427;p108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8" name="Google Shape;13428;p108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13429" name="Google Shape;13429;p108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0" name="Google Shape;13430;p108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1" name="Google Shape;13431;p108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2" name="Google Shape;13432;p108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3" name="Google Shape;13433;p108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4" name="Google Shape;13434;p108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5" name="Google Shape;13435;p108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6" name="Google Shape;13436;p108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7" name="Google Shape;13437;p108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8" name="Google Shape;13438;p108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9" name="Google Shape;13439;p108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0" name="Google Shape;13440;p108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1" name="Google Shape;13441;p108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2" name="Google Shape;13442;p108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3" name="Google Shape;13443;p108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4" name="Google Shape;13444;p108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5" name="Google Shape;13445;p108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6" name="Google Shape;13446;p108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7" name="Google Shape;13447;p108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48" name="Google Shape;13448;p108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13449" name="Google Shape;13449;p108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0" name="Google Shape;13450;p108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1" name="Google Shape;13451;p108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2" name="Google Shape;13452;p108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3" name="Google Shape;13453;p108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4" name="Google Shape;13454;p108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5" name="Google Shape;13455;p108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6" name="Google Shape;13456;p108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7" name="Google Shape;13457;p108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8" name="Google Shape;13458;p108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9" name="Google Shape;13459;p108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0" name="Google Shape;13460;p108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1" name="Google Shape;13461;p108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2" name="Google Shape;13462;p108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3" name="Google Shape;13463;p108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4" name="Google Shape;13464;p108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5" name="Google Shape;13465;p108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6" name="Google Shape;13466;p108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7" name="Google Shape;13467;p108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8" name="Google Shape;13468;p108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9" name="Google Shape;13469;p108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0" name="Google Shape;13470;p108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1" name="Google Shape;13471;p108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2" name="Google Shape;13472;p108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3" name="Google Shape;13473;p108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4" name="Google Shape;13474;p108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5" name="Google Shape;13475;p108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6" name="Google Shape;13476;p108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7" name="Google Shape;13477;p108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8" name="Google Shape;13478;p108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9" name="Google Shape;13479;p108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0" name="Google Shape;13480;p108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1" name="Google Shape;13481;p108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2" name="Google Shape;13482;p108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3" name="Google Shape;13483;p108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4" name="Google Shape;13484;p108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5" name="Google Shape;13485;p108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6" name="Google Shape;13486;p108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13487" name="Google Shape;13487;p108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8" name="Google Shape;13488;p108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9" name="Google Shape;13489;p108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0" name="Google Shape;13490;p108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1" name="Google Shape;13491;p108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2" name="Google Shape;13492;p108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3" name="Google Shape;13493;p108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4" name="Google Shape;13494;p108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5" name="Google Shape;13495;p108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6" name="Google Shape;13496;p108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7" name="Google Shape;13497;p108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8" name="Google Shape;13498;p108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9" name="Google Shape;13499;p108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0" name="Google Shape;13500;p108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1" name="Google Shape;13501;p108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2" name="Google Shape;13502;p108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3" name="Google Shape;13503;p108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4" name="Google Shape;13504;p108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5" name="Google Shape;13505;p108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6" name="Google Shape;13506;p108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7" name="Google Shape;13507;p108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8" name="Google Shape;13508;p108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9" name="Google Shape;13509;p108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0" name="Google Shape;13510;p108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1" name="Google Shape;13511;p108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2" name="Google Shape;13512;p108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3" name="Google Shape;13513;p108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4" name="Google Shape;13514;p108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5" name="Google Shape;13515;p108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6" name="Google Shape;13516;p108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7" name="Google Shape;13517;p108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8" name="Google Shape;13518;p108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9" name="Google Shape;13519;p108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0" name="Google Shape;13520;p108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1" name="Google Shape;13521;p108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2" name="Google Shape;13522;p108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3" name="Google Shape;13523;p108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24" name="Google Shape;13524;p108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3525" name="Google Shape;13525;p108"/>
          <p:cNvSpPr txBox="1">
            <a:spLocks noGrp="1"/>
          </p:cNvSpPr>
          <p:nvPr>
            <p:ph type="title" idx="2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3526" name="Google Shape;13526;p108"/>
          <p:cNvSpPr txBox="1">
            <a:spLocks noGrp="1"/>
          </p:cNvSpPr>
          <p:nvPr>
            <p:ph type="title" idx="3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3527" name="Google Shape;13527;p108"/>
          <p:cNvSpPr txBox="1">
            <a:spLocks noGrp="1"/>
          </p:cNvSpPr>
          <p:nvPr>
            <p:ph type="subTitle" idx="1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  <p:sp>
        <p:nvSpPr>
          <p:cNvPr id="13528" name="Google Shape;13528;p108"/>
          <p:cNvSpPr txBox="1">
            <a:spLocks noGrp="1"/>
          </p:cNvSpPr>
          <p:nvPr>
            <p:ph type="subTitle" idx="4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30" name="Google Shape;13530;p109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13531" name="Google Shape;13531;p10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2" name="Google Shape;13532;p10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3" name="Google Shape;13533;p10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4" name="Google Shape;13534;p10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5" name="Google Shape;13535;p10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6" name="Google Shape;13536;p10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7" name="Google Shape;13537;p10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8" name="Google Shape;13538;p10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9" name="Google Shape;13539;p10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0" name="Google Shape;13540;p10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1" name="Google Shape;13541;p10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2" name="Google Shape;13542;p10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3" name="Google Shape;13543;p10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4" name="Google Shape;13544;p10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5" name="Google Shape;13545;p10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6" name="Google Shape;13546;p10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7" name="Google Shape;13547;p10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8" name="Google Shape;13548;p10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9" name="Google Shape;13549;p10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0" name="Google Shape;13550;p10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1" name="Google Shape;13551;p10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2" name="Google Shape;13552;p10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3" name="Google Shape;13553;p10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4" name="Google Shape;13554;p10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5" name="Google Shape;13555;p10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6" name="Google Shape;13556;p10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7" name="Google Shape;13557;p10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8" name="Google Shape;13558;p10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9" name="Google Shape;13559;p10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0" name="Google Shape;13560;p10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1" name="Google Shape;13561;p10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2" name="Google Shape;13562;p10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3" name="Google Shape;13563;p10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4" name="Google Shape;13564;p10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5" name="Google Shape;13565;p10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6" name="Google Shape;13566;p10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7" name="Google Shape;13567;p10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8" name="Google Shape;13568;p10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9" name="Google Shape;13569;p10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0" name="Google Shape;13570;p10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1" name="Google Shape;13571;p10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2" name="Google Shape;13572;p10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3" name="Google Shape;13573;p10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4" name="Google Shape;13574;p10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5" name="Google Shape;13575;p10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6" name="Google Shape;13576;p10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7" name="Google Shape;13577;p10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8" name="Google Shape;13578;p10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9" name="Google Shape;13579;p10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0" name="Google Shape;13580;p10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1" name="Google Shape;13581;p10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2" name="Google Shape;13582;p10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3" name="Google Shape;13583;p10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4" name="Google Shape;13584;p10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5" name="Google Shape;13585;p10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6" name="Google Shape;13586;p10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7" name="Google Shape;13587;p10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8" name="Google Shape;13588;p10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9" name="Google Shape;13589;p10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0" name="Google Shape;13590;p10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91" name="Google Shape;13591;p109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13592" name="Google Shape;13592;p10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3" name="Google Shape;13593;p10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4" name="Google Shape;13594;p10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5" name="Google Shape;13595;p10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6" name="Google Shape;13596;p10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7" name="Google Shape;13597;p10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8" name="Google Shape;13598;p10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9" name="Google Shape;13599;p10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0" name="Google Shape;13600;p10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1" name="Google Shape;13601;p10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2" name="Google Shape;13602;p10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3" name="Google Shape;13603;p10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4" name="Google Shape;13604;p10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5" name="Google Shape;13605;p10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6" name="Google Shape;13606;p10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7" name="Google Shape;13607;p10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8" name="Google Shape;13608;p10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9" name="Google Shape;13609;p10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0" name="Google Shape;13610;p10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1" name="Google Shape;13611;p10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2" name="Google Shape;13612;p10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3" name="Google Shape;13613;p10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4" name="Google Shape;13614;p10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5" name="Google Shape;13615;p10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6" name="Google Shape;13616;p10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7" name="Google Shape;13617;p10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8" name="Google Shape;13618;p10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9" name="Google Shape;13619;p10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0" name="Google Shape;13620;p10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1" name="Google Shape;13621;p10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2" name="Google Shape;13622;p10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3" name="Google Shape;13623;p10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4" name="Google Shape;13624;p10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5" name="Google Shape;13625;p10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6" name="Google Shape;13626;p10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7" name="Google Shape;13627;p10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8" name="Google Shape;13628;p10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9" name="Google Shape;13629;p10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0" name="Google Shape;13630;p10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1" name="Google Shape;13631;p10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2" name="Google Shape;13632;p10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3" name="Google Shape;13633;p10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4" name="Google Shape;13634;p10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5" name="Google Shape;13635;p10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6" name="Google Shape;13636;p10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7" name="Google Shape;13637;p10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8" name="Google Shape;13638;p10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9" name="Google Shape;13639;p10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0" name="Google Shape;13640;p10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1" name="Google Shape;13641;p10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2" name="Google Shape;13642;p10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3" name="Google Shape;13643;p10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4" name="Google Shape;13644;p10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5" name="Google Shape;13645;p10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6" name="Google Shape;13646;p10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7" name="Google Shape;13647;p10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8" name="Google Shape;13648;p10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9" name="Google Shape;13649;p10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0" name="Google Shape;13650;p10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1" name="Google Shape;13651;p10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52" name="Google Shape;13652;p109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13653" name="Google Shape;13653;p109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4" name="Google Shape;13654;p109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5" name="Google Shape;13655;p109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6" name="Google Shape;13656;p109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7" name="Google Shape;13657;p109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8" name="Google Shape;13658;p109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9" name="Google Shape;13659;p109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0" name="Google Shape;13660;p109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1" name="Google Shape;13661;p109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2" name="Google Shape;13662;p109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3" name="Google Shape;13663;p109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4" name="Google Shape;13664;p109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5" name="Google Shape;13665;p109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6" name="Google Shape;13666;p109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7" name="Google Shape;13667;p109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8" name="Google Shape;13668;p109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9" name="Google Shape;13669;p109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0" name="Google Shape;13670;p109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1" name="Google Shape;13671;p109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2" name="Google Shape;13672;p109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3" name="Google Shape;13673;p109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4" name="Google Shape;13674;p109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75" name="Google Shape;13675;p109"/>
          <p:cNvGrpSpPr/>
          <p:nvPr/>
        </p:nvGrpSpPr>
        <p:grpSpPr>
          <a:xfrm rot="10800000" flipH="1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13676" name="Google Shape;13676;p109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7" name="Google Shape;13677;p109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8" name="Google Shape;13678;p109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9" name="Google Shape;13679;p109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0" name="Google Shape;13680;p109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1" name="Google Shape;13681;p109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2" name="Google Shape;13682;p109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3" name="Google Shape;13683;p109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4" name="Google Shape;13684;p109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5" name="Google Shape;13685;p109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6" name="Google Shape;13686;p109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7" name="Google Shape;13687;p109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8" name="Google Shape;13688;p109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9" name="Google Shape;13689;p109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0" name="Google Shape;13690;p109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1" name="Google Shape;13691;p109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2" name="Google Shape;13692;p109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3" name="Google Shape;13693;p109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4" name="Google Shape;13694;p109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5" name="Google Shape;13695;p109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6" name="Google Shape;13696;p109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7" name="Google Shape;13697;p109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98" name="Google Shape;13698;p109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00" name="Google Shape;13700;p110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13701" name="Google Shape;13701;p11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2" name="Google Shape;13702;p11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3" name="Google Shape;13703;p11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4" name="Google Shape;13704;p11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5" name="Google Shape;13705;p11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6" name="Google Shape;13706;p11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7" name="Google Shape;13707;p11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8" name="Google Shape;13708;p11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9" name="Google Shape;13709;p11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0" name="Google Shape;13710;p11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1" name="Google Shape;13711;p11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2" name="Google Shape;13712;p11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3" name="Google Shape;13713;p11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4" name="Google Shape;13714;p11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5" name="Google Shape;13715;p11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6" name="Google Shape;13716;p11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7" name="Google Shape;13717;p11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8" name="Google Shape;13718;p11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9" name="Google Shape;13719;p11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0" name="Google Shape;13720;p11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1" name="Google Shape;13721;p11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2" name="Google Shape;13722;p11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3" name="Google Shape;13723;p11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4" name="Google Shape;13724;p11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5" name="Google Shape;13725;p11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6" name="Google Shape;13726;p11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7" name="Google Shape;13727;p11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8" name="Google Shape;13728;p11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9" name="Google Shape;13729;p11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0" name="Google Shape;13730;p11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1" name="Google Shape;13731;p11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2" name="Google Shape;13732;p11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3" name="Google Shape;13733;p11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4" name="Google Shape;13734;p11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5" name="Google Shape;13735;p11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6" name="Google Shape;13736;p11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7" name="Google Shape;13737;p11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8" name="Google Shape;13738;p11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9" name="Google Shape;13739;p11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0" name="Google Shape;13740;p11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1" name="Google Shape;13741;p11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2" name="Google Shape;13742;p11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3" name="Google Shape;13743;p11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4" name="Google Shape;13744;p11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5" name="Google Shape;13745;p11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6" name="Google Shape;13746;p11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7" name="Google Shape;13747;p11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8" name="Google Shape;13748;p11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9" name="Google Shape;13749;p11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0" name="Google Shape;13750;p11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1" name="Google Shape;13751;p11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2" name="Google Shape;13752;p11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3" name="Google Shape;13753;p11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4" name="Google Shape;13754;p11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5" name="Google Shape;13755;p11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6" name="Google Shape;13756;p11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7" name="Google Shape;13757;p11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8" name="Google Shape;13758;p11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9" name="Google Shape;13759;p11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0" name="Google Shape;13760;p11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1" name="Google Shape;13761;p11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2" name="Google Shape;13762;p11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3" name="Google Shape;13763;p11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4" name="Google Shape;13764;p11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5" name="Google Shape;13765;p11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6" name="Google Shape;13766;p11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7" name="Google Shape;13767;p11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8" name="Google Shape;13768;p11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9" name="Google Shape;13769;p11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0" name="Google Shape;13770;p11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1" name="Google Shape;13771;p11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2" name="Google Shape;13772;p11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3" name="Google Shape;13773;p11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4" name="Google Shape;13774;p11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5" name="Google Shape;13775;p11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76" name="Google Shape;13776;p110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13777" name="Google Shape;13777;p110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8" name="Google Shape;13778;p110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9" name="Google Shape;13779;p110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0" name="Google Shape;13780;p110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1" name="Google Shape;13781;p110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2" name="Google Shape;13782;p110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3" name="Google Shape;13783;p110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4" name="Google Shape;13784;p110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5" name="Google Shape;13785;p110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6" name="Google Shape;13786;p110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7" name="Google Shape;13787;p110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8" name="Google Shape;13788;p110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9" name="Google Shape;13789;p110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0" name="Google Shape;13790;p110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1" name="Google Shape;13791;p110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2" name="Google Shape;13792;p110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3" name="Google Shape;13793;p110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4" name="Google Shape;13794;p110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5" name="Google Shape;13795;p110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6" name="Google Shape;13796;p110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7" name="Google Shape;13797;p110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8" name="Google Shape;13798;p110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9" name="Google Shape;13799;p110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0" name="Google Shape;13800;p110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1" name="Google Shape;13801;p110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2" name="Google Shape;13802;p110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3" name="Google Shape;13803;p110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4" name="Google Shape;13804;p110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5" name="Google Shape;13805;p110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6" name="Google Shape;13806;p110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7" name="Google Shape;13807;p110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8" name="Google Shape;13808;p110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9" name="Google Shape;13809;p110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0" name="Google Shape;13810;p110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1" name="Google Shape;13811;p110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2" name="Google Shape;13812;p110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3" name="Google Shape;13813;p110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4" name="Google Shape;13814;p110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5" name="Google Shape;13815;p110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6" name="Google Shape;13816;p110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7" name="Google Shape;13817;p110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8" name="Google Shape;13818;p110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9" name="Google Shape;13819;p110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0" name="Google Shape;13820;p110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1" name="Google Shape;13821;p110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2" name="Google Shape;13822;p110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3" name="Google Shape;13823;p110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4" name="Google Shape;13824;p110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5" name="Google Shape;13825;p110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6" name="Google Shape;13826;p110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7" name="Google Shape;13827;p110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8" name="Google Shape;13828;p110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9" name="Google Shape;13829;p110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0" name="Google Shape;13830;p110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1" name="Google Shape;13831;p110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2" name="Google Shape;13832;p110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3" name="Google Shape;13833;p110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4" name="Google Shape;13834;p110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5" name="Google Shape;13835;p110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6" name="Google Shape;13836;p110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7" name="Google Shape;13837;p110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8" name="Google Shape;13838;p110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39" name="Google Shape;13839;p110"/>
          <p:cNvSpPr txBox="1">
            <a:spLocks noGrp="1"/>
          </p:cNvSpPr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3840" name="Google Shape;13840;p110"/>
          <p:cNvSpPr txBox="1">
            <a:spLocks noGrp="1"/>
          </p:cNvSpPr>
          <p:nvPr>
            <p:ph type="subTitle" idx="1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3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42" name="Google Shape;13842;p111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13843" name="Google Shape;13843;p111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4" name="Google Shape;13844;p111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5" name="Google Shape;13845;p111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6" name="Google Shape;13846;p111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7" name="Google Shape;13847;p111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8" name="Google Shape;13848;p111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9" name="Google Shape;13849;p111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0" name="Google Shape;13850;p111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1" name="Google Shape;13851;p111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2" name="Google Shape;13852;p111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3" name="Google Shape;13853;p111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4" name="Google Shape;13854;p111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5" name="Google Shape;13855;p111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6" name="Google Shape;13856;p111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7" name="Google Shape;13857;p111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8" name="Google Shape;13858;p111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9" name="Google Shape;13859;p111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0" name="Google Shape;13860;p111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1" name="Google Shape;13861;p111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2" name="Google Shape;13862;p111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3" name="Google Shape;13863;p111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4" name="Google Shape;13864;p111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5" name="Google Shape;13865;p111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6" name="Google Shape;13866;p111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7" name="Google Shape;13867;p111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8" name="Google Shape;13868;p111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9" name="Google Shape;13869;p111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0" name="Google Shape;13870;p111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1" name="Google Shape;13871;p111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2" name="Google Shape;13872;p111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3" name="Google Shape;13873;p111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4" name="Google Shape;13874;p111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5" name="Google Shape;13875;p111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6" name="Google Shape;13876;p111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7" name="Google Shape;13877;p111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8" name="Google Shape;13878;p111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9" name="Google Shape;13879;p111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0" name="Google Shape;13880;p111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1" name="Google Shape;13881;p111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2" name="Google Shape;13882;p111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3" name="Google Shape;13883;p111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4" name="Google Shape;13884;p111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5" name="Google Shape;13885;p111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6" name="Google Shape;13886;p111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7" name="Google Shape;13887;p111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8" name="Google Shape;13888;p111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9" name="Google Shape;13889;p111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0" name="Google Shape;13890;p111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1" name="Google Shape;13891;p111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2" name="Google Shape;13892;p111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3" name="Google Shape;13893;p111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4" name="Google Shape;13894;p111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5" name="Google Shape;13895;p111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6" name="Google Shape;13896;p111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7" name="Google Shape;13897;p111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8" name="Google Shape;13898;p111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9" name="Google Shape;13899;p111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0" name="Google Shape;13900;p111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1" name="Google Shape;13901;p111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2" name="Google Shape;13902;p111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03" name="Google Shape;13903;p111"/>
          <p:cNvGrpSpPr/>
          <p:nvPr/>
        </p:nvGrpSpPr>
        <p:grpSpPr>
          <a:xfrm rot="10800000" flipH="1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13904" name="Google Shape;13904;p111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5" name="Google Shape;13905;p111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6" name="Google Shape;13906;p111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7" name="Google Shape;13907;p111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8" name="Google Shape;13908;p111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9" name="Google Shape;13909;p111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0" name="Google Shape;13910;p111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1" name="Google Shape;13911;p111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2" name="Google Shape;13912;p111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3" name="Google Shape;13913;p111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4" name="Google Shape;13914;p111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5" name="Google Shape;13915;p111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6" name="Google Shape;13916;p111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7" name="Google Shape;13917;p111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8" name="Google Shape;13918;p111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9" name="Google Shape;13919;p111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0" name="Google Shape;13920;p111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1" name="Google Shape;13921;p111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2" name="Google Shape;13922;p111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3" name="Google Shape;13923;p111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4" name="Google Shape;13924;p111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5" name="Google Shape;13925;p111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6" name="Google Shape;13926;p111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7" name="Google Shape;13927;p111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8" name="Google Shape;13928;p111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9" name="Google Shape;13929;p111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0" name="Google Shape;13930;p111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1" name="Google Shape;13931;p111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2" name="Google Shape;13932;p111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3" name="Google Shape;13933;p111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4" name="Google Shape;13934;p111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5" name="Google Shape;13935;p111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6" name="Google Shape;13936;p111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7" name="Google Shape;13937;p111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8" name="Google Shape;13938;p111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9" name="Google Shape;13939;p111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0" name="Google Shape;13940;p111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1" name="Google Shape;13941;p111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2" name="Google Shape;13942;p111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3" name="Google Shape;13943;p111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4" name="Google Shape;13944;p111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5" name="Google Shape;13945;p111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6" name="Google Shape;13946;p111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7" name="Google Shape;13947;p111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8" name="Google Shape;13948;p111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9" name="Google Shape;13949;p111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0" name="Google Shape;13950;p111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1" name="Google Shape;13951;p111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2" name="Google Shape;13952;p111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3" name="Google Shape;13953;p111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4" name="Google Shape;13954;p111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5" name="Google Shape;13955;p111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6" name="Google Shape;13956;p111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7" name="Google Shape;13957;p111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8" name="Google Shape;13958;p111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9" name="Google Shape;13959;p111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0" name="Google Shape;13960;p111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1" name="Google Shape;13961;p111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2" name="Google Shape;13962;p111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3" name="Google Shape;13963;p111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64" name="Google Shape;13964;p111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13965" name="Google Shape;13965;p111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6" name="Google Shape;13966;p111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7" name="Google Shape;13967;p111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8" name="Google Shape;13968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9" name="Google Shape;13969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0" name="Google Shape;13970;p111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1" name="Google Shape;13971;p111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2" name="Google Shape;13972;p111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3" name="Google Shape;13973;p111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4" name="Google Shape;13974;p111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5" name="Google Shape;13975;p111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6" name="Google Shape;13976;p111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7" name="Google Shape;13977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8" name="Google Shape;13978;p111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9" name="Google Shape;13979;p111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0" name="Google Shape;13980;p111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1" name="Google Shape;13981;p111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2" name="Google Shape;13982;p111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3" name="Google Shape;13983;p111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4" name="Google Shape;13984;p111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5" name="Google Shape;13985;p111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6" name="Google Shape;13986;p111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7" name="Google Shape;13987;p111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8" name="Google Shape;13988;p111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9" name="Google Shape;13989;p111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0" name="Google Shape;13990;p111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1" name="Google Shape;13991;p111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2" name="Google Shape;13992;p111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3" name="Google Shape;13993;p111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4" name="Google Shape;13994;p111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5" name="Google Shape;13995;p111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6" name="Google Shape;13996;p111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7" name="Google Shape;13997;p111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8" name="Google Shape;13998;p111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9" name="Google Shape;13999;p111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0" name="Google Shape;14000;p111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1" name="Google Shape;14001;p111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2" name="Google Shape;14002;p111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3" name="Google Shape;14003;p111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4" name="Google Shape;14004;p111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5" name="Google Shape;14005;p111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6" name="Google Shape;14006;p111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7" name="Google Shape;14007;p111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8" name="Google Shape;14008;p111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9" name="Google Shape;14009;p111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0" name="Google Shape;14010;p111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1" name="Google Shape;14011;p111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2" name="Google Shape;14012;p111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3" name="Google Shape;14013;p111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4" name="Google Shape;14014;p111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5" name="Google Shape;14015;p111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6" name="Google Shape;14016;p111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7" name="Google Shape;14017;p111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8" name="Google Shape;14018;p111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9" name="Google Shape;14019;p111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0" name="Google Shape;14020;p111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1" name="Google Shape;14021;p111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2" name="Google Shape;14022;p111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3" name="Google Shape;14023;p111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4" name="Google Shape;14024;p111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5" name="Google Shape;14025;p111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26" name="Google Shape;14026;p111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14027" name="Google Shape;14027;p111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8" name="Google Shape;14028;p111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9" name="Google Shape;14029;p111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0" name="Google Shape;14030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1" name="Google Shape;14031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2" name="Google Shape;14032;p111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3" name="Google Shape;14033;p111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4" name="Google Shape;14034;p111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5" name="Google Shape;14035;p111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6" name="Google Shape;14036;p111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7" name="Google Shape;14037;p111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8" name="Google Shape;14038;p111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9" name="Google Shape;14039;p111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0" name="Google Shape;14040;p111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1" name="Google Shape;14041;p111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2" name="Google Shape;14042;p111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3" name="Google Shape;14043;p111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4" name="Google Shape;14044;p111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5" name="Google Shape;14045;p111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6" name="Google Shape;14046;p111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7" name="Google Shape;14047;p111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8" name="Google Shape;14048;p111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9" name="Google Shape;14049;p111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0" name="Google Shape;14050;p111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1" name="Google Shape;14051;p111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2" name="Google Shape;14052;p111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3" name="Google Shape;14053;p111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4" name="Google Shape;14054;p111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5" name="Google Shape;14055;p111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6" name="Google Shape;14056;p111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7" name="Google Shape;14057;p111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8" name="Google Shape;14058;p111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9" name="Google Shape;14059;p111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0" name="Google Shape;14060;p111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1" name="Google Shape;14061;p111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2" name="Google Shape;14062;p111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3" name="Google Shape;14063;p111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4" name="Google Shape;14064;p111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5" name="Google Shape;14065;p111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6" name="Google Shape;14066;p111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7" name="Google Shape;14067;p111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8" name="Google Shape;14068;p111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9" name="Google Shape;14069;p111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0" name="Google Shape;14070;p111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1" name="Google Shape;14071;p111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2" name="Google Shape;14072;p111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3" name="Google Shape;14073;p111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4" name="Google Shape;14074;p111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5" name="Google Shape;14075;p111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6" name="Google Shape;14076;p111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7" name="Google Shape;14077;p111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8" name="Google Shape;14078;p111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9" name="Google Shape;14079;p111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0" name="Google Shape;14080;p111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1" name="Google Shape;14081;p111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2" name="Google Shape;14082;p111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3" name="Google Shape;14083;p111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4" name="Google Shape;14084;p111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5" name="Google Shape;14085;p111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6" name="Google Shape;14086;p111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7" name="Google Shape;14087;p111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88" name="Google Shape;14088;p11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4089" name="Google Shape;14089;p111"/>
          <p:cNvSpPr txBox="1">
            <a:spLocks noGrp="1"/>
          </p:cNvSpPr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91" name="Google Shape;14091;p112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14092" name="Google Shape;14092;p112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3" name="Google Shape;14093;p112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4" name="Google Shape;14094;p112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5" name="Google Shape;14095;p112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6" name="Google Shape;14096;p112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7" name="Google Shape;14097;p112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8" name="Google Shape;14098;p112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9" name="Google Shape;14099;p112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0" name="Google Shape;14100;p112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1" name="Google Shape;14101;p112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2" name="Google Shape;14102;p112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3" name="Google Shape;14103;p112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4" name="Google Shape;14104;p112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5" name="Google Shape;14105;p112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6" name="Google Shape;14106;p112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7" name="Google Shape;14107;p112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8" name="Google Shape;14108;p112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9" name="Google Shape;14109;p112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0" name="Google Shape;14110;p112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1" name="Google Shape;14111;p112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2" name="Google Shape;14112;p112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3" name="Google Shape;14113;p112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4" name="Google Shape;14114;p112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5" name="Google Shape;14115;p112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6" name="Google Shape;14116;p112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7" name="Google Shape;14117;p112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8" name="Google Shape;14118;p112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9" name="Google Shape;14119;p112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0" name="Google Shape;14120;p112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1" name="Google Shape;14121;p112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2" name="Google Shape;14122;p112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3" name="Google Shape;14123;p112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4" name="Google Shape;14124;p112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5" name="Google Shape;14125;p112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6" name="Google Shape;14126;p112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7" name="Google Shape;14127;p112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8" name="Google Shape;14128;p112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9" name="Google Shape;14129;p112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0" name="Google Shape;14130;p112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1" name="Google Shape;14131;p112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2" name="Google Shape;14132;p112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3" name="Google Shape;14133;p112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4" name="Google Shape;14134;p112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5" name="Google Shape;14135;p112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6" name="Google Shape;14136;p112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7" name="Google Shape;14137;p112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8" name="Google Shape;14138;p112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9" name="Google Shape;14139;p112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0" name="Google Shape;14140;p112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1" name="Google Shape;14141;p112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2" name="Google Shape;14142;p112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3" name="Google Shape;14143;p112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4" name="Google Shape;14144;p112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5" name="Google Shape;14145;p112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46" name="Google Shape;14146;p112"/>
          <p:cNvGrpSpPr/>
          <p:nvPr/>
        </p:nvGrpSpPr>
        <p:grpSpPr>
          <a:xfrm flipH="1">
            <a:off x="94" y="6692326"/>
            <a:ext cx="9769102" cy="7023472"/>
            <a:chOff x="-66598" y="5832282"/>
            <a:chExt cx="2812790" cy="2022249"/>
          </a:xfrm>
        </p:grpSpPr>
        <p:sp>
          <p:nvSpPr>
            <p:cNvPr id="14147" name="Google Shape;14147;p112"/>
            <p:cNvSpPr/>
            <p:nvPr/>
          </p:nvSpPr>
          <p:spPr>
            <a:xfrm>
              <a:off x="328475" y="7378484"/>
              <a:ext cx="465911" cy="321630"/>
            </a:xfrm>
            <a:custGeom>
              <a:avLst/>
              <a:gdLst/>
              <a:ahLst/>
              <a:cxnLst/>
              <a:rect l="l" t="t" r="r" b="b"/>
              <a:pathLst>
                <a:path w="8228" h="5680" extrusionOk="0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8" name="Google Shape;14148;p112"/>
            <p:cNvSpPr/>
            <p:nvPr/>
          </p:nvSpPr>
          <p:spPr>
            <a:xfrm>
              <a:off x="89800" y="7701417"/>
              <a:ext cx="239411" cy="152435"/>
            </a:xfrm>
            <a:custGeom>
              <a:avLst/>
              <a:gdLst/>
              <a:ahLst/>
              <a:cxnLst/>
              <a:rect l="l" t="t" r="r" b="b"/>
              <a:pathLst>
                <a:path w="4228" h="2692" extrusionOk="0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9" name="Google Shape;14149;p112"/>
            <p:cNvSpPr/>
            <p:nvPr/>
          </p:nvSpPr>
          <p:spPr>
            <a:xfrm>
              <a:off x="-35568" y="7531542"/>
              <a:ext cx="118007" cy="322310"/>
            </a:xfrm>
            <a:custGeom>
              <a:avLst/>
              <a:gdLst/>
              <a:ahLst/>
              <a:cxnLst/>
              <a:rect l="l" t="t" r="r" b="b"/>
              <a:pathLst>
                <a:path w="2084" h="5692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0" name="Google Shape;14150;p112"/>
            <p:cNvSpPr/>
            <p:nvPr/>
          </p:nvSpPr>
          <p:spPr>
            <a:xfrm>
              <a:off x="575246" y="7832220"/>
              <a:ext cx="24292" cy="21631"/>
            </a:xfrm>
            <a:custGeom>
              <a:avLst/>
              <a:gdLst/>
              <a:ahLst/>
              <a:cxnLst/>
              <a:rect l="l" t="t" r="r" b="b"/>
              <a:pathLst>
                <a:path w="429" h="382" extrusionOk="0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1" name="Google Shape;14151;p112"/>
            <p:cNvSpPr/>
            <p:nvPr/>
          </p:nvSpPr>
          <p:spPr>
            <a:xfrm>
              <a:off x="599482" y="7389923"/>
              <a:ext cx="210418" cy="434257"/>
            </a:xfrm>
            <a:custGeom>
              <a:avLst/>
              <a:gdLst/>
              <a:ahLst/>
              <a:cxnLst/>
              <a:rect l="l" t="t" r="r" b="b"/>
              <a:pathLst>
                <a:path w="3716" h="7669" extrusionOk="0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2" name="Google Shape;14152;p112"/>
            <p:cNvSpPr/>
            <p:nvPr/>
          </p:nvSpPr>
          <p:spPr>
            <a:xfrm>
              <a:off x="1393704" y="7282052"/>
              <a:ext cx="232672" cy="310192"/>
            </a:xfrm>
            <a:custGeom>
              <a:avLst/>
              <a:gdLst/>
              <a:ahLst/>
              <a:cxnLst/>
              <a:rect l="l" t="t" r="r" b="b"/>
              <a:pathLst>
                <a:path w="4109" h="5478" extrusionOk="0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3" name="Google Shape;14153;p112"/>
            <p:cNvSpPr/>
            <p:nvPr/>
          </p:nvSpPr>
          <p:spPr>
            <a:xfrm>
              <a:off x="1235267" y="7601643"/>
              <a:ext cx="156455" cy="219818"/>
            </a:xfrm>
            <a:custGeom>
              <a:avLst/>
              <a:gdLst/>
              <a:ahLst/>
              <a:cxnLst/>
              <a:rect l="l" t="t" r="r" b="b"/>
              <a:pathLst>
                <a:path w="2763" h="3882" extrusionOk="0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4" name="Google Shape;14154;p112"/>
            <p:cNvSpPr/>
            <p:nvPr/>
          </p:nvSpPr>
          <p:spPr>
            <a:xfrm>
              <a:off x="1202878" y="7822085"/>
              <a:ext cx="33805" cy="31767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5" name="Google Shape;14155;p112"/>
            <p:cNvSpPr/>
            <p:nvPr/>
          </p:nvSpPr>
          <p:spPr>
            <a:xfrm>
              <a:off x="-34888" y="7524803"/>
              <a:ext cx="703226" cy="329727"/>
            </a:xfrm>
            <a:custGeom>
              <a:avLst/>
              <a:gdLst/>
              <a:ahLst/>
              <a:cxnLst/>
              <a:rect l="l" t="t" r="r" b="b"/>
              <a:pathLst>
                <a:path w="12419" h="5823" extrusionOk="0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6" name="Google Shape;14156;p112"/>
            <p:cNvSpPr/>
            <p:nvPr/>
          </p:nvSpPr>
          <p:spPr>
            <a:xfrm>
              <a:off x="798405" y="7337431"/>
              <a:ext cx="20272" cy="11438"/>
            </a:xfrm>
            <a:custGeom>
              <a:avLst/>
              <a:gdLst/>
              <a:ahLst/>
              <a:cxnLst/>
              <a:rect l="l" t="t" r="r" b="b"/>
              <a:pathLst>
                <a:path w="358" h="202" extrusionOk="0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7" name="Google Shape;14157;p112"/>
            <p:cNvSpPr/>
            <p:nvPr/>
          </p:nvSpPr>
          <p:spPr>
            <a:xfrm>
              <a:off x="834815" y="7387261"/>
              <a:ext cx="442298" cy="466590"/>
            </a:xfrm>
            <a:custGeom>
              <a:avLst/>
              <a:gdLst/>
              <a:ahLst/>
              <a:cxnLst/>
              <a:rect l="l" t="t" r="r" b="b"/>
              <a:pathLst>
                <a:path w="7811" h="8240" extrusionOk="0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8" name="Google Shape;14158;p112"/>
            <p:cNvSpPr/>
            <p:nvPr/>
          </p:nvSpPr>
          <p:spPr>
            <a:xfrm>
              <a:off x="1934416" y="7528144"/>
              <a:ext cx="287938" cy="286579"/>
            </a:xfrm>
            <a:custGeom>
              <a:avLst/>
              <a:gdLst/>
              <a:ahLst/>
              <a:cxnLst/>
              <a:rect l="l" t="t" r="r" b="b"/>
              <a:pathLst>
                <a:path w="5085" h="5061" extrusionOk="0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9" name="Google Shape;14159;p112"/>
            <p:cNvSpPr/>
            <p:nvPr/>
          </p:nvSpPr>
          <p:spPr>
            <a:xfrm>
              <a:off x="1662729" y="7275993"/>
              <a:ext cx="258267" cy="259626"/>
            </a:xfrm>
            <a:custGeom>
              <a:avLst/>
              <a:gdLst/>
              <a:ahLst/>
              <a:cxnLst/>
              <a:rect l="l" t="t" r="r" b="b"/>
              <a:pathLst>
                <a:path w="4561" h="4585" extrusionOk="0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0" name="Google Shape;14160;p112"/>
            <p:cNvSpPr/>
            <p:nvPr/>
          </p:nvSpPr>
          <p:spPr>
            <a:xfrm>
              <a:off x="1407181" y="7591508"/>
              <a:ext cx="482105" cy="202321"/>
            </a:xfrm>
            <a:custGeom>
              <a:avLst/>
              <a:gdLst/>
              <a:ahLst/>
              <a:cxnLst/>
              <a:rect l="l" t="t" r="r" b="b"/>
              <a:pathLst>
                <a:path w="8514" h="3573" extrusionOk="0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1" name="Google Shape;14161;p112"/>
            <p:cNvSpPr/>
            <p:nvPr/>
          </p:nvSpPr>
          <p:spPr>
            <a:xfrm>
              <a:off x="834815" y="7373784"/>
              <a:ext cx="567043" cy="225877"/>
            </a:xfrm>
            <a:custGeom>
              <a:avLst/>
              <a:gdLst/>
              <a:ahLst/>
              <a:cxnLst/>
              <a:rect l="l" t="t" r="r" b="b"/>
              <a:pathLst>
                <a:path w="10014" h="3989" extrusionOk="0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2" name="Google Shape;14162;p112"/>
            <p:cNvSpPr/>
            <p:nvPr/>
          </p:nvSpPr>
          <p:spPr>
            <a:xfrm>
              <a:off x="836797" y="7252437"/>
              <a:ext cx="767325" cy="121404"/>
            </a:xfrm>
            <a:custGeom>
              <a:avLst/>
              <a:gdLst/>
              <a:ahLst/>
              <a:cxnLst/>
              <a:rect l="l" t="t" r="r" b="b"/>
              <a:pathLst>
                <a:path w="13551" h="2144" extrusionOk="0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3" name="Google Shape;14163;p112"/>
            <p:cNvSpPr/>
            <p:nvPr/>
          </p:nvSpPr>
          <p:spPr>
            <a:xfrm>
              <a:off x="821339" y="5892588"/>
              <a:ext cx="1182556" cy="1463700"/>
            </a:xfrm>
            <a:custGeom>
              <a:avLst/>
              <a:gdLst/>
              <a:ahLst/>
              <a:cxnLst/>
              <a:rect l="l" t="t" r="r" b="b"/>
              <a:pathLst>
                <a:path w="20884" h="25849" extrusionOk="0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4" name="Google Shape;14164;p112"/>
            <p:cNvSpPr/>
            <p:nvPr/>
          </p:nvSpPr>
          <p:spPr>
            <a:xfrm>
              <a:off x="1651235" y="6707648"/>
              <a:ext cx="294676" cy="521913"/>
            </a:xfrm>
            <a:custGeom>
              <a:avLst/>
              <a:gdLst/>
              <a:ahLst/>
              <a:cxnLst/>
              <a:rect l="l" t="t" r="r" b="b"/>
              <a:pathLst>
                <a:path w="5204" h="9217" extrusionOk="0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5" name="Google Shape;14165;p112"/>
            <p:cNvSpPr/>
            <p:nvPr/>
          </p:nvSpPr>
          <p:spPr>
            <a:xfrm>
              <a:off x="1946534" y="7353569"/>
              <a:ext cx="2775" cy="4757"/>
            </a:xfrm>
            <a:custGeom>
              <a:avLst/>
              <a:gdLst/>
              <a:ahLst/>
              <a:cxnLst/>
              <a:rect l="l" t="t" r="r" b="b"/>
              <a:pathLst>
                <a:path w="49" h="84" extrusionOk="0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6" name="Google Shape;14166;p112"/>
            <p:cNvSpPr/>
            <p:nvPr/>
          </p:nvSpPr>
          <p:spPr>
            <a:xfrm>
              <a:off x="1900668" y="7369707"/>
              <a:ext cx="47282" cy="399886"/>
            </a:xfrm>
            <a:custGeom>
              <a:avLst/>
              <a:gdLst/>
              <a:ahLst/>
              <a:cxnLst/>
              <a:rect l="l" t="t" r="r" b="b"/>
              <a:pathLst>
                <a:path w="835" h="7062" extrusionOk="0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7" name="Google Shape;14167;p112"/>
            <p:cNvSpPr/>
            <p:nvPr/>
          </p:nvSpPr>
          <p:spPr>
            <a:xfrm>
              <a:off x="1934416" y="6716425"/>
              <a:ext cx="62740" cy="623045"/>
            </a:xfrm>
            <a:custGeom>
              <a:avLst/>
              <a:gdLst/>
              <a:ahLst/>
              <a:cxnLst/>
              <a:rect l="l" t="t" r="r" b="b"/>
              <a:pathLst>
                <a:path w="1108" h="11003" extrusionOk="0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8" name="Google Shape;14168;p112"/>
            <p:cNvSpPr/>
            <p:nvPr/>
          </p:nvSpPr>
          <p:spPr>
            <a:xfrm>
              <a:off x="1672809" y="7259175"/>
              <a:ext cx="608209" cy="233974"/>
            </a:xfrm>
            <a:custGeom>
              <a:avLst/>
              <a:gdLst/>
              <a:ahLst/>
              <a:cxnLst/>
              <a:rect l="l" t="t" r="r" b="b"/>
              <a:pathLst>
                <a:path w="10741" h="4132" extrusionOk="0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9" name="Google Shape;14169;p112"/>
            <p:cNvSpPr/>
            <p:nvPr/>
          </p:nvSpPr>
          <p:spPr>
            <a:xfrm>
              <a:off x="2290361" y="7488393"/>
              <a:ext cx="302774" cy="365458"/>
            </a:xfrm>
            <a:custGeom>
              <a:avLst/>
              <a:gdLst/>
              <a:ahLst/>
              <a:cxnLst/>
              <a:rect l="l" t="t" r="r" b="b"/>
              <a:pathLst>
                <a:path w="5347" h="6454" extrusionOk="0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0" name="Google Shape;14170;p112"/>
            <p:cNvSpPr/>
            <p:nvPr/>
          </p:nvSpPr>
          <p:spPr>
            <a:xfrm>
              <a:off x="2240474" y="7486355"/>
              <a:ext cx="51302" cy="314892"/>
            </a:xfrm>
            <a:custGeom>
              <a:avLst/>
              <a:gdLst/>
              <a:ahLst/>
              <a:cxnLst/>
              <a:rect l="l" t="t" r="r" b="b"/>
              <a:pathLst>
                <a:path w="906" h="5561" extrusionOk="0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1" name="Google Shape;14171;p112"/>
            <p:cNvSpPr/>
            <p:nvPr/>
          </p:nvSpPr>
          <p:spPr>
            <a:xfrm>
              <a:off x="2543871" y="7110138"/>
              <a:ext cx="202321" cy="177406"/>
            </a:xfrm>
            <a:custGeom>
              <a:avLst/>
              <a:gdLst/>
              <a:ahLst/>
              <a:cxnLst/>
              <a:rect l="l" t="t" r="r" b="b"/>
              <a:pathLst>
                <a:path w="3573" h="3133" extrusionOk="0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2" name="Google Shape;14172;p112"/>
            <p:cNvSpPr/>
            <p:nvPr/>
          </p:nvSpPr>
          <p:spPr>
            <a:xfrm>
              <a:off x="2277564" y="7280750"/>
              <a:ext cx="260305" cy="214496"/>
            </a:xfrm>
            <a:custGeom>
              <a:avLst/>
              <a:gdLst/>
              <a:ahLst/>
              <a:cxnLst/>
              <a:rect l="l" t="t" r="r" b="b"/>
              <a:pathLst>
                <a:path w="4597" h="3788" extrusionOk="0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3" name="Google Shape;14173;p112"/>
            <p:cNvSpPr/>
            <p:nvPr/>
          </p:nvSpPr>
          <p:spPr>
            <a:xfrm>
              <a:off x="2341607" y="6704307"/>
              <a:ext cx="8833" cy="5436"/>
            </a:xfrm>
            <a:custGeom>
              <a:avLst/>
              <a:gdLst/>
              <a:ahLst/>
              <a:cxnLst/>
              <a:rect l="l" t="t" r="r" b="b"/>
              <a:pathLst>
                <a:path w="156" h="96" extrusionOk="0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4" name="Google Shape;14174;p112"/>
            <p:cNvSpPr/>
            <p:nvPr/>
          </p:nvSpPr>
          <p:spPr>
            <a:xfrm>
              <a:off x="2368560" y="6806798"/>
              <a:ext cx="377632" cy="1047053"/>
            </a:xfrm>
            <a:custGeom>
              <a:avLst/>
              <a:gdLst/>
              <a:ahLst/>
              <a:cxnLst/>
              <a:rect l="l" t="t" r="r" b="b"/>
              <a:pathLst>
                <a:path w="6669" h="18491" extrusionOk="0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5" name="Google Shape;14175;p112"/>
            <p:cNvSpPr/>
            <p:nvPr/>
          </p:nvSpPr>
          <p:spPr>
            <a:xfrm>
              <a:off x="1969467" y="5905385"/>
              <a:ext cx="60702" cy="666136"/>
            </a:xfrm>
            <a:custGeom>
              <a:avLst/>
              <a:gdLst/>
              <a:ahLst/>
              <a:cxnLst/>
              <a:rect l="l" t="t" r="r" b="b"/>
              <a:pathLst>
                <a:path w="1072" h="11764" extrusionOk="0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6" name="Google Shape;14176;p112"/>
            <p:cNvSpPr/>
            <p:nvPr/>
          </p:nvSpPr>
          <p:spPr>
            <a:xfrm>
              <a:off x="2030112" y="5901987"/>
              <a:ext cx="313589" cy="814494"/>
            </a:xfrm>
            <a:custGeom>
              <a:avLst/>
              <a:gdLst/>
              <a:ahLst/>
              <a:cxnLst/>
              <a:rect l="l" t="t" r="r" b="b"/>
              <a:pathLst>
                <a:path w="5538" h="14384" extrusionOk="0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7" name="Google Shape;14177;p112"/>
            <p:cNvSpPr/>
            <p:nvPr/>
          </p:nvSpPr>
          <p:spPr>
            <a:xfrm>
              <a:off x="2396250" y="6781827"/>
              <a:ext cx="349942" cy="147055"/>
            </a:xfrm>
            <a:custGeom>
              <a:avLst/>
              <a:gdLst/>
              <a:ahLst/>
              <a:cxnLst/>
              <a:rect l="l" t="t" r="r" b="b"/>
              <a:pathLst>
                <a:path w="6180" h="2597" extrusionOk="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8" name="Google Shape;14178;p112"/>
            <p:cNvSpPr/>
            <p:nvPr/>
          </p:nvSpPr>
          <p:spPr>
            <a:xfrm>
              <a:off x="2046987" y="6647003"/>
              <a:ext cx="260305" cy="114666"/>
            </a:xfrm>
            <a:custGeom>
              <a:avLst/>
              <a:gdLst/>
              <a:ahLst/>
              <a:cxnLst/>
              <a:rect l="l" t="t" r="r" b="b"/>
              <a:pathLst>
                <a:path w="4597" h="2025" extrusionOk="0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9" name="Google Shape;14179;p112"/>
            <p:cNvSpPr/>
            <p:nvPr/>
          </p:nvSpPr>
          <p:spPr>
            <a:xfrm>
              <a:off x="2036907" y="5890549"/>
              <a:ext cx="708605" cy="894732"/>
            </a:xfrm>
            <a:custGeom>
              <a:avLst/>
              <a:gdLst/>
              <a:ahLst/>
              <a:cxnLst/>
              <a:rect l="l" t="t" r="r" b="b"/>
              <a:pathLst>
                <a:path w="12514" h="15801" extrusionOk="0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0" name="Google Shape;14180;p112"/>
            <p:cNvSpPr/>
            <p:nvPr/>
          </p:nvSpPr>
          <p:spPr>
            <a:xfrm>
              <a:off x="2303838" y="6708611"/>
              <a:ext cx="106625" cy="106398"/>
            </a:xfrm>
            <a:custGeom>
              <a:avLst/>
              <a:gdLst/>
              <a:ahLst/>
              <a:cxnLst/>
              <a:rect l="l" t="t" r="r" b="b"/>
              <a:pathLst>
                <a:path w="1883" h="1879" extrusionOk="0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1" name="Google Shape;14181;p112"/>
            <p:cNvSpPr/>
            <p:nvPr/>
          </p:nvSpPr>
          <p:spPr>
            <a:xfrm>
              <a:off x="1889909" y="6570785"/>
              <a:ext cx="158493" cy="149773"/>
            </a:xfrm>
            <a:custGeom>
              <a:avLst/>
              <a:gdLst/>
              <a:ahLst/>
              <a:cxnLst/>
              <a:rect l="l" t="t" r="r" b="b"/>
              <a:pathLst>
                <a:path w="2799" h="2645" extrusionOk="0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2" name="Google Shape;14182;p112"/>
            <p:cNvSpPr/>
            <p:nvPr/>
          </p:nvSpPr>
          <p:spPr>
            <a:xfrm>
              <a:off x="-66598" y="7476899"/>
              <a:ext cx="58041" cy="54530"/>
            </a:xfrm>
            <a:custGeom>
              <a:avLst/>
              <a:gdLst/>
              <a:ahLst/>
              <a:cxnLst/>
              <a:rect l="l" t="t" r="r" b="b"/>
              <a:pathLst>
                <a:path w="1025" h="963" extrusionOk="0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3" name="Google Shape;14183;p112"/>
            <p:cNvSpPr/>
            <p:nvPr/>
          </p:nvSpPr>
          <p:spPr>
            <a:xfrm>
              <a:off x="2202705" y="7797170"/>
              <a:ext cx="77633" cy="55323"/>
            </a:xfrm>
            <a:custGeom>
              <a:avLst/>
              <a:gdLst/>
              <a:ahLst/>
              <a:cxnLst/>
              <a:rect l="l" t="t" r="r" b="b"/>
              <a:pathLst>
                <a:path w="1371" h="977" extrusionOk="0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4" name="Google Shape;14184;p112"/>
            <p:cNvSpPr/>
            <p:nvPr/>
          </p:nvSpPr>
          <p:spPr>
            <a:xfrm>
              <a:off x="1603386" y="7218858"/>
              <a:ext cx="73556" cy="75255"/>
            </a:xfrm>
            <a:custGeom>
              <a:avLst/>
              <a:gdLst/>
              <a:ahLst/>
              <a:cxnLst/>
              <a:rect l="l" t="t" r="r" b="b"/>
              <a:pathLst>
                <a:path w="1299" h="1329" extrusionOk="0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5" name="Google Shape;14185;p112"/>
            <p:cNvSpPr/>
            <p:nvPr/>
          </p:nvSpPr>
          <p:spPr>
            <a:xfrm>
              <a:off x="1883850" y="7767045"/>
              <a:ext cx="56682" cy="53397"/>
            </a:xfrm>
            <a:custGeom>
              <a:avLst/>
              <a:gdLst/>
              <a:ahLst/>
              <a:cxnLst/>
              <a:rect l="l" t="t" r="r" b="b"/>
              <a:pathLst>
                <a:path w="1001" h="943" extrusionOk="0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6" name="Google Shape;14186;p112"/>
            <p:cNvSpPr/>
            <p:nvPr/>
          </p:nvSpPr>
          <p:spPr>
            <a:xfrm>
              <a:off x="2154857" y="7293887"/>
              <a:ext cx="58720" cy="53511"/>
            </a:xfrm>
            <a:custGeom>
              <a:avLst/>
              <a:gdLst/>
              <a:ahLst/>
              <a:cxnLst/>
              <a:rect l="l" t="t" r="r" b="b"/>
              <a:pathLst>
                <a:path w="1037" h="945" extrusionOk="0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7" name="Google Shape;14187;p112"/>
            <p:cNvSpPr/>
            <p:nvPr/>
          </p:nvSpPr>
          <p:spPr>
            <a:xfrm>
              <a:off x="784929" y="7344453"/>
              <a:ext cx="55323" cy="53284"/>
            </a:xfrm>
            <a:custGeom>
              <a:avLst/>
              <a:gdLst/>
              <a:ahLst/>
              <a:cxnLst/>
              <a:rect l="l" t="t" r="r" b="b"/>
              <a:pathLst>
                <a:path w="977" h="941" extrusionOk="0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8" name="Google Shape;14188;p112"/>
            <p:cNvSpPr/>
            <p:nvPr/>
          </p:nvSpPr>
          <p:spPr>
            <a:xfrm>
              <a:off x="1977564" y="5832282"/>
              <a:ext cx="80917" cy="74349"/>
            </a:xfrm>
            <a:custGeom>
              <a:avLst/>
              <a:gdLst/>
              <a:ahLst/>
              <a:cxnLst/>
              <a:rect l="l" t="t" r="r" b="b"/>
              <a:pathLst>
                <a:path w="1429" h="1313" extrusionOk="0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9" name="Google Shape;14189;p112"/>
            <p:cNvSpPr/>
            <p:nvPr/>
          </p:nvSpPr>
          <p:spPr>
            <a:xfrm>
              <a:off x="1920260" y="7329900"/>
              <a:ext cx="31031" cy="30691"/>
            </a:xfrm>
            <a:custGeom>
              <a:avLst/>
              <a:gdLst/>
              <a:ahLst/>
              <a:cxnLst/>
              <a:rect l="l" t="t" r="r" b="b"/>
              <a:pathLst>
                <a:path w="548" h="542" extrusionOk="0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0" name="Google Shape;14190;p112"/>
            <p:cNvSpPr/>
            <p:nvPr/>
          </p:nvSpPr>
          <p:spPr>
            <a:xfrm>
              <a:off x="1382889" y="7588846"/>
              <a:ext cx="31767" cy="30408"/>
            </a:xfrm>
            <a:custGeom>
              <a:avLst/>
              <a:gdLst/>
              <a:ahLst/>
              <a:cxnLst/>
              <a:rect l="l" t="t" r="r" b="b"/>
              <a:pathLst>
                <a:path w="561" h="537" extrusionOk="0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1" name="Google Shape;14191;p112"/>
            <p:cNvSpPr/>
            <p:nvPr/>
          </p:nvSpPr>
          <p:spPr>
            <a:xfrm>
              <a:off x="1662729" y="7700511"/>
              <a:ext cx="31031" cy="31030"/>
            </a:xfrm>
            <a:custGeom>
              <a:avLst/>
              <a:gdLst/>
              <a:ahLst/>
              <a:cxnLst/>
              <a:rect l="l" t="t" r="r" b="b"/>
              <a:pathLst>
                <a:path w="548" h="548" extrusionOk="0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2" name="Google Shape;14192;p112"/>
            <p:cNvSpPr/>
            <p:nvPr/>
          </p:nvSpPr>
          <p:spPr>
            <a:xfrm>
              <a:off x="577908" y="7790828"/>
              <a:ext cx="33805" cy="30521"/>
            </a:xfrm>
            <a:custGeom>
              <a:avLst/>
              <a:gdLst/>
              <a:ahLst/>
              <a:cxnLst/>
              <a:rect l="l" t="t" r="r" b="b"/>
              <a:pathLst>
                <a:path w="597" h="539" extrusionOk="0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3" name="Google Shape;14193;p112"/>
            <p:cNvSpPr/>
            <p:nvPr/>
          </p:nvSpPr>
          <p:spPr>
            <a:xfrm>
              <a:off x="376323" y="7697170"/>
              <a:ext cx="33126" cy="31030"/>
            </a:xfrm>
            <a:custGeom>
              <a:avLst/>
              <a:gdLst/>
              <a:ahLst/>
              <a:cxnLst/>
              <a:rect l="l" t="t" r="r" b="b"/>
              <a:pathLst>
                <a:path w="585" h="548" extrusionOk="0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94" name="Google Shape;14194;p112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4195" name="Google Shape;14195;p112"/>
          <p:cNvSpPr txBox="1">
            <a:spLocks noGrp="1"/>
          </p:cNvSpPr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14196" name="Google Shape;14196;p112"/>
          <p:cNvSpPr txBox="1">
            <a:spLocks noGrp="1"/>
          </p:cNvSpPr>
          <p:nvPr>
            <p:ph type="subTitle" idx="1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4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8" name="Google Shape;14198;p113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14199" name="Google Shape;14199;p113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0" name="Google Shape;14200;p113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1" name="Google Shape;14201;p113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2" name="Google Shape;14202;p113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3" name="Google Shape;14203;p113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4" name="Google Shape;14204;p113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5" name="Google Shape;14205;p113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6" name="Google Shape;14206;p113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7" name="Google Shape;14207;p113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8" name="Google Shape;14208;p113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9" name="Google Shape;14209;p113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0" name="Google Shape;14210;p113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1" name="Google Shape;14211;p113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2" name="Google Shape;14212;p113"/>
            <p:cNvSpPr/>
            <p:nvPr/>
          </p:nvSpPr>
          <p:spPr>
            <a:xfrm>
              <a:off x="2238075" y="1147600"/>
              <a:ext cx="52100" cy="36625"/>
            </a:xfrm>
            <a:custGeom>
              <a:avLst/>
              <a:gdLst/>
              <a:ahLst/>
              <a:cxnLst/>
              <a:rect l="l" t="t" r="r" b="b"/>
              <a:pathLst>
                <a:path w="2084" h="1465" extrusionOk="0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3" name="Google Shape;14213;p113"/>
            <p:cNvSpPr/>
            <p:nvPr/>
          </p:nvSpPr>
          <p:spPr>
            <a:xfrm>
              <a:off x="2285400" y="1148200"/>
              <a:ext cx="114625" cy="37225"/>
            </a:xfrm>
            <a:custGeom>
              <a:avLst/>
              <a:gdLst/>
              <a:ahLst/>
              <a:cxnLst/>
              <a:rect l="l" t="t" r="r" b="b"/>
              <a:pathLst>
                <a:path w="4585" h="1489" extrusionOk="0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4" name="Google Shape;14214;p113"/>
            <p:cNvSpPr/>
            <p:nvPr/>
          </p:nvSpPr>
          <p:spPr>
            <a:xfrm>
              <a:off x="2466075" y="1148200"/>
              <a:ext cx="82475" cy="241125"/>
            </a:xfrm>
            <a:custGeom>
              <a:avLst/>
              <a:gdLst/>
              <a:ahLst/>
              <a:cxnLst/>
              <a:rect l="l" t="t" r="r" b="b"/>
              <a:pathLst>
                <a:path w="3299" h="9645" extrusionOk="0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5" name="Google Shape;14215;p113"/>
            <p:cNvSpPr/>
            <p:nvPr/>
          </p:nvSpPr>
          <p:spPr>
            <a:xfrm>
              <a:off x="2550300" y="1148200"/>
              <a:ext cx="104500" cy="242000"/>
            </a:xfrm>
            <a:custGeom>
              <a:avLst/>
              <a:gdLst/>
              <a:ahLst/>
              <a:cxnLst/>
              <a:rect l="l" t="t" r="r" b="b"/>
              <a:pathLst>
                <a:path w="4180" h="9680" extrusionOk="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6" name="Google Shape;14216;p113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7" name="Google Shape;14217;p113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8" name="Google Shape;14218;p113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9" name="Google Shape;14219;p113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0" name="Google Shape;14220;p113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1" name="Google Shape;14221;p113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2" name="Google Shape;14222;p113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3" name="Google Shape;14223;p113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4" name="Google Shape;14224;p113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5" name="Google Shape;14225;p113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6" name="Google Shape;14226;p113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7" name="Google Shape;14227;p113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8" name="Google Shape;14228;p113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9" name="Google Shape;14229;p113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0" name="Google Shape;14230;p113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1" name="Google Shape;14231;p113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2" name="Google Shape;14232;p113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3" name="Google Shape;14233;p113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4" name="Google Shape;14234;p113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5" name="Google Shape;14235;p113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6" name="Google Shape;14236;p113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7" name="Google Shape;14237;p113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8" name="Google Shape;14238;p113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9" name="Google Shape;14239;p113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0" name="Google Shape;14240;p113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1" name="Google Shape;14241;p113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2" name="Google Shape;14242;p113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3" name="Google Shape;14243;p113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4" name="Google Shape;14244;p113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5" name="Google Shape;14245;p113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6" name="Google Shape;14246;p113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7" name="Google Shape;14247;p113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8" name="Google Shape;14248;p113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9" name="Google Shape;14249;p113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0" name="Google Shape;14250;p113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1" name="Google Shape;14251;p113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2" name="Google Shape;14252;p113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3" name="Google Shape;14253;p113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4" name="Google Shape;14254;p113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5" name="Google Shape;14255;p113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6" name="Google Shape;14256;p113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7" name="Google Shape;14257;p113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8" name="Google Shape;14258;p113"/>
            <p:cNvSpPr/>
            <p:nvPr/>
          </p:nvSpPr>
          <p:spPr>
            <a:xfrm>
              <a:off x="2536325" y="1386900"/>
              <a:ext cx="23825" cy="22275"/>
            </a:xfrm>
            <a:custGeom>
              <a:avLst/>
              <a:gdLst/>
              <a:ahLst/>
              <a:cxnLst/>
              <a:rect l="l" t="t" r="r" b="b"/>
              <a:pathLst>
                <a:path w="953" h="891" extrusionOk="0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9" name="Google Shape;14259;p113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0" name="Google Shape;14260;p113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1" name="Google Shape;14261;p113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2" name="Google Shape;14262;p113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3" name="Google Shape;14263;p113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4" name="Google Shape;14264;p113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5" name="Google Shape;14265;p113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266" name="Google Shape;14266;p113"/>
          <p:cNvSpPr txBox="1">
            <a:spLocks noGrp="1"/>
          </p:cNvSpPr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grpSp>
        <p:nvGrpSpPr>
          <p:cNvPr id="14267" name="Google Shape;14267;p113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14268" name="Google Shape;14268;p113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9" name="Google Shape;14269;p113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0" name="Google Shape;14270;p113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1" name="Google Shape;14271;p113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2" name="Google Shape;14272;p113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3" name="Google Shape;14273;p113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4" name="Google Shape;14274;p113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5" name="Google Shape;14275;p113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6" name="Google Shape;14276;p113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7" name="Google Shape;14277;p113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8" name="Google Shape;14278;p113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9" name="Google Shape;14279;p113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0" name="Google Shape;14280;p113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1" name="Google Shape;14281;p113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2" name="Google Shape;14282;p113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3" name="Google Shape;14283;p113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4" name="Google Shape;14284;p113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5" name="Google Shape;14285;p113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6" name="Google Shape;14286;p113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7" name="Google Shape;14287;p113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8" name="Google Shape;14288;p113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9" name="Google Shape;14289;p113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0" name="Google Shape;14290;p113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1" name="Google Shape;14291;p113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2" name="Google Shape;14292;p113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3" name="Google Shape;14293;p113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4" name="Google Shape;14294;p113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5" name="Google Shape;14295;p113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6" name="Google Shape;14296;p113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7" name="Google Shape;14297;p113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8" name="Google Shape;14298;p113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9" name="Google Shape;14299;p113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0" name="Google Shape;14300;p113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1" name="Google Shape;14301;p113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2" name="Google Shape;14302;p113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3" name="Google Shape;14303;p113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4" name="Google Shape;14304;p113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5" name="Google Shape;14305;p113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6" name="Google Shape;14306;p113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7" name="Google Shape;14307;p113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8" name="Google Shape;14308;p113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9" name="Google Shape;14309;p113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0" name="Google Shape;14310;p113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1" name="Google Shape;14311;p113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2" name="Google Shape;14312;p113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3" name="Google Shape;14313;p113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4" name="Google Shape;14314;p113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5" name="Google Shape;14315;p113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6" name="Google Shape;14316;p113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7" name="Google Shape;14317;p113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8" name="Google Shape;14318;p113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9" name="Google Shape;14319;p113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0" name="Google Shape;14320;p113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1" name="Google Shape;14321;p113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2" name="Google Shape;14322;p113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3" name="Google Shape;14323;p113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4" name="Google Shape;14324;p113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5" name="Google Shape;14325;p113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6" name="Google Shape;14326;p113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7" name="Google Shape;14327;p113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9" name="Google Shape;14329;p11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4330" name="Google Shape;14330;p114"/>
          <p:cNvSpPr txBox="1">
            <a:spLocks noGrp="1"/>
          </p:cNvSpPr>
          <p:nvPr>
            <p:ph type="title" hasCustomPrompt="1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14331" name="Google Shape;14331;p114"/>
          <p:cNvSpPr txBox="1">
            <a:spLocks noGrp="1"/>
          </p:cNvSpPr>
          <p:nvPr>
            <p:ph type="subTitle" idx="1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grpSp>
        <p:nvGrpSpPr>
          <p:cNvPr id="14332" name="Google Shape;14332;p114"/>
          <p:cNvGrpSpPr/>
          <p:nvPr/>
        </p:nvGrpSpPr>
        <p:grpSpPr>
          <a:xfrm rot="10800000" flipH="1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14333" name="Google Shape;14333;p114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4" name="Google Shape;14334;p114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5" name="Google Shape;14335;p114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6" name="Google Shape;14336;p114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7" name="Google Shape;14337;p114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8" name="Google Shape;14338;p114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9" name="Google Shape;14339;p114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0" name="Google Shape;14340;p114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1" name="Google Shape;14341;p114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2" name="Google Shape;14342;p114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3" name="Google Shape;14343;p114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4" name="Google Shape;14344;p114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5" name="Google Shape;14345;p114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6" name="Google Shape;14346;p114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7" name="Google Shape;14347;p114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8" name="Google Shape;14348;p114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9" name="Google Shape;14349;p114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0" name="Google Shape;14350;p114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1" name="Google Shape;14351;p114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2" name="Google Shape;14352;p114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3" name="Google Shape;14353;p114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4" name="Google Shape;14354;p114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5" name="Google Shape;14355;p114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6" name="Google Shape;14356;p114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7" name="Google Shape;14357;p114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8" name="Google Shape;14358;p114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9" name="Google Shape;14359;p114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0" name="Google Shape;14360;p114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1" name="Google Shape;14361;p114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2" name="Google Shape;14362;p114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3" name="Google Shape;14363;p114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4" name="Google Shape;14364;p114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5" name="Google Shape;14365;p114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6" name="Google Shape;14366;p114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7" name="Google Shape;14367;p114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8" name="Google Shape;14368;p114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9" name="Google Shape;14369;p114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0" name="Google Shape;14370;p114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1" name="Google Shape;14371;p114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2" name="Google Shape;14372;p114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3" name="Google Shape;14373;p114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4" name="Google Shape;14374;p114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5" name="Google Shape;14375;p114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6" name="Google Shape;14376;p114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7" name="Google Shape;14377;p114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8" name="Google Shape;14378;p114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9" name="Google Shape;14379;p114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0" name="Google Shape;14380;p114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1" name="Google Shape;14381;p114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2" name="Google Shape;14382;p114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3" name="Google Shape;14383;p114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4" name="Google Shape;14384;p114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5" name="Google Shape;14385;p114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6" name="Google Shape;14386;p114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87" name="Google Shape;14387;p114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14388" name="Google Shape;14388;p114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9" name="Google Shape;14389;p114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0" name="Google Shape;14390;p114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1" name="Google Shape;14391;p114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2" name="Google Shape;14392;p114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3" name="Google Shape;14393;p114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4" name="Google Shape;14394;p114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5" name="Google Shape;14395;p114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6" name="Google Shape;14396;p114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7" name="Google Shape;14397;p114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8" name="Google Shape;14398;p114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9" name="Google Shape;14399;p114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0" name="Google Shape;14400;p114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1" name="Google Shape;14401;p114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2" name="Google Shape;14402;p114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3" name="Google Shape;14403;p114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4" name="Google Shape;14404;p114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5" name="Google Shape;14405;p114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6" name="Google Shape;14406;p114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7" name="Google Shape;14407;p114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8" name="Google Shape;14408;p114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9" name="Google Shape;14409;p114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0" name="Google Shape;14410;p114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1" name="Google Shape;14411;p114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2" name="Google Shape;14412;p114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3" name="Google Shape;14413;p114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4" name="Google Shape;14414;p114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5" name="Google Shape;14415;p114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6" name="Google Shape;14416;p114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7" name="Google Shape;14417;p114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8" name="Google Shape;14418;p114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9" name="Google Shape;14419;p114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0" name="Google Shape;14420;p114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1" name="Google Shape;14421;p114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2" name="Google Shape;14422;p114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3" name="Google Shape;14423;p114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4" name="Google Shape;14424;p114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5" name="Google Shape;14425;p114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6" name="Google Shape;14426;p114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7" name="Google Shape;14427;p114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8" name="Google Shape;14428;p114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9" name="Google Shape;14429;p114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0" name="Google Shape;14430;p114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1" name="Google Shape;14431;p114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2" name="Google Shape;14432;p114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3" name="Google Shape;14433;p114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4" name="Google Shape;14434;p114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5" name="Google Shape;14435;p114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6" name="Google Shape;14436;p114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7" name="Google Shape;14437;p114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8" name="Google Shape;14438;p114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9" name="Google Shape;14439;p114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0" name="Google Shape;14440;p114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1" name="Google Shape;14441;p114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4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4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44" name="Google Shape;14444;p116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14445" name="Google Shape;14445;p116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6" name="Google Shape;14446;p116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7" name="Google Shape;14447;p116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8" name="Google Shape;14448;p116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9" name="Google Shape;14449;p116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0" name="Google Shape;14450;p116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1" name="Google Shape;14451;p116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2" name="Google Shape;14452;p116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3" name="Google Shape;14453;p116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4" name="Google Shape;14454;p116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5" name="Google Shape;14455;p116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6" name="Google Shape;14456;p116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7" name="Google Shape;14457;p116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8" name="Google Shape;14458;p116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9" name="Google Shape;14459;p116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0" name="Google Shape;14460;p116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1" name="Google Shape;14461;p116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2" name="Google Shape;14462;p116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3" name="Google Shape;14463;p116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4" name="Google Shape;14464;p116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5" name="Google Shape;14465;p116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6" name="Google Shape;14466;p116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7" name="Google Shape;14467;p116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8" name="Google Shape;14468;p116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9" name="Google Shape;14469;p116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0" name="Google Shape;14470;p116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1" name="Google Shape;14471;p116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2" name="Google Shape;14472;p116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3" name="Google Shape;14473;p116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4" name="Google Shape;14474;p116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5" name="Google Shape;14475;p116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6" name="Google Shape;14476;p116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7" name="Google Shape;14477;p116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8" name="Google Shape;14478;p116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9" name="Google Shape;14479;p116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0" name="Google Shape;14480;p116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1" name="Google Shape;14481;p116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2" name="Google Shape;14482;p116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3" name="Google Shape;14483;p116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4" name="Google Shape;14484;p116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5" name="Google Shape;14485;p116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6" name="Google Shape;14486;p116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7" name="Google Shape;14487;p116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8" name="Google Shape;14488;p116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9" name="Google Shape;14489;p116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0" name="Google Shape;14490;p116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1" name="Google Shape;14491;p116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2" name="Google Shape;14492;p116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3" name="Google Shape;14493;p116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4" name="Google Shape;14494;p116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5" name="Google Shape;14495;p116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6" name="Google Shape;14496;p116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7" name="Google Shape;14497;p116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8" name="Google Shape;14498;p116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99" name="Google Shape;14499;p116"/>
          <p:cNvGrpSpPr/>
          <p:nvPr/>
        </p:nvGrpSpPr>
        <p:grpSpPr>
          <a:xfrm rot="10800000" flipH="1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14500" name="Google Shape;14500;p116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1" name="Google Shape;14501;p116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2" name="Google Shape;14502;p116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3" name="Google Shape;14503;p116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4" name="Google Shape;14504;p116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5" name="Google Shape;14505;p116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6" name="Google Shape;14506;p116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7" name="Google Shape;14507;p116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8" name="Google Shape;14508;p116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9" name="Google Shape;14509;p116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0" name="Google Shape;14510;p116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1" name="Google Shape;14511;p116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2" name="Google Shape;14512;p116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3" name="Google Shape;14513;p116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4" name="Google Shape;14514;p116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5" name="Google Shape;14515;p116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6" name="Google Shape;14516;p116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7" name="Google Shape;14517;p116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8" name="Google Shape;14518;p116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9" name="Google Shape;14519;p116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0" name="Google Shape;14520;p116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1" name="Google Shape;14521;p116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2" name="Google Shape;14522;p116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3" name="Google Shape;14523;p116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4" name="Google Shape;14524;p116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5" name="Google Shape;14525;p116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6" name="Google Shape;14526;p116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7" name="Google Shape;14527;p116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8" name="Google Shape;14528;p116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9" name="Google Shape;14529;p116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0" name="Google Shape;14530;p116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1" name="Google Shape;14531;p116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2" name="Google Shape;14532;p116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3" name="Google Shape;14533;p116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4" name="Google Shape;14534;p116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5" name="Google Shape;14535;p116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6" name="Google Shape;14536;p116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7" name="Google Shape;14537;p116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8" name="Google Shape;14538;p116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9" name="Google Shape;14539;p116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0" name="Google Shape;14540;p116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1" name="Google Shape;14541;p116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2" name="Google Shape;14542;p116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3" name="Google Shape;14543;p116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4" name="Google Shape;14544;p116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5" name="Google Shape;14545;p116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6" name="Google Shape;14546;p116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7" name="Google Shape;14547;p116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8" name="Google Shape;14548;p116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9" name="Google Shape;14549;p116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0" name="Google Shape;14550;p116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1" name="Google Shape;14551;p116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2" name="Google Shape;14552;p116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3" name="Google Shape;14553;p116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54" name="Google Shape;14554;p116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14555" name="Google Shape;14555;p116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6" name="Google Shape;14556;p116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7" name="Google Shape;14557;p116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8" name="Google Shape;14558;p116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9" name="Google Shape;14559;p116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0" name="Google Shape;14560;p116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1" name="Google Shape;14561;p116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2" name="Google Shape;14562;p116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3" name="Google Shape;14563;p116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4" name="Google Shape;14564;p116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5" name="Google Shape;14565;p116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6" name="Google Shape;14566;p116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7" name="Google Shape;14567;p116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8" name="Google Shape;14568;p116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9" name="Google Shape;14569;p116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0" name="Google Shape;14570;p116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1" name="Google Shape;14571;p116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2" name="Google Shape;14572;p116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3" name="Google Shape;14573;p116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4" name="Google Shape;14574;p11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5" name="Google Shape;14575;p116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6" name="Google Shape;14576;p116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7" name="Google Shape;14577;p116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8" name="Google Shape;14578;p116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9" name="Google Shape;14579;p11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0" name="Google Shape;14580;p116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1" name="Google Shape;14581;p116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2" name="Google Shape;14582;p116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3" name="Google Shape;14583;p116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4" name="Google Shape;14584;p116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5" name="Google Shape;14585;p116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6" name="Google Shape;14586;p116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7" name="Google Shape;14587;p116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8" name="Google Shape;14588;p116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9" name="Google Shape;14589;p116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0" name="Google Shape;14590;p116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1" name="Google Shape;14591;p116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92" name="Google Shape;14592;p116"/>
          <p:cNvGrpSpPr/>
          <p:nvPr/>
        </p:nvGrpSpPr>
        <p:grpSpPr>
          <a:xfrm rot="5400000" flipH="1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14593" name="Google Shape;14593;p116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4" name="Google Shape;14594;p116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5" name="Google Shape;14595;p116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6" name="Google Shape;14596;p116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7" name="Google Shape;14597;p116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8" name="Google Shape;14598;p116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9" name="Google Shape;14599;p116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0" name="Google Shape;14600;p116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1" name="Google Shape;14601;p116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2" name="Google Shape;14602;p116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3" name="Google Shape;14603;p116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4" name="Google Shape;14604;p116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5" name="Google Shape;14605;p116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6" name="Google Shape;14606;p116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7" name="Google Shape;14607;p116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8" name="Google Shape;14608;p116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9" name="Google Shape;14609;p116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0" name="Google Shape;14610;p116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1" name="Google Shape;14611;p116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2" name="Google Shape;14612;p11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3" name="Google Shape;14613;p116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4" name="Google Shape;14614;p116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5" name="Google Shape;14615;p116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6" name="Google Shape;14616;p116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7" name="Google Shape;14617;p116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8" name="Google Shape;14618;p116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9" name="Google Shape;14619;p116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0" name="Google Shape;14620;p116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1" name="Google Shape;14621;p116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2" name="Google Shape;14622;p116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3" name="Google Shape;14623;p116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4" name="Google Shape;14624;p116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5" name="Google Shape;14625;p116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6" name="Google Shape;14626;p116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7" name="Google Shape;14627;p116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8" name="Google Shape;14628;p116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9" name="Google Shape;14629;p116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630" name="Google Shape;14630;p116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4631" name="Google Shape;14631;p116"/>
          <p:cNvSpPr txBox="1">
            <a:spLocks noGrp="1"/>
          </p:cNvSpPr>
          <p:nvPr>
            <p:ph type="title" idx="2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32" name="Google Shape;14632;p116"/>
          <p:cNvSpPr txBox="1">
            <a:spLocks noGrp="1"/>
          </p:cNvSpPr>
          <p:nvPr>
            <p:ph type="subTitle" idx="1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33" name="Google Shape;14633;p116"/>
          <p:cNvSpPr txBox="1">
            <a:spLocks noGrp="1"/>
          </p:cNvSpPr>
          <p:nvPr>
            <p:ph type="title" idx="3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34" name="Google Shape;14634;p116"/>
          <p:cNvSpPr txBox="1">
            <a:spLocks noGrp="1"/>
          </p:cNvSpPr>
          <p:nvPr>
            <p:ph type="subTitle" idx="4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35" name="Google Shape;14635;p116"/>
          <p:cNvSpPr txBox="1">
            <a:spLocks noGrp="1"/>
          </p:cNvSpPr>
          <p:nvPr>
            <p:ph type="title" idx="5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36" name="Google Shape;14636;p116"/>
          <p:cNvSpPr txBox="1">
            <a:spLocks noGrp="1"/>
          </p:cNvSpPr>
          <p:nvPr>
            <p:ph type="subTitle" idx="6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37" name="Google Shape;14637;p116"/>
          <p:cNvSpPr txBox="1">
            <a:spLocks noGrp="1"/>
          </p:cNvSpPr>
          <p:nvPr>
            <p:ph type="title" idx="7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38" name="Google Shape;14638;p116"/>
          <p:cNvSpPr txBox="1">
            <a:spLocks noGrp="1"/>
          </p:cNvSpPr>
          <p:nvPr>
            <p:ph type="subTitle" idx="8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39" name="Google Shape;14639;p116"/>
          <p:cNvSpPr txBox="1">
            <a:spLocks noGrp="1"/>
          </p:cNvSpPr>
          <p:nvPr>
            <p:ph type="title" idx="9" hasCustomPrompt="1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4640" name="Google Shape;14640;p116"/>
          <p:cNvSpPr txBox="1">
            <a:spLocks noGrp="1"/>
          </p:cNvSpPr>
          <p:nvPr>
            <p:ph type="title" idx="13" hasCustomPrompt="1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4641" name="Google Shape;14641;p116"/>
          <p:cNvSpPr txBox="1">
            <a:spLocks noGrp="1"/>
          </p:cNvSpPr>
          <p:nvPr>
            <p:ph type="title" idx="14" hasCustomPrompt="1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4642" name="Google Shape;14642;p116"/>
          <p:cNvSpPr txBox="1">
            <a:spLocks noGrp="1"/>
          </p:cNvSpPr>
          <p:nvPr>
            <p:ph type="title" idx="15" hasCustomPrompt="1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4643" name="Google Shape;14643;p116"/>
          <p:cNvSpPr txBox="1">
            <a:spLocks noGrp="1"/>
          </p:cNvSpPr>
          <p:nvPr>
            <p:ph type="title" idx="16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44" name="Google Shape;14644;p116"/>
          <p:cNvSpPr txBox="1">
            <a:spLocks noGrp="1"/>
          </p:cNvSpPr>
          <p:nvPr>
            <p:ph type="subTitle" idx="17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45" name="Google Shape;14645;p116"/>
          <p:cNvSpPr txBox="1">
            <a:spLocks noGrp="1"/>
          </p:cNvSpPr>
          <p:nvPr>
            <p:ph type="title" idx="18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4646" name="Google Shape;14646;p116"/>
          <p:cNvSpPr txBox="1">
            <a:spLocks noGrp="1"/>
          </p:cNvSpPr>
          <p:nvPr>
            <p:ph type="subTitle" idx="19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4647" name="Google Shape;14647;p116"/>
          <p:cNvSpPr txBox="1">
            <a:spLocks noGrp="1"/>
          </p:cNvSpPr>
          <p:nvPr>
            <p:ph type="title" idx="20" hasCustomPrompt="1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4648" name="Google Shape;14648;p116"/>
          <p:cNvSpPr txBox="1">
            <a:spLocks noGrp="1"/>
          </p:cNvSpPr>
          <p:nvPr>
            <p:ph type="title" idx="21" hasCustomPrompt="1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14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50" name="Google Shape;14650;p117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14651" name="Google Shape;14651;p117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2" name="Google Shape;14652;p117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3" name="Google Shape;14653;p117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4" name="Google Shape;14654;p117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5" name="Google Shape;14655;p117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6" name="Google Shape;14656;p117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7" name="Google Shape;14657;p117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8" name="Google Shape;14658;p117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9" name="Google Shape;14659;p117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0" name="Google Shape;14660;p117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1" name="Google Shape;14661;p117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2" name="Google Shape;14662;p117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3" name="Google Shape;14663;p117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4" name="Google Shape;14664;p117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5" name="Google Shape;14665;p117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6" name="Google Shape;14666;p117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7" name="Google Shape;14667;p117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8" name="Google Shape;14668;p117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9" name="Google Shape;14669;p117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0" name="Google Shape;14670;p117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1" name="Google Shape;14671;p117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2" name="Google Shape;14672;p117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3" name="Google Shape;14673;p117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4" name="Google Shape;14674;p117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5" name="Google Shape;14675;p117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6" name="Google Shape;14676;p117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7" name="Google Shape;14677;p117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8" name="Google Shape;14678;p117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9" name="Google Shape;14679;p117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0" name="Google Shape;14680;p117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1" name="Google Shape;14681;p117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2" name="Google Shape;14682;p117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3" name="Google Shape;14683;p117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4" name="Google Shape;14684;p117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5" name="Google Shape;14685;p117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6" name="Google Shape;14686;p117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7" name="Google Shape;14687;p117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8" name="Google Shape;14688;p117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9" name="Google Shape;14689;p117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0" name="Google Shape;14690;p117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1" name="Google Shape;14691;p117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2" name="Google Shape;14692;p117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3" name="Google Shape;14693;p117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4" name="Google Shape;14694;p117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5" name="Google Shape;14695;p117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6" name="Google Shape;14696;p117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7" name="Google Shape;14697;p117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8" name="Google Shape;14698;p117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9" name="Google Shape;14699;p117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0" name="Google Shape;14700;p117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1" name="Google Shape;14701;p117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2" name="Google Shape;14702;p117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3" name="Google Shape;14703;p117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4" name="Google Shape;14704;p117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5" name="Google Shape;14705;p117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6" name="Google Shape;14706;p117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7" name="Google Shape;14707;p117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8" name="Google Shape;14708;p117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9" name="Google Shape;14709;p117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0" name="Google Shape;14710;p117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1" name="Google Shape;14711;p117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2" name="Google Shape;14712;p117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3" name="Google Shape;14713;p117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4" name="Google Shape;14714;p117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5" name="Google Shape;14715;p117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6" name="Google Shape;14716;p117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7" name="Google Shape;14717;p117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8" name="Google Shape;14718;p117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719" name="Google Shape;14719;p117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14720" name="Google Shape;14720;p117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1" name="Google Shape;14721;p117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2" name="Google Shape;14722;p117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3" name="Google Shape;14723;p117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4" name="Google Shape;14724;p117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5" name="Google Shape;14725;p117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6" name="Google Shape;14726;p117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7" name="Google Shape;14727;p117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8" name="Google Shape;14728;p117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9" name="Google Shape;14729;p117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0" name="Google Shape;14730;p117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1" name="Google Shape;14731;p117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2" name="Google Shape;14732;p117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3" name="Google Shape;14733;p117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4" name="Google Shape;14734;p117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5" name="Google Shape;14735;p117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6" name="Google Shape;14736;p117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7" name="Google Shape;14737;p117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8" name="Google Shape;14738;p117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9" name="Google Shape;14739;p117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0" name="Google Shape;14740;p117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1" name="Google Shape;14741;p117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2" name="Google Shape;14742;p117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3" name="Google Shape;14743;p117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4" name="Google Shape;14744;p117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5" name="Google Shape;14745;p117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6" name="Google Shape;14746;p117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7" name="Google Shape;14747;p117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8" name="Google Shape;14748;p117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9" name="Google Shape;14749;p117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0" name="Google Shape;14750;p117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1" name="Google Shape;14751;p117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2" name="Google Shape;14752;p117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3" name="Google Shape;14753;p117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4" name="Google Shape;14754;p117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5" name="Google Shape;14755;p117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6" name="Google Shape;14756;p117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7" name="Google Shape;14757;p117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8" name="Google Shape;14758;p117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9" name="Google Shape;14759;p117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0" name="Google Shape;14760;p117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1" name="Google Shape;14761;p117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2" name="Google Shape;14762;p117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3" name="Google Shape;14763;p117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4" name="Google Shape;14764;p117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5" name="Google Shape;14765;p117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6" name="Google Shape;14766;p117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7" name="Google Shape;14767;p117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8" name="Google Shape;14768;p117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9" name="Google Shape;14769;p117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0" name="Google Shape;14770;p117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1" name="Google Shape;14771;p117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2" name="Google Shape;14772;p117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3" name="Google Shape;14773;p117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4" name="Google Shape;14774;p117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5" name="Google Shape;14775;p117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6" name="Google Shape;14776;p117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7" name="Google Shape;14777;p117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8" name="Google Shape;14778;p117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9" name="Google Shape;14779;p117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0" name="Google Shape;14780;p117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1" name="Google Shape;14781;p117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2" name="Google Shape;14782;p117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3" name="Google Shape;14783;p117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4" name="Google Shape;14784;p117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85" name="Google Shape;14785;p117"/>
          <p:cNvSpPr txBox="1">
            <a:spLocks noGrp="1"/>
          </p:cNvSpPr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4786" name="Google Shape;14786;p117"/>
          <p:cNvSpPr txBox="1">
            <a:spLocks noGrp="1"/>
          </p:cNvSpPr>
          <p:nvPr>
            <p:ph type="subTitle" idx="1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_1">
    <p:spTree>
      <p:nvGrpSpPr>
        <p:cNvPr id="1" name="Shape 14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88" name="Google Shape;14788;p118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14789" name="Google Shape;14789;p11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0" name="Google Shape;14790;p11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1" name="Google Shape;14791;p11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2" name="Google Shape;14792;p11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3" name="Google Shape;14793;p11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4" name="Google Shape;14794;p11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5" name="Google Shape;14795;p11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6" name="Google Shape;14796;p11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7" name="Google Shape;14797;p11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8" name="Google Shape;14798;p11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9" name="Google Shape;14799;p11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0" name="Google Shape;14800;p11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1" name="Google Shape;14801;p11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2" name="Google Shape;14802;p11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3" name="Google Shape;14803;p11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4" name="Google Shape;14804;p11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5" name="Google Shape;14805;p11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6" name="Google Shape;14806;p11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7" name="Google Shape;14807;p11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8" name="Google Shape;14808;p11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9" name="Google Shape;14809;p11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0" name="Google Shape;14810;p11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1" name="Google Shape;14811;p11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2" name="Google Shape;14812;p11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3" name="Google Shape;14813;p11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4" name="Google Shape;14814;p11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5" name="Google Shape;14815;p11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6" name="Google Shape;14816;p11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7" name="Google Shape;14817;p11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8" name="Google Shape;14818;p11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9" name="Google Shape;14819;p11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0" name="Google Shape;14820;p11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1" name="Google Shape;14821;p11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2" name="Google Shape;14822;p11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3" name="Google Shape;14823;p11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4" name="Google Shape;14824;p11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5" name="Google Shape;14825;p11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6" name="Google Shape;14826;p11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7" name="Google Shape;14827;p11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8" name="Google Shape;14828;p11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9" name="Google Shape;14829;p11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0" name="Google Shape;14830;p11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1" name="Google Shape;14831;p11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2" name="Google Shape;14832;p11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3" name="Google Shape;14833;p11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4" name="Google Shape;14834;p11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5" name="Google Shape;14835;p11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6" name="Google Shape;14836;p11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7" name="Google Shape;14837;p11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8" name="Google Shape;14838;p11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9" name="Google Shape;14839;p11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0" name="Google Shape;14840;p11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1" name="Google Shape;14841;p11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2" name="Google Shape;14842;p11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3" name="Google Shape;14843;p11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4" name="Google Shape;14844;p11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5" name="Google Shape;14845;p11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6" name="Google Shape;14846;p11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7" name="Google Shape;14847;p11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8" name="Google Shape;14848;p11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49" name="Google Shape;14849;p118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14850" name="Google Shape;14850;p118"/>
            <p:cNvSpPr/>
            <p:nvPr/>
          </p:nvSpPr>
          <p:spPr>
            <a:xfrm>
              <a:off x="6903427" y="1643"/>
              <a:ext cx="354163" cy="123640"/>
            </a:xfrm>
            <a:custGeom>
              <a:avLst/>
              <a:gdLst/>
              <a:ahLst/>
              <a:cxnLst/>
              <a:rect l="l" t="t" r="r" b="b"/>
              <a:pathLst>
                <a:path w="7883" h="2752" extrusionOk="0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1" name="Google Shape;14851;p118"/>
            <p:cNvSpPr/>
            <p:nvPr/>
          </p:nvSpPr>
          <p:spPr>
            <a:xfrm>
              <a:off x="7275202" y="1643"/>
              <a:ext cx="36930" cy="11277"/>
            </a:xfrm>
            <a:custGeom>
              <a:avLst/>
              <a:gdLst/>
              <a:ahLst/>
              <a:cxnLst/>
              <a:rect l="l" t="t" r="r" b="b"/>
              <a:pathLst>
                <a:path w="822" h="251" extrusionOk="0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2" name="Google Shape;14852;p118"/>
            <p:cNvSpPr/>
            <p:nvPr/>
          </p:nvSpPr>
          <p:spPr>
            <a:xfrm>
              <a:off x="8882618" y="26"/>
              <a:ext cx="288884" cy="170365"/>
            </a:xfrm>
            <a:custGeom>
              <a:avLst/>
              <a:gdLst/>
              <a:ahLst/>
              <a:cxnLst/>
              <a:rect l="l" t="t" r="r" b="b"/>
              <a:pathLst>
                <a:path w="6430" h="3792" extrusionOk="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3" name="Google Shape;14853;p118"/>
            <p:cNvSpPr/>
            <p:nvPr/>
          </p:nvSpPr>
          <p:spPr>
            <a:xfrm>
              <a:off x="8360561" y="191552"/>
              <a:ext cx="471829" cy="839875"/>
            </a:xfrm>
            <a:custGeom>
              <a:avLst/>
              <a:gdLst/>
              <a:ahLst/>
              <a:cxnLst/>
              <a:rect l="l" t="t" r="r" b="b"/>
              <a:pathLst>
                <a:path w="10502" h="18694" extrusionOk="0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4" name="Google Shape;14854;p118"/>
            <p:cNvSpPr/>
            <p:nvPr/>
          </p:nvSpPr>
          <p:spPr>
            <a:xfrm>
              <a:off x="7991975" y="886940"/>
              <a:ext cx="368630" cy="156258"/>
            </a:xfrm>
            <a:custGeom>
              <a:avLst/>
              <a:gdLst/>
              <a:ahLst/>
              <a:cxnLst/>
              <a:rect l="l" t="t" r="r" b="b"/>
              <a:pathLst>
                <a:path w="8205" h="3478" extrusionOk="0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5" name="Google Shape;14855;p118"/>
            <p:cNvSpPr/>
            <p:nvPr/>
          </p:nvSpPr>
          <p:spPr>
            <a:xfrm>
              <a:off x="8754754" y="1643"/>
              <a:ext cx="76017" cy="123101"/>
            </a:xfrm>
            <a:custGeom>
              <a:avLst/>
              <a:gdLst/>
              <a:ahLst/>
              <a:cxnLst/>
              <a:rect l="l" t="t" r="r" b="b"/>
              <a:pathLst>
                <a:path w="1692" h="2740" extrusionOk="0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6" name="Google Shape;14856;p118"/>
            <p:cNvSpPr/>
            <p:nvPr/>
          </p:nvSpPr>
          <p:spPr>
            <a:xfrm>
              <a:off x="8196845" y="1643"/>
              <a:ext cx="296387" cy="132177"/>
            </a:xfrm>
            <a:custGeom>
              <a:avLst/>
              <a:gdLst/>
              <a:ahLst/>
              <a:cxnLst/>
              <a:rect l="l" t="t" r="r" b="b"/>
              <a:pathLst>
                <a:path w="6597" h="2942" extrusionOk="0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7" name="Google Shape;14857;p118"/>
            <p:cNvSpPr/>
            <p:nvPr/>
          </p:nvSpPr>
          <p:spPr>
            <a:xfrm>
              <a:off x="7575812" y="151971"/>
              <a:ext cx="554226" cy="272306"/>
            </a:xfrm>
            <a:custGeom>
              <a:avLst/>
              <a:gdLst/>
              <a:ahLst/>
              <a:cxnLst/>
              <a:rect l="l" t="t" r="r" b="b"/>
              <a:pathLst>
                <a:path w="12336" h="6061" extrusionOk="0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8" name="Google Shape;14858;p118"/>
            <p:cNvSpPr/>
            <p:nvPr/>
          </p:nvSpPr>
          <p:spPr>
            <a:xfrm>
              <a:off x="8166878" y="1643"/>
              <a:ext cx="42861" cy="104906"/>
            </a:xfrm>
            <a:custGeom>
              <a:avLst/>
              <a:gdLst/>
              <a:ahLst/>
              <a:cxnLst/>
              <a:rect l="l" t="t" r="r" b="b"/>
              <a:pathLst>
                <a:path w="954" h="2335" extrusionOk="0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9" name="Google Shape;14859;p118"/>
            <p:cNvSpPr/>
            <p:nvPr/>
          </p:nvSpPr>
          <p:spPr>
            <a:xfrm>
              <a:off x="7972746" y="182971"/>
              <a:ext cx="191526" cy="675665"/>
            </a:xfrm>
            <a:custGeom>
              <a:avLst/>
              <a:gdLst/>
              <a:ahLst/>
              <a:cxnLst/>
              <a:rect l="l" t="t" r="r" b="b"/>
              <a:pathLst>
                <a:path w="4263" h="15039" extrusionOk="0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0" name="Google Shape;14860;p118"/>
            <p:cNvSpPr/>
            <p:nvPr/>
          </p:nvSpPr>
          <p:spPr>
            <a:xfrm>
              <a:off x="7874849" y="908325"/>
              <a:ext cx="101671" cy="323164"/>
            </a:xfrm>
            <a:custGeom>
              <a:avLst/>
              <a:gdLst/>
              <a:ahLst/>
              <a:cxnLst/>
              <a:rect l="l" t="t" r="r" b="b"/>
              <a:pathLst>
                <a:path w="2263" h="7193" extrusionOk="0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1" name="Google Shape;14861;p118"/>
            <p:cNvSpPr/>
            <p:nvPr/>
          </p:nvSpPr>
          <p:spPr>
            <a:xfrm>
              <a:off x="7710594" y="770308"/>
              <a:ext cx="237577" cy="113487"/>
            </a:xfrm>
            <a:custGeom>
              <a:avLst/>
              <a:gdLst/>
              <a:ahLst/>
              <a:cxnLst/>
              <a:rect l="l" t="t" r="r" b="b"/>
              <a:pathLst>
                <a:path w="5288" h="2526" extrusionOk="0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2" name="Google Shape;14862;p118"/>
            <p:cNvSpPr/>
            <p:nvPr/>
          </p:nvSpPr>
          <p:spPr>
            <a:xfrm>
              <a:off x="7278931" y="423692"/>
              <a:ext cx="279808" cy="120406"/>
            </a:xfrm>
            <a:custGeom>
              <a:avLst/>
              <a:gdLst/>
              <a:ahLst/>
              <a:cxnLst/>
              <a:rect l="l" t="t" r="r" b="b"/>
              <a:pathLst>
                <a:path w="6228" h="2680" extrusionOk="0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3" name="Google Shape;14863;p118"/>
            <p:cNvSpPr/>
            <p:nvPr/>
          </p:nvSpPr>
          <p:spPr>
            <a:xfrm>
              <a:off x="7689748" y="793311"/>
              <a:ext cx="177643" cy="443524"/>
            </a:xfrm>
            <a:custGeom>
              <a:avLst/>
              <a:gdLst/>
              <a:ahLst/>
              <a:cxnLst/>
              <a:rect l="l" t="t" r="r" b="b"/>
              <a:pathLst>
                <a:path w="3954" h="9872" extrusionOk="0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4" name="Google Shape;14864;p118"/>
            <p:cNvSpPr/>
            <p:nvPr/>
          </p:nvSpPr>
          <p:spPr>
            <a:xfrm>
              <a:off x="7564041" y="431195"/>
              <a:ext cx="124135" cy="315661"/>
            </a:xfrm>
            <a:custGeom>
              <a:avLst/>
              <a:gdLst/>
              <a:ahLst/>
              <a:cxnLst/>
              <a:rect l="l" t="t" r="r" b="b"/>
              <a:pathLst>
                <a:path w="2763" h="7026" extrusionOk="0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5" name="Google Shape;14865;p118"/>
            <p:cNvSpPr/>
            <p:nvPr/>
          </p:nvSpPr>
          <p:spPr>
            <a:xfrm>
              <a:off x="7500379" y="1643"/>
              <a:ext cx="77096" cy="409245"/>
            </a:xfrm>
            <a:custGeom>
              <a:avLst/>
              <a:gdLst/>
              <a:ahLst/>
              <a:cxnLst/>
              <a:rect l="l" t="t" r="r" b="b"/>
              <a:pathLst>
                <a:path w="1716" h="9109" extrusionOk="0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6" name="Google Shape;14866;p118"/>
            <p:cNvSpPr/>
            <p:nvPr/>
          </p:nvSpPr>
          <p:spPr>
            <a:xfrm>
              <a:off x="7207811" y="1643"/>
              <a:ext cx="68514" cy="481488"/>
            </a:xfrm>
            <a:custGeom>
              <a:avLst/>
              <a:gdLst/>
              <a:ahLst/>
              <a:cxnLst/>
              <a:rect l="l" t="t" r="r" b="b"/>
              <a:pathLst>
                <a:path w="1525" h="10717" extrusionOk="0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7" name="Google Shape;14867;p118"/>
            <p:cNvSpPr/>
            <p:nvPr/>
          </p:nvSpPr>
          <p:spPr>
            <a:xfrm>
              <a:off x="6888466" y="143390"/>
              <a:ext cx="276574" cy="358477"/>
            </a:xfrm>
            <a:custGeom>
              <a:avLst/>
              <a:gdLst/>
              <a:ahLst/>
              <a:cxnLst/>
              <a:rect l="l" t="t" r="r" b="b"/>
              <a:pathLst>
                <a:path w="6156" h="7979" extrusionOk="0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8" name="Google Shape;14868;p118"/>
            <p:cNvSpPr/>
            <p:nvPr/>
          </p:nvSpPr>
          <p:spPr>
            <a:xfrm>
              <a:off x="6775024" y="1643"/>
              <a:ext cx="94752" cy="108096"/>
            </a:xfrm>
            <a:custGeom>
              <a:avLst/>
              <a:gdLst/>
              <a:ahLst/>
              <a:cxnLst/>
              <a:rect l="l" t="t" r="r" b="b"/>
              <a:pathLst>
                <a:path w="2109" h="2406" extrusionOk="0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9" name="Google Shape;14869;p118"/>
            <p:cNvSpPr/>
            <p:nvPr/>
          </p:nvSpPr>
          <p:spPr>
            <a:xfrm>
              <a:off x="6261009" y="116119"/>
              <a:ext cx="591650" cy="145565"/>
            </a:xfrm>
            <a:custGeom>
              <a:avLst/>
              <a:gdLst/>
              <a:ahLst/>
              <a:cxnLst/>
              <a:rect l="l" t="t" r="r" b="b"/>
              <a:pathLst>
                <a:path w="13169" h="3240" extrusionOk="0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0" name="Google Shape;14870;p118"/>
            <p:cNvSpPr/>
            <p:nvPr/>
          </p:nvSpPr>
          <p:spPr>
            <a:xfrm>
              <a:off x="5973203" y="1643"/>
              <a:ext cx="50319" cy="38054"/>
            </a:xfrm>
            <a:custGeom>
              <a:avLst/>
              <a:gdLst/>
              <a:ahLst/>
              <a:cxnLst/>
              <a:rect l="l" t="t" r="r" b="b"/>
              <a:pathLst>
                <a:path w="1120" h="847" extrusionOk="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1" name="Google Shape;14871;p118"/>
            <p:cNvSpPr/>
            <p:nvPr/>
          </p:nvSpPr>
          <p:spPr>
            <a:xfrm>
              <a:off x="6027745" y="36417"/>
              <a:ext cx="228995" cy="216685"/>
            </a:xfrm>
            <a:custGeom>
              <a:avLst/>
              <a:gdLst/>
              <a:ahLst/>
              <a:cxnLst/>
              <a:rect l="l" t="t" r="r" b="b"/>
              <a:pathLst>
                <a:path w="5097" h="4823" extrusionOk="0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2" name="Google Shape;14872;p118"/>
            <p:cNvSpPr/>
            <p:nvPr/>
          </p:nvSpPr>
          <p:spPr>
            <a:xfrm>
              <a:off x="5634045" y="1643"/>
              <a:ext cx="973624" cy="724860"/>
            </a:xfrm>
            <a:custGeom>
              <a:avLst/>
              <a:gdLst/>
              <a:ahLst/>
              <a:cxnLst/>
              <a:rect l="l" t="t" r="r" b="b"/>
              <a:pathLst>
                <a:path w="21671" h="16134" extrusionOk="0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3" name="Google Shape;14873;p118"/>
            <p:cNvSpPr/>
            <p:nvPr/>
          </p:nvSpPr>
          <p:spPr>
            <a:xfrm>
              <a:off x="5616389" y="1643"/>
              <a:ext cx="441368" cy="715246"/>
            </a:xfrm>
            <a:custGeom>
              <a:avLst/>
              <a:gdLst/>
              <a:ahLst/>
              <a:cxnLst/>
              <a:rect l="l" t="t" r="r" b="b"/>
              <a:pathLst>
                <a:path w="9824" h="15920" extrusionOk="0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4" name="Google Shape;14874;p118"/>
            <p:cNvSpPr/>
            <p:nvPr/>
          </p:nvSpPr>
          <p:spPr>
            <a:xfrm>
              <a:off x="4969702" y="287292"/>
              <a:ext cx="625346" cy="441907"/>
            </a:xfrm>
            <a:custGeom>
              <a:avLst/>
              <a:gdLst/>
              <a:ahLst/>
              <a:cxnLst/>
              <a:rect l="l" t="t" r="r" b="b"/>
              <a:pathLst>
                <a:path w="13919" h="9836" extrusionOk="0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5" name="Google Shape;14875;p118"/>
            <p:cNvSpPr/>
            <p:nvPr/>
          </p:nvSpPr>
          <p:spPr>
            <a:xfrm>
              <a:off x="4959549" y="1643"/>
              <a:ext cx="181372" cy="238610"/>
            </a:xfrm>
            <a:custGeom>
              <a:avLst/>
              <a:gdLst/>
              <a:ahLst/>
              <a:cxnLst/>
              <a:rect l="l" t="t" r="r" b="b"/>
              <a:pathLst>
                <a:path w="4037" h="5311" extrusionOk="0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6" name="Google Shape;14876;p118"/>
            <p:cNvSpPr/>
            <p:nvPr/>
          </p:nvSpPr>
          <p:spPr>
            <a:xfrm>
              <a:off x="5312589" y="2183"/>
              <a:ext cx="238610" cy="146598"/>
            </a:xfrm>
            <a:custGeom>
              <a:avLst/>
              <a:gdLst/>
              <a:ahLst/>
              <a:cxnLst/>
              <a:rect l="l" t="t" r="r" b="b"/>
              <a:pathLst>
                <a:path w="5311" h="3263" extrusionOk="0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7" name="Google Shape;14877;p118"/>
            <p:cNvSpPr/>
            <p:nvPr/>
          </p:nvSpPr>
          <p:spPr>
            <a:xfrm>
              <a:off x="5243580" y="1643"/>
              <a:ext cx="53509" cy="125752"/>
            </a:xfrm>
            <a:custGeom>
              <a:avLst/>
              <a:gdLst/>
              <a:ahLst/>
              <a:cxnLst/>
              <a:rect l="l" t="t" r="r" b="b"/>
              <a:pathLst>
                <a:path w="1191" h="2799" extrusionOk="0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8" name="Google Shape;14878;p118"/>
            <p:cNvSpPr/>
            <p:nvPr/>
          </p:nvSpPr>
          <p:spPr>
            <a:xfrm>
              <a:off x="4846107" y="1643"/>
              <a:ext cx="92056" cy="233803"/>
            </a:xfrm>
            <a:custGeom>
              <a:avLst/>
              <a:gdLst/>
              <a:ahLst/>
              <a:cxnLst/>
              <a:rect l="l" t="t" r="r" b="b"/>
              <a:pathLst>
                <a:path w="2049" h="5204" extrusionOk="0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9" name="Google Shape;14879;p118"/>
            <p:cNvSpPr/>
            <p:nvPr/>
          </p:nvSpPr>
          <p:spPr>
            <a:xfrm>
              <a:off x="7120606" y="480346"/>
              <a:ext cx="166951" cy="165423"/>
            </a:xfrm>
            <a:custGeom>
              <a:avLst/>
              <a:gdLst/>
              <a:ahLst/>
              <a:cxnLst/>
              <a:rect l="l" t="t" r="r" b="b"/>
              <a:pathLst>
                <a:path w="3716" h="3682" extrusionOk="0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0" name="Google Shape;14880;p118"/>
            <p:cNvSpPr/>
            <p:nvPr/>
          </p:nvSpPr>
          <p:spPr>
            <a:xfrm>
              <a:off x="7833651" y="1227131"/>
              <a:ext cx="86710" cy="85677"/>
            </a:xfrm>
            <a:custGeom>
              <a:avLst/>
              <a:gdLst/>
              <a:ahLst/>
              <a:cxnLst/>
              <a:rect l="l" t="t" r="r" b="b"/>
              <a:pathLst>
                <a:path w="1930" h="1907" extrusionOk="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1" name="Google Shape;14881;p118"/>
            <p:cNvSpPr/>
            <p:nvPr/>
          </p:nvSpPr>
          <p:spPr>
            <a:xfrm>
              <a:off x="8798109" y="115040"/>
              <a:ext cx="86710" cy="85722"/>
            </a:xfrm>
            <a:custGeom>
              <a:avLst/>
              <a:gdLst/>
              <a:ahLst/>
              <a:cxnLst/>
              <a:rect l="l" t="t" r="r" b="b"/>
              <a:pathLst>
                <a:path w="1930" h="1908" extrusionOk="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2" name="Google Shape;14882;p118"/>
            <p:cNvSpPr/>
            <p:nvPr/>
          </p:nvSpPr>
          <p:spPr>
            <a:xfrm>
              <a:off x="8121951" y="101158"/>
              <a:ext cx="86171" cy="85632"/>
            </a:xfrm>
            <a:custGeom>
              <a:avLst/>
              <a:gdLst/>
              <a:ahLst/>
              <a:cxnLst/>
              <a:rect l="l" t="t" r="r" b="b"/>
              <a:pathLst>
                <a:path w="1918" h="1906" extrusionOk="0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3" name="Google Shape;14883;p118"/>
            <p:cNvSpPr/>
            <p:nvPr/>
          </p:nvSpPr>
          <p:spPr>
            <a:xfrm>
              <a:off x="8352519" y="1025496"/>
              <a:ext cx="30012" cy="28394"/>
            </a:xfrm>
            <a:custGeom>
              <a:avLst/>
              <a:gdLst/>
              <a:ahLst/>
              <a:cxnLst/>
              <a:rect l="l" t="t" r="r" b="b"/>
              <a:pathLst>
                <a:path w="668" h="632" extrusionOk="0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4" name="Google Shape;14884;p118"/>
            <p:cNvSpPr/>
            <p:nvPr/>
          </p:nvSpPr>
          <p:spPr>
            <a:xfrm>
              <a:off x="4902311" y="228437"/>
              <a:ext cx="84014" cy="83026"/>
            </a:xfrm>
            <a:custGeom>
              <a:avLst/>
              <a:gdLst/>
              <a:ahLst/>
              <a:cxnLst/>
              <a:rect l="l" t="t" r="r" b="b"/>
              <a:pathLst>
                <a:path w="1870" h="1848" extrusionOk="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5" name="Google Shape;14885;p118"/>
            <p:cNvSpPr/>
            <p:nvPr/>
          </p:nvSpPr>
          <p:spPr>
            <a:xfrm>
              <a:off x="7656052" y="742947"/>
              <a:ext cx="59439" cy="58451"/>
            </a:xfrm>
            <a:custGeom>
              <a:avLst/>
              <a:gdLst/>
              <a:ahLst/>
              <a:cxnLst/>
              <a:rect l="l" t="t" r="r" b="b"/>
              <a:pathLst>
                <a:path w="1323" h="1301" extrusionOk="0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6" name="Google Shape;14886;p118"/>
            <p:cNvSpPr/>
            <p:nvPr/>
          </p:nvSpPr>
          <p:spPr>
            <a:xfrm>
              <a:off x="5263349" y="123082"/>
              <a:ext cx="58900" cy="58900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7" name="Google Shape;14887;p118"/>
            <p:cNvSpPr/>
            <p:nvPr/>
          </p:nvSpPr>
          <p:spPr>
            <a:xfrm>
              <a:off x="5583232" y="708218"/>
              <a:ext cx="58900" cy="58945"/>
            </a:xfrm>
            <a:custGeom>
              <a:avLst/>
              <a:gdLst/>
              <a:ahLst/>
              <a:cxnLst/>
              <a:rect l="l" t="t" r="r" b="b"/>
              <a:pathLst>
                <a:path w="1311" h="1312" extrusionOk="0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8" name="Google Shape;14888;p118"/>
            <p:cNvSpPr/>
            <p:nvPr/>
          </p:nvSpPr>
          <p:spPr>
            <a:xfrm>
              <a:off x="6850457" y="96351"/>
              <a:ext cx="58900" cy="58316"/>
            </a:xfrm>
            <a:custGeom>
              <a:avLst/>
              <a:gdLst/>
              <a:ahLst/>
              <a:cxnLst/>
              <a:rect l="l" t="t" r="r" b="b"/>
              <a:pathLst>
                <a:path w="1311" h="1298" extrusionOk="0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9" name="Google Shape;14889;p118"/>
            <p:cNvSpPr/>
            <p:nvPr/>
          </p:nvSpPr>
          <p:spPr>
            <a:xfrm>
              <a:off x="7942241" y="853244"/>
              <a:ext cx="59933" cy="58900"/>
            </a:xfrm>
            <a:custGeom>
              <a:avLst/>
              <a:gdLst/>
              <a:ahLst/>
              <a:cxnLst/>
              <a:rect l="l" t="t" r="r" b="b"/>
              <a:pathLst>
                <a:path w="1334" h="1311" extrusionOk="0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0" name="Google Shape;14890;p118"/>
            <p:cNvSpPr/>
            <p:nvPr/>
          </p:nvSpPr>
          <p:spPr>
            <a:xfrm>
              <a:off x="5509416" y="2722"/>
              <a:ext cx="33201" cy="34280"/>
            </a:xfrm>
            <a:custGeom>
              <a:avLst/>
              <a:gdLst/>
              <a:ahLst/>
              <a:cxnLst/>
              <a:rect l="l" t="t" r="r" b="b"/>
              <a:pathLst>
                <a:path w="739" h="763" extrusionOk="0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1" name="Google Shape;14891;p118"/>
            <p:cNvSpPr/>
            <p:nvPr/>
          </p:nvSpPr>
          <p:spPr>
            <a:xfrm>
              <a:off x="6911963" y="26264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751" h="751" extrusionOk="0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2" name="Google Shape;14892;p118"/>
            <p:cNvSpPr/>
            <p:nvPr/>
          </p:nvSpPr>
          <p:spPr>
            <a:xfrm>
              <a:off x="7304090" y="451503"/>
              <a:ext cx="33201" cy="33741"/>
            </a:xfrm>
            <a:custGeom>
              <a:avLst/>
              <a:gdLst/>
              <a:ahLst/>
              <a:cxnLst/>
              <a:rect l="l" t="t" r="r" b="b"/>
              <a:pathLst>
                <a:path w="739" h="751" extrusionOk="0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3" name="Google Shape;14893;p118"/>
            <p:cNvSpPr/>
            <p:nvPr/>
          </p:nvSpPr>
          <p:spPr>
            <a:xfrm>
              <a:off x="7549080" y="406575"/>
              <a:ext cx="33741" cy="34280"/>
            </a:xfrm>
            <a:custGeom>
              <a:avLst/>
              <a:gdLst/>
              <a:ahLst/>
              <a:cxnLst/>
              <a:rect l="l" t="t" r="r" b="b"/>
              <a:pathLst>
                <a:path w="751" h="763" extrusionOk="0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4" name="Google Shape;14894;p118"/>
            <p:cNvSpPr/>
            <p:nvPr/>
          </p:nvSpPr>
          <p:spPr>
            <a:xfrm>
              <a:off x="6200536" y="299064"/>
              <a:ext cx="34280" cy="33785"/>
            </a:xfrm>
            <a:custGeom>
              <a:avLst/>
              <a:gdLst/>
              <a:ahLst/>
              <a:cxnLst/>
              <a:rect l="l" t="t" r="r" b="b"/>
              <a:pathLst>
                <a:path w="763" h="752" extrusionOk="0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95" name="Google Shape;14895;p118"/>
          <p:cNvSpPr txBox="1">
            <a:spLocks noGrp="1"/>
          </p:cNvSpPr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4896" name="Google Shape;14896;p118"/>
          <p:cNvSpPr txBox="1">
            <a:spLocks noGrp="1"/>
          </p:cNvSpPr>
          <p:nvPr>
            <p:ph type="subTitle" idx="1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4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98" name="Google Shape;14898;p119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14899" name="Google Shape;14899;p119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0" name="Google Shape;14900;p119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1" name="Google Shape;14901;p119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2" name="Google Shape;14902;p119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3" name="Google Shape;14903;p119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4" name="Google Shape;14904;p119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5" name="Google Shape;14905;p119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6" name="Google Shape;14906;p119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7" name="Google Shape;14907;p119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8" name="Google Shape;14908;p119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9" name="Google Shape;14909;p119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0" name="Google Shape;14910;p119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1" name="Google Shape;14911;p119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2" name="Google Shape;14912;p119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3" name="Google Shape;14913;p119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4" name="Google Shape;14914;p119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5" name="Google Shape;14915;p119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6" name="Google Shape;14916;p119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7" name="Google Shape;14917;p119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8" name="Google Shape;14918;p119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9" name="Google Shape;14919;p119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0" name="Google Shape;14920;p119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1" name="Google Shape;14921;p119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2" name="Google Shape;14922;p119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3" name="Google Shape;14923;p119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4" name="Google Shape;14924;p119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5" name="Google Shape;14925;p119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6" name="Google Shape;14926;p119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7" name="Google Shape;14927;p119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8" name="Google Shape;14928;p119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9" name="Google Shape;14929;p119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0" name="Google Shape;14930;p119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1" name="Google Shape;14931;p119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2" name="Google Shape;14932;p119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3" name="Google Shape;14933;p119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4" name="Google Shape;14934;p119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5" name="Google Shape;14935;p119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6" name="Google Shape;14936;p119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7" name="Google Shape;14937;p119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8" name="Google Shape;14938;p119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939" name="Google Shape;14939;p119"/>
          <p:cNvGrpSpPr/>
          <p:nvPr/>
        </p:nvGrpSpPr>
        <p:grpSpPr>
          <a:xfrm rot="5400000" flipH="1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14940" name="Google Shape;14940;p119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1" name="Google Shape;14941;p119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2" name="Google Shape;14942;p119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3" name="Google Shape;14943;p119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4" name="Google Shape;14944;p119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5" name="Google Shape;14945;p119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6" name="Google Shape;14946;p119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7" name="Google Shape;14947;p119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8" name="Google Shape;14948;p119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9" name="Google Shape;14949;p119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0" name="Google Shape;14950;p119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1" name="Google Shape;14951;p119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2" name="Google Shape;14952;p119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3" name="Google Shape;14953;p119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4" name="Google Shape;14954;p119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5" name="Google Shape;14955;p119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6" name="Google Shape;14956;p119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7" name="Google Shape;14957;p119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8" name="Google Shape;14958;p119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9" name="Google Shape;14959;p119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0" name="Google Shape;14960;p119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1" name="Google Shape;14961;p119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2" name="Google Shape;14962;p119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3" name="Google Shape;14963;p119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4" name="Google Shape;14964;p119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5" name="Google Shape;14965;p119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6" name="Google Shape;14966;p119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7" name="Google Shape;14967;p119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8" name="Google Shape;14968;p119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9" name="Google Shape;14969;p119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0" name="Google Shape;14970;p119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1" name="Google Shape;14971;p119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2" name="Google Shape;14972;p119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3" name="Google Shape;14973;p119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4" name="Google Shape;14974;p119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5" name="Google Shape;14975;p119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6" name="Google Shape;14976;p119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7" name="Google Shape;14977;p119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8" name="Google Shape;14978;p119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9" name="Google Shape;14979;p119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980" name="Google Shape;14980;p11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4981" name="Google Shape;14981;p119"/>
          <p:cNvSpPr txBox="1">
            <a:spLocks noGrp="1"/>
          </p:cNvSpPr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14982" name="Google Shape;14982;p119"/>
          <p:cNvSpPr txBox="1">
            <a:spLocks noGrp="1"/>
          </p:cNvSpPr>
          <p:nvPr>
            <p:ph type="subTitle" idx="1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grpSp>
        <p:nvGrpSpPr>
          <p:cNvPr id="14983" name="Google Shape;14983;p119"/>
          <p:cNvGrpSpPr/>
          <p:nvPr/>
        </p:nvGrpSpPr>
        <p:grpSpPr>
          <a:xfrm rot="10800000" flipH="1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14984" name="Google Shape;14984;p11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5" name="Google Shape;14985;p11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6" name="Google Shape;14986;p11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7" name="Google Shape;14987;p11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8" name="Google Shape;14988;p11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9" name="Google Shape;14989;p11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0" name="Google Shape;14990;p11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1" name="Google Shape;14991;p11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2" name="Google Shape;14992;p11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3" name="Google Shape;14993;p11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4" name="Google Shape;14994;p11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5" name="Google Shape;14995;p11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6" name="Google Shape;14996;p11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7" name="Google Shape;14997;p11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8" name="Google Shape;14998;p11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9" name="Google Shape;14999;p11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0" name="Google Shape;15000;p11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1" name="Google Shape;15001;p11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2" name="Google Shape;15002;p11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3" name="Google Shape;15003;p11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4" name="Google Shape;15004;p11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5" name="Google Shape;15005;p11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6" name="Google Shape;15006;p11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7" name="Google Shape;15007;p11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8" name="Google Shape;15008;p11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9" name="Google Shape;15009;p11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0" name="Google Shape;15010;p11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1" name="Google Shape;15011;p11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2" name="Google Shape;15012;p11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3" name="Google Shape;15013;p11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4" name="Google Shape;15014;p11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5" name="Google Shape;15015;p11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6" name="Google Shape;15016;p11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7" name="Google Shape;15017;p11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8" name="Google Shape;15018;p11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9" name="Google Shape;15019;p11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0" name="Google Shape;15020;p11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1" name="Google Shape;15021;p11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2" name="Google Shape;15022;p11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3" name="Google Shape;15023;p11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4" name="Google Shape;15024;p11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5" name="Google Shape;15025;p11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6" name="Google Shape;15026;p11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7" name="Google Shape;15027;p11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8" name="Google Shape;15028;p11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9" name="Google Shape;15029;p11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0" name="Google Shape;15030;p11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1" name="Google Shape;15031;p11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2" name="Google Shape;15032;p11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3" name="Google Shape;15033;p11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4" name="Google Shape;15034;p11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5" name="Google Shape;15035;p11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6" name="Google Shape;15036;p11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7" name="Google Shape;15037;p11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8" name="Google Shape;15038;p11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9" name="Google Shape;15039;p11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0" name="Google Shape;15040;p11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1" name="Google Shape;15041;p11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2" name="Google Shape;15042;p11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3" name="Google Shape;15043;p11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44" name="Google Shape;15044;p119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15045" name="Google Shape;15045;p11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6" name="Google Shape;15046;p11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7" name="Google Shape;15047;p11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8" name="Google Shape;15048;p11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9" name="Google Shape;15049;p11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0" name="Google Shape;15050;p11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1" name="Google Shape;15051;p11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2" name="Google Shape;15052;p11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3" name="Google Shape;15053;p11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4" name="Google Shape;15054;p11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5" name="Google Shape;15055;p11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6" name="Google Shape;15056;p11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7" name="Google Shape;15057;p11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8" name="Google Shape;15058;p11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9" name="Google Shape;15059;p11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0" name="Google Shape;15060;p11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1" name="Google Shape;15061;p11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2" name="Google Shape;15062;p11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3" name="Google Shape;15063;p11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4" name="Google Shape;15064;p11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5" name="Google Shape;15065;p11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6" name="Google Shape;15066;p11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7" name="Google Shape;15067;p11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8" name="Google Shape;15068;p11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9" name="Google Shape;15069;p11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0" name="Google Shape;15070;p11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1" name="Google Shape;15071;p11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2" name="Google Shape;15072;p11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3" name="Google Shape;15073;p11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4" name="Google Shape;15074;p11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5" name="Google Shape;15075;p11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6" name="Google Shape;15076;p11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7" name="Google Shape;15077;p11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8" name="Google Shape;15078;p11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9" name="Google Shape;15079;p11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0" name="Google Shape;15080;p11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1" name="Google Shape;15081;p11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2" name="Google Shape;15082;p11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3" name="Google Shape;15083;p11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4" name="Google Shape;15084;p11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5" name="Google Shape;15085;p11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6" name="Google Shape;15086;p11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7" name="Google Shape;15087;p11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8" name="Google Shape;15088;p11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9" name="Google Shape;15089;p11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0" name="Google Shape;15090;p11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1" name="Google Shape;15091;p11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2" name="Google Shape;15092;p11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3" name="Google Shape;15093;p11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4" name="Google Shape;15094;p11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5" name="Google Shape;15095;p11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6" name="Google Shape;15096;p11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7" name="Google Shape;15097;p11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8" name="Google Shape;15098;p11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9" name="Google Shape;15099;p11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0" name="Google Shape;15100;p11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1" name="Google Shape;15101;p11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2" name="Google Shape;15102;p11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3" name="Google Shape;15103;p11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4" name="Google Shape;15104;p11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15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06" name="Google Shape;15106;p120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15107" name="Google Shape;15107;p120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8" name="Google Shape;15108;p120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9" name="Google Shape;15109;p120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0" name="Google Shape;15110;p120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1" name="Google Shape;15111;p120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2" name="Google Shape;15112;p120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3" name="Google Shape;15113;p120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4" name="Google Shape;15114;p120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5" name="Google Shape;15115;p120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6" name="Google Shape;15116;p120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7" name="Google Shape;15117;p120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8" name="Google Shape;15118;p120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9" name="Google Shape;15119;p120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0" name="Google Shape;15120;p120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1" name="Google Shape;15121;p120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2" name="Google Shape;15122;p120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3" name="Google Shape;15123;p120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4" name="Google Shape;15124;p120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5" name="Google Shape;15125;p120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6" name="Google Shape;15126;p120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7" name="Google Shape;15127;p120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8" name="Google Shape;15128;p120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9" name="Google Shape;15129;p120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0" name="Google Shape;15130;p120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1" name="Google Shape;15131;p120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2" name="Google Shape;15132;p120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3" name="Google Shape;15133;p120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4" name="Google Shape;15134;p120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5" name="Google Shape;15135;p120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6" name="Google Shape;15136;p120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7" name="Google Shape;15137;p120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8" name="Google Shape;15138;p120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9" name="Google Shape;15139;p120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0" name="Google Shape;15140;p120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1" name="Google Shape;15141;p120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2" name="Google Shape;15142;p120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3" name="Google Shape;15143;p120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4" name="Google Shape;15144;p120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5" name="Google Shape;15145;p120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6" name="Google Shape;15146;p120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7" name="Google Shape;15147;p120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8" name="Google Shape;15148;p120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9" name="Google Shape;15149;p120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0" name="Google Shape;15150;p120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1" name="Google Shape;15151;p120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2" name="Google Shape;15152;p120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3" name="Google Shape;15153;p120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4" name="Google Shape;15154;p120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5" name="Google Shape;15155;p120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6" name="Google Shape;15156;p120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7" name="Google Shape;15157;p120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8" name="Google Shape;15158;p120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9" name="Google Shape;15159;p120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0" name="Google Shape;15160;p120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1" name="Google Shape;15161;p120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2" name="Google Shape;15162;p120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3" name="Google Shape;15163;p120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4" name="Google Shape;15164;p120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5" name="Google Shape;15165;p120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6" name="Google Shape;15166;p120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7" name="Google Shape;15167;p120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8" name="Google Shape;15168;p120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69" name="Google Shape;15169;p120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15170" name="Google Shape;15170;p120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1" name="Google Shape;15171;p120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2" name="Google Shape;15172;p120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3" name="Google Shape;15173;p120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4" name="Google Shape;15174;p120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5" name="Google Shape;15175;p120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6" name="Google Shape;15176;p120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7" name="Google Shape;15177;p120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8" name="Google Shape;15178;p120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9" name="Google Shape;15179;p120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0" name="Google Shape;15180;p120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1" name="Google Shape;15181;p120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2" name="Google Shape;15182;p120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3" name="Google Shape;15183;p120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4" name="Google Shape;15184;p120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5" name="Google Shape;15185;p120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6" name="Google Shape;15186;p120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7" name="Google Shape;15187;p120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8" name="Google Shape;15188;p120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9" name="Google Shape;15189;p120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0" name="Google Shape;15190;p120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1" name="Google Shape;15191;p120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2" name="Google Shape;15192;p120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3" name="Google Shape;15193;p120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4" name="Google Shape;15194;p120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5" name="Google Shape;15195;p120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6" name="Google Shape;15196;p120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7" name="Google Shape;15197;p120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8" name="Google Shape;15198;p120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9" name="Google Shape;15199;p120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0" name="Google Shape;15200;p120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1" name="Google Shape;15201;p120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2" name="Google Shape;15202;p120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3" name="Google Shape;15203;p120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4" name="Google Shape;15204;p120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5" name="Google Shape;15205;p120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6" name="Google Shape;15206;p120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07" name="Google Shape;15207;p120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15208" name="Google Shape;15208;p120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9" name="Google Shape;15209;p120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0" name="Google Shape;15210;p120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1" name="Google Shape;15211;p120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2" name="Google Shape;15212;p120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3" name="Google Shape;15213;p120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4" name="Google Shape;15214;p120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5" name="Google Shape;15215;p120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6" name="Google Shape;15216;p120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7" name="Google Shape;15217;p120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8" name="Google Shape;15218;p120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9" name="Google Shape;15219;p120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0" name="Google Shape;15220;p120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1" name="Google Shape;15221;p120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2" name="Google Shape;15222;p120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3" name="Google Shape;15223;p120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4" name="Google Shape;15224;p120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5" name="Google Shape;15225;p120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6" name="Google Shape;15226;p120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7" name="Google Shape;15227;p120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8" name="Google Shape;15228;p120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9" name="Google Shape;15229;p120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0" name="Google Shape;15230;p120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1" name="Google Shape;15231;p120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2" name="Google Shape;15232;p120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3" name="Google Shape;15233;p120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4" name="Google Shape;15234;p120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5" name="Google Shape;15235;p120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6" name="Google Shape;15236;p120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7" name="Google Shape;15237;p120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8" name="Google Shape;15238;p120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9" name="Google Shape;15239;p120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0" name="Google Shape;15240;p120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1" name="Google Shape;15241;p120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2" name="Google Shape;15242;p120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3" name="Google Shape;15243;p120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4" name="Google Shape;15244;p120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45" name="Google Shape;15245;p120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15246" name="Google Shape;15246;p120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7" name="Google Shape;15247;p120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8" name="Google Shape;15248;p120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9" name="Google Shape;15249;p120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0" name="Google Shape;15250;p120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1" name="Google Shape;15251;p120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2" name="Google Shape;15252;p120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3" name="Google Shape;15253;p120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4" name="Google Shape;15254;p120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5" name="Google Shape;15255;p120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6" name="Google Shape;15256;p120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7" name="Google Shape;15257;p120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8" name="Google Shape;15258;p120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9" name="Google Shape;15259;p120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0" name="Google Shape;15260;p120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1" name="Google Shape;15261;p120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2" name="Google Shape;15262;p120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3" name="Google Shape;15263;p120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4" name="Google Shape;15264;p120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5" name="Google Shape;15265;p120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6" name="Google Shape;15266;p120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7" name="Google Shape;15267;p120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8" name="Google Shape;15268;p120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9" name="Google Shape;15269;p120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0" name="Google Shape;15270;p120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1" name="Google Shape;15271;p120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2" name="Google Shape;15272;p120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3" name="Google Shape;15273;p120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4" name="Google Shape;15274;p120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5" name="Google Shape;15275;p120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6" name="Google Shape;15276;p120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7" name="Google Shape;15277;p120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8" name="Google Shape;15278;p120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9" name="Google Shape;15279;p120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0" name="Google Shape;15280;p120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1" name="Google Shape;15281;p120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2" name="Google Shape;15282;p120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3" name="Google Shape;15283;p120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4" name="Google Shape;15284;p120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5" name="Google Shape;15285;p120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6" name="Google Shape;15286;p120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7" name="Google Shape;15287;p120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8" name="Google Shape;15288;p120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9" name="Google Shape;15289;p120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0" name="Google Shape;15290;p120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1" name="Google Shape;15291;p120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2" name="Google Shape;15292;p120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3" name="Google Shape;15293;p120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4" name="Google Shape;15294;p120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5" name="Google Shape;15295;p120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6" name="Google Shape;15296;p120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7" name="Google Shape;15297;p120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8" name="Google Shape;15298;p120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9" name="Google Shape;15299;p120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0" name="Google Shape;15300;p120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1" name="Google Shape;15301;p120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2" name="Google Shape;15302;p120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3" name="Google Shape;15303;p120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4" name="Google Shape;15304;p120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5" name="Google Shape;15305;p120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6" name="Google Shape;15306;p120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7" name="Google Shape;15307;p120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308" name="Google Shape;15308;p120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15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10" name="Google Shape;15310;p121"/>
          <p:cNvGrpSpPr/>
          <p:nvPr/>
        </p:nvGrpSpPr>
        <p:grpSpPr>
          <a:xfrm rot="-5400000" flipH="1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15311" name="Google Shape;15311;p121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2" name="Google Shape;15312;p12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3" name="Google Shape;15313;p121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4" name="Google Shape;15314;p121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5" name="Google Shape;15315;p121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6" name="Google Shape;15316;p121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7" name="Google Shape;15317;p121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8" name="Google Shape;15318;p121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9" name="Google Shape;15319;p121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0" name="Google Shape;15320;p121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1" name="Google Shape;15321;p121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2" name="Google Shape;15322;p12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3" name="Google Shape;15323;p121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4" name="Google Shape;15324;p121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5" name="Google Shape;15325;p121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6" name="Google Shape;15326;p121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7" name="Google Shape;15327;p121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8" name="Google Shape;15328;p121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9" name="Google Shape;15329;p121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0" name="Google Shape;15330;p121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1" name="Google Shape;15331;p121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2" name="Google Shape;15332;p121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3" name="Google Shape;15333;p121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4" name="Google Shape;15334;p121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5" name="Google Shape;15335;p121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6" name="Google Shape;15336;p121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7" name="Google Shape;15337;p121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8" name="Google Shape;15338;p121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9" name="Google Shape;15339;p121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0" name="Google Shape;15340;p121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1" name="Google Shape;15341;p121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2" name="Google Shape;15342;p121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3" name="Google Shape;15343;p121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4" name="Google Shape;15344;p121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5" name="Google Shape;15345;p121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6" name="Google Shape;15346;p121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7" name="Google Shape;15347;p121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8" name="Google Shape;15348;p121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9" name="Google Shape;15349;p121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0" name="Google Shape;15350;p121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1" name="Google Shape;15351;p121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2" name="Google Shape;15352;p121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3" name="Google Shape;15353;p121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4" name="Google Shape;15354;p121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5" name="Google Shape;15355;p121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6" name="Google Shape;15356;p121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7" name="Google Shape;15357;p121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8" name="Google Shape;15358;p121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9" name="Google Shape;15359;p121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0" name="Google Shape;15360;p121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1" name="Google Shape;15361;p121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2" name="Google Shape;15362;p121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3" name="Google Shape;15363;p121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4" name="Google Shape;15364;p121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5" name="Google Shape;15365;p121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6" name="Google Shape;15366;p121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7" name="Google Shape;15367;p121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8" name="Google Shape;15368;p121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9" name="Google Shape;15369;p121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0" name="Google Shape;15370;p121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1" name="Google Shape;15371;p121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2" name="Google Shape;15372;p121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3" name="Google Shape;15373;p121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4" name="Google Shape;15374;p121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5" name="Google Shape;15375;p121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6" name="Google Shape;15376;p121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7" name="Google Shape;15377;p121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8" name="Google Shape;15378;p121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9" name="Google Shape;15379;p121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0" name="Google Shape;15380;p121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1" name="Google Shape;15381;p121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2" name="Google Shape;15382;p121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3" name="Google Shape;15383;p121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4" name="Google Shape;15384;p121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5" name="Google Shape;15385;p121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86" name="Google Shape;15386;p121"/>
          <p:cNvGrpSpPr/>
          <p:nvPr/>
        </p:nvGrpSpPr>
        <p:grpSpPr>
          <a:xfrm rot="5400000" flipH="1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15387" name="Google Shape;15387;p121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8" name="Google Shape;15388;p12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9" name="Google Shape;15389;p121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0" name="Google Shape;15390;p121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1" name="Google Shape;15391;p121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2" name="Google Shape;15392;p121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3" name="Google Shape;15393;p121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4" name="Google Shape;15394;p121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5" name="Google Shape;15395;p121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6" name="Google Shape;15396;p121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7" name="Google Shape;15397;p121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8" name="Google Shape;15398;p12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9" name="Google Shape;15399;p121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0" name="Google Shape;15400;p121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1" name="Google Shape;15401;p121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2" name="Google Shape;15402;p121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3" name="Google Shape;15403;p121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4" name="Google Shape;15404;p121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5" name="Google Shape;15405;p121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6" name="Google Shape;15406;p121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7" name="Google Shape;15407;p121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8" name="Google Shape;15408;p121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9" name="Google Shape;15409;p121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0" name="Google Shape;15410;p121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1" name="Google Shape;15411;p121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2" name="Google Shape;15412;p121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3" name="Google Shape;15413;p121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4" name="Google Shape;15414;p121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5" name="Google Shape;15415;p121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6" name="Google Shape;15416;p121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7" name="Google Shape;15417;p121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8" name="Google Shape;15418;p121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9" name="Google Shape;15419;p121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0" name="Google Shape;15420;p121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1" name="Google Shape;15421;p121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2" name="Google Shape;15422;p121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3" name="Google Shape;15423;p121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4" name="Google Shape;15424;p121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5" name="Google Shape;15425;p121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6" name="Google Shape;15426;p121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7" name="Google Shape;15427;p121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8" name="Google Shape;15428;p121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9" name="Google Shape;15429;p121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0" name="Google Shape;15430;p121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1" name="Google Shape;15431;p121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2" name="Google Shape;15432;p121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3" name="Google Shape;15433;p121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4" name="Google Shape;15434;p121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5" name="Google Shape;15435;p121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6" name="Google Shape;15436;p121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7" name="Google Shape;15437;p121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8" name="Google Shape;15438;p121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9" name="Google Shape;15439;p121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0" name="Google Shape;15440;p121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1" name="Google Shape;15441;p121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2" name="Google Shape;15442;p121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3" name="Google Shape;15443;p121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4" name="Google Shape;15444;p121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5" name="Google Shape;15445;p121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6" name="Google Shape;15446;p121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7" name="Google Shape;15447;p121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8" name="Google Shape;15448;p121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9" name="Google Shape;15449;p121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0" name="Google Shape;15450;p121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1" name="Google Shape;15451;p121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2" name="Google Shape;15452;p121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3" name="Google Shape;15453;p121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4" name="Google Shape;15454;p121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5" name="Google Shape;15455;p121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6" name="Google Shape;15456;p121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7" name="Google Shape;15457;p121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8" name="Google Shape;15458;p121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9" name="Google Shape;15459;p121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0" name="Google Shape;15460;p121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1" name="Google Shape;15461;p121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62" name="Google Shape;15462;p121"/>
          <p:cNvSpPr txBox="1">
            <a:spLocks noGrp="1"/>
          </p:cNvSpPr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5463" name="Google Shape;15463;p121"/>
          <p:cNvSpPr txBox="1">
            <a:spLocks noGrp="1"/>
          </p:cNvSpPr>
          <p:nvPr>
            <p:ph type="subTitle" idx="1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1">
    <p:spTree>
      <p:nvGrpSpPr>
        <p:cNvPr id="1" name="Shape 15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65" name="Google Shape;15465;p122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15466" name="Google Shape;15466;p122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7" name="Google Shape;15467;p122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8" name="Google Shape;15468;p122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9" name="Google Shape;15469;p122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0" name="Google Shape;15470;p122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1" name="Google Shape;15471;p122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2" name="Google Shape;15472;p122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3" name="Google Shape;15473;p122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4" name="Google Shape;15474;p122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5" name="Google Shape;15475;p122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6" name="Google Shape;15476;p122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7" name="Google Shape;15477;p122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8" name="Google Shape;15478;p122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9" name="Google Shape;15479;p122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0" name="Google Shape;15480;p122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1" name="Google Shape;15481;p122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2" name="Google Shape;15482;p122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3" name="Google Shape;15483;p122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4" name="Google Shape;15484;p122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5" name="Google Shape;15485;p122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6" name="Google Shape;15486;p122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7" name="Google Shape;15487;p122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488" name="Google Shape;15488;p122"/>
          <p:cNvGrpSpPr/>
          <p:nvPr/>
        </p:nvGrpSpPr>
        <p:grpSpPr>
          <a:xfrm rot="10800000" flipH="1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15489" name="Google Shape;15489;p122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0" name="Google Shape;15490;p122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1" name="Google Shape;15491;p122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2" name="Google Shape;15492;p122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3" name="Google Shape;15493;p122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4" name="Google Shape;15494;p122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5" name="Google Shape;15495;p122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6" name="Google Shape;15496;p122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7" name="Google Shape;15497;p122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8" name="Google Shape;15498;p122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9" name="Google Shape;15499;p122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0" name="Google Shape;15500;p122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1" name="Google Shape;15501;p122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2" name="Google Shape;15502;p122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3" name="Google Shape;15503;p122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4" name="Google Shape;15504;p122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5" name="Google Shape;15505;p122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6" name="Google Shape;15506;p122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7" name="Google Shape;15507;p122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8" name="Google Shape;15508;p122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9" name="Google Shape;15509;p122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0" name="Google Shape;15510;p122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11" name="Google Shape;15511;p122"/>
          <p:cNvSpPr txBox="1">
            <a:spLocks noGrp="1"/>
          </p:cNvSpPr>
          <p:nvPr>
            <p:ph type="subTitle" idx="1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>
            <a:endParaRPr/>
          </a:p>
        </p:txBody>
      </p:sp>
      <p:sp>
        <p:nvSpPr>
          <p:cNvPr id="15512" name="Google Shape;15512;p122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5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14" name="Google Shape;15514;p123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15515" name="Google Shape;15515;p123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6" name="Google Shape;15516;p123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7" name="Google Shape;15517;p123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8" name="Google Shape;15518;p123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9" name="Google Shape;15519;p123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0" name="Google Shape;15520;p123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1" name="Google Shape;15521;p123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2" name="Google Shape;15522;p123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3" name="Google Shape;15523;p123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4" name="Google Shape;15524;p123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5" name="Google Shape;15525;p123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6" name="Google Shape;15526;p123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7" name="Google Shape;15527;p123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8" name="Google Shape;15528;p123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9" name="Google Shape;15529;p123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0" name="Google Shape;15530;p123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1" name="Google Shape;15531;p123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2" name="Google Shape;15532;p123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3" name="Google Shape;15533;p123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4" name="Google Shape;15534;p12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5" name="Google Shape;15535;p123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6" name="Google Shape;15536;p123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7" name="Google Shape;15537;p123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8" name="Google Shape;15538;p123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9" name="Google Shape;15539;p12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0" name="Google Shape;15540;p123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1" name="Google Shape;15541;p123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2" name="Google Shape;15542;p123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3" name="Google Shape;15543;p123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4" name="Google Shape;15544;p123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5" name="Google Shape;15545;p123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6" name="Google Shape;15546;p123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7" name="Google Shape;15547;p123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8" name="Google Shape;15548;p123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9" name="Google Shape;15549;p123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0" name="Google Shape;15550;p123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1" name="Google Shape;15551;p123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52" name="Google Shape;15552;p123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15553" name="Google Shape;15553;p123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4" name="Google Shape;15554;p123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5" name="Google Shape;15555;p123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6" name="Google Shape;15556;p123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7" name="Google Shape;15557;p123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8" name="Google Shape;15558;p123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9" name="Google Shape;15559;p123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0" name="Google Shape;15560;p123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1" name="Google Shape;15561;p123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2" name="Google Shape;15562;p123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3" name="Google Shape;15563;p123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4" name="Google Shape;15564;p123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5" name="Google Shape;15565;p123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6" name="Google Shape;15566;p123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7" name="Google Shape;15567;p123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8" name="Google Shape;15568;p123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9" name="Google Shape;15569;p123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0" name="Google Shape;15570;p123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1" name="Google Shape;15571;p123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2" name="Google Shape;15572;p12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3" name="Google Shape;15573;p123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4" name="Google Shape;15574;p123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5" name="Google Shape;15575;p123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6" name="Google Shape;15576;p123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7" name="Google Shape;15577;p123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8" name="Google Shape;15578;p123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9" name="Google Shape;15579;p123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0" name="Google Shape;15580;p123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1" name="Google Shape;15581;p123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2" name="Google Shape;15582;p123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3" name="Google Shape;15583;p123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4" name="Google Shape;15584;p123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5" name="Google Shape;15585;p123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6" name="Google Shape;15586;p123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7" name="Google Shape;15587;p123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8" name="Google Shape;15588;p123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9" name="Google Shape;15589;p123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90" name="Google Shape;15590;p123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15591" name="Google Shape;15591;p123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2" name="Google Shape;15592;p123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3" name="Google Shape;15593;p123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4" name="Google Shape;15594;p123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5" name="Google Shape;15595;p123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6" name="Google Shape;15596;p123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7" name="Google Shape;15597;p123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8" name="Google Shape;15598;p123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9" name="Google Shape;15599;p123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0" name="Google Shape;15600;p123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1" name="Google Shape;15601;p123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2" name="Google Shape;15602;p123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3" name="Google Shape;15603;p123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4" name="Google Shape;15604;p123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5" name="Google Shape;15605;p123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6" name="Google Shape;15606;p123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7" name="Google Shape;15607;p123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8" name="Google Shape;15608;p123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9" name="Google Shape;15609;p123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0" name="Google Shape;15610;p123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1" name="Google Shape;15611;p123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2" name="Google Shape;15612;p123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3" name="Google Shape;15613;p123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4" name="Google Shape;15614;p123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5" name="Google Shape;15615;p123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6" name="Google Shape;15616;p123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7" name="Google Shape;15617;p123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8" name="Google Shape;15618;p123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9" name="Google Shape;15619;p123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0" name="Google Shape;15620;p123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1" name="Google Shape;15621;p123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2" name="Google Shape;15622;p123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3" name="Google Shape;15623;p123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4" name="Google Shape;15624;p123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5" name="Google Shape;15625;p123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6" name="Google Shape;15626;p123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7" name="Google Shape;15627;p123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8" name="Google Shape;15628;p123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9" name="Google Shape;15629;p123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0" name="Google Shape;15630;p123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1" name="Google Shape;15631;p123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2" name="Google Shape;15632;p123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3" name="Google Shape;15633;p123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4" name="Google Shape;15634;p123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5" name="Google Shape;15635;p123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6" name="Google Shape;15636;p123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7" name="Google Shape;15637;p123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8" name="Google Shape;15638;p123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9" name="Google Shape;15639;p123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0" name="Google Shape;15640;p123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1" name="Google Shape;15641;p123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2" name="Google Shape;15642;p123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3" name="Google Shape;15643;p123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4" name="Google Shape;15644;p123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5" name="Google Shape;15645;p123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6" name="Google Shape;15646;p123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7" name="Google Shape;15647;p123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8" name="Google Shape;15648;p123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9" name="Google Shape;15649;p123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0" name="Google Shape;15650;p123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51" name="Google Shape;15651;p123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15652" name="Google Shape;15652;p123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3" name="Google Shape;15653;p123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4" name="Google Shape;15654;p123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5" name="Google Shape;15655;p123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6" name="Google Shape;15656;p123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7" name="Google Shape;15657;p123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8" name="Google Shape;15658;p123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9" name="Google Shape;15659;p123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0" name="Google Shape;15660;p123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1" name="Google Shape;15661;p123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2" name="Google Shape;15662;p123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3" name="Google Shape;15663;p123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4" name="Google Shape;15664;p123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5" name="Google Shape;15665;p123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6" name="Google Shape;15666;p123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7" name="Google Shape;15667;p123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8" name="Google Shape;15668;p123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9" name="Google Shape;15669;p123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0" name="Google Shape;15670;p123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1" name="Google Shape;15671;p123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2" name="Google Shape;15672;p123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3" name="Google Shape;15673;p123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4" name="Google Shape;15674;p123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5" name="Google Shape;15675;p123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6" name="Google Shape;15676;p123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7" name="Google Shape;15677;p123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8" name="Google Shape;15678;p123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9" name="Google Shape;15679;p123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0" name="Google Shape;15680;p123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1" name="Google Shape;15681;p123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2" name="Google Shape;15682;p123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3" name="Google Shape;15683;p123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4" name="Google Shape;15684;p123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5" name="Google Shape;15685;p123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6" name="Google Shape;15686;p123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7" name="Google Shape;15687;p123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8" name="Google Shape;15688;p123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9" name="Google Shape;15689;p123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0" name="Google Shape;15690;p123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1" name="Google Shape;15691;p123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2" name="Google Shape;15692;p123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3" name="Google Shape;15693;p123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4" name="Google Shape;15694;p123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5" name="Google Shape;15695;p123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6" name="Google Shape;15696;p123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7" name="Google Shape;15697;p123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8" name="Google Shape;15698;p123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9" name="Google Shape;15699;p123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0" name="Google Shape;15700;p123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1" name="Google Shape;15701;p123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2" name="Google Shape;15702;p123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3" name="Google Shape;15703;p123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4" name="Google Shape;15704;p123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5" name="Google Shape;15705;p123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6" name="Google Shape;15706;p123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7" name="Google Shape;15707;p123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8" name="Google Shape;15708;p123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9" name="Google Shape;15709;p123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0" name="Google Shape;15710;p123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1" name="Google Shape;15711;p123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712" name="Google Shape;15712;p123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5713" name="Google Shape;15713;p123"/>
          <p:cNvSpPr txBox="1">
            <a:spLocks noGrp="1"/>
          </p:cNvSpPr>
          <p:nvPr>
            <p:ph type="title" idx="2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714" name="Google Shape;15714;p123"/>
          <p:cNvSpPr txBox="1">
            <a:spLocks noGrp="1"/>
          </p:cNvSpPr>
          <p:nvPr>
            <p:ph type="subTitle" idx="1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5715" name="Google Shape;15715;p123"/>
          <p:cNvSpPr txBox="1">
            <a:spLocks noGrp="1"/>
          </p:cNvSpPr>
          <p:nvPr>
            <p:ph type="title" idx="3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716" name="Google Shape;15716;p123"/>
          <p:cNvSpPr txBox="1">
            <a:spLocks noGrp="1"/>
          </p:cNvSpPr>
          <p:nvPr>
            <p:ph type="subTitle" idx="4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5717" name="Google Shape;15717;p123"/>
          <p:cNvSpPr txBox="1">
            <a:spLocks noGrp="1"/>
          </p:cNvSpPr>
          <p:nvPr>
            <p:ph type="title" idx="5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718" name="Google Shape;15718;p123"/>
          <p:cNvSpPr txBox="1">
            <a:spLocks noGrp="1"/>
          </p:cNvSpPr>
          <p:nvPr>
            <p:ph type="subTitle" idx="6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5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20" name="Google Shape;15720;p124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15721" name="Google Shape;15721;p124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2" name="Google Shape;15722;p124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3" name="Google Shape;15723;p124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4" name="Google Shape;15724;p124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5" name="Google Shape;15725;p124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6" name="Google Shape;15726;p124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7" name="Google Shape;15727;p124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8" name="Google Shape;15728;p124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9" name="Google Shape;15729;p124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0" name="Google Shape;15730;p124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1" name="Google Shape;15731;p124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2" name="Google Shape;15732;p124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3" name="Google Shape;15733;p124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4" name="Google Shape;15734;p124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5" name="Google Shape;15735;p124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6" name="Google Shape;15736;p124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7" name="Google Shape;15737;p124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8" name="Google Shape;15738;p124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9" name="Google Shape;15739;p124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0" name="Google Shape;15740;p124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1" name="Google Shape;15741;p124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2" name="Google Shape;15742;p124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3" name="Google Shape;15743;p124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4" name="Google Shape;15744;p124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5" name="Google Shape;15745;p124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6" name="Google Shape;15746;p124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7" name="Google Shape;15747;p124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8" name="Google Shape;15748;p124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9" name="Google Shape;15749;p124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0" name="Google Shape;15750;p124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1" name="Google Shape;15751;p124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2" name="Google Shape;15752;p124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3" name="Google Shape;15753;p124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4" name="Google Shape;15754;p124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5" name="Google Shape;15755;p124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6" name="Google Shape;15756;p124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7" name="Google Shape;15757;p124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8" name="Google Shape;15758;p124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9" name="Google Shape;15759;p124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0" name="Google Shape;15760;p124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1" name="Google Shape;15761;p124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2" name="Google Shape;15762;p124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3" name="Google Shape;15763;p124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4" name="Google Shape;15764;p124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5" name="Google Shape;15765;p124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6" name="Google Shape;15766;p124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7" name="Google Shape;15767;p124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8" name="Google Shape;15768;p124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9" name="Google Shape;15769;p124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0" name="Google Shape;15770;p124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1" name="Google Shape;15771;p124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2" name="Google Shape;15772;p124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3" name="Google Shape;15773;p124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4" name="Google Shape;15774;p124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5" name="Google Shape;15775;p124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6" name="Google Shape;15776;p124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7" name="Google Shape;15777;p124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8" name="Google Shape;15778;p124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9" name="Google Shape;15779;p124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0" name="Google Shape;15780;p124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1" name="Google Shape;15781;p124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2" name="Google Shape;15782;p124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3" name="Google Shape;15783;p124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4" name="Google Shape;15784;p124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5" name="Google Shape;15785;p124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86" name="Google Shape;15786;p124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15787" name="Google Shape;15787;p124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8" name="Google Shape;15788;p124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9" name="Google Shape;15789;p124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0" name="Google Shape;15790;p124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1" name="Google Shape;15791;p124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2" name="Google Shape;15792;p124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3" name="Google Shape;15793;p124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4" name="Google Shape;15794;p124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5" name="Google Shape;15795;p124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6" name="Google Shape;15796;p124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7" name="Google Shape;15797;p124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8" name="Google Shape;15798;p124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9" name="Google Shape;15799;p124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0" name="Google Shape;15800;p124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1" name="Google Shape;15801;p124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2" name="Google Shape;15802;p124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3" name="Google Shape;15803;p124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4" name="Google Shape;15804;p124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5" name="Google Shape;15805;p124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6" name="Google Shape;15806;p124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7" name="Google Shape;15807;p124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8" name="Google Shape;15808;p124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9" name="Google Shape;15809;p124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0" name="Google Shape;15810;p124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1" name="Google Shape;15811;p124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2" name="Google Shape;15812;p124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3" name="Google Shape;15813;p124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4" name="Google Shape;15814;p124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5" name="Google Shape;15815;p124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6" name="Google Shape;15816;p124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7" name="Google Shape;15817;p124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8" name="Google Shape;15818;p124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9" name="Google Shape;15819;p124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0" name="Google Shape;15820;p124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1" name="Google Shape;15821;p124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2" name="Google Shape;15822;p124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3" name="Google Shape;15823;p124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4" name="Google Shape;15824;p124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5" name="Google Shape;15825;p124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6" name="Google Shape;15826;p124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7" name="Google Shape;15827;p124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8" name="Google Shape;15828;p124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9" name="Google Shape;15829;p124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0" name="Google Shape;15830;p124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1" name="Google Shape;15831;p124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2" name="Google Shape;15832;p124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3" name="Google Shape;15833;p124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4" name="Google Shape;15834;p124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5" name="Google Shape;15835;p124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6" name="Google Shape;15836;p124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7" name="Google Shape;15837;p124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8" name="Google Shape;15838;p124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9" name="Google Shape;15839;p124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0" name="Google Shape;15840;p124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1" name="Google Shape;15841;p124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2" name="Google Shape;15842;p124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3" name="Google Shape;15843;p124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4" name="Google Shape;15844;p124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5" name="Google Shape;15845;p124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6" name="Google Shape;15846;p124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7" name="Google Shape;15847;p124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8" name="Google Shape;15848;p124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9" name="Google Shape;15849;p124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0" name="Google Shape;15850;p124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1" name="Google Shape;15851;p124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52" name="Google Shape;15852;p124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15853" name="Google Shape;15853;p124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4" name="Google Shape;15854;p124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5" name="Google Shape;15855;p124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6" name="Google Shape;15856;p124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7" name="Google Shape;15857;p124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8" name="Google Shape;15858;p124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9" name="Google Shape;15859;p124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0" name="Google Shape;15860;p124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1" name="Google Shape;15861;p124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2" name="Google Shape;15862;p124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3" name="Google Shape;15863;p124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4" name="Google Shape;15864;p124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5" name="Google Shape;15865;p124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6" name="Google Shape;15866;p124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7" name="Google Shape;15867;p124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8" name="Google Shape;15868;p124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9" name="Google Shape;15869;p124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0" name="Google Shape;15870;p124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1" name="Google Shape;15871;p124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2" name="Google Shape;15872;p124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3" name="Google Shape;15873;p124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4" name="Google Shape;15874;p124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5" name="Google Shape;15875;p124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6" name="Google Shape;15876;p124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7" name="Google Shape;15877;p124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8" name="Google Shape;15878;p124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9" name="Google Shape;15879;p124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0" name="Google Shape;15880;p124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1" name="Google Shape;15881;p124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2" name="Google Shape;15882;p124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3" name="Google Shape;15883;p124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4" name="Google Shape;15884;p124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5" name="Google Shape;15885;p124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6" name="Google Shape;15886;p124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7" name="Google Shape;15887;p124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8" name="Google Shape;15888;p124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9" name="Google Shape;15889;p124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0" name="Google Shape;15890;p124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1" name="Google Shape;15891;p124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2" name="Google Shape;15892;p124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3" name="Google Shape;15893;p124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4" name="Google Shape;15894;p124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5" name="Google Shape;15895;p124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6" name="Google Shape;15896;p124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7" name="Google Shape;15897;p124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8" name="Google Shape;15898;p124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9" name="Google Shape;15899;p124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0" name="Google Shape;15900;p124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1" name="Google Shape;15901;p124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2" name="Google Shape;15902;p124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3" name="Google Shape;15903;p124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4" name="Google Shape;15904;p124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5" name="Google Shape;15905;p124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6" name="Google Shape;15906;p124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7" name="Google Shape;15907;p124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8" name="Google Shape;15908;p124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9" name="Google Shape;15909;p124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0" name="Google Shape;15910;p124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1" name="Google Shape;15911;p124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2" name="Google Shape;15912;p124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3" name="Google Shape;15913;p124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4" name="Google Shape;15914;p124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15" name="Google Shape;15915;p124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15916" name="Google Shape;15916;p124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7" name="Google Shape;15917;p124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8" name="Google Shape;15918;p124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9" name="Google Shape;15919;p124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0" name="Google Shape;15920;p124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1" name="Google Shape;15921;p124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2" name="Google Shape;15922;p124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3" name="Google Shape;15923;p124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4" name="Google Shape;15924;p124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5" name="Google Shape;15925;p124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6" name="Google Shape;15926;p124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7" name="Google Shape;15927;p124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8" name="Google Shape;15928;p124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9" name="Google Shape;15929;p124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0" name="Google Shape;15930;p124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1" name="Google Shape;15931;p124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2" name="Google Shape;15932;p124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3" name="Google Shape;15933;p124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4" name="Google Shape;15934;p124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5" name="Google Shape;15935;p124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6" name="Google Shape;15936;p124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7" name="Google Shape;15937;p124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8" name="Google Shape;15938;p124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9" name="Google Shape;15939;p124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0" name="Google Shape;15940;p124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1" name="Google Shape;15941;p124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2" name="Google Shape;15942;p124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3" name="Google Shape;15943;p124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4" name="Google Shape;15944;p124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5" name="Google Shape;15945;p124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6" name="Google Shape;15946;p124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7" name="Google Shape;15947;p124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8" name="Google Shape;15948;p124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9" name="Google Shape;15949;p124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0" name="Google Shape;15950;p124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1" name="Google Shape;15951;p124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2" name="Google Shape;15952;p124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3" name="Google Shape;15953;p124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4" name="Google Shape;15954;p124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5" name="Google Shape;15955;p124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6" name="Google Shape;15956;p124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7" name="Google Shape;15957;p124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8" name="Google Shape;15958;p124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9" name="Google Shape;15959;p124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0" name="Google Shape;15960;p124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1" name="Google Shape;15961;p124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2" name="Google Shape;15962;p124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3" name="Google Shape;15963;p124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4" name="Google Shape;15964;p124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5" name="Google Shape;15965;p124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6" name="Google Shape;15966;p124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7" name="Google Shape;15967;p124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8" name="Google Shape;15968;p124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9" name="Google Shape;15969;p124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0" name="Google Shape;15970;p124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1" name="Google Shape;15971;p124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2" name="Google Shape;15972;p124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3" name="Google Shape;15973;p124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4" name="Google Shape;15974;p124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5" name="Google Shape;15975;p124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6" name="Google Shape;15976;p124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7" name="Google Shape;15977;p124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978" name="Google Shape;15978;p12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5979" name="Google Shape;15979;p124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5980" name="Google Shape;15980;p124"/>
          <p:cNvSpPr txBox="1">
            <a:spLocks noGrp="1"/>
          </p:cNvSpPr>
          <p:nvPr>
            <p:ph type="title" idx="2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981" name="Google Shape;15981;p124"/>
          <p:cNvSpPr txBox="1">
            <a:spLocks noGrp="1"/>
          </p:cNvSpPr>
          <p:nvPr>
            <p:ph type="subTitle" idx="1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5982" name="Google Shape;15982;p124"/>
          <p:cNvSpPr txBox="1">
            <a:spLocks noGrp="1"/>
          </p:cNvSpPr>
          <p:nvPr>
            <p:ph type="title" idx="3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983" name="Google Shape;15983;p124"/>
          <p:cNvSpPr txBox="1">
            <a:spLocks noGrp="1"/>
          </p:cNvSpPr>
          <p:nvPr>
            <p:ph type="subTitle" idx="4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5984" name="Google Shape;15984;p124"/>
          <p:cNvSpPr txBox="1">
            <a:spLocks noGrp="1"/>
          </p:cNvSpPr>
          <p:nvPr>
            <p:ph type="title" idx="5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5985" name="Google Shape;15985;p124"/>
          <p:cNvSpPr txBox="1">
            <a:spLocks noGrp="1"/>
          </p:cNvSpPr>
          <p:nvPr>
            <p:ph type="subTitle" idx="6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5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87" name="Google Shape;15987;p125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15988" name="Google Shape;15988;p125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9" name="Google Shape;15989;p125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0" name="Google Shape;15990;p125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1" name="Google Shape;15991;p125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2" name="Google Shape;15992;p125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3" name="Google Shape;15993;p125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4" name="Google Shape;15994;p125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5" name="Google Shape;15995;p125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6" name="Google Shape;15996;p125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7" name="Google Shape;15997;p125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8" name="Google Shape;15998;p125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9" name="Google Shape;15999;p125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0" name="Google Shape;16000;p125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1" name="Google Shape;16001;p125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2" name="Google Shape;16002;p125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3" name="Google Shape;16003;p125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4" name="Google Shape;16004;p125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5" name="Google Shape;16005;p125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6" name="Google Shape;16006;p125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7" name="Google Shape;16007;p125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8" name="Google Shape;16008;p125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9" name="Google Shape;16009;p125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0" name="Google Shape;16010;p125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1" name="Google Shape;16011;p125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2" name="Google Shape;16012;p125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3" name="Google Shape;16013;p125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4" name="Google Shape;16014;p125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5" name="Google Shape;16015;p125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6" name="Google Shape;16016;p125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7" name="Google Shape;16017;p125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8" name="Google Shape;16018;p125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9" name="Google Shape;16019;p125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0" name="Google Shape;16020;p125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1" name="Google Shape;16021;p125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2" name="Google Shape;16022;p125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3" name="Google Shape;16023;p125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4" name="Google Shape;16024;p125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5" name="Google Shape;16025;p125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6" name="Google Shape;16026;p125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7" name="Google Shape;16027;p125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8" name="Google Shape;16028;p125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9" name="Google Shape;16029;p125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0" name="Google Shape;16030;p125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1" name="Google Shape;16031;p125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2" name="Google Shape;16032;p125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3" name="Google Shape;16033;p125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4" name="Google Shape;16034;p125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5" name="Google Shape;16035;p125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6" name="Google Shape;16036;p125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7" name="Google Shape;16037;p125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8" name="Google Shape;16038;p125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9" name="Google Shape;16039;p125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0" name="Google Shape;16040;p125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1" name="Google Shape;16041;p125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2" name="Google Shape;16042;p125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3" name="Google Shape;16043;p125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4" name="Google Shape;16044;p125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5" name="Google Shape;16045;p125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6" name="Google Shape;16046;p125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7" name="Google Shape;16047;p125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8" name="Google Shape;16048;p125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9" name="Google Shape;16049;p125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0" name="Google Shape;16050;p125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1" name="Google Shape;16051;p125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2" name="Google Shape;16052;p125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3" name="Google Shape;16053;p125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4" name="Google Shape;16054;p125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5" name="Google Shape;16055;p125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6" name="Google Shape;16056;p125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7" name="Google Shape;16057;p125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8" name="Google Shape;16058;p125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9" name="Google Shape;16059;p125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0" name="Google Shape;16060;p125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1" name="Google Shape;16061;p125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2" name="Google Shape;16062;p125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3" name="Google Shape;16063;p125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4" name="Google Shape;16064;p125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5" name="Google Shape;16065;p125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6" name="Google Shape;16066;p125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7" name="Google Shape;16067;p125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8" name="Google Shape;16068;p125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9" name="Google Shape;16069;p125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0" name="Google Shape;16070;p125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1" name="Google Shape;16071;p125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2" name="Google Shape;16072;p125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3" name="Google Shape;16073;p125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4" name="Google Shape;16074;p125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5" name="Google Shape;16075;p125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6" name="Google Shape;16076;p125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7" name="Google Shape;16077;p125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8" name="Google Shape;16078;p125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9" name="Google Shape;16079;p125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0" name="Google Shape;16080;p125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1" name="Google Shape;16081;p125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2" name="Google Shape;16082;p125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3" name="Google Shape;16083;p125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4" name="Google Shape;16084;p125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5" name="Google Shape;16085;p125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6" name="Google Shape;16086;p125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7" name="Google Shape;16087;p125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8" name="Google Shape;16088;p125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9" name="Google Shape;16089;p125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0" name="Google Shape;16090;p125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91" name="Google Shape;16091;p125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16092" name="Google Shape;16092;p125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3" name="Google Shape;16093;p125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4" name="Google Shape;16094;p125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5" name="Google Shape;16095;p125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6" name="Google Shape;16096;p125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7" name="Google Shape;16097;p125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8" name="Google Shape;16098;p125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9" name="Google Shape;16099;p125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0" name="Google Shape;16100;p125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1" name="Google Shape;16101;p125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2" name="Google Shape;16102;p125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3" name="Google Shape;16103;p125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4" name="Google Shape;16104;p125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5" name="Google Shape;16105;p125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6" name="Google Shape;16106;p125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7" name="Google Shape;16107;p125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8" name="Google Shape;16108;p125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9" name="Google Shape;16109;p125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0" name="Google Shape;16110;p125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1" name="Google Shape;16111;p125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2" name="Google Shape;16112;p125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3" name="Google Shape;16113;p125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4" name="Google Shape;16114;p125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5" name="Google Shape;16115;p125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6" name="Google Shape;16116;p125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7" name="Google Shape;16117;p125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8" name="Google Shape;16118;p125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9" name="Google Shape;16119;p125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0" name="Google Shape;16120;p125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1" name="Google Shape;16121;p125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2" name="Google Shape;16122;p125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3" name="Google Shape;16123;p125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4" name="Google Shape;16124;p125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5" name="Google Shape;16125;p125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6" name="Google Shape;16126;p125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7" name="Google Shape;16127;p125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8" name="Google Shape;16128;p125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9" name="Google Shape;16129;p125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0" name="Google Shape;16130;p125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1" name="Google Shape;16131;p125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2" name="Google Shape;16132;p125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3" name="Google Shape;16133;p125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4" name="Google Shape;16134;p125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5" name="Google Shape;16135;p125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6" name="Google Shape;16136;p125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7" name="Google Shape;16137;p125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8" name="Google Shape;16138;p125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9" name="Google Shape;16139;p125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0" name="Google Shape;16140;p125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1" name="Google Shape;16141;p125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2" name="Google Shape;16142;p125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3" name="Google Shape;16143;p125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4" name="Google Shape;16144;p125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5" name="Google Shape;16145;p125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6" name="Google Shape;16146;p125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7" name="Google Shape;16147;p125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8" name="Google Shape;16148;p125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9" name="Google Shape;16149;p125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0" name="Google Shape;16150;p125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1" name="Google Shape;16151;p125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2" name="Google Shape;16152;p125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3" name="Google Shape;16153;p125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4" name="Google Shape;16154;p125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5" name="Google Shape;16155;p125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6" name="Google Shape;16156;p125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7" name="Google Shape;16157;p125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8" name="Google Shape;16158;p125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9" name="Google Shape;16159;p125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0" name="Google Shape;16160;p125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1" name="Google Shape;16161;p125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2" name="Google Shape;16162;p125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3" name="Google Shape;16163;p125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4" name="Google Shape;16164;p125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5" name="Google Shape;16165;p125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6" name="Google Shape;16166;p125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7" name="Google Shape;16167;p125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8" name="Google Shape;16168;p125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9" name="Google Shape;16169;p125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0" name="Google Shape;16170;p125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1" name="Google Shape;16171;p125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2" name="Google Shape;16172;p125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3" name="Google Shape;16173;p125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4" name="Google Shape;16174;p125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5" name="Google Shape;16175;p125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6" name="Google Shape;16176;p125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7" name="Google Shape;16177;p125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8" name="Google Shape;16178;p125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9" name="Google Shape;16179;p125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0" name="Google Shape;16180;p125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1" name="Google Shape;16181;p125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2" name="Google Shape;16182;p125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3" name="Google Shape;16183;p125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4" name="Google Shape;16184;p125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5" name="Google Shape;16185;p125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6" name="Google Shape;16186;p125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7" name="Google Shape;16187;p125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8" name="Google Shape;16188;p125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9" name="Google Shape;16189;p125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0" name="Google Shape;16190;p125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1" name="Google Shape;16191;p125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2" name="Google Shape;16192;p125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3" name="Google Shape;16193;p125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4" name="Google Shape;16194;p125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95" name="Google Shape;16195;p125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6196" name="Google Shape;16196;p125"/>
          <p:cNvSpPr txBox="1">
            <a:spLocks noGrp="1"/>
          </p:cNvSpPr>
          <p:nvPr>
            <p:ph type="title" idx="2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197" name="Google Shape;16197;p125"/>
          <p:cNvSpPr txBox="1">
            <a:spLocks noGrp="1"/>
          </p:cNvSpPr>
          <p:nvPr>
            <p:ph type="subTitle" idx="1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198" name="Google Shape;16198;p125"/>
          <p:cNvSpPr txBox="1">
            <a:spLocks noGrp="1"/>
          </p:cNvSpPr>
          <p:nvPr>
            <p:ph type="title" idx="3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199" name="Google Shape;16199;p125"/>
          <p:cNvSpPr txBox="1">
            <a:spLocks noGrp="1"/>
          </p:cNvSpPr>
          <p:nvPr>
            <p:ph type="subTitle" idx="4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200" name="Google Shape;16200;p125"/>
          <p:cNvSpPr txBox="1">
            <a:spLocks noGrp="1"/>
          </p:cNvSpPr>
          <p:nvPr>
            <p:ph type="title" idx="5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201" name="Google Shape;16201;p125"/>
          <p:cNvSpPr txBox="1">
            <a:spLocks noGrp="1"/>
          </p:cNvSpPr>
          <p:nvPr>
            <p:ph type="subTitle" idx="6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202" name="Google Shape;16202;p125"/>
          <p:cNvSpPr txBox="1">
            <a:spLocks noGrp="1"/>
          </p:cNvSpPr>
          <p:nvPr>
            <p:ph type="title" idx="7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203" name="Google Shape;16203;p125"/>
          <p:cNvSpPr txBox="1">
            <a:spLocks noGrp="1"/>
          </p:cNvSpPr>
          <p:nvPr>
            <p:ph type="subTitle" idx="8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11">
    <p:spTree>
      <p:nvGrpSpPr>
        <p:cNvPr id="1" name="Shape 16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05" name="Google Shape;16205;p126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16206" name="Google Shape;16206;p126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7" name="Google Shape;16207;p126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8" name="Google Shape;16208;p126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9" name="Google Shape;16209;p126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0" name="Google Shape;16210;p126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1" name="Google Shape;16211;p126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2" name="Google Shape;16212;p126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3" name="Google Shape;16213;p126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4" name="Google Shape;16214;p126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5" name="Google Shape;16215;p126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6" name="Google Shape;16216;p126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7" name="Google Shape;16217;p126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8" name="Google Shape;16218;p126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9" name="Google Shape;16219;p126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0" name="Google Shape;16220;p126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1" name="Google Shape;16221;p126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2" name="Google Shape;16222;p126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3" name="Google Shape;16223;p126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4" name="Google Shape;16224;p126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5" name="Google Shape;16225;p126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6" name="Google Shape;16226;p126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7" name="Google Shape;16227;p126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8" name="Google Shape;16228;p126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9" name="Google Shape;16229;p126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0" name="Google Shape;16230;p126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1" name="Google Shape;16231;p126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2" name="Google Shape;16232;p126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3" name="Google Shape;16233;p126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4" name="Google Shape;16234;p126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5" name="Google Shape;16235;p126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6" name="Google Shape;16236;p126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7" name="Google Shape;16237;p126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8" name="Google Shape;16238;p126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9" name="Google Shape;16239;p126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0" name="Google Shape;16240;p126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1" name="Google Shape;16241;p126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2" name="Google Shape;16242;p126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3" name="Google Shape;16243;p126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4" name="Google Shape;16244;p126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5" name="Google Shape;16245;p126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6" name="Google Shape;16246;p126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7" name="Google Shape;16247;p126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8" name="Google Shape;16248;p126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9" name="Google Shape;16249;p126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0" name="Google Shape;16250;p126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1" name="Google Shape;16251;p126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2" name="Google Shape;16252;p126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3" name="Google Shape;16253;p126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4" name="Google Shape;16254;p126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5" name="Google Shape;16255;p126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6" name="Google Shape;16256;p126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7" name="Google Shape;16257;p126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8" name="Google Shape;16258;p126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9" name="Google Shape;16259;p126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0" name="Google Shape;16260;p126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1" name="Google Shape;16261;p126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2" name="Google Shape;16262;p126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3" name="Google Shape;16263;p126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4" name="Google Shape;16264;p126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5" name="Google Shape;16265;p126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6" name="Google Shape;16266;p126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7" name="Google Shape;16267;p126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8" name="Google Shape;16268;p126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9" name="Google Shape;16269;p126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0" name="Google Shape;16270;p126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1" name="Google Shape;16271;p126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2" name="Google Shape;16272;p126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3" name="Google Shape;16273;p126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274" name="Google Shape;16274;p126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16275" name="Google Shape;16275;p126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6" name="Google Shape;16276;p126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7" name="Google Shape;16277;p126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8" name="Google Shape;16278;p126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9" name="Google Shape;16279;p126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0" name="Google Shape;16280;p126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1" name="Google Shape;16281;p126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2" name="Google Shape;16282;p126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3" name="Google Shape;16283;p126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4" name="Google Shape;16284;p126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5" name="Google Shape;16285;p126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6" name="Google Shape;16286;p126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7" name="Google Shape;16287;p126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8" name="Google Shape;16288;p126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9" name="Google Shape;16289;p126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0" name="Google Shape;16290;p126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1" name="Google Shape;16291;p126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2" name="Google Shape;16292;p126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3" name="Google Shape;16293;p126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4" name="Google Shape;16294;p126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5" name="Google Shape;16295;p126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6" name="Google Shape;16296;p126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7" name="Google Shape;16297;p126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8" name="Google Shape;16298;p126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9" name="Google Shape;16299;p126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0" name="Google Shape;16300;p126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1" name="Google Shape;16301;p126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2" name="Google Shape;16302;p126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3" name="Google Shape;16303;p126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4" name="Google Shape;16304;p126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5" name="Google Shape;16305;p126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6" name="Google Shape;16306;p126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7" name="Google Shape;16307;p126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8" name="Google Shape;16308;p126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9" name="Google Shape;16309;p126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0" name="Google Shape;16310;p126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1" name="Google Shape;16311;p126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2" name="Google Shape;16312;p126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3" name="Google Shape;16313;p126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4" name="Google Shape;16314;p126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5" name="Google Shape;16315;p126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6" name="Google Shape;16316;p126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7" name="Google Shape;16317;p126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8" name="Google Shape;16318;p126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9" name="Google Shape;16319;p126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0" name="Google Shape;16320;p126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1" name="Google Shape;16321;p126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2" name="Google Shape;16322;p126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3" name="Google Shape;16323;p126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4" name="Google Shape;16324;p126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5" name="Google Shape;16325;p126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6" name="Google Shape;16326;p126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7" name="Google Shape;16327;p126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8" name="Google Shape;16328;p126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9" name="Google Shape;16329;p126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0" name="Google Shape;16330;p126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1" name="Google Shape;16331;p126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2" name="Google Shape;16332;p126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3" name="Google Shape;16333;p126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4" name="Google Shape;16334;p126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5" name="Google Shape;16335;p126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6" name="Google Shape;16336;p126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7" name="Google Shape;16337;p126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8" name="Google Shape;16338;p126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9" name="Google Shape;16339;p126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0" name="Google Shape;16340;p126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1" name="Google Shape;16341;p126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2" name="Google Shape;16342;p126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43" name="Google Shape;16343;p126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16344" name="Google Shape;16344;p126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5" name="Google Shape;16345;p126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6" name="Google Shape;16346;p126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7" name="Google Shape;16347;p126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8" name="Google Shape;16348;p126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9" name="Google Shape;16349;p126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0" name="Google Shape;16350;p126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1" name="Google Shape;16351;p126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2" name="Google Shape;16352;p126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3" name="Google Shape;16353;p126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4" name="Google Shape;16354;p126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5" name="Google Shape;16355;p126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6" name="Google Shape;16356;p126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7" name="Google Shape;16357;p126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8" name="Google Shape;16358;p126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59" name="Google Shape;16359;p126"/>
          <p:cNvGrpSpPr/>
          <p:nvPr/>
        </p:nvGrpSpPr>
        <p:grpSpPr>
          <a:xfrm rot="5400000" flipH="1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16360" name="Google Shape;16360;p126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1" name="Google Shape;16361;p126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2" name="Google Shape;16362;p126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3" name="Google Shape;16363;p126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4" name="Google Shape;16364;p126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5" name="Google Shape;16365;p126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6" name="Google Shape;16366;p126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7" name="Google Shape;16367;p126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8" name="Google Shape;16368;p126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9" name="Google Shape;16369;p126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0" name="Google Shape;16370;p126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1" name="Google Shape;16371;p126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2" name="Google Shape;16372;p126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3" name="Google Shape;16373;p126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4" name="Google Shape;16374;p126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375" name="Google Shape;16375;p126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6376" name="Google Shape;16376;p126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377" name="Google Shape;16377;p126"/>
          <p:cNvSpPr txBox="1">
            <a:spLocks noGrp="1"/>
          </p:cNvSpPr>
          <p:nvPr>
            <p:ph type="subTitle" idx="1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378" name="Google Shape;16378;p126"/>
          <p:cNvSpPr txBox="1">
            <a:spLocks noGrp="1"/>
          </p:cNvSpPr>
          <p:nvPr>
            <p:ph type="title" idx="3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379" name="Google Shape;16379;p126"/>
          <p:cNvSpPr txBox="1">
            <a:spLocks noGrp="1"/>
          </p:cNvSpPr>
          <p:nvPr>
            <p:ph type="subTitle" idx="4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380" name="Google Shape;16380;p126"/>
          <p:cNvSpPr txBox="1">
            <a:spLocks noGrp="1"/>
          </p:cNvSpPr>
          <p:nvPr>
            <p:ph type="title" idx="5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381" name="Google Shape;16381;p126"/>
          <p:cNvSpPr txBox="1">
            <a:spLocks noGrp="1"/>
          </p:cNvSpPr>
          <p:nvPr>
            <p:ph type="subTitle" idx="6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382" name="Google Shape;16382;p126"/>
          <p:cNvSpPr txBox="1">
            <a:spLocks noGrp="1"/>
          </p:cNvSpPr>
          <p:nvPr>
            <p:ph type="title" idx="7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383" name="Google Shape;16383;p126"/>
          <p:cNvSpPr txBox="1">
            <a:spLocks noGrp="1"/>
          </p:cNvSpPr>
          <p:nvPr>
            <p:ph type="subTitle" idx="8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384" name="Google Shape;16384;p126"/>
          <p:cNvSpPr txBox="1">
            <a:spLocks noGrp="1"/>
          </p:cNvSpPr>
          <p:nvPr>
            <p:ph type="title" idx="9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385" name="Google Shape;16385;p126"/>
          <p:cNvSpPr txBox="1">
            <a:spLocks noGrp="1"/>
          </p:cNvSpPr>
          <p:nvPr>
            <p:ph type="subTitle" idx="13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6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87" name="Google Shape;16387;p127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16388" name="Google Shape;16388;p127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9" name="Google Shape;16389;p127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0" name="Google Shape;16390;p127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1" name="Google Shape;16391;p127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2" name="Google Shape;16392;p127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3" name="Google Shape;16393;p127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4" name="Google Shape;16394;p127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5" name="Google Shape;16395;p127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6" name="Google Shape;16396;p127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7" name="Google Shape;16397;p127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8" name="Google Shape;16398;p127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9" name="Google Shape;16399;p127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0" name="Google Shape;16400;p127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1" name="Google Shape;16401;p127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2" name="Google Shape;16402;p127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3" name="Google Shape;16403;p127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4" name="Google Shape;16404;p127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5" name="Google Shape;16405;p127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6" name="Google Shape;16406;p127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7" name="Google Shape;16407;p127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8" name="Google Shape;16408;p127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9" name="Google Shape;16409;p127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0" name="Google Shape;16410;p127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1" name="Google Shape;16411;p127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2" name="Google Shape;16412;p127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3" name="Google Shape;16413;p127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4" name="Google Shape;16414;p127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5" name="Google Shape;16415;p127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6" name="Google Shape;16416;p127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7" name="Google Shape;16417;p127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8" name="Google Shape;16418;p127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9" name="Google Shape;16419;p127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0" name="Google Shape;16420;p127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1" name="Google Shape;16421;p127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2" name="Google Shape;16422;p127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3" name="Google Shape;16423;p127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4" name="Google Shape;16424;p127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5" name="Google Shape;16425;p127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6" name="Google Shape;16426;p127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7" name="Google Shape;16427;p127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8" name="Google Shape;16428;p127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9" name="Google Shape;16429;p127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0" name="Google Shape;16430;p127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1" name="Google Shape;16431;p127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2" name="Google Shape;16432;p127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3" name="Google Shape;16433;p127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4" name="Google Shape;16434;p127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5" name="Google Shape;16435;p127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6" name="Google Shape;16436;p127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7" name="Google Shape;16437;p127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8" name="Google Shape;16438;p127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9" name="Google Shape;16439;p127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0" name="Google Shape;16440;p127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1" name="Google Shape;16441;p127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2" name="Google Shape;16442;p127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3" name="Google Shape;16443;p127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4" name="Google Shape;16444;p127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5" name="Google Shape;16445;p127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6" name="Google Shape;16446;p127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7" name="Google Shape;16447;p127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8" name="Google Shape;16448;p127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9" name="Google Shape;16449;p127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0" name="Google Shape;16450;p127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1" name="Google Shape;16451;p127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2" name="Google Shape;16452;p127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3" name="Google Shape;16453;p127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4" name="Google Shape;16454;p127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5" name="Google Shape;16455;p127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56" name="Google Shape;16456;p127"/>
          <p:cNvGrpSpPr/>
          <p:nvPr/>
        </p:nvGrpSpPr>
        <p:grpSpPr>
          <a:xfrm rot="10800000" flipH="1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16457" name="Google Shape;16457;p127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8" name="Google Shape;16458;p127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9" name="Google Shape;16459;p127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0" name="Google Shape;16460;p127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1" name="Google Shape;16461;p127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2" name="Google Shape;16462;p127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3" name="Google Shape;16463;p127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4" name="Google Shape;16464;p127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5" name="Google Shape;16465;p127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6" name="Google Shape;16466;p127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7" name="Google Shape;16467;p127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8" name="Google Shape;16468;p127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9" name="Google Shape;16469;p127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0" name="Google Shape;16470;p127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1" name="Google Shape;16471;p127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2" name="Google Shape;16472;p127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3" name="Google Shape;16473;p127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4" name="Google Shape;16474;p127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5" name="Google Shape;16475;p127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6" name="Google Shape;16476;p127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7" name="Google Shape;16477;p127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8" name="Google Shape;16478;p127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9" name="Google Shape;16479;p127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0" name="Google Shape;16480;p127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1" name="Google Shape;16481;p127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2" name="Google Shape;16482;p127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3" name="Google Shape;16483;p127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4" name="Google Shape;16484;p127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5" name="Google Shape;16485;p127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6" name="Google Shape;16486;p127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7" name="Google Shape;16487;p127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8" name="Google Shape;16488;p127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9" name="Google Shape;16489;p127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0" name="Google Shape;16490;p127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1" name="Google Shape;16491;p127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2" name="Google Shape;16492;p127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3" name="Google Shape;16493;p127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4" name="Google Shape;16494;p127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5" name="Google Shape;16495;p127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6" name="Google Shape;16496;p127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7" name="Google Shape;16497;p127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8" name="Google Shape;16498;p127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9" name="Google Shape;16499;p127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0" name="Google Shape;16500;p127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1" name="Google Shape;16501;p127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2" name="Google Shape;16502;p127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3" name="Google Shape;16503;p127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4" name="Google Shape;16504;p127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5" name="Google Shape;16505;p127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6" name="Google Shape;16506;p127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7" name="Google Shape;16507;p127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8" name="Google Shape;16508;p127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9" name="Google Shape;16509;p127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0" name="Google Shape;16510;p127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1" name="Google Shape;16511;p127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2" name="Google Shape;16512;p127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3" name="Google Shape;16513;p127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4" name="Google Shape;16514;p127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5" name="Google Shape;16515;p127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6" name="Google Shape;16516;p127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7" name="Google Shape;16517;p127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8" name="Google Shape;16518;p127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9" name="Google Shape;16519;p127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0" name="Google Shape;16520;p127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1" name="Google Shape;16521;p127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2" name="Google Shape;16522;p127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3" name="Google Shape;16523;p127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4" name="Google Shape;16524;p127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525" name="Google Shape;16525;p127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6526" name="Google Shape;16526;p127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27" name="Google Shape;16527;p127"/>
          <p:cNvSpPr txBox="1">
            <a:spLocks noGrp="1"/>
          </p:cNvSpPr>
          <p:nvPr>
            <p:ph type="subTitle" idx="1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528" name="Google Shape;16528;p127"/>
          <p:cNvSpPr txBox="1">
            <a:spLocks noGrp="1"/>
          </p:cNvSpPr>
          <p:nvPr>
            <p:ph type="title" idx="3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29" name="Google Shape;16529;p127"/>
          <p:cNvSpPr txBox="1">
            <a:spLocks noGrp="1"/>
          </p:cNvSpPr>
          <p:nvPr>
            <p:ph type="subTitle" idx="4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530" name="Google Shape;16530;p127"/>
          <p:cNvSpPr txBox="1">
            <a:spLocks noGrp="1"/>
          </p:cNvSpPr>
          <p:nvPr>
            <p:ph type="title" idx="5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31" name="Google Shape;16531;p127"/>
          <p:cNvSpPr txBox="1">
            <a:spLocks noGrp="1"/>
          </p:cNvSpPr>
          <p:nvPr>
            <p:ph type="subTitle" idx="6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532" name="Google Shape;16532;p127"/>
          <p:cNvSpPr txBox="1">
            <a:spLocks noGrp="1"/>
          </p:cNvSpPr>
          <p:nvPr>
            <p:ph type="title" idx="7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33" name="Google Shape;16533;p127"/>
          <p:cNvSpPr txBox="1">
            <a:spLocks noGrp="1"/>
          </p:cNvSpPr>
          <p:nvPr>
            <p:ph type="subTitle" idx="8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534" name="Google Shape;16534;p127"/>
          <p:cNvSpPr txBox="1">
            <a:spLocks noGrp="1"/>
          </p:cNvSpPr>
          <p:nvPr>
            <p:ph type="title" idx="9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35" name="Google Shape;16535;p127"/>
          <p:cNvSpPr txBox="1">
            <a:spLocks noGrp="1"/>
          </p:cNvSpPr>
          <p:nvPr>
            <p:ph type="subTitle" idx="13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536" name="Google Shape;16536;p127"/>
          <p:cNvSpPr txBox="1">
            <a:spLocks noGrp="1"/>
          </p:cNvSpPr>
          <p:nvPr>
            <p:ph type="title" idx="14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537" name="Google Shape;16537;p127"/>
          <p:cNvSpPr txBox="1">
            <a:spLocks noGrp="1"/>
          </p:cNvSpPr>
          <p:nvPr>
            <p:ph type="subTitle" idx="15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6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39" name="Google Shape;16539;p128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16540" name="Google Shape;16540;p12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1" name="Google Shape;16541;p12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2" name="Google Shape;16542;p12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3" name="Google Shape;16543;p12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4" name="Google Shape;16544;p12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5" name="Google Shape;16545;p12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6" name="Google Shape;16546;p12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7" name="Google Shape;16547;p12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8" name="Google Shape;16548;p12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9" name="Google Shape;16549;p12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0" name="Google Shape;16550;p12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1" name="Google Shape;16551;p12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2" name="Google Shape;16552;p12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3" name="Google Shape;16553;p12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4" name="Google Shape;16554;p12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5" name="Google Shape;16555;p12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6" name="Google Shape;16556;p12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7" name="Google Shape;16557;p12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8" name="Google Shape;16558;p12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9" name="Google Shape;16559;p12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0" name="Google Shape;16560;p12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1" name="Google Shape;16561;p12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2" name="Google Shape;16562;p12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3" name="Google Shape;16563;p12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4" name="Google Shape;16564;p12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5" name="Google Shape;16565;p12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6" name="Google Shape;16566;p12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7" name="Google Shape;16567;p12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8" name="Google Shape;16568;p12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9" name="Google Shape;16569;p12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0" name="Google Shape;16570;p12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1" name="Google Shape;16571;p12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2" name="Google Shape;16572;p12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3" name="Google Shape;16573;p12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4" name="Google Shape;16574;p12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5" name="Google Shape;16575;p12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6" name="Google Shape;16576;p12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7" name="Google Shape;16577;p12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8" name="Google Shape;16578;p12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9" name="Google Shape;16579;p12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0" name="Google Shape;16580;p12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1" name="Google Shape;16581;p12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2" name="Google Shape;16582;p12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3" name="Google Shape;16583;p12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4" name="Google Shape;16584;p12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5" name="Google Shape;16585;p12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6" name="Google Shape;16586;p12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7" name="Google Shape;16587;p12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8" name="Google Shape;16588;p12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9" name="Google Shape;16589;p12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0" name="Google Shape;16590;p12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1" name="Google Shape;16591;p12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2" name="Google Shape;16592;p12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3" name="Google Shape;16593;p12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4" name="Google Shape;16594;p12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5" name="Google Shape;16595;p12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6" name="Google Shape;16596;p12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7" name="Google Shape;16597;p12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8" name="Google Shape;16598;p12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9" name="Google Shape;16599;p12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00" name="Google Shape;16600;p128"/>
          <p:cNvGrpSpPr/>
          <p:nvPr/>
        </p:nvGrpSpPr>
        <p:grpSpPr>
          <a:xfrm rot="5400000" flipH="1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16601" name="Google Shape;16601;p12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2" name="Google Shape;16602;p12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3" name="Google Shape;16603;p12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4" name="Google Shape;16604;p12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5" name="Google Shape;16605;p12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6" name="Google Shape;16606;p12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7" name="Google Shape;16607;p12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8" name="Google Shape;16608;p12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9" name="Google Shape;16609;p12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0" name="Google Shape;16610;p12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1" name="Google Shape;16611;p12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2" name="Google Shape;16612;p12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3" name="Google Shape;16613;p12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4" name="Google Shape;16614;p12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5" name="Google Shape;16615;p12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6" name="Google Shape;16616;p12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7" name="Google Shape;16617;p12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8" name="Google Shape;16618;p12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9" name="Google Shape;16619;p12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0" name="Google Shape;16620;p12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1" name="Google Shape;16621;p12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2" name="Google Shape;16622;p12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3" name="Google Shape;16623;p12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4" name="Google Shape;16624;p12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5" name="Google Shape;16625;p12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6" name="Google Shape;16626;p12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7" name="Google Shape;16627;p12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8" name="Google Shape;16628;p12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9" name="Google Shape;16629;p12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0" name="Google Shape;16630;p12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1" name="Google Shape;16631;p12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2" name="Google Shape;16632;p12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3" name="Google Shape;16633;p12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4" name="Google Shape;16634;p12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5" name="Google Shape;16635;p12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6" name="Google Shape;16636;p12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7" name="Google Shape;16637;p12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8" name="Google Shape;16638;p12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9" name="Google Shape;16639;p12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0" name="Google Shape;16640;p12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1" name="Google Shape;16641;p12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2" name="Google Shape;16642;p12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3" name="Google Shape;16643;p12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4" name="Google Shape;16644;p12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5" name="Google Shape;16645;p12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6" name="Google Shape;16646;p12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7" name="Google Shape;16647;p12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8" name="Google Shape;16648;p12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9" name="Google Shape;16649;p12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0" name="Google Shape;16650;p12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1" name="Google Shape;16651;p12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2" name="Google Shape;16652;p12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3" name="Google Shape;16653;p12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4" name="Google Shape;16654;p12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5" name="Google Shape;16655;p12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6" name="Google Shape;16656;p12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7" name="Google Shape;16657;p12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8" name="Google Shape;16658;p12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9" name="Google Shape;16659;p12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0" name="Google Shape;16660;p12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661" name="Google Shape;16661;p128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6662" name="Google Shape;16662;p128"/>
          <p:cNvSpPr txBox="1">
            <a:spLocks noGrp="1"/>
          </p:cNvSpPr>
          <p:nvPr>
            <p:ph type="title" hasCustomPrompt="1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663" name="Google Shape;16663;p128"/>
          <p:cNvSpPr txBox="1">
            <a:spLocks noGrp="1"/>
          </p:cNvSpPr>
          <p:nvPr>
            <p:ph type="subTitle" idx="1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6664" name="Google Shape;16664;p128"/>
          <p:cNvSpPr txBox="1">
            <a:spLocks noGrp="1"/>
          </p:cNvSpPr>
          <p:nvPr>
            <p:ph type="title" idx="2" hasCustomPrompt="1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665" name="Google Shape;16665;p128"/>
          <p:cNvSpPr txBox="1">
            <a:spLocks noGrp="1"/>
          </p:cNvSpPr>
          <p:nvPr>
            <p:ph type="subTitle" idx="3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6666" name="Google Shape;16666;p128"/>
          <p:cNvSpPr txBox="1">
            <a:spLocks noGrp="1"/>
          </p:cNvSpPr>
          <p:nvPr>
            <p:ph type="title" idx="4" hasCustomPrompt="1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667" name="Google Shape;16667;p128"/>
          <p:cNvSpPr txBox="1">
            <a:spLocks noGrp="1"/>
          </p:cNvSpPr>
          <p:nvPr>
            <p:ph type="subTitle" idx="5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6668" name="Google Shape;16668;p128"/>
          <p:cNvSpPr txBox="1">
            <a:spLocks noGrp="1"/>
          </p:cNvSpPr>
          <p:nvPr>
            <p:ph type="title" idx="6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16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70" name="Google Shape;16670;p129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16671" name="Google Shape;16671;p129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2" name="Google Shape;16672;p129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3" name="Google Shape;16673;p129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4" name="Google Shape;16674;p129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5" name="Google Shape;16675;p129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6" name="Google Shape;16676;p129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7" name="Google Shape;16677;p129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8" name="Google Shape;16678;p129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9" name="Google Shape;16679;p129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0" name="Google Shape;16680;p129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1" name="Google Shape;16681;p129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2" name="Google Shape;16682;p129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3" name="Google Shape;16683;p129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4" name="Google Shape;16684;p129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5" name="Google Shape;16685;p129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6" name="Google Shape;16686;p129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7" name="Google Shape;16687;p129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8" name="Google Shape;16688;p129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9" name="Google Shape;16689;p129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0" name="Google Shape;16690;p129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1" name="Google Shape;16691;p129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2" name="Google Shape;16692;p129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3" name="Google Shape;16693;p129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4" name="Google Shape;16694;p129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5" name="Google Shape;16695;p129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6" name="Google Shape;16696;p129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7" name="Google Shape;16697;p129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8" name="Google Shape;16698;p129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9" name="Google Shape;16699;p129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0" name="Google Shape;16700;p129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1" name="Google Shape;16701;p129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2" name="Google Shape;16702;p129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3" name="Google Shape;16703;p129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4" name="Google Shape;16704;p129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5" name="Google Shape;16705;p129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6" name="Google Shape;16706;p129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7" name="Google Shape;16707;p129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8" name="Google Shape;16708;p129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9" name="Google Shape;16709;p129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0" name="Google Shape;16710;p129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1" name="Google Shape;16711;p129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2" name="Google Shape;16712;p129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3" name="Google Shape;16713;p129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4" name="Google Shape;16714;p129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5" name="Google Shape;16715;p129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6" name="Google Shape;16716;p129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7" name="Google Shape;16717;p129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8" name="Google Shape;16718;p129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9" name="Google Shape;16719;p129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0" name="Google Shape;16720;p129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1" name="Google Shape;16721;p129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2" name="Google Shape;16722;p129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3" name="Google Shape;16723;p129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4" name="Google Shape;16724;p129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5" name="Google Shape;16725;p129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6" name="Google Shape;16726;p129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7" name="Google Shape;16727;p129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8" name="Google Shape;16728;p129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9" name="Google Shape;16729;p129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0" name="Google Shape;16730;p129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1" name="Google Shape;16731;p129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2" name="Google Shape;16732;p129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33" name="Google Shape;16733;p129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16734" name="Google Shape;16734;p129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5" name="Google Shape;16735;p129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6" name="Google Shape;16736;p129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7" name="Google Shape;16737;p129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8" name="Google Shape;16738;p129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9" name="Google Shape;16739;p129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0" name="Google Shape;16740;p129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1" name="Google Shape;16741;p129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2" name="Google Shape;16742;p129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3" name="Google Shape;16743;p129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4" name="Google Shape;16744;p129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5" name="Google Shape;16745;p129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6" name="Google Shape;16746;p129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7" name="Google Shape;16747;p129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8" name="Google Shape;16748;p129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9" name="Google Shape;16749;p129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0" name="Google Shape;16750;p129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1" name="Google Shape;16751;p129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2" name="Google Shape;16752;p129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3" name="Google Shape;16753;p129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4" name="Google Shape;16754;p129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5" name="Google Shape;16755;p129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6" name="Google Shape;16756;p129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7" name="Google Shape;16757;p129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8" name="Google Shape;16758;p129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9" name="Google Shape;16759;p129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0" name="Google Shape;16760;p129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1" name="Google Shape;16761;p129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2" name="Google Shape;16762;p129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3" name="Google Shape;16763;p129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4" name="Google Shape;16764;p129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5" name="Google Shape;16765;p129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6" name="Google Shape;16766;p129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7" name="Google Shape;16767;p129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8" name="Google Shape;16768;p129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9" name="Google Shape;16769;p129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0" name="Google Shape;16770;p129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1" name="Google Shape;16771;p129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2" name="Google Shape;16772;p129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3" name="Google Shape;16773;p129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4" name="Google Shape;16774;p129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5" name="Google Shape;16775;p129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6" name="Google Shape;16776;p129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7" name="Google Shape;16777;p129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8" name="Google Shape;16778;p129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9" name="Google Shape;16779;p129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0" name="Google Shape;16780;p129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1" name="Google Shape;16781;p129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2" name="Google Shape;16782;p129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3" name="Google Shape;16783;p129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4" name="Google Shape;16784;p129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5" name="Google Shape;16785;p129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6" name="Google Shape;16786;p129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7" name="Google Shape;16787;p129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8" name="Google Shape;16788;p129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9" name="Google Shape;16789;p129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0" name="Google Shape;16790;p129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1" name="Google Shape;16791;p129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2" name="Google Shape;16792;p129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3" name="Google Shape;16793;p129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4" name="Google Shape;16794;p129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5" name="Google Shape;16795;p129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96" name="Google Shape;16796;p129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16797" name="Google Shape;16797;p12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8" name="Google Shape;16798;p12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9" name="Google Shape;16799;p12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0" name="Google Shape;16800;p12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1" name="Google Shape;16801;p12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2" name="Google Shape;16802;p12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3" name="Google Shape;16803;p12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4" name="Google Shape;16804;p12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5" name="Google Shape;16805;p12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6" name="Google Shape;16806;p12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7" name="Google Shape;16807;p12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8" name="Google Shape;16808;p12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9" name="Google Shape;16809;p12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0" name="Google Shape;16810;p12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1" name="Google Shape;16811;p12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2" name="Google Shape;16812;p12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3" name="Google Shape;16813;p12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4" name="Google Shape;16814;p12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5" name="Google Shape;16815;p12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6" name="Google Shape;16816;p12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7" name="Google Shape;16817;p12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8" name="Google Shape;16818;p12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9" name="Google Shape;16819;p12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0" name="Google Shape;16820;p12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1" name="Google Shape;16821;p12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2" name="Google Shape;16822;p12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3" name="Google Shape;16823;p12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4" name="Google Shape;16824;p12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5" name="Google Shape;16825;p12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6" name="Google Shape;16826;p12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7" name="Google Shape;16827;p12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8" name="Google Shape;16828;p12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9" name="Google Shape;16829;p12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0" name="Google Shape;16830;p12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1" name="Google Shape;16831;p12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2" name="Google Shape;16832;p12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3" name="Google Shape;16833;p12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4" name="Google Shape;16834;p12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5" name="Google Shape;16835;p12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6" name="Google Shape;16836;p12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7" name="Google Shape;16837;p12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8" name="Google Shape;16838;p12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9" name="Google Shape;16839;p12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0" name="Google Shape;16840;p12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1" name="Google Shape;16841;p12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2" name="Google Shape;16842;p12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3" name="Google Shape;16843;p12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4" name="Google Shape;16844;p12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5" name="Google Shape;16845;p12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6" name="Google Shape;16846;p12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7" name="Google Shape;16847;p12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8" name="Google Shape;16848;p12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9" name="Google Shape;16849;p12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0" name="Google Shape;16850;p12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1" name="Google Shape;16851;p12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2" name="Google Shape;16852;p12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3" name="Google Shape;16853;p12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4" name="Google Shape;16854;p12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5" name="Google Shape;16855;p12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6" name="Google Shape;16856;p12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857" name="Google Shape;16857;p129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16858" name="Google Shape;16858;p129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9" name="Google Shape;16859;p129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0" name="Google Shape;16860;p129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1" name="Google Shape;16861;p129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2" name="Google Shape;16862;p129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3" name="Google Shape;16863;p129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4" name="Google Shape;16864;p129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5" name="Google Shape;16865;p129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6" name="Google Shape;16866;p129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7" name="Google Shape;16867;p129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8" name="Google Shape;16868;p129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9" name="Google Shape;16869;p129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0" name="Google Shape;16870;p129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1" name="Google Shape;16871;p129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2" name="Google Shape;16872;p129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3" name="Google Shape;16873;p129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4" name="Google Shape;16874;p129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5" name="Google Shape;16875;p129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6" name="Google Shape;16876;p129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7" name="Google Shape;16877;p129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8" name="Google Shape;16878;p129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9" name="Google Shape;16879;p129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0" name="Google Shape;16880;p129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1" name="Google Shape;16881;p129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2" name="Google Shape;16882;p129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3" name="Google Shape;16883;p129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4" name="Google Shape;16884;p129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5" name="Google Shape;16885;p129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6" name="Google Shape;16886;p129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7" name="Google Shape;16887;p129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8" name="Google Shape;16888;p129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9" name="Google Shape;16889;p129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0" name="Google Shape;16890;p129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1" name="Google Shape;16891;p129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2" name="Google Shape;16892;p129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3" name="Google Shape;16893;p129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4" name="Google Shape;16894;p129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5" name="Google Shape;16895;p129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6" name="Google Shape;16896;p129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7" name="Google Shape;16897;p129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8" name="Google Shape;16898;p129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9" name="Google Shape;16899;p129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0" name="Google Shape;16900;p129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1" name="Google Shape;16901;p129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2" name="Google Shape;16902;p129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3" name="Google Shape;16903;p129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4" name="Google Shape;16904;p129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5" name="Google Shape;16905;p129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6" name="Google Shape;16906;p129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7" name="Google Shape;16907;p129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8" name="Google Shape;16908;p129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9" name="Google Shape;16909;p129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0" name="Google Shape;16910;p129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1" name="Google Shape;16911;p129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2" name="Google Shape;16912;p129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3" name="Google Shape;16913;p129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4" name="Google Shape;16914;p129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5" name="Google Shape;16915;p129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6" name="Google Shape;16916;p129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7" name="Google Shape;16917;p129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18" name="Google Shape;16918;p129"/>
          <p:cNvSpPr txBox="1">
            <a:spLocks noGrp="1"/>
          </p:cNvSpPr>
          <p:nvPr>
            <p:ph type="title" hasCustomPrompt="1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919" name="Google Shape;16919;p129"/>
          <p:cNvSpPr txBox="1">
            <a:spLocks noGrp="1"/>
          </p:cNvSpPr>
          <p:nvPr>
            <p:ph type="title" idx="2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6920" name="Google Shape;16920;p129"/>
          <p:cNvSpPr txBox="1">
            <a:spLocks noGrp="1"/>
          </p:cNvSpPr>
          <p:nvPr>
            <p:ph type="title" idx="3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921" name="Google Shape;16921;p129"/>
          <p:cNvSpPr txBox="1">
            <a:spLocks noGrp="1"/>
          </p:cNvSpPr>
          <p:nvPr>
            <p:ph type="subTitle" idx="1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922" name="Google Shape;16922;p129"/>
          <p:cNvSpPr txBox="1">
            <a:spLocks noGrp="1"/>
          </p:cNvSpPr>
          <p:nvPr>
            <p:ph type="title" idx="4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923" name="Google Shape;16923;p129"/>
          <p:cNvSpPr txBox="1">
            <a:spLocks noGrp="1"/>
          </p:cNvSpPr>
          <p:nvPr>
            <p:ph type="subTitle" idx="5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924" name="Google Shape;16924;p129"/>
          <p:cNvSpPr txBox="1">
            <a:spLocks noGrp="1"/>
          </p:cNvSpPr>
          <p:nvPr>
            <p:ph type="title" idx="6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6925" name="Google Shape;16925;p129"/>
          <p:cNvSpPr txBox="1">
            <a:spLocks noGrp="1"/>
          </p:cNvSpPr>
          <p:nvPr>
            <p:ph type="subTitle" idx="7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6926" name="Google Shape;16926;p129"/>
          <p:cNvSpPr txBox="1">
            <a:spLocks noGrp="1"/>
          </p:cNvSpPr>
          <p:nvPr>
            <p:ph type="title" idx="8" hasCustomPrompt="1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927" name="Google Shape;16927;p129"/>
          <p:cNvSpPr txBox="1">
            <a:spLocks noGrp="1"/>
          </p:cNvSpPr>
          <p:nvPr>
            <p:ph type="title" idx="9" hasCustomPrompt="1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16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29" name="Google Shape;16929;p130"/>
          <p:cNvGrpSpPr/>
          <p:nvPr/>
        </p:nvGrpSpPr>
        <p:grpSpPr>
          <a:xfrm rot="10800000" flipH="1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16930" name="Google Shape;16930;p13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1" name="Google Shape;16931;p13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2" name="Google Shape;16932;p13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3" name="Google Shape;16933;p13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4" name="Google Shape;16934;p13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5" name="Google Shape;16935;p13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6" name="Google Shape;16936;p13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7" name="Google Shape;16937;p13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8" name="Google Shape;16938;p13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9" name="Google Shape;16939;p13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0" name="Google Shape;16940;p13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1" name="Google Shape;16941;p13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2" name="Google Shape;16942;p13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3" name="Google Shape;16943;p13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4" name="Google Shape;16944;p13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5" name="Google Shape;16945;p13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6" name="Google Shape;16946;p13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7" name="Google Shape;16947;p13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8" name="Google Shape;16948;p13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9" name="Google Shape;16949;p13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0" name="Google Shape;16950;p13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1" name="Google Shape;16951;p13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2" name="Google Shape;16952;p13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3" name="Google Shape;16953;p13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4" name="Google Shape;16954;p13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5" name="Google Shape;16955;p13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6" name="Google Shape;16956;p13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7" name="Google Shape;16957;p13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8" name="Google Shape;16958;p13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9" name="Google Shape;16959;p13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0" name="Google Shape;16960;p13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1" name="Google Shape;16961;p13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2" name="Google Shape;16962;p13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3" name="Google Shape;16963;p13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4" name="Google Shape;16964;p13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5" name="Google Shape;16965;p13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6" name="Google Shape;16966;p13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7" name="Google Shape;16967;p13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8" name="Google Shape;16968;p13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9" name="Google Shape;16969;p13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0" name="Google Shape;16970;p13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1" name="Google Shape;16971;p13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2" name="Google Shape;16972;p13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3" name="Google Shape;16973;p13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4" name="Google Shape;16974;p13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5" name="Google Shape;16975;p13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6" name="Google Shape;16976;p13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7" name="Google Shape;16977;p13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8" name="Google Shape;16978;p13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9" name="Google Shape;16979;p13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0" name="Google Shape;16980;p13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1" name="Google Shape;16981;p13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2" name="Google Shape;16982;p13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3" name="Google Shape;16983;p13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4" name="Google Shape;16984;p13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5" name="Google Shape;16985;p13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6" name="Google Shape;16986;p13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7" name="Google Shape;16987;p13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8" name="Google Shape;16988;p13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9" name="Google Shape;16989;p13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0" name="Google Shape;16990;p13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1" name="Google Shape;16991;p13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2" name="Google Shape;16992;p13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3" name="Google Shape;16993;p13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4" name="Google Shape;16994;p13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5" name="Google Shape;16995;p13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6" name="Google Shape;16996;p13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7" name="Google Shape;16997;p13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8" name="Google Shape;16998;p13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9" name="Google Shape;16999;p13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0" name="Google Shape;17000;p13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1" name="Google Shape;17001;p13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2" name="Google Shape;17002;p13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3" name="Google Shape;17003;p13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4" name="Google Shape;17004;p13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005" name="Google Shape;17005;p130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17006" name="Google Shape;17006;p13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7" name="Google Shape;17007;p13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8" name="Google Shape;17008;p13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9" name="Google Shape;17009;p13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0" name="Google Shape;17010;p13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1" name="Google Shape;17011;p13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2" name="Google Shape;17012;p13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3" name="Google Shape;17013;p13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4" name="Google Shape;17014;p13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5" name="Google Shape;17015;p13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6" name="Google Shape;17016;p13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7" name="Google Shape;17017;p13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8" name="Google Shape;17018;p13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9" name="Google Shape;17019;p13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0" name="Google Shape;17020;p13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1" name="Google Shape;17021;p13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2" name="Google Shape;17022;p13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3" name="Google Shape;17023;p13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4" name="Google Shape;17024;p13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5" name="Google Shape;17025;p13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6" name="Google Shape;17026;p13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7" name="Google Shape;17027;p13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8" name="Google Shape;17028;p13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9" name="Google Shape;17029;p13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0" name="Google Shape;17030;p13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1" name="Google Shape;17031;p13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2" name="Google Shape;17032;p13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3" name="Google Shape;17033;p13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4" name="Google Shape;17034;p13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5" name="Google Shape;17035;p13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6" name="Google Shape;17036;p13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7" name="Google Shape;17037;p13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8" name="Google Shape;17038;p13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9" name="Google Shape;17039;p13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0" name="Google Shape;17040;p13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1" name="Google Shape;17041;p13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2" name="Google Shape;17042;p13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3" name="Google Shape;17043;p13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4" name="Google Shape;17044;p13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5" name="Google Shape;17045;p13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6" name="Google Shape;17046;p13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7" name="Google Shape;17047;p13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8" name="Google Shape;17048;p13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9" name="Google Shape;17049;p13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0" name="Google Shape;17050;p13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1" name="Google Shape;17051;p13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2" name="Google Shape;17052;p13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3" name="Google Shape;17053;p13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4" name="Google Shape;17054;p13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5" name="Google Shape;17055;p13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6" name="Google Shape;17056;p13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7" name="Google Shape;17057;p13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8" name="Google Shape;17058;p13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9" name="Google Shape;17059;p13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0" name="Google Shape;17060;p13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1" name="Google Shape;17061;p13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2" name="Google Shape;17062;p13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3" name="Google Shape;17063;p13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4" name="Google Shape;17064;p13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5" name="Google Shape;17065;p13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6" name="Google Shape;17066;p13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7" name="Google Shape;17067;p13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8" name="Google Shape;17068;p13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9" name="Google Shape;17069;p13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0" name="Google Shape;17070;p13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1" name="Google Shape;17071;p13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2" name="Google Shape;17072;p13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3" name="Google Shape;17073;p13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4" name="Google Shape;17074;p13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5" name="Google Shape;17075;p13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6" name="Google Shape;17076;p13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7" name="Google Shape;17077;p13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8" name="Google Shape;17078;p13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9" name="Google Shape;17079;p13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0" name="Google Shape;17080;p13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081" name="Google Shape;17081;p130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7082" name="Google Shape;17082;p130"/>
          <p:cNvSpPr txBox="1">
            <a:spLocks noGrp="1"/>
          </p:cNvSpPr>
          <p:nvPr>
            <p:ph type="subTitle" idx="1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</p:spPr>
        <p:txBody>
          <a:bodyPr spcFirstLastPara="1" wrap="square" lIns="243800" tIns="243800" rIns="243800" bIns="2438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83" name="Google Shape;17083;p130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lang="en-US" sz="3200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3200" b="1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7084" name="Google Shape;17084;p130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7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86" name="Google Shape;17086;p131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17087" name="Google Shape;17087;p131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8" name="Google Shape;17088;p13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9" name="Google Shape;17089;p131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0" name="Google Shape;17090;p131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1" name="Google Shape;17091;p131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2" name="Google Shape;17092;p131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3" name="Google Shape;17093;p131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4" name="Google Shape;17094;p131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5" name="Google Shape;17095;p131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6" name="Google Shape;17096;p131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7" name="Google Shape;17097;p131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8" name="Google Shape;17098;p13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9" name="Google Shape;17099;p131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0" name="Google Shape;17100;p131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1" name="Google Shape;17101;p131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2" name="Google Shape;17102;p131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3" name="Google Shape;17103;p131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4" name="Google Shape;17104;p131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5" name="Google Shape;17105;p131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6" name="Google Shape;17106;p131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7" name="Google Shape;17107;p131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8" name="Google Shape;17108;p131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9" name="Google Shape;17109;p131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0" name="Google Shape;17110;p131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1" name="Google Shape;17111;p131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2" name="Google Shape;17112;p131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3" name="Google Shape;17113;p131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4" name="Google Shape;17114;p131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5" name="Google Shape;17115;p131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6" name="Google Shape;17116;p131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7" name="Google Shape;17117;p131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8" name="Google Shape;17118;p131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9" name="Google Shape;17119;p131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0" name="Google Shape;17120;p131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1" name="Google Shape;17121;p131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2" name="Google Shape;17122;p131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3" name="Google Shape;17123;p131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4" name="Google Shape;17124;p131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5" name="Google Shape;17125;p131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6" name="Google Shape;17126;p131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7" name="Google Shape;17127;p131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8" name="Google Shape;17128;p131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9" name="Google Shape;17129;p131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0" name="Google Shape;17130;p131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1" name="Google Shape;17131;p131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2" name="Google Shape;17132;p131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3" name="Google Shape;17133;p131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4" name="Google Shape;17134;p131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5" name="Google Shape;17135;p131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6" name="Google Shape;17136;p131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7" name="Google Shape;17137;p131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8" name="Google Shape;17138;p131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9" name="Google Shape;17139;p131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0" name="Google Shape;17140;p131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1" name="Google Shape;17141;p131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2" name="Google Shape;17142;p131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3" name="Google Shape;17143;p131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4" name="Google Shape;17144;p131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5" name="Google Shape;17145;p131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6" name="Google Shape;17146;p131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7" name="Google Shape;17147;p131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8" name="Google Shape;17148;p131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9" name="Google Shape;17149;p131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0" name="Google Shape;17150;p131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1" name="Google Shape;17151;p131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2" name="Google Shape;17152;p131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3" name="Google Shape;17153;p131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4" name="Google Shape;17154;p131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5" name="Google Shape;17155;p131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6" name="Google Shape;17156;p131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7" name="Google Shape;17157;p131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8" name="Google Shape;17158;p131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9" name="Google Shape;17159;p131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0" name="Google Shape;17160;p131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1" name="Google Shape;17161;p131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162" name="Google Shape;17162;p131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17163" name="Google Shape;17163;p131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4" name="Google Shape;17164;p13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5" name="Google Shape;17165;p131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6" name="Google Shape;17166;p131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7" name="Google Shape;17167;p131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8" name="Google Shape;17168;p131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9" name="Google Shape;17169;p131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0" name="Google Shape;17170;p131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1" name="Google Shape;17171;p131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2" name="Google Shape;17172;p131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3" name="Google Shape;17173;p131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4" name="Google Shape;17174;p131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5" name="Google Shape;17175;p131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6" name="Google Shape;17176;p131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7" name="Google Shape;17177;p131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8" name="Google Shape;17178;p131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9" name="Google Shape;17179;p131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0" name="Google Shape;17180;p131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1" name="Google Shape;17181;p131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2" name="Google Shape;17182;p131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3" name="Google Shape;17183;p131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4" name="Google Shape;17184;p131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5" name="Google Shape;17185;p131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6" name="Google Shape;17186;p131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7" name="Google Shape;17187;p131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8" name="Google Shape;17188;p131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9" name="Google Shape;17189;p131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0" name="Google Shape;17190;p131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1" name="Google Shape;17191;p131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2" name="Google Shape;17192;p131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3" name="Google Shape;17193;p131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4" name="Google Shape;17194;p131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5" name="Google Shape;17195;p131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6" name="Google Shape;17196;p131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7" name="Google Shape;17197;p131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8" name="Google Shape;17198;p131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9" name="Google Shape;17199;p131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0" name="Google Shape;17200;p131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1" name="Google Shape;17201;p131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2" name="Google Shape;17202;p131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3" name="Google Shape;17203;p131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4" name="Google Shape;17204;p131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5" name="Google Shape;17205;p131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6" name="Google Shape;17206;p131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7" name="Google Shape;17207;p131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8" name="Google Shape;17208;p131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9" name="Google Shape;17209;p131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0" name="Google Shape;17210;p131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1" name="Google Shape;17211;p131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2" name="Google Shape;17212;p131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3" name="Google Shape;17213;p131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4" name="Google Shape;17214;p131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5" name="Google Shape;17215;p131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6" name="Google Shape;17216;p131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7" name="Google Shape;17217;p131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8" name="Google Shape;17218;p131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9" name="Google Shape;17219;p131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0" name="Google Shape;17220;p131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1" name="Google Shape;17221;p131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2" name="Google Shape;17222;p131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3" name="Google Shape;17223;p131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4" name="Google Shape;17224;p131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5" name="Google Shape;17225;p131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6" name="Google Shape;17226;p131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7" name="Google Shape;17227;p131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8" name="Google Shape;17228;p131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9" name="Google Shape;17229;p131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0" name="Google Shape;17230;p131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1" name="Google Shape;17231;p131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2" name="Google Shape;17232;p131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3" name="Google Shape;17233;p131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4" name="Google Shape;17234;p131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5" name="Google Shape;17235;p131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6" name="Google Shape;17236;p131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7" name="Google Shape;17237;p131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238" name="Google Shape;17238;p13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7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40" name="Google Shape;17240;p132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17241" name="Google Shape;17241;p132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2" name="Google Shape;17242;p132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3" name="Google Shape;17243;p132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4" name="Google Shape;17244;p132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5" name="Google Shape;17245;p132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6" name="Google Shape;17246;p132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7" name="Google Shape;17247;p132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8" name="Google Shape;17248;p132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9" name="Google Shape;17249;p132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0" name="Google Shape;17250;p132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1" name="Google Shape;17251;p132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2" name="Google Shape;17252;p132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3" name="Google Shape;17253;p132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4" name="Google Shape;17254;p132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5" name="Google Shape;17255;p132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6" name="Google Shape;17256;p132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7" name="Google Shape;17257;p132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8" name="Google Shape;17258;p132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9" name="Google Shape;17259;p132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60" name="Google Shape;17260;p132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17261" name="Google Shape;17261;p132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2" name="Google Shape;17262;p132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3" name="Google Shape;17263;p132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4" name="Google Shape;17264;p132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5" name="Google Shape;17265;p132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6" name="Google Shape;17266;p132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7" name="Google Shape;17267;p132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8" name="Google Shape;17268;p132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9" name="Google Shape;17269;p132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0" name="Google Shape;17270;p132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1" name="Google Shape;17271;p132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2" name="Google Shape;17272;p132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3" name="Google Shape;17273;p132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4" name="Google Shape;17274;p132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5" name="Google Shape;17275;p132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6" name="Google Shape;17276;p132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7" name="Google Shape;17277;p132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8" name="Google Shape;17278;p132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9" name="Google Shape;17279;p132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80" name="Google Shape;17280;p132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17281" name="Google Shape;17281;p132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2" name="Google Shape;17282;p132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3" name="Google Shape;17283;p132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4" name="Google Shape;17284;p132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5" name="Google Shape;17285;p132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6" name="Google Shape;17286;p132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7" name="Google Shape;17287;p132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8" name="Google Shape;17288;p132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9" name="Google Shape;17289;p132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0" name="Google Shape;17290;p132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1" name="Google Shape;17291;p132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2" name="Google Shape;17292;p132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3" name="Google Shape;17293;p132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4" name="Google Shape;17294;p132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5" name="Google Shape;17295;p132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6" name="Google Shape;17296;p132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7" name="Google Shape;17297;p132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8" name="Google Shape;17298;p132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9" name="Google Shape;17299;p132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0" name="Google Shape;17300;p13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1" name="Google Shape;17301;p132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2" name="Google Shape;17302;p132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3" name="Google Shape;17303;p132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4" name="Google Shape;17304;p132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5" name="Google Shape;17305;p13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6" name="Google Shape;17306;p132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7" name="Google Shape;17307;p132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8" name="Google Shape;17308;p132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9" name="Google Shape;17309;p132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0" name="Google Shape;17310;p132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1" name="Google Shape;17311;p132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2" name="Google Shape;17312;p132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3" name="Google Shape;17313;p132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4" name="Google Shape;17314;p132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5" name="Google Shape;17315;p132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6" name="Google Shape;17316;p132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7" name="Google Shape;17317;p132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318" name="Google Shape;17318;p132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17319" name="Google Shape;17319;p132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0" name="Google Shape;17320;p132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1" name="Google Shape;17321;p132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2" name="Google Shape;17322;p132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3" name="Google Shape;17323;p132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4" name="Google Shape;17324;p132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5" name="Google Shape;17325;p132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6" name="Google Shape;17326;p132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7" name="Google Shape;17327;p132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8" name="Google Shape;17328;p132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9" name="Google Shape;17329;p132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0" name="Google Shape;17330;p132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1" name="Google Shape;17331;p132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2" name="Google Shape;17332;p132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3" name="Google Shape;17333;p132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4" name="Google Shape;17334;p132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5" name="Google Shape;17335;p132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6" name="Google Shape;17336;p132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7" name="Google Shape;17337;p132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8" name="Google Shape;17338;p13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9" name="Google Shape;17339;p132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0" name="Google Shape;17340;p132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1" name="Google Shape;17341;p132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2" name="Google Shape;17342;p132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3" name="Google Shape;17343;p13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4" name="Google Shape;17344;p132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5" name="Google Shape;17345;p132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6" name="Google Shape;17346;p132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7" name="Google Shape;17347;p132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8" name="Google Shape;17348;p132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9" name="Google Shape;17349;p132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0" name="Google Shape;17350;p132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1" name="Google Shape;17351;p132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2" name="Google Shape;17352;p132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3" name="Google Shape;17353;p132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4" name="Google Shape;17354;p132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5" name="Google Shape;17355;p132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60" name="Google Shape;17360;p134"/>
          <p:cNvGrpSpPr/>
          <p:nvPr/>
        </p:nvGrpSpPr>
        <p:grpSpPr>
          <a:xfrm rot="10800000" flipH="1">
            <a:off x="13186600" y="8284422"/>
            <a:ext cx="11197162" cy="5431719"/>
            <a:chOff x="4643125" y="3610400"/>
            <a:chExt cx="2050875" cy="994875"/>
          </a:xfrm>
        </p:grpSpPr>
        <p:sp>
          <p:nvSpPr>
            <p:cNvPr id="17361" name="Google Shape;17361;p134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2" name="Google Shape;17362;p134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3" name="Google Shape;17363;p134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4" name="Google Shape;17364;p134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5" name="Google Shape;17365;p134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6" name="Google Shape;17366;p134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7" name="Google Shape;17367;p134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8" name="Google Shape;17368;p134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9" name="Google Shape;17369;p134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0" name="Google Shape;17370;p134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1" name="Google Shape;17371;p134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2" name="Google Shape;17372;p134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3" name="Google Shape;17373;p134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4" name="Google Shape;17374;p134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5" name="Google Shape;17375;p134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6" name="Google Shape;17376;p134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7" name="Google Shape;17377;p134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8" name="Google Shape;17378;p134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9" name="Google Shape;17379;p134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0" name="Google Shape;17380;p134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1" name="Google Shape;17381;p134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2" name="Google Shape;17382;p134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3" name="Google Shape;17383;p134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4" name="Google Shape;17384;p134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5" name="Google Shape;17385;p134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6" name="Google Shape;17386;p134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7" name="Google Shape;17387;p134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8" name="Google Shape;17388;p134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9" name="Google Shape;17389;p134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0" name="Google Shape;17390;p134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1" name="Google Shape;17391;p134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2" name="Google Shape;17392;p134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3" name="Google Shape;17393;p134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4" name="Google Shape;17394;p134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5" name="Google Shape;17395;p134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6" name="Google Shape;17396;p134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7" name="Google Shape;17397;p134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8" name="Google Shape;17398;p134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9" name="Google Shape;17399;p134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0" name="Google Shape;17400;p134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1" name="Google Shape;17401;p134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2" name="Google Shape;17402;p134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3" name="Google Shape;17403;p134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4" name="Google Shape;17404;p134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5" name="Google Shape;17405;p134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6" name="Google Shape;17406;p134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7" name="Google Shape;17407;p134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8" name="Google Shape;17408;p134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9" name="Google Shape;17409;p134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0" name="Google Shape;17410;p134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1" name="Google Shape;17411;p134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2" name="Google Shape;17412;p134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3" name="Google Shape;17413;p134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4" name="Google Shape;17414;p134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5" name="Google Shape;17415;p134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6" name="Google Shape;17416;p134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7" name="Google Shape;17417;p134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8" name="Google Shape;17418;p134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9" name="Google Shape;17419;p134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0" name="Google Shape;17420;p134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1" name="Google Shape;17421;p134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2" name="Google Shape;17422;p134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3" name="Google Shape;17423;p134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4" name="Google Shape;17424;p134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5" name="Google Shape;17425;p134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6" name="Google Shape;17426;p134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7" name="Google Shape;17427;p134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8" name="Google Shape;17428;p134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9" name="Google Shape;17429;p134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0" name="Google Shape;17430;p134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1" name="Google Shape;17431;p134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2" name="Google Shape;17432;p134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3" name="Google Shape;17433;p134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4" name="Google Shape;17434;p134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5" name="Google Shape;17435;p134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6" name="Google Shape;17436;p134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7" name="Google Shape;17437;p134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8" name="Google Shape;17438;p134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9" name="Google Shape;17439;p134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0" name="Google Shape;17440;p134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1" name="Google Shape;17441;p134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442" name="Google Shape;17442;p134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7443" name="Google Shape;17443;p134"/>
          <p:cNvSpPr txBox="1">
            <a:spLocks noGrp="1"/>
          </p:cNvSpPr>
          <p:nvPr>
            <p:ph type="ctrTitle"/>
          </p:nvPr>
        </p:nvSpPr>
        <p:spPr>
          <a:xfrm>
            <a:off x="9705783" y="3184533"/>
            <a:ext cx="12932100" cy="6584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3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3900"/>
              <a:buNone/>
              <a:defRPr sz="139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7444" name="Google Shape;17444;p134"/>
          <p:cNvSpPr txBox="1">
            <a:spLocks noGrp="1"/>
          </p:cNvSpPr>
          <p:nvPr>
            <p:ph type="subTitle" idx="1"/>
          </p:nvPr>
        </p:nvSpPr>
        <p:spPr>
          <a:xfrm>
            <a:off x="9705783" y="9769333"/>
            <a:ext cx="12932100" cy="1268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7445" name="Google Shape;17445;p134"/>
          <p:cNvGrpSpPr/>
          <p:nvPr/>
        </p:nvGrpSpPr>
        <p:grpSpPr>
          <a:xfrm flipH="1">
            <a:off x="245" y="-119"/>
            <a:ext cx="11197162" cy="5431719"/>
            <a:chOff x="4643125" y="3610400"/>
            <a:chExt cx="2050875" cy="994875"/>
          </a:xfrm>
        </p:grpSpPr>
        <p:sp>
          <p:nvSpPr>
            <p:cNvPr id="17446" name="Google Shape;17446;p134"/>
            <p:cNvSpPr/>
            <p:nvPr/>
          </p:nvSpPr>
          <p:spPr>
            <a:xfrm>
              <a:off x="5600100" y="3665175"/>
              <a:ext cx="147050" cy="30375"/>
            </a:xfrm>
            <a:custGeom>
              <a:avLst/>
              <a:gdLst/>
              <a:ahLst/>
              <a:cxnLst/>
              <a:rect l="l" t="t" r="r" b="b"/>
              <a:pathLst>
                <a:path w="5882" h="1215" extrusionOk="0">
                  <a:moveTo>
                    <a:pt x="5810" y="0"/>
                  </a:moveTo>
                  <a:lnTo>
                    <a:pt x="72" y="905"/>
                  </a:lnTo>
                  <a:lnTo>
                    <a:pt x="0" y="1214"/>
                  </a:lnTo>
                  <a:lnTo>
                    <a:pt x="5882" y="286"/>
                  </a:lnTo>
                  <a:cubicBezTo>
                    <a:pt x="5834" y="191"/>
                    <a:pt x="5799" y="107"/>
                    <a:pt x="58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7" name="Google Shape;17447;p134"/>
            <p:cNvSpPr/>
            <p:nvPr/>
          </p:nvSpPr>
          <p:spPr>
            <a:xfrm>
              <a:off x="5504550" y="3688675"/>
              <a:ext cx="89625" cy="20275"/>
            </a:xfrm>
            <a:custGeom>
              <a:avLst/>
              <a:gdLst/>
              <a:ahLst/>
              <a:cxnLst/>
              <a:rect l="l" t="t" r="r" b="b"/>
              <a:pathLst>
                <a:path w="3585" h="811" extrusionOk="0">
                  <a:moveTo>
                    <a:pt x="3584" y="1"/>
                  </a:moveTo>
                  <a:lnTo>
                    <a:pt x="0" y="560"/>
                  </a:lnTo>
                  <a:lnTo>
                    <a:pt x="0" y="655"/>
                  </a:lnTo>
                  <a:lnTo>
                    <a:pt x="262" y="810"/>
                  </a:lnTo>
                  <a:lnTo>
                    <a:pt x="3513" y="310"/>
                  </a:lnTo>
                  <a:lnTo>
                    <a:pt x="35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8" name="Google Shape;17448;p134"/>
            <p:cNvSpPr/>
            <p:nvPr/>
          </p:nvSpPr>
          <p:spPr>
            <a:xfrm>
              <a:off x="5497700" y="370892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0"/>
                  </a:moveTo>
                  <a:cubicBezTo>
                    <a:pt x="0" y="0"/>
                    <a:pt x="0" y="24"/>
                    <a:pt x="0" y="0"/>
                  </a:cubicBezTo>
                  <a:cubicBezTo>
                    <a:pt x="0" y="24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9" name="Google Shape;17449;p134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0" name="Google Shape;17450;p134"/>
            <p:cNvSpPr/>
            <p:nvPr/>
          </p:nvSpPr>
          <p:spPr>
            <a:xfrm>
              <a:off x="5497400" y="37089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2" y="0"/>
                    <a:pt x="1" y="0"/>
                  </a:cubicBezTo>
                  <a:cubicBezTo>
                    <a:pt x="12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1" name="Google Shape;17451;p134"/>
            <p:cNvSpPr/>
            <p:nvPr/>
          </p:nvSpPr>
          <p:spPr>
            <a:xfrm>
              <a:off x="5498000" y="3709525"/>
              <a:ext cx="925" cy="300"/>
            </a:xfrm>
            <a:custGeom>
              <a:avLst/>
              <a:gdLst/>
              <a:ahLst/>
              <a:cxnLst/>
              <a:rect l="l" t="t" r="r" b="b"/>
              <a:pathLst>
                <a:path w="37" h="12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36" y="12"/>
                  </a:lnTo>
                  <a:cubicBezTo>
                    <a:pt x="24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2" name="Google Shape;17452;p134"/>
            <p:cNvSpPr/>
            <p:nvPr/>
          </p:nvSpPr>
          <p:spPr>
            <a:xfrm>
              <a:off x="5497100" y="3707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lnTo>
                    <a:pt x="1" y="13"/>
                  </a:lnTo>
                  <a:lnTo>
                    <a:pt x="1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3" name="Google Shape;17453;p134"/>
            <p:cNvSpPr/>
            <p:nvPr/>
          </p:nvSpPr>
          <p:spPr>
            <a:xfrm>
              <a:off x="5695050" y="3824700"/>
              <a:ext cx="212250" cy="130700"/>
            </a:xfrm>
            <a:custGeom>
              <a:avLst/>
              <a:gdLst/>
              <a:ahLst/>
              <a:cxnLst/>
              <a:rect l="l" t="t" r="r" b="b"/>
              <a:pathLst>
                <a:path w="8490" h="5228" extrusionOk="0">
                  <a:moveTo>
                    <a:pt x="298" y="1"/>
                  </a:moveTo>
                  <a:lnTo>
                    <a:pt x="0" y="167"/>
                  </a:lnTo>
                  <a:lnTo>
                    <a:pt x="8370" y="5228"/>
                  </a:lnTo>
                  <a:cubicBezTo>
                    <a:pt x="8382" y="5132"/>
                    <a:pt x="8430" y="5061"/>
                    <a:pt x="8489" y="4989"/>
                  </a:cubicBezTo>
                  <a:lnTo>
                    <a:pt x="8466" y="4930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4" name="Google Shape;17454;p134"/>
            <p:cNvSpPr/>
            <p:nvPr/>
          </p:nvSpPr>
          <p:spPr>
            <a:xfrm>
              <a:off x="5583725" y="3754175"/>
              <a:ext cx="111650" cy="70250"/>
            </a:xfrm>
            <a:custGeom>
              <a:avLst/>
              <a:gdLst/>
              <a:ahLst/>
              <a:cxnLst/>
              <a:rect l="l" t="t" r="r" b="b"/>
              <a:pathLst>
                <a:path w="4466" h="2810" extrusionOk="0">
                  <a:moveTo>
                    <a:pt x="72" y="0"/>
                  </a:moveTo>
                  <a:lnTo>
                    <a:pt x="0" y="298"/>
                  </a:lnTo>
                  <a:lnTo>
                    <a:pt x="4168" y="2810"/>
                  </a:lnTo>
                  <a:lnTo>
                    <a:pt x="4465" y="2643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5" name="Google Shape;17455;p134"/>
            <p:cNvSpPr/>
            <p:nvPr/>
          </p:nvSpPr>
          <p:spPr>
            <a:xfrm>
              <a:off x="5498600" y="3705050"/>
              <a:ext cx="80375" cy="52400"/>
            </a:xfrm>
            <a:custGeom>
              <a:avLst/>
              <a:gdLst/>
              <a:ahLst/>
              <a:cxnLst/>
              <a:rect l="l" t="t" r="r" b="b"/>
              <a:pathLst>
                <a:path w="3215" h="2096" extrusionOk="0">
                  <a:moveTo>
                    <a:pt x="0" y="203"/>
                  </a:moveTo>
                  <a:cubicBezTo>
                    <a:pt x="18" y="212"/>
                    <a:pt x="44" y="228"/>
                    <a:pt x="65" y="235"/>
                  </a:cubicBezTo>
                  <a:lnTo>
                    <a:pt x="65" y="235"/>
                  </a:lnTo>
                  <a:lnTo>
                    <a:pt x="12" y="203"/>
                  </a:lnTo>
                  <a:close/>
                  <a:moveTo>
                    <a:pt x="238" y="0"/>
                  </a:moveTo>
                  <a:lnTo>
                    <a:pt x="238" y="84"/>
                  </a:lnTo>
                  <a:cubicBezTo>
                    <a:pt x="238" y="155"/>
                    <a:pt x="179" y="239"/>
                    <a:pt x="84" y="239"/>
                  </a:cubicBezTo>
                  <a:cubicBezTo>
                    <a:pt x="78" y="239"/>
                    <a:pt x="72" y="237"/>
                    <a:pt x="65" y="235"/>
                  </a:cubicBezTo>
                  <a:lnTo>
                    <a:pt x="65" y="235"/>
                  </a:lnTo>
                  <a:lnTo>
                    <a:pt x="3132" y="2096"/>
                  </a:lnTo>
                  <a:lnTo>
                    <a:pt x="3215" y="1798"/>
                  </a:lnTo>
                  <a:lnTo>
                    <a:pt x="500" y="155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6" name="Google Shape;17456;p134"/>
            <p:cNvSpPr/>
            <p:nvPr/>
          </p:nvSpPr>
          <p:spPr>
            <a:xfrm>
              <a:off x="5497100" y="3708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7" name="Google Shape;17457;p134"/>
            <p:cNvSpPr/>
            <p:nvPr/>
          </p:nvSpPr>
          <p:spPr>
            <a:xfrm>
              <a:off x="5498600" y="37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8" name="Google Shape;17458;p134"/>
            <p:cNvSpPr/>
            <p:nvPr/>
          </p:nvSpPr>
          <p:spPr>
            <a:xfrm>
              <a:off x="5497700" y="3708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9" name="Google Shape;17459;p134"/>
            <p:cNvSpPr/>
            <p:nvPr/>
          </p:nvSpPr>
          <p:spPr>
            <a:xfrm>
              <a:off x="4643125" y="3610700"/>
              <a:ext cx="30400" cy="48250"/>
            </a:xfrm>
            <a:custGeom>
              <a:avLst/>
              <a:gdLst/>
              <a:ahLst/>
              <a:cxnLst/>
              <a:rect l="l" t="t" r="r" b="b"/>
              <a:pathLst>
                <a:path w="1216" h="1930" extrusionOk="0">
                  <a:moveTo>
                    <a:pt x="1" y="0"/>
                  </a:moveTo>
                  <a:lnTo>
                    <a:pt x="953" y="1929"/>
                  </a:lnTo>
                  <a:lnTo>
                    <a:pt x="1215" y="1810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0" name="Google Shape;17460;p134"/>
            <p:cNvSpPr/>
            <p:nvPr/>
          </p:nvSpPr>
          <p:spPr>
            <a:xfrm>
              <a:off x="4743450" y="3642850"/>
              <a:ext cx="94675" cy="72950"/>
            </a:xfrm>
            <a:custGeom>
              <a:avLst/>
              <a:gdLst/>
              <a:ahLst/>
              <a:cxnLst/>
              <a:rect l="l" t="t" r="r" b="b"/>
              <a:pathLst>
                <a:path w="3787" h="2918" extrusionOk="0">
                  <a:moveTo>
                    <a:pt x="179" y="0"/>
                  </a:moveTo>
                  <a:cubicBezTo>
                    <a:pt x="155" y="107"/>
                    <a:pt x="95" y="179"/>
                    <a:pt x="0" y="238"/>
                  </a:cubicBezTo>
                  <a:lnTo>
                    <a:pt x="3627" y="2879"/>
                  </a:lnTo>
                  <a:lnTo>
                    <a:pt x="3627" y="2879"/>
                  </a:lnTo>
                  <a:cubicBezTo>
                    <a:pt x="3622" y="2872"/>
                    <a:pt x="3620" y="2864"/>
                    <a:pt x="3620" y="2858"/>
                  </a:cubicBezTo>
                  <a:cubicBezTo>
                    <a:pt x="3596" y="2786"/>
                    <a:pt x="3631" y="2691"/>
                    <a:pt x="3715" y="2667"/>
                  </a:cubicBezTo>
                  <a:lnTo>
                    <a:pt x="3786" y="2631"/>
                  </a:lnTo>
                  <a:lnTo>
                    <a:pt x="179" y="0"/>
                  </a:lnTo>
                  <a:close/>
                  <a:moveTo>
                    <a:pt x="3627" y="2879"/>
                  </a:moveTo>
                  <a:lnTo>
                    <a:pt x="3627" y="2879"/>
                  </a:lnTo>
                  <a:cubicBezTo>
                    <a:pt x="3638" y="2898"/>
                    <a:pt x="3662" y="2917"/>
                    <a:pt x="3679" y="2917"/>
                  </a:cubicBezTo>
                  <a:lnTo>
                    <a:pt x="3627" y="287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1" name="Google Shape;17461;p134"/>
            <p:cNvSpPr/>
            <p:nvPr/>
          </p:nvSpPr>
          <p:spPr>
            <a:xfrm>
              <a:off x="4835125" y="3716075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0" y="0"/>
                  </a:moveTo>
                  <a:cubicBezTo>
                    <a:pt x="12" y="0"/>
                    <a:pt x="12" y="12"/>
                    <a:pt x="24" y="12"/>
                  </a:cubicBez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2" name="Google Shape;17462;p134"/>
            <p:cNvSpPr/>
            <p:nvPr/>
          </p:nvSpPr>
          <p:spPr>
            <a:xfrm>
              <a:off x="4833325" y="3649975"/>
              <a:ext cx="176825" cy="67000"/>
            </a:xfrm>
            <a:custGeom>
              <a:avLst/>
              <a:gdLst/>
              <a:ahLst/>
              <a:cxnLst/>
              <a:rect l="l" t="t" r="r" b="b"/>
              <a:pathLst>
                <a:path w="7073" h="2680" extrusionOk="0">
                  <a:moveTo>
                    <a:pt x="7049" y="1"/>
                  </a:moveTo>
                  <a:lnTo>
                    <a:pt x="191" y="2358"/>
                  </a:lnTo>
                  <a:lnTo>
                    <a:pt x="120" y="2394"/>
                  </a:lnTo>
                  <a:cubicBezTo>
                    <a:pt x="36" y="2418"/>
                    <a:pt x="1" y="2501"/>
                    <a:pt x="25" y="2584"/>
                  </a:cubicBezTo>
                  <a:cubicBezTo>
                    <a:pt x="36" y="2620"/>
                    <a:pt x="60" y="2644"/>
                    <a:pt x="84" y="2656"/>
                  </a:cubicBezTo>
                  <a:cubicBezTo>
                    <a:pt x="96" y="2656"/>
                    <a:pt x="96" y="2680"/>
                    <a:pt x="120" y="2680"/>
                  </a:cubicBezTo>
                  <a:lnTo>
                    <a:pt x="215" y="2680"/>
                  </a:lnTo>
                  <a:lnTo>
                    <a:pt x="7073" y="310"/>
                  </a:lnTo>
                  <a:cubicBezTo>
                    <a:pt x="7025" y="239"/>
                    <a:pt x="7002" y="156"/>
                    <a:pt x="7025" y="72"/>
                  </a:cubicBezTo>
                  <a:cubicBezTo>
                    <a:pt x="7025" y="37"/>
                    <a:pt x="7037" y="25"/>
                    <a:pt x="70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3" name="Google Shape;17463;p134"/>
            <p:cNvSpPr/>
            <p:nvPr/>
          </p:nvSpPr>
          <p:spPr>
            <a:xfrm>
              <a:off x="4694925" y="3610700"/>
              <a:ext cx="34250" cy="24725"/>
            </a:xfrm>
            <a:custGeom>
              <a:avLst/>
              <a:gdLst/>
              <a:ahLst/>
              <a:cxnLst/>
              <a:rect l="l" t="t" r="r" b="b"/>
              <a:pathLst>
                <a:path w="1370" h="989" extrusionOk="0">
                  <a:moveTo>
                    <a:pt x="0" y="0"/>
                  </a:moveTo>
                  <a:lnTo>
                    <a:pt x="1119" y="988"/>
                  </a:lnTo>
                  <a:lnTo>
                    <a:pt x="1262" y="929"/>
                  </a:lnTo>
                  <a:cubicBezTo>
                    <a:pt x="1274" y="881"/>
                    <a:pt x="1322" y="834"/>
                    <a:pt x="1370" y="798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4" name="Google Shape;17464;p134"/>
            <p:cNvSpPr/>
            <p:nvPr/>
          </p:nvSpPr>
          <p:spPr>
            <a:xfrm>
              <a:off x="4663675" y="3633900"/>
              <a:ext cx="62525" cy="32775"/>
            </a:xfrm>
            <a:custGeom>
              <a:avLst/>
              <a:gdLst/>
              <a:ahLst/>
              <a:cxnLst/>
              <a:rect l="l" t="t" r="r" b="b"/>
              <a:pathLst>
                <a:path w="2501" h="1311" extrusionOk="0">
                  <a:moveTo>
                    <a:pt x="2500" y="1"/>
                  </a:moveTo>
                  <a:lnTo>
                    <a:pt x="2358" y="60"/>
                  </a:lnTo>
                  <a:lnTo>
                    <a:pt x="381" y="894"/>
                  </a:lnTo>
                  <a:lnTo>
                    <a:pt x="119" y="1013"/>
                  </a:lnTo>
                  <a:lnTo>
                    <a:pt x="95" y="1025"/>
                  </a:lnTo>
                  <a:cubicBezTo>
                    <a:pt x="24" y="1061"/>
                    <a:pt x="0" y="1144"/>
                    <a:pt x="24" y="1215"/>
                  </a:cubicBezTo>
                  <a:cubicBezTo>
                    <a:pt x="36" y="1251"/>
                    <a:pt x="60" y="1263"/>
                    <a:pt x="72" y="1275"/>
                  </a:cubicBezTo>
                  <a:cubicBezTo>
                    <a:pt x="95" y="1299"/>
                    <a:pt x="119" y="1311"/>
                    <a:pt x="143" y="1311"/>
                  </a:cubicBezTo>
                  <a:cubicBezTo>
                    <a:pt x="131" y="1263"/>
                    <a:pt x="119" y="1215"/>
                    <a:pt x="131" y="1156"/>
                  </a:cubicBezTo>
                  <a:cubicBezTo>
                    <a:pt x="142" y="1040"/>
                    <a:pt x="245" y="961"/>
                    <a:pt x="352" y="961"/>
                  </a:cubicBezTo>
                  <a:cubicBezTo>
                    <a:pt x="366" y="961"/>
                    <a:pt x="379" y="963"/>
                    <a:pt x="393" y="965"/>
                  </a:cubicBezTo>
                  <a:cubicBezTo>
                    <a:pt x="488" y="977"/>
                    <a:pt x="560" y="1061"/>
                    <a:pt x="572" y="1132"/>
                  </a:cubicBezTo>
                  <a:lnTo>
                    <a:pt x="2453" y="346"/>
                  </a:lnTo>
                  <a:cubicBezTo>
                    <a:pt x="2453" y="287"/>
                    <a:pt x="2441" y="203"/>
                    <a:pt x="2453" y="132"/>
                  </a:cubicBezTo>
                  <a:cubicBezTo>
                    <a:pt x="2453" y="84"/>
                    <a:pt x="2477" y="49"/>
                    <a:pt x="25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5" name="Google Shape;17465;p134"/>
            <p:cNvSpPr/>
            <p:nvPr/>
          </p:nvSpPr>
          <p:spPr>
            <a:xfrm>
              <a:off x="4740175" y="3610700"/>
              <a:ext cx="60725" cy="22925"/>
            </a:xfrm>
            <a:custGeom>
              <a:avLst/>
              <a:gdLst/>
              <a:ahLst/>
              <a:cxnLst/>
              <a:rect l="l" t="t" r="r" b="b"/>
              <a:pathLst>
                <a:path w="2429" h="917" extrusionOk="0">
                  <a:moveTo>
                    <a:pt x="1667" y="0"/>
                  </a:moveTo>
                  <a:lnTo>
                    <a:pt x="0" y="703"/>
                  </a:lnTo>
                  <a:cubicBezTo>
                    <a:pt x="107" y="738"/>
                    <a:pt x="214" y="810"/>
                    <a:pt x="274" y="917"/>
                  </a:cubicBezTo>
                  <a:lnTo>
                    <a:pt x="2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6" name="Google Shape;17466;p134"/>
            <p:cNvSpPr/>
            <p:nvPr/>
          </p:nvSpPr>
          <p:spPr>
            <a:xfrm>
              <a:off x="4999125" y="3610700"/>
              <a:ext cx="19375" cy="36925"/>
            </a:xfrm>
            <a:custGeom>
              <a:avLst/>
              <a:gdLst/>
              <a:ahLst/>
              <a:cxnLst/>
              <a:rect l="l" t="t" r="r" b="b"/>
              <a:pathLst>
                <a:path w="775" h="1477" extrusionOk="0">
                  <a:moveTo>
                    <a:pt x="0" y="0"/>
                  </a:moveTo>
                  <a:lnTo>
                    <a:pt x="477" y="1477"/>
                  </a:lnTo>
                  <a:cubicBezTo>
                    <a:pt x="526" y="1437"/>
                    <a:pt x="584" y="1414"/>
                    <a:pt x="656" y="1414"/>
                  </a:cubicBezTo>
                  <a:cubicBezTo>
                    <a:pt x="671" y="1414"/>
                    <a:pt x="687" y="1415"/>
                    <a:pt x="703" y="1417"/>
                  </a:cubicBezTo>
                  <a:cubicBezTo>
                    <a:pt x="727" y="1417"/>
                    <a:pt x="762" y="1429"/>
                    <a:pt x="774" y="1453"/>
                  </a:cubicBez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7" name="Google Shape;17467;p134"/>
            <p:cNvSpPr/>
            <p:nvPr/>
          </p:nvSpPr>
          <p:spPr>
            <a:xfrm>
              <a:off x="5014900" y="3656825"/>
              <a:ext cx="92900" cy="270000"/>
            </a:xfrm>
            <a:custGeom>
              <a:avLst/>
              <a:gdLst/>
              <a:ahLst/>
              <a:cxnLst/>
              <a:rect l="l" t="t" r="r" b="b"/>
              <a:pathLst>
                <a:path w="3716" h="10800" extrusionOk="0">
                  <a:moveTo>
                    <a:pt x="239" y="1"/>
                  </a:moveTo>
                  <a:cubicBezTo>
                    <a:pt x="187" y="74"/>
                    <a:pt x="116" y="110"/>
                    <a:pt x="36" y="110"/>
                  </a:cubicBezTo>
                  <a:cubicBezTo>
                    <a:pt x="24" y="110"/>
                    <a:pt x="12" y="109"/>
                    <a:pt x="1" y="108"/>
                  </a:cubicBezTo>
                  <a:lnTo>
                    <a:pt x="1" y="108"/>
                  </a:lnTo>
                  <a:lnTo>
                    <a:pt x="3430" y="10800"/>
                  </a:lnTo>
                  <a:cubicBezTo>
                    <a:pt x="3513" y="10740"/>
                    <a:pt x="3608" y="10704"/>
                    <a:pt x="3715" y="10704"/>
                  </a:cubicBezTo>
                  <a:lnTo>
                    <a:pt x="274" y="24"/>
                  </a:lnTo>
                  <a:cubicBezTo>
                    <a:pt x="262" y="24"/>
                    <a:pt x="251" y="1"/>
                    <a:pt x="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8" name="Google Shape;17468;p134"/>
            <p:cNvSpPr/>
            <p:nvPr/>
          </p:nvSpPr>
          <p:spPr>
            <a:xfrm>
              <a:off x="5021150" y="3610400"/>
              <a:ext cx="159875" cy="46900"/>
            </a:xfrm>
            <a:custGeom>
              <a:avLst/>
              <a:gdLst/>
              <a:ahLst/>
              <a:cxnLst/>
              <a:rect l="l" t="t" r="r" b="b"/>
              <a:pathLst>
                <a:path w="6395" h="1876" extrusionOk="0">
                  <a:moveTo>
                    <a:pt x="5370" y="0"/>
                  </a:moveTo>
                  <a:lnTo>
                    <a:pt x="60" y="1584"/>
                  </a:lnTo>
                  <a:lnTo>
                    <a:pt x="36" y="1584"/>
                  </a:lnTo>
                  <a:lnTo>
                    <a:pt x="48" y="1739"/>
                  </a:lnTo>
                  <a:cubicBezTo>
                    <a:pt x="48" y="1786"/>
                    <a:pt x="12" y="1822"/>
                    <a:pt x="1" y="1846"/>
                  </a:cubicBezTo>
                  <a:cubicBezTo>
                    <a:pt x="12" y="1858"/>
                    <a:pt x="24" y="1858"/>
                    <a:pt x="48" y="1858"/>
                  </a:cubicBezTo>
                  <a:cubicBezTo>
                    <a:pt x="60" y="1870"/>
                    <a:pt x="75" y="1876"/>
                    <a:pt x="90" y="1876"/>
                  </a:cubicBezTo>
                  <a:cubicBezTo>
                    <a:pt x="105" y="1876"/>
                    <a:pt x="120" y="1870"/>
                    <a:pt x="132" y="1858"/>
                  </a:cubicBezTo>
                  <a:lnTo>
                    <a:pt x="639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9" name="Google Shape;17469;p134"/>
            <p:cNvSpPr/>
            <p:nvPr/>
          </p:nvSpPr>
          <p:spPr>
            <a:xfrm>
              <a:off x="5109250" y="3610700"/>
              <a:ext cx="133375" cy="317625"/>
            </a:xfrm>
            <a:custGeom>
              <a:avLst/>
              <a:gdLst/>
              <a:ahLst/>
              <a:cxnLst/>
              <a:rect l="l" t="t" r="r" b="b"/>
              <a:pathLst>
                <a:path w="5335" h="12705" extrusionOk="0">
                  <a:moveTo>
                    <a:pt x="5013" y="0"/>
                  </a:moveTo>
                  <a:lnTo>
                    <a:pt x="1" y="12561"/>
                  </a:lnTo>
                  <a:lnTo>
                    <a:pt x="13" y="12561"/>
                  </a:lnTo>
                  <a:cubicBezTo>
                    <a:pt x="120" y="12585"/>
                    <a:pt x="203" y="12621"/>
                    <a:pt x="275" y="12704"/>
                  </a:cubicBezTo>
                  <a:lnTo>
                    <a:pt x="533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0" name="Google Shape;17470;p134"/>
            <p:cNvSpPr/>
            <p:nvPr/>
          </p:nvSpPr>
          <p:spPr>
            <a:xfrm>
              <a:off x="5497100" y="3610700"/>
              <a:ext cx="7475" cy="100325"/>
            </a:xfrm>
            <a:custGeom>
              <a:avLst/>
              <a:gdLst/>
              <a:ahLst/>
              <a:cxnLst/>
              <a:rect l="l" t="t" r="r" b="b"/>
              <a:pathLst>
                <a:path w="299" h="4013" extrusionOk="0">
                  <a:moveTo>
                    <a:pt x="1" y="0"/>
                  </a:moveTo>
                  <a:lnTo>
                    <a:pt x="1" y="3858"/>
                  </a:lnTo>
                  <a:lnTo>
                    <a:pt x="1" y="3870"/>
                  </a:lnTo>
                  <a:lnTo>
                    <a:pt x="1" y="3882"/>
                  </a:lnTo>
                  <a:lnTo>
                    <a:pt x="1" y="3905"/>
                  </a:lnTo>
                  <a:lnTo>
                    <a:pt x="1" y="3917"/>
                  </a:lnTo>
                  <a:lnTo>
                    <a:pt x="1" y="3929"/>
                  </a:lnTo>
                  <a:lnTo>
                    <a:pt x="1" y="3953"/>
                  </a:lnTo>
                  <a:lnTo>
                    <a:pt x="1" y="3965"/>
                  </a:lnTo>
                  <a:cubicBezTo>
                    <a:pt x="1" y="3977"/>
                    <a:pt x="13" y="3977"/>
                    <a:pt x="24" y="3977"/>
                  </a:cubicBezTo>
                  <a:cubicBezTo>
                    <a:pt x="60" y="3989"/>
                    <a:pt x="84" y="4013"/>
                    <a:pt x="120" y="4013"/>
                  </a:cubicBezTo>
                  <a:cubicBezTo>
                    <a:pt x="239" y="4013"/>
                    <a:pt x="298" y="3929"/>
                    <a:pt x="298" y="3858"/>
                  </a:cubicBezTo>
                  <a:lnTo>
                    <a:pt x="298" y="3774"/>
                  </a:lnTo>
                  <a:lnTo>
                    <a:pt x="298" y="3679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1" name="Google Shape;17471;p134"/>
            <p:cNvSpPr/>
            <p:nvPr/>
          </p:nvSpPr>
          <p:spPr>
            <a:xfrm>
              <a:off x="5539175" y="3610700"/>
              <a:ext cx="82375" cy="297075"/>
            </a:xfrm>
            <a:custGeom>
              <a:avLst/>
              <a:gdLst/>
              <a:ahLst/>
              <a:cxnLst/>
              <a:rect l="l" t="t" r="r" b="b"/>
              <a:pathLst>
                <a:path w="3295" h="11883" extrusionOk="0">
                  <a:moveTo>
                    <a:pt x="2997" y="0"/>
                  </a:moveTo>
                  <a:lnTo>
                    <a:pt x="2211" y="3120"/>
                  </a:lnTo>
                  <a:lnTo>
                    <a:pt x="2140" y="3429"/>
                  </a:lnTo>
                  <a:lnTo>
                    <a:pt x="1604" y="5572"/>
                  </a:lnTo>
                  <a:lnTo>
                    <a:pt x="1532" y="5870"/>
                  </a:lnTo>
                  <a:lnTo>
                    <a:pt x="30" y="11797"/>
                  </a:lnTo>
                  <a:lnTo>
                    <a:pt x="30" y="11797"/>
                  </a:lnTo>
                  <a:cubicBezTo>
                    <a:pt x="42" y="11783"/>
                    <a:pt x="59" y="11772"/>
                    <a:pt x="80" y="11764"/>
                  </a:cubicBezTo>
                  <a:lnTo>
                    <a:pt x="377" y="11597"/>
                  </a:lnTo>
                  <a:lnTo>
                    <a:pt x="1782" y="6037"/>
                  </a:lnTo>
                  <a:lnTo>
                    <a:pt x="1854" y="5739"/>
                  </a:lnTo>
                  <a:lnTo>
                    <a:pt x="2449" y="3382"/>
                  </a:lnTo>
                  <a:lnTo>
                    <a:pt x="2521" y="3072"/>
                  </a:lnTo>
                  <a:lnTo>
                    <a:pt x="3294" y="0"/>
                  </a:lnTo>
                  <a:close/>
                  <a:moveTo>
                    <a:pt x="30" y="11797"/>
                  </a:moveTo>
                  <a:cubicBezTo>
                    <a:pt x="8" y="11821"/>
                    <a:pt x="1" y="11852"/>
                    <a:pt x="8" y="11883"/>
                  </a:cubicBezTo>
                  <a:lnTo>
                    <a:pt x="30" y="11797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2" name="Google Shape;17472;p134"/>
            <p:cNvSpPr/>
            <p:nvPr/>
          </p:nvSpPr>
          <p:spPr>
            <a:xfrm>
              <a:off x="5722725" y="3610700"/>
              <a:ext cx="32775" cy="47350"/>
            </a:xfrm>
            <a:custGeom>
              <a:avLst/>
              <a:gdLst/>
              <a:ahLst/>
              <a:cxnLst/>
              <a:rect l="l" t="t" r="r" b="b"/>
              <a:pathLst>
                <a:path w="1311" h="1894" extrusionOk="0">
                  <a:moveTo>
                    <a:pt x="1" y="0"/>
                  </a:moveTo>
                  <a:lnTo>
                    <a:pt x="1048" y="1893"/>
                  </a:lnTo>
                  <a:cubicBezTo>
                    <a:pt x="1120" y="1822"/>
                    <a:pt x="1215" y="1774"/>
                    <a:pt x="1310" y="1762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3" name="Google Shape;17473;p134"/>
            <p:cNvSpPr/>
            <p:nvPr/>
          </p:nvSpPr>
          <p:spPr>
            <a:xfrm>
              <a:off x="5759625" y="3674100"/>
              <a:ext cx="51525" cy="86350"/>
            </a:xfrm>
            <a:custGeom>
              <a:avLst/>
              <a:gdLst/>
              <a:ahLst/>
              <a:cxnLst/>
              <a:rect l="l" t="t" r="r" b="b"/>
              <a:pathLst>
                <a:path w="2061" h="3454" extrusionOk="0">
                  <a:moveTo>
                    <a:pt x="251" y="0"/>
                  </a:moveTo>
                  <a:cubicBezTo>
                    <a:pt x="191" y="72"/>
                    <a:pt x="108" y="131"/>
                    <a:pt x="1" y="143"/>
                  </a:cubicBezTo>
                  <a:lnTo>
                    <a:pt x="1799" y="3453"/>
                  </a:lnTo>
                  <a:lnTo>
                    <a:pt x="2061" y="3298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4" name="Google Shape;17474;p134"/>
            <p:cNvSpPr/>
            <p:nvPr/>
          </p:nvSpPr>
          <p:spPr>
            <a:xfrm>
              <a:off x="5811425" y="3763100"/>
              <a:ext cx="102425" cy="186350"/>
            </a:xfrm>
            <a:custGeom>
              <a:avLst/>
              <a:gdLst/>
              <a:ahLst/>
              <a:cxnLst/>
              <a:rect l="l" t="t" r="r" b="b"/>
              <a:pathLst>
                <a:path w="4097" h="7454" extrusionOk="0">
                  <a:moveTo>
                    <a:pt x="120" y="0"/>
                  </a:moveTo>
                  <a:lnTo>
                    <a:pt x="1" y="84"/>
                  </a:lnTo>
                  <a:cubicBezTo>
                    <a:pt x="132" y="119"/>
                    <a:pt x="227" y="250"/>
                    <a:pt x="203" y="393"/>
                  </a:cubicBezTo>
                  <a:cubicBezTo>
                    <a:pt x="191" y="476"/>
                    <a:pt x="167" y="536"/>
                    <a:pt x="108" y="560"/>
                  </a:cubicBezTo>
                  <a:lnTo>
                    <a:pt x="3811" y="7394"/>
                  </a:lnTo>
                  <a:lnTo>
                    <a:pt x="3834" y="7453"/>
                  </a:lnTo>
                  <a:cubicBezTo>
                    <a:pt x="3894" y="7382"/>
                    <a:pt x="4001" y="7334"/>
                    <a:pt x="4096" y="7299"/>
                  </a:cubicBezTo>
                  <a:lnTo>
                    <a:pt x="12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5" name="Google Shape;17475;p134"/>
            <p:cNvSpPr/>
            <p:nvPr/>
          </p:nvSpPr>
          <p:spPr>
            <a:xfrm>
              <a:off x="5767375" y="3647600"/>
              <a:ext cx="243200" cy="24725"/>
            </a:xfrm>
            <a:custGeom>
              <a:avLst/>
              <a:gdLst/>
              <a:ahLst/>
              <a:cxnLst/>
              <a:rect l="l" t="t" r="r" b="b"/>
              <a:pathLst>
                <a:path w="9728" h="989" extrusionOk="0">
                  <a:moveTo>
                    <a:pt x="9728" y="1"/>
                  </a:moveTo>
                  <a:lnTo>
                    <a:pt x="60" y="691"/>
                  </a:lnTo>
                  <a:cubicBezTo>
                    <a:pt x="84" y="727"/>
                    <a:pt x="84" y="774"/>
                    <a:pt x="60" y="822"/>
                  </a:cubicBezTo>
                  <a:cubicBezTo>
                    <a:pt x="48" y="882"/>
                    <a:pt x="36" y="929"/>
                    <a:pt x="1" y="965"/>
                  </a:cubicBezTo>
                  <a:cubicBezTo>
                    <a:pt x="12" y="965"/>
                    <a:pt x="36" y="989"/>
                    <a:pt x="60" y="989"/>
                  </a:cubicBezTo>
                  <a:lnTo>
                    <a:pt x="9097" y="346"/>
                  </a:lnTo>
                  <a:lnTo>
                    <a:pt x="972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6" name="Google Shape;17476;p134"/>
            <p:cNvSpPr/>
            <p:nvPr/>
          </p:nvSpPr>
          <p:spPr>
            <a:xfrm>
              <a:off x="6011150" y="3652075"/>
              <a:ext cx="80100" cy="97650"/>
            </a:xfrm>
            <a:custGeom>
              <a:avLst/>
              <a:gdLst/>
              <a:ahLst/>
              <a:cxnLst/>
              <a:rect l="l" t="t" r="r" b="b"/>
              <a:pathLst>
                <a:path w="3204" h="3906" extrusionOk="0">
                  <a:moveTo>
                    <a:pt x="251" y="0"/>
                  </a:moveTo>
                  <a:lnTo>
                    <a:pt x="1" y="155"/>
                  </a:lnTo>
                  <a:lnTo>
                    <a:pt x="3013" y="3905"/>
                  </a:lnTo>
                  <a:lnTo>
                    <a:pt x="3204" y="3667"/>
                  </a:lnTo>
                  <a:lnTo>
                    <a:pt x="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7" name="Google Shape;17477;p134"/>
            <p:cNvSpPr/>
            <p:nvPr/>
          </p:nvSpPr>
          <p:spPr>
            <a:xfrm>
              <a:off x="6091225" y="3749700"/>
              <a:ext cx="73550" cy="93200"/>
            </a:xfrm>
            <a:custGeom>
              <a:avLst/>
              <a:gdLst/>
              <a:ahLst/>
              <a:cxnLst/>
              <a:rect l="l" t="t" r="r" b="b"/>
              <a:pathLst>
                <a:path w="2942" h="3728" extrusionOk="0">
                  <a:moveTo>
                    <a:pt x="191" y="0"/>
                  </a:moveTo>
                  <a:lnTo>
                    <a:pt x="1" y="239"/>
                  </a:lnTo>
                  <a:lnTo>
                    <a:pt x="2810" y="3727"/>
                  </a:lnTo>
                  <a:cubicBezTo>
                    <a:pt x="2798" y="3691"/>
                    <a:pt x="2798" y="3656"/>
                    <a:pt x="2810" y="3608"/>
                  </a:cubicBezTo>
                  <a:cubicBezTo>
                    <a:pt x="2822" y="3525"/>
                    <a:pt x="2870" y="3465"/>
                    <a:pt x="2941" y="341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8" name="Google Shape;17478;p134"/>
            <p:cNvSpPr/>
            <p:nvPr/>
          </p:nvSpPr>
          <p:spPr>
            <a:xfrm>
              <a:off x="6167125" y="3845850"/>
              <a:ext cx="108675" cy="131575"/>
            </a:xfrm>
            <a:custGeom>
              <a:avLst/>
              <a:gdLst/>
              <a:ahLst/>
              <a:cxnLst/>
              <a:rect l="l" t="t" r="r" b="b"/>
              <a:pathLst>
                <a:path w="4347" h="5263" extrusionOk="0">
                  <a:moveTo>
                    <a:pt x="263" y="0"/>
                  </a:moveTo>
                  <a:lnTo>
                    <a:pt x="215" y="36"/>
                  </a:lnTo>
                  <a:cubicBezTo>
                    <a:pt x="191" y="48"/>
                    <a:pt x="155" y="60"/>
                    <a:pt x="120" y="72"/>
                  </a:cubicBezTo>
                  <a:lnTo>
                    <a:pt x="1" y="131"/>
                  </a:lnTo>
                  <a:lnTo>
                    <a:pt x="4108" y="5263"/>
                  </a:lnTo>
                  <a:cubicBezTo>
                    <a:pt x="4168" y="5179"/>
                    <a:pt x="4251" y="5120"/>
                    <a:pt x="4346" y="5084"/>
                  </a:cubicBez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9" name="Google Shape;17479;p134"/>
            <p:cNvSpPr/>
            <p:nvPr/>
          </p:nvSpPr>
          <p:spPr>
            <a:xfrm>
              <a:off x="5539375" y="3610700"/>
              <a:ext cx="553650" cy="299750"/>
            </a:xfrm>
            <a:custGeom>
              <a:avLst/>
              <a:gdLst/>
              <a:ahLst/>
              <a:cxnLst/>
              <a:rect l="l" t="t" r="r" b="b"/>
              <a:pathLst>
                <a:path w="22146" h="11990" extrusionOk="0">
                  <a:moveTo>
                    <a:pt x="21539" y="0"/>
                  </a:moveTo>
                  <a:lnTo>
                    <a:pt x="18848" y="1477"/>
                  </a:lnTo>
                  <a:lnTo>
                    <a:pt x="18217" y="1822"/>
                  </a:lnTo>
                  <a:lnTo>
                    <a:pt x="10859" y="5834"/>
                  </a:lnTo>
                  <a:lnTo>
                    <a:pt x="10609" y="5989"/>
                  </a:lnTo>
                  <a:lnTo>
                    <a:pt x="6239" y="8382"/>
                  </a:lnTo>
                  <a:lnTo>
                    <a:pt x="5942" y="8549"/>
                  </a:lnTo>
                  <a:lnTo>
                    <a:pt x="369" y="11597"/>
                  </a:lnTo>
                  <a:lnTo>
                    <a:pt x="72" y="11764"/>
                  </a:lnTo>
                  <a:cubicBezTo>
                    <a:pt x="24" y="11787"/>
                    <a:pt x="0" y="11835"/>
                    <a:pt x="0" y="11895"/>
                  </a:cubicBezTo>
                  <a:lnTo>
                    <a:pt x="84" y="11895"/>
                  </a:lnTo>
                  <a:cubicBezTo>
                    <a:pt x="167" y="11906"/>
                    <a:pt x="238" y="11942"/>
                    <a:pt x="298" y="11990"/>
                  </a:cubicBezTo>
                  <a:lnTo>
                    <a:pt x="6251" y="8727"/>
                  </a:lnTo>
                  <a:lnTo>
                    <a:pt x="6549" y="8561"/>
                  </a:lnTo>
                  <a:lnTo>
                    <a:pt x="7073" y="8263"/>
                  </a:lnTo>
                  <a:lnTo>
                    <a:pt x="7073" y="8239"/>
                  </a:lnTo>
                  <a:cubicBezTo>
                    <a:pt x="7093" y="8105"/>
                    <a:pt x="7213" y="8006"/>
                    <a:pt x="7330" y="8006"/>
                  </a:cubicBezTo>
                  <a:cubicBezTo>
                    <a:pt x="7348" y="8006"/>
                    <a:pt x="7365" y="8008"/>
                    <a:pt x="7382" y="8013"/>
                  </a:cubicBezTo>
                  <a:cubicBezTo>
                    <a:pt x="7418" y="8013"/>
                    <a:pt x="7442" y="8025"/>
                    <a:pt x="7454" y="8037"/>
                  </a:cubicBezTo>
                  <a:lnTo>
                    <a:pt x="10537" y="6358"/>
                  </a:lnTo>
                  <a:cubicBezTo>
                    <a:pt x="10579" y="6244"/>
                    <a:pt x="10684" y="6175"/>
                    <a:pt x="10797" y="6175"/>
                  </a:cubicBezTo>
                  <a:cubicBezTo>
                    <a:pt x="10813" y="6175"/>
                    <a:pt x="10830" y="6176"/>
                    <a:pt x="10847" y="6180"/>
                  </a:cubicBezTo>
                  <a:lnTo>
                    <a:pt x="10859" y="6180"/>
                  </a:lnTo>
                  <a:lnTo>
                    <a:pt x="11002" y="6108"/>
                  </a:lnTo>
                  <a:lnTo>
                    <a:pt x="18860" y="1810"/>
                  </a:lnTo>
                  <a:lnTo>
                    <a:pt x="19122" y="1655"/>
                  </a:lnTo>
                  <a:lnTo>
                    <a:pt x="221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0" name="Google Shape;17480;p134"/>
            <p:cNvSpPr/>
            <p:nvPr/>
          </p:nvSpPr>
          <p:spPr>
            <a:xfrm>
              <a:off x="5910250" y="3967875"/>
              <a:ext cx="8650" cy="4525"/>
            </a:xfrm>
            <a:custGeom>
              <a:avLst/>
              <a:gdLst/>
              <a:ahLst/>
              <a:cxnLst/>
              <a:rect l="l" t="t" r="r" b="b"/>
              <a:pathLst>
                <a:path w="346" h="181" extrusionOk="0">
                  <a:moveTo>
                    <a:pt x="24" y="1"/>
                  </a:moveTo>
                  <a:lnTo>
                    <a:pt x="24" y="1"/>
                  </a:lnTo>
                  <a:cubicBezTo>
                    <a:pt x="1" y="60"/>
                    <a:pt x="24" y="120"/>
                    <a:pt x="60" y="155"/>
                  </a:cubicBezTo>
                  <a:cubicBezTo>
                    <a:pt x="82" y="173"/>
                    <a:pt x="109" y="181"/>
                    <a:pt x="136" y="181"/>
                  </a:cubicBezTo>
                  <a:cubicBezTo>
                    <a:pt x="185" y="181"/>
                    <a:pt x="237" y="157"/>
                    <a:pt x="274" y="120"/>
                  </a:cubicBezTo>
                  <a:lnTo>
                    <a:pt x="346" y="24"/>
                  </a:lnTo>
                  <a:lnTo>
                    <a:pt x="346" y="24"/>
                  </a:lnTo>
                  <a:cubicBezTo>
                    <a:pt x="311" y="42"/>
                    <a:pt x="263" y="53"/>
                    <a:pt x="212" y="53"/>
                  </a:cubicBezTo>
                  <a:cubicBezTo>
                    <a:pt x="194" y="53"/>
                    <a:pt x="174" y="51"/>
                    <a:pt x="155" y="48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1" name="Google Shape;17481;p134"/>
            <p:cNvSpPr/>
            <p:nvPr/>
          </p:nvSpPr>
          <p:spPr>
            <a:xfrm>
              <a:off x="5925125" y="3610700"/>
              <a:ext cx="282500" cy="339050"/>
            </a:xfrm>
            <a:custGeom>
              <a:avLst/>
              <a:gdLst/>
              <a:ahLst/>
              <a:cxnLst/>
              <a:rect l="l" t="t" r="r" b="b"/>
              <a:pathLst>
                <a:path w="11300" h="13562" extrusionOk="0">
                  <a:moveTo>
                    <a:pt x="10931" y="0"/>
                  </a:moveTo>
                  <a:lnTo>
                    <a:pt x="6645" y="5322"/>
                  </a:lnTo>
                  <a:lnTo>
                    <a:pt x="6454" y="5560"/>
                  </a:lnTo>
                  <a:lnTo>
                    <a:pt x="1" y="13561"/>
                  </a:lnTo>
                  <a:lnTo>
                    <a:pt x="584" y="13311"/>
                  </a:lnTo>
                  <a:lnTo>
                    <a:pt x="6645" y="5799"/>
                  </a:lnTo>
                  <a:lnTo>
                    <a:pt x="6835" y="5560"/>
                  </a:lnTo>
                  <a:lnTo>
                    <a:pt x="1130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2" name="Google Shape;17482;p134"/>
            <p:cNvSpPr/>
            <p:nvPr/>
          </p:nvSpPr>
          <p:spPr>
            <a:xfrm>
              <a:off x="6413300" y="3610700"/>
              <a:ext cx="111625" cy="99125"/>
            </a:xfrm>
            <a:custGeom>
              <a:avLst/>
              <a:gdLst/>
              <a:ahLst/>
              <a:cxnLst/>
              <a:rect l="l" t="t" r="r" b="b"/>
              <a:pathLst>
                <a:path w="4465" h="3965" extrusionOk="0">
                  <a:moveTo>
                    <a:pt x="0" y="0"/>
                  </a:moveTo>
                  <a:lnTo>
                    <a:pt x="4263" y="3965"/>
                  </a:lnTo>
                  <a:cubicBezTo>
                    <a:pt x="4310" y="3894"/>
                    <a:pt x="4382" y="3810"/>
                    <a:pt x="4465" y="3774"/>
                  </a:cubicBezTo>
                  <a:lnTo>
                    <a:pt x="44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3" name="Google Shape;17483;p134"/>
            <p:cNvSpPr/>
            <p:nvPr/>
          </p:nvSpPr>
          <p:spPr>
            <a:xfrm>
              <a:off x="6404950" y="3728850"/>
              <a:ext cx="119975" cy="132500"/>
            </a:xfrm>
            <a:custGeom>
              <a:avLst/>
              <a:gdLst/>
              <a:ahLst/>
              <a:cxnLst/>
              <a:rect l="l" t="t" r="r" b="b"/>
              <a:pathLst>
                <a:path w="4799" h="5300" extrusionOk="0">
                  <a:moveTo>
                    <a:pt x="4585" y="1"/>
                  </a:moveTo>
                  <a:lnTo>
                    <a:pt x="1" y="4918"/>
                  </a:lnTo>
                  <a:lnTo>
                    <a:pt x="36" y="5299"/>
                  </a:lnTo>
                  <a:lnTo>
                    <a:pt x="4799" y="191"/>
                  </a:lnTo>
                  <a:cubicBezTo>
                    <a:pt x="4716" y="144"/>
                    <a:pt x="4644" y="72"/>
                    <a:pt x="4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4" name="Google Shape;17484;p134"/>
            <p:cNvSpPr/>
            <p:nvPr/>
          </p:nvSpPr>
          <p:spPr>
            <a:xfrm>
              <a:off x="6291250" y="3858950"/>
              <a:ext cx="108375" cy="119975"/>
            </a:xfrm>
            <a:custGeom>
              <a:avLst/>
              <a:gdLst/>
              <a:ahLst/>
              <a:cxnLst/>
              <a:rect l="l" t="t" r="r" b="b"/>
              <a:pathLst>
                <a:path w="4335" h="4799" extrusionOk="0">
                  <a:moveTo>
                    <a:pt x="4287" y="0"/>
                  </a:moveTo>
                  <a:lnTo>
                    <a:pt x="1" y="4596"/>
                  </a:lnTo>
                  <a:cubicBezTo>
                    <a:pt x="84" y="4643"/>
                    <a:pt x="155" y="4715"/>
                    <a:pt x="203" y="4798"/>
                  </a:cubicBezTo>
                  <a:lnTo>
                    <a:pt x="262" y="4762"/>
                  </a:lnTo>
                  <a:lnTo>
                    <a:pt x="4334" y="369"/>
                  </a:lnTo>
                  <a:lnTo>
                    <a:pt x="4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5" name="Google Shape;17485;p134"/>
            <p:cNvSpPr/>
            <p:nvPr/>
          </p:nvSpPr>
          <p:spPr>
            <a:xfrm>
              <a:off x="6172200" y="3745825"/>
              <a:ext cx="206875" cy="100625"/>
            </a:xfrm>
            <a:custGeom>
              <a:avLst/>
              <a:gdLst/>
              <a:ahLst/>
              <a:cxnLst/>
              <a:rect l="l" t="t" r="r" b="b"/>
              <a:pathLst>
                <a:path w="8275" h="4025" extrusionOk="0">
                  <a:moveTo>
                    <a:pt x="8168" y="1"/>
                  </a:moveTo>
                  <a:lnTo>
                    <a:pt x="4893" y="1477"/>
                  </a:lnTo>
                  <a:cubicBezTo>
                    <a:pt x="4917" y="1525"/>
                    <a:pt x="4917" y="1548"/>
                    <a:pt x="4893" y="1596"/>
                  </a:cubicBezTo>
                  <a:cubicBezTo>
                    <a:pt x="4871" y="1731"/>
                    <a:pt x="4753" y="1823"/>
                    <a:pt x="4610" y="1823"/>
                  </a:cubicBezTo>
                  <a:cubicBezTo>
                    <a:pt x="4601" y="1823"/>
                    <a:pt x="4593" y="1823"/>
                    <a:pt x="4584" y="1822"/>
                  </a:cubicBezTo>
                  <a:cubicBezTo>
                    <a:pt x="4512" y="1798"/>
                    <a:pt x="4441" y="1763"/>
                    <a:pt x="4405" y="1703"/>
                  </a:cubicBezTo>
                  <a:lnTo>
                    <a:pt x="60" y="3668"/>
                  </a:lnTo>
                  <a:cubicBezTo>
                    <a:pt x="95" y="3727"/>
                    <a:pt x="107" y="3787"/>
                    <a:pt x="107" y="3858"/>
                  </a:cubicBezTo>
                  <a:cubicBezTo>
                    <a:pt x="98" y="3914"/>
                    <a:pt x="74" y="3963"/>
                    <a:pt x="36" y="3998"/>
                  </a:cubicBezTo>
                  <a:lnTo>
                    <a:pt x="36" y="3998"/>
                  </a:lnTo>
                  <a:lnTo>
                    <a:pt x="48" y="3989"/>
                  </a:lnTo>
                  <a:lnTo>
                    <a:pt x="8275" y="274"/>
                  </a:lnTo>
                  <a:cubicBezTo>
                    <a:pt x="8215" y="191"/>
                    <a:pt x="8168" y="96"/>
                    <a:pt x="8168" y="1"/>
                  </a:cubicBezTo>
                  <a:close/>
                  <a:moveTo>
                    <a:pt x="36" y="3998"/>
                  </a:moveTo>
                  <a:lnTo>
                    <a:pt x="0" y="4025"/>
                  </a:lnTo>
                  <a:cubicBezTo>
                    <a:pt x="13" y="4017"/>
                    <a:pt x="25" y="4008"/>
                    <a:pt x="36" y="3998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6" name="Google Shape;17486;p134"/>
            <p:cNvSpPr/>
            <p:nvPr/>
          </p:nvSpPr>
          <p:spPr>
            <a:xfrm>
              <a:off x="5924825" y="3842875"/>
              <a:ext cx="244400" cy="112525"/>
            </a:xfrm>
            <a:custGeom>
              <a:avLst/>
              <a:gdLst/>
              <a:ahLst/>
              <a:cxnLst/>
              <a:rect l="l" t="t" r="r" b="b"/>
              <a:pathLst>
                <a:path w="9776" h="4501" extrusionOk="0">
                  <a:moveTo>
                    <a:pt x="9776" y="179"/>
                  </a:moveTo>
                  <a:lnTo>
                    <a:pt x="9744" y="195"/>
                  </a:lnTo>
                  <a:lnTo>
                    <a:pt x="9744" y="195"/>
                  </a:lnTo>
                  <a:cubicBezTo>
                    <a:pt x="9757" y="192"/>
                    <a:pt x="9768" y="187"/>
                    <a:pt x="9776" y="179"/>
                  </a:cubicBezTo>
                  <a:close/>
                  <a:moveTo>
                    <a:pt x="9454" y="0"/>
                  </a:moveTo>
                  <a:lnTo>
                    <a:pt x="584" y="4024"/>
                  </a:lnTo>
                  <a:lnTo>
                    <a:pt x="1" y="4274"/>
                  </a:lnTo>
                  <a:cubicBezTo>
                    <a:pt x="49" y="4334"/>
                    <a:pt x="84" y="4405"/>
                    <a:pt x="108" y="4489"/>
                  </a:cubicBezTo>
                  <a:lnTo>
                    <a:pt x="227" y="4501"/>
                  </a:lnTo>
                  <a:lnTo>
                    <a:pt x="9657" y="238"/>
                  </a:lnTo>
                  <a:lnTo>
                    <a:pt x="9744" y="195"/>
                  </a:lnTo>
                  <a:lnTo>
                    <a:pt x="9744" y="195"/>
                  </a:lnTo>
                  <a:cubicBezTo>
                    <a:pt x="9738" y="196"/>
                    <a:pt x="9732" y="197"/>
                    <a:pt x="9725" y="197"/>
                  </a:cubicBezTo>
                  <a:cubicBezTo>
                    <a:pt x="9705" y="197"/>
                    <a:pt x="9681" y="191"/>
                    <a:pt x="9657" y="179"/>
                  </a:cubicBezTo>
                  <a:cubicBezTo>
                    <a:pt x="9562" y="167"/>
                    <a:pt x="9478" y="95"/>
                    <a:pt x="945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7" name="Google Shape;17487;p134"/>
            <p:cNvSpPr/>
            <p:nvPr/>
          </p:nvSpPr>
          <p:spPr>
            <a:xfrm>
              <a:off x="5926625" y="3955375"/>
              <a:ext cx="339650" cy="35450"/>
            </a:xfrm>
            <a:custGeom>
              <a:avLst/>
              <a:gdLst/>
              <a:ahLst/>
              <a:cxnLst/>
              <a:rect l="l" t="t" r="r" b="b"/>
              <a:pathLst>
                <a:path w="13586" h="1418" extrusionOk="0">
                  <a:moveTo>
                    <a:pt x="48" y="1"/>
                  </a:moveTo>
                  <a:lnTo>
                    <a:pt x="48" y="1"/>
                  </a:lnTo>
                  <a:cubicBezTo>
                    <a:pt x="60" y="60"/>
                    <a:pt x="60" y="108"/>
                    <a:pt x="48" y="167"/>
                  </a:cubicBezTo>
                  <a:lnTo>
                    <a:pt x="0" y="298"/>
                  </a:lnTo>
                  <a:lnTo>
                    <a:pt x="13573" y="1417"/>
                  </a:lnTo>
                  <a:cubicBezTo>
                    <a:pt x="13562" y="1334"/>
                    <a:pt x="13562" y="1263"/>
                    <a:pt x="13573" y="1191"/>
                  </a:cubicBezTo>
                  <a:cubicBezTo>
                    <a:pt x="13573" y="1156"/>
                    <a:pt x="13585" y="1144"/>
                    <a:pt x="13585" y="1120"/>
                  </a:cubicBezTo>
                  <a:lnTo>
                    <a:pt x="167" y="1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8" name="Google Shape;17488;p134"/>
            <p:cNvSpPr/>
            <p:nvPr/>
          </p:nvSpPr>
          <p:spPr>
            <a:xfrm>
              <a:off x="5920375" y="3963425"/>
              <a:ext cx="554850" cy="615875"/>
            </a:xfrm>
            <a:custGeom>
              <a:avLst/>
              <a:gdLst/>
              <a:ahLst/>
              <a:cxnLst/>
              <a:rect l="l" t="t" r="r" b="b"/>
              <a:pathLst>
                <a:path w="22194" h="24635" extrusionOk="0">
                  <a:moveTo>
                    <a:pt x="227" y="0"/>
                  </a:moveTo>
                  <a:cubicBezTo>
                    <a:pt x="167" y="95"/>
                    <a:pt x="96" y="155"/>
                    <a:pt x="0" y="202"/>
                  </a:cubicBezTo>
                  <a:lnTo>
                    <a:pt x="21967" y="24634"/>
                  </a:lnTo>
                  <a:cubicBezTo>
                    <a:pt x="22027" y="24563"/>
                    <a:pt x="22098" y="24491"/>
                    <a:pt x="22194" y="24444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9" name="Google Shape;17489;p134"/>
            <p:cNvSpPr/>
            <p:nvPr/>
          </p:nvSpPr>
          <p:spPr>
            <a:xfrm>
              <a:off x="6287975" y="3999125"/>
              <a:ext cx="141700" cy="223275"/>
            </a:xfrm>
            <a:custGeom>
              <a:avLst/>
              <a:gdLst/>
              <a:ahLst/>
              <a:cxnLst/>
              <a:rect l="l" t="t" r="r" b="b"/>
              <a:pathLst>
                <a:path w="5668" h="8931" extrusionOk="0">
                  <a:moveTo>
                    <a:pt x="251" y="1"/>
                  </a:moveTo>
                  <a:cubicBezTo>
                    <a:pt x="179" y="84"/>
                    <a:pt x="108" y="120"/>
                    <a:pt x="1" y="168"/>
                  </a:cubicBezTo>
                  <a:lnTo>
                    <a:pt x="5418" y="8931"/>
                  </a:lnTo>
                  <a:cubicBezTo>
                    <a:pt x="5489" y="8871"/>
                    <a:pt x="5585" y="8811"/>
                    <a:pt x="5668" y="8788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0" name="Google Shape;17490;p134"/>
            <p:cNvSpPr/>
            <p:nvPr/>
          </p:nvSpPr>
          <p:spPr>
            <a:xfrm>
              <a:off x="6385000" y="3756250"/>
              <a:ext cx="29800" cy="175050"/>
            </a:xfrm>
            <a:custGeom>
              <a:avLst/>
              <a:gdLst/>
              <a:ahLst/>
              <a:cxnLst/>
              <a:rect l="l" t="t" r="r" b="b"/>
              <a:pathLst>
                <a:path w="1192" h="7002" extrusionOk="0">
                  <a:moveTo>
                    <a:pt x="287" y="0"/>
                  </a:moveTo>
                  <a:cubicBezTo>
                    <a:pt x="233" y="27"/>
                    <a:pt x="180" y="41"/>
                    <a:pt x="116" y="41"/>
                  </a:cubicBezTo>
                  <a:cubicBezTo>
                    <a:pt x="95" y="41"/>
                    <a:pt x="72" y="39"/>
                    <a:pt x="49" y="36"/>
                  </a:cubicBezTo>
                  <a:cubicBezTo>
                    <a:pt x="37" y="36"/>
                    <a:pt x="25" y="12"/>
                    <a:pt x="1" y="12"/>
                  </a:cubicBezTo>
                  <a:lnTo>
                    <a:pt x="537" y="4108"/>
                  </a:lnTo>
                  <a:lnTo>
                    <a:pt x="584" y="4477"/>
                  </a:lnTo>
                  <a:lnTo>
                    <a:pt x="918" y="7001"/>
                  </a:lnTo>
                  <a:lnTo>
                    <a:pt x="1192" y="6882"/>
                  </a:lnTo>
                  <a:lnTo>
                    <a:pt x="834" y="4203"/>
                  </a:lnTo>
                  <a:lnTo>
                    <a:pt x="799" y="3822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1" name="Google Shape;17491;p134"/>
            <p:cNvSpPr/>
            <p:nvPr/>
          </p:nvSpPr>
          <p:spPr>
            <a:xfrm>
              <a:off x="6414775" y="3936025"/>
              <a:ext cx="1525" cy="1825"/>
            </a:xfrm>
            <a:custGeom>
              <a:avLst/>
              <a:gdLst/>
              <a:ahLst/>
              <a:cxnLst/>
              <a:rect l="l" t="t" r="r" b="b"/>
              <a:pathLst>
                <a:path w="61" h="73" extrusionOk="0">
                  <a:moveTo>
                    <a:pt x="48" y="1"/>
                  </a:moveTo>
                  <a:lnTo>
                    <a:pt x="1" y="13"/>
                  </a:lnTo>
                  <a:cubicBezTo>
                    <a:pt x="24" y="25"/>
                    <a:pt x="48" y="48"/>
                    <a:pt x="60" y="72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2" name="Google Shape;17492;p134"/>
            <p:cNvSpPr/>
            <p:nvPr/>
          </p:nvSpPr>
          <p:spPr>
            <a:xfrm>
              <a:off x="6410025" y="3943775"/>
              <a:ext cx="42875" cy="272675"/>
            </a:xfrm>
            <a:custGeom>
              <a:avLst/>
              <a:gdLst/>
              <a:ahLst/>
              <a:cxnLst/>
              <a:rect l="l" t="t" r="r" b="b"/>
              <a:pathLst>
                <a:path w="1715" h="10907" extrusionOk="0">
                  <a:moveTo>
                    <a:pt x="298" y="0"/>
                  </a:moveTo>
                  <a:cubicBezTo>
                    <a:pt x="243" y="111"/>
                    <a:pt x="146" y="180"/>
                    <a:pt x="28" y="180"/>
                  </a:cubicBezTo>
                  <a:cubicBezTo>
                    <a:pt x="19" y="180"/>
                    <a:pt x="10" y="180"/>
                    <a:pt x="0" y="179"/>
                  </a:cubicBezTo>
                  <a:lnTo>
                    <a:pt x="0" y="179"/>
                  </a:lnTo>
                  <a:lnTo>
                    <a:pt x="1405" y="10871"/>
                  </a:lnTo>
                  <a:cubicBezTo>
                    <a:pt x="1465" y="10871"/>
                    <a:pt x="1524" y="10871"/>
                    <a:pt x="1596" y="10883"/>
                  </a:cubicBezTo>
                  <a:cubicBezTo>
                    <a:pt x="1619" y="10883"/>
                    <a:pt x="1655" y="10894"/>
                    <a:pt x="1703" y="10906"/>
                  </a:cubicBezTo>
                  <a:cubicBezTo>
                    <a:pt x="1715" y="10894"/>
                    <a:pt x="1715" y="10871"/>
                    <a:pt x="1715" y="10835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3" name="Google Shape;17493;p134"/>
            <p:cNvSpPr/>
            <p:nvPr/>
          </p:nvSpPr>
          <p:spPr>
            <a:xfrm>
              <a:off x="6296300" y="3868175"/>
              <a:ext cx="262875" cy="117600"/>
            </a:xfrm>
            <a:custGeom>
              <a:avLst/>
              <a:gdLst/>
              <a:ahLst/>
              <a:cxnLst/>
              <a:rect l="l" t="t" r="r" b="b"/>
              <a:pathLst>
                <a:path w="10515" h="4704" extrusionOk="0">
                  <a:moveTo>
                    <a:pt x="10395" y="0"/>
                  </a:moveTo>
                  <a:lnTo>
                    <a:pt x="4763" y="2381"/>
                  </a:lnTo>
                  <a:lnTo>
                    <a:pt x="4478" y="2500"/>
                  </a:lnTo>
                  <a:lnTo>
                    <a:pt x="60" y="4382"/>
                  </a:lnTo>
                  <a:lnTo>
                    <a:pt x="1" y="4429"/>
                  </a:lnTo>
                  <a:cubicBezTo>
                    <a:pt x="60" y="4513"/>
                    <a:pt x="84" y="4608"/>
                    <a:pt x="96" y="4703"/>
                  </a:cubicBezTo>
                  <a:lnTo>
                    <a:pt x="4299" y="2917"/>
                  </a:lnTo>
                  <a:lnTo>
                    <a:pt x="4299" y="2893"/>
                  </a:lnTo>
                  <a:cubicBezTo>
                    <a:pt x="4321" y="2748"/>
                    <a:pt x="4459" y="2666"/>
                    <a:pt x="4584" y="2666"/>
                  </a:cubicBezTo>
                  <a:cubicBezTo>
                    <a:pt x="4592" y="2666"/>
                    <a:pt x="4600" y="2666"/>
                    <a:pt x="4609" y="2667"/>
                  </a:cubicBezTo>
                  <a:cubicBezTo>
                    <a:pt x="4656" y="2679"/>
                    <a:pt x="4704" y="2703"/>
                    <a:pt x="4728" y="2727"/>
                  </a:cubicBezTo>
                  <a:lnTo>
                    <a:pt x="4775" y="2715"/>
                  </a:lnTo>
                  <a:lnTo>
                    <a:pt x="10514" y="274"/>
                  </a:lnTo>
                  <a:lnTo>
                    <a:pt x="10443" y="226"/>
                  </a:lnTo>
                  <a:cubicBezTo>
                    <a:pt x="10431" y="226"/>
                    <a:pt x="10431" y="214"/>
                    <a:pt x="10431" y="214"/>
                  </a:cubicBezTo>
                  <a:lnTo>
                    <a:pt x="10431" y="191"/>
                  </a:lnTo>
                  <a:cubicBezTo>
                    <a:pt x="10431" y="191"/>
                    <a:pt x="10431" y="179"/>
                    <a:pt x="10419" y="179"/>
                  </a:cubicBezTo>
                  <a:lnTo>
                    <a:pt x="10419" y="167"/>
                  </a:lnTo>
                  <a:lnTo>
                    <a:pt x="10419" y="155"/>
                  </a:lnTo>
                  <a:lnTo>
                    <a:pt x="10419" y="131"/>
                  </a:lnTo>
                  <a:lnTo>
                    <a:pt x="10419" y="119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4" name="Google Shape;17494;p134"/>
            <p:cNvSpPr/>
            <p:nvPr/>
          </p:nvSpPr>
          <p:spPr>
            <a:xfrm>
              <a:off x="6562125" y="3681225"/>
              <a:ext cx="131575" cy="189050"/>
            </a:xfrm>
            <a:custGeom>
              <a:avLst/>
              <a:gdLst/>
              <a:ahLst/>
              <a:cxnLst/>
              <a:rect l="l" t="t" r="r" b="b"/>
              <a:pathLst>
                <a:path w="5263" h="7562" extrusionOk="0">
                  <a:moveTo>
                    <a:pt x="5263" y="1"/>
                  </a:moveTo>
                  <a:lnTo>
                    <a:pt x="0" y="7216"/>
                  </a:lnTo>
                  <a:lnTo>
                    <a:pt x="48" y="7502"/>
                  </a:lnTo>
                  <a:lnTo>
                    <a:pt x="119" y="7561"/>
                  </a:lnTo>
                  <a:lnTo>
                    <a:pt x="5263" y="501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5" name="Google Shape;17495;p134"/>
            <p:cNvSpPr/>
            <p:nvPr/>
          </p:nvSpPr>
          <p:spPr>
            <a:xfrm>
              <a:off x="6533550" y="3734225"/>
              <a:ext cx="29775" cy="137825"/>
            </a:xfrm>
            <a:custGeom>
              <a:avLst/>
              <a:gdLst/>
              <a:ahLst/>
              <a:cxnLst/>
              <a:rect l="l" t="t" r="r" b="b"/>
              <a:pathLst>
                <a:path w="1191" h="5513" extrusionOk="0">
                  <a:moveTo>
                    <a:pt x="286" y="0"/>
                  </a:moveTo>
                  <a:cubicBezTo>
                    <a:pt x="191" y="48"/>
                    <a:pt x="107" y="84"/>
                    <a:pt x="0" y="84"/>
                  </a:cubicBezTo>
                  <a:lnTo>
                    <a:pt x="893" y="5382"/>
                  </a:lnTo>
                  <a:lnTo>
                    <a:pt x="901" y="5464"/>
                  </a:lnTo>
                  <a:lnTo>
                    <a:pt x="901" y="5464"/>
                  </a:lnTo>
                  <a:cubicBezTo>
                    <a:pt x="904" y="5435"/>
                    <a:pt x="918" y="5409"/>
                    <a:pt x="941" y="5394"/>
                  </a:cubicBezTo>
                  <a:cubicBezTo>
                    <a:pt x="971" y="5356"/>
                    <a:pt x="1016" y="5327"/>
                    <a:pt x="1063" y="5327"/>
                  </a:cubicBezTo>
                  <a:cubicBezTo>
                    <a:pt x="1090" y="5327"/>
                    <a:pt x="1117" y="5337"/>
                    <a:pt x="1143" y="5358"/>
                  </a:cubicBezTo>
                  <a:lnTo>
                    <a:pt x="1191" y="5394"/>
                  </a:lnTo>
                  <a:lnTo>
                    <a:pt x="1143" y="5108"/>
                  </a:lnTo>
                  <a:lnTo>
                    <a:pt x="286" y="0"/>
                  </a:lnTo>
                  <a:close/>
                  <a:moveTo>
                    <a:pt x="901" y="5464"/>
                  </a:moveTo>
                  <a:lnTo>
                    <a:pt x="901" y="5464"/>
                  </a:lnTo>
                  <a:cubicBezTo>
                    <a:pt x="900" y="5479"/>
                    <a:pt x="901" y="5496"/>
                    <a:pt x="905" y="5513"/>
                  </a:cubicBezTo>
                  <a:lnTo>
                    <a:pt x="905" y="5501"/>
                  </a:lnTo>
                  <a:lnTo>
                    <a:pt x="901" y="546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6" name="Google Shape;17496;p134"/>
            <p:cNvSpPr/>
            <p:nvPr/>
          </p:nvSpPr>
          <p:spPr>
            <a:xfrm>
              <a:off x="6557650" y="3873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7" name="Google Shape;17497;p134"/>
            <p:cNvSpPr/>
            <p:nvPr/>
          </p:nvSpPr>
          <p:spPr>
            <a:xfrm>
              <a:off x="6679700" y="3952700"/>
              <a:ext cx="14000" cy="17300"/>
            </a:xfrm>
            <a:custGeom>
              <a:avLst/>
              <a:gdLst/>
              <a:ahLst/>
              <a:cxnLst/>
              <a:rect l="l" t="t" r="r" b="b"/>
              <a:pathLst>
                <a:path w="560" h="692" extrusionOk="0">
                  <a:moveTo>
                    <a:pt x="84" y="0"/>
                  </a:moveTo>
                  <a:lnTo>
                    <a:pt x="0" y="298"/>
                  </a:lnTo>
                  <a:lnTo>
                    <a:pt x="560" y="691"/>
                  </a:lnTo>
                  <a:lnTo>
                    <a:pt x="560" y="334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8" name="Google Shape;17498;p134"/>
            <p:cNvSpPr/>
            <p:nvPr/>
          </p:nvSpPr>
          <p:spPr>
            <a:xfrm>
              <a:off x="6555875" y="3867675"/>
              <a:ext cx="119375" cy="88025"/>
            </a:xfrm>
            <a:custGeom>
              <a:avLst/>
              <a:gdLst/>
              <a:ahLst/>
              <a:cxnLst/>
              <a:rect l="l" t="t" r="r" b="b"/>
              <a:pathLst>
                <a:path w="4775" h="3521" extrusionOk="0">
                  <a:moveTo>
                    <a:pt x="157" y="0"/>
                  </a:moveTo>
                  <a:cubicBezTo>
                    <a:pt x="107" y="0"/>
                    <a:pt x="54" y="19"/>
                    <a:pt x="24" y="56"/>
                  </a:cubicBezTo>
                  <a:cubicBezTo>
                    <a:pt x="0" y="80"/>
                    <a:pt x="0" y="127"/>
                    <a:pt x="0" y="175"/>
                  </a:cubicBezTo>
                  <a:cubicBezTo>
                    <a:pt x="4" y="171"/>
                    <a:pt x="6" y="170"/>
                    <a:pt x="8" y="170"/>
                  </a:cubicBezTo>
                  <a:cubicBezTo>
                    <a:pt x="12" y="170"/>
                    <a:pt x="12" y="178"/>
                    <a:pt x="12" y="187"/>
                  </a:cubicBezTo>
                  <a:cubicBezTo>
                    <a:pt x="24" y="199"/>
                    <a:pt x="24" y="199"/>
                    <a:pt x="24" y="222"/>
                  </a:cubicBezTo>
                  <a:cubicBezTo>
                    <a:pt x="24" y="222"/>
                    <a:pt x="24" y="234"/>
                    <a:pt x="48" y="234"/>
                  </a:cubicBezTo>
                  <a:lnTo>
                    <a:pt x="48" y="246"/>
                  </a:lnTo>
                  <a:lnTo>
                    <a:pt x="60" y="258"/>
                  </a:lnTo>
                  <a:lnTo>
                    <a:pt x="131" y="306"/>
                  </a:lnTo>
                  <a:lnTo>
                    <a:pt x="4691" y="3521"/>
                  </a:lnTo>
                  <a:lnTo>
                    <a:pt x="4775" y="3223"/>
                  </a:lnTo>
                  <a:lnTo>
                    <a:pt x="357" y="103"/>
                  </a:lnTo>
                  <a:lnTo>
                    <a:pt x="286" y="56"/>
                  </a:lnTo>
                  <a:lnTo>
                    <a:pt x="238" y="20"/>
                  </a:lnTo>
                  <a:cubicBezTo>
                    <a:pt x="216" y="7"/>
                    <a:pt x="187" y="0"/>
                    <a:pt x="1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9" name="Google Shape;17499;p134"/>
            <p:cNvSpPr/>
            <p:nvPr/>
          </p:nvSpPr>
          <p:spPr>
            <a:xfrm>
              <a:off x="6604375" y="4211350"/>
              <a:ext cx="3600" cy="2725"/>
            </a:xfrm>
            <a:custGeom>
              <a:avLst/>
              <a:gdLst/>
              <a:ahLst/>
              <a:cxnLst/>
              <a:rect l="l" t="t" r="r" b="b"/>
              <a:pathLst>
                <a:path w="144" h="109" extrusionOk="0">
                  <a:moveTo>
                    <a:pt x="25" y="1"/>
                  </a:moveTo>
                  <a:lnTo>
                    <a:pt x="1" y="108"/>
                  </a:lnTo>
                  <a:cubicBezTo>
                    <a:pt x="60" y="108"/>
                    <a:pt x="120" y="72"/>
                    <a:pt x="144" y="13"/>
                  </a:cubicBezTo>
                  <a:cubicBezTo>
                    <a:pt x="96" y="1"/>
                    <a:pt x="72" y="1"/>
                    <a:pt x="2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0" name="Google Shape;17500;p134"/>
            <p:cNvSpPr/>
            <p:nvPr/>
          </p:nvSpPr>
          <p:spPr>
            <a:xfrm>
              <a:off x="6613600" y="3885425"/>
              <a:ext cx="80400" cy="282800"/>
            </a:xfrm>
            <a:custGeom>
              <a:avLst/>
              <a:gdLst/>
              <a:ahLst/>
              <a:cxnLst/>
              <a:rect l="l" t="t" r="r" b="b"/>
              <a:pathLst>
                <a:path w="3216" h="11312" extrusionOk="0">
                  <a:moveTo>
                    <a:pt x="3216" y="1"/>
                  </a:moveTo>
                  <a:lnTo>
                    <a:pt x="2489" y="2525"/>
                  </a:lnTo>
                  <a:lnTo>
                    <a:pt x="2394" y="2811"/>
                  </a:lnTo>
                  <a:lnTo>
                    <a:pt x="1" y="11204"/>
                  </a:lnTo>
                  <a:cubicBezTo>
                    <a:pt x="108" y="11216"/>
                    <a:pt x="191" y="11252"/>
                    <a:pt x="287" y="11312"/>
                  </a:cubicBezTo>
                  <a:lnTo>
                    <a:pt x="2644" y="3001"/>
                  </a:lnTo>
                  <a:lnTo>
                    <a:pt x="2739" y="2703"/>
                  </a:lnTo>
                  <a:lnTo>
                    <a:pt x="3216" y="1072"/>
                  </a:lnTo>
                  <a:lnTo>
                    <a:pt x="321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1" name="Google Shape;17501;p134"/>
            <p:cNvSpPr/>
            <p:nvPr/>
          </p:nvSpPr>
          <p:spPr>
            <a:xfrm>
              <a:off x="6443950" y="4280425"/>
              <a:ext cx="42875" cy="292625"/>
            </a:xfrm>
            <a:custGeom>
              <a:avLst/>
              <a:gdLst/>
              <a:ahLst/>
              <a:cxnLst/>
              <a:rect l="l" t="t" r="r" b="b"/>
              <a:pathLst>
                <a:path w="1715" h="11705" extrusionOk="0">
                  <a:moveTo>
                    <a:pt x="298" y="0"/>
                  </a:moveTo>
                  <a:cubicBezTo>
                    <a:pt x="191" y="36"/>
                    <a:pt x="108" y="48"/>
                    <a:pt x="0" y="48"/>
                  </a:cubicBezTo>
                  <a:lnTo>
                    <a:pt x="1417" y="11704"/>
                  </a:lnTo>
                  <a:cubicBezTo>
                    <a:pt x="1475" y="11696"/>
                    <a:pt x="1538" y="11682"/>
                    <a:pt x="1599" y="11682"/>
                  </a:cubicBezTo>
                  <a:cubicBezTo>
                    <a:pt x="1626" y="11682"/>
                    <a:pt x="1653" y="11685"/>
                    <a:pt x="1679" y="11692"/>
                  </a:cubicBezTo>
                  <a:lnTo>
                    <a:pt x="1715" y="11692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2" name="Google Shape;17502;p134"/>
            <p:cNvSpPr/>
            <p:nvPr/>
          </p:nvSpPr>
          <p:spPr>
            <a:xfrm>
              <a:off x="6486800" y="4208675"/>
              <a:ext cx="118200" cy="365250"/>
            </a:xfrm>
            <a:custGeom>
              <a:avLst/>
              <a:gdLst/>
              <a:ahLst/>
              <a:cxnLst/>
              <a:rect l="l" t="t" r="r" b="b"/>
              <a:pathLst>
                <a:path w="4728" h="14610" extrusionOk="0">
                  <a:moveTo>
                    <a:pt x="4442" y="1"/>
                  </a:moveTo>
                  <a:lnTo>
                    <a:pt x="1" y="14574"/>
                  </a:lnTo>
                  <a:cubicBezTo>
                    <a:pt x="37" y="14586"/>
                    <a:pt x="84" y="14586"/>
                    <a:pt x="108" y="14610"/>
                  </a:cubicBezTo>
                  <a:lnTo>
                    <a:pt x="430" y="14181"/>
                  </a:lnTo>
                  <a:lnTo>
                    <a:pt x="4704" y="215"/>
                  </a:lnTo>
                  <a:lnTo>
                    <a:pt x="4728" y="108"/>
                  </a:lnTo>
                  <a:cubicBezTo>
                    <a:pt x="4621" y="96"/>
                    <a:pt x="4537" y="48"/>
                    <a:pt x="4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3" name="Google Shape;17503;p134"/>
            <p:cNvSpPr/>
            <p:nvPr/>
          </p:nvSpPr>
          <p:spPr>
            <a:xfrm>
              <a:off x="6475500" y="4189625"/>
              <a:ext cx="112550" cy="56575"/>
            </a:xfrm>
            <a:custGeom>
              <a:avLst/>
              <a:gdLst/>
              <a:ahLst/>
              <a:cxnLst/>
              <a:rect l="l" t="t" r="r" b="b"/>
              <a:pathLst>
                <a:path w="4502" h="2263" extrusionOk="0">
                  <a:moveTo>
                    <a:pt x="4418" y="1"/>
                  </a:moveTo>
                  <a:lnTo>
                    <a:pt x="0" y="1965"/>
                  </a:lnTo>
                  <a:cubicBezTo>
                    <a:pt x="36" y="2061"/>
                    <a:pt x="48" y="2168"/>
                    <a:pt x="60" y="2263"/>
                  </a:cubicBezTo>
                  <a:lnTo>
                    <a:pt x="4501" y="298"/>
                  </a:lnTo>
                  <a:cubicBezTo>
                    <a:pt x="4453" y="215"/>
                    <a:pt x="4442" y="108"/>
                    <a:pt x="44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4" name="Google Shape;17504;p134"/>
            <p:cNvSpPr/>
            <p:nvPr/>
          </p:nvSpPr>
          <p:spPr>
            <a:xfrm>
              <a:off x="6626125" y="4142000"/>
              <a:ext cx="67575" cy="36350"/>
            </a:xfrm>
            <a:custGeom>
              <a:avLst/>
              <a:gdLst/>
              <a:ahLst/>
              <a:cxnLst/>
              <a:rect l="l" t="t" r="r" b="b"/>
              <a:pathLst>
                <a:path w="2703" h="1454" extrusionOk="0">
                  <a:moveTo>
                    <a:pt x="2703" y="1"/>
                  </a:moveTo>
                  <a:lnTo>
                    <a:pt x="0" y="1191"/>
                  </a:lnTo>
                  <a:cubicBezTo>
                    <a:pt x="60" y="1287"/>
                    <a:pt x="119" y="1358"/>
                    <a:pt x="167" y="1453"/>
                  </a:cubicBezTo>
                  <a:lnTo>
                    <a:pt x="2703" y="334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5" name="Google Shape;17505;p134"/>
            <p:cNvSpPr/>
            <p:nvPr/>
          </p:nvSpPr>
          <p:spPr>
            <a:xfrm>
              <a:off x="6489775" y="4289950"/>
              <a:ext cx="203925" cy="288750"/>
            </a:xfrm>
            <a:custGeom>
              <a:avLst/>
              <a:gdLst/>
              <a:ahLst/>
              <a:cxnLst/>
              <a:rect l="l" t="t" r="r" b="b"/>
              <a:pathLst>
                <a:path w="8157" h="11550" extrusionOk="0">
                  <a:moveTo>
                    <a:pt x="8157" y="0"/>
                  </a:moveTo>
                  <a:lnTo>
                    <a:pt x="311" y="10930"/>
                  </a:lnTo>
                  <a:lnTo>
                    <a:pt x="1" y="11371"/>
                  </a:lnTo>
                  <a:cubicBezTo>
                    <a:pt x="84" y="11406"/>
                    <a:pt x="180" y="11466"/>
                    <a:pt x="239" y="11549"/>
                  </a:cubicBezTo>
                  <a:lnTo>
                    <a:pt x="8157" y="50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6" name="Google Shape;17506;p134"/>
            <p:cNvSpPr/>
            <p:nvPr/>
          </p:nvSpPr>
          <p:spPr>
            <a:xfrm>
              <a:off x="6585925" y="4164825"/>
              <a:ext cx="47350" cy="46925"/>
            </a:xfrm>
            <a:custGeom>
              <a:avLst/>
              <a:gdLst/>
              <a:ahLst/>
              <a:cxnLst/>
              <a:rect l="l" t="t" r="r" b="b"/>
              <a:pathLst>
                <a:path w="1894" h="1877" extrusionOk="0">
                  <a:moveTo>
                    <a:pt x="941" y="0"/>
                  </a:moveTo>
                  <a:cubicBezTo>
                    <a:pt x="489" y="0"/>
                    <a:pt x="98" y="315"/>
                    <a:pt x="25" y="779"/>
                  </a:cubicBezTo>
                  <a:cubicBezTo>
                    <a:pt x="1" y="850"/>
                    <a:pt x="1" y="921"/>
                    <a:pt x="1" y="993"/>
                  </a:cubicBezTo>
                  <a:cubicBezTo>
                    <a:pt x="1" y="1100"/>
                    <a:pt x="36" y="1195"/>
                    <a:pt x="84" y="1290"/>
                  </a:cubicBezTo>
                  <a:cubicBezTo>
                    <a:pt x="155" y="1493"/>
                    <a:pt x="298" y="1648"/>
                    <a:pt x="501" y="1755"/>
                  </a:cubicBezTo>
                  <a:cubicBezTo>
                    <a:pt x="584" y="1802"/>
                    <a:pt x="679" y="1826"/>
                    <a:pt x="775" y="1862"/>
                  </a:cubicBezTo>
                  <a:cubicBezTo>
                    <a:pt x="810" y="1862"/>
                    <a:pt x="858" y="1874"/>
                    <a:pt x="882" y="1874"/>
                  </a:cubicBezTo>
                  <a:cubicBezTo>
                    <a:pt x="905" y="1876"/>
                    <a:pt x="927" y="1876"/>
                    <a:pt x="950" y="1876"/>
                  </a:cubicBezTo>
                  <a:cubicBezTo>
                    <a:pt x="1387" y="1876"/>
                    <a:pt x="1779" y="1553"/>
                    <a:pt x="1870" y="1112"/>
                  </a:cubicBezTo>
                  <a:cubicBezTo>
                    <a:pt x="1894" y="921"/>
                    <a:pt x="1870" y="719"/>
                    <a:pt x="1787" y="552"/>
                  </a:cubicBezTo>
                  <a:cubicBezTo>
                    <a:pt x="1751" y="457"/>
                    <a:pt x="1691" y="374"/>
                    <a:pt x="1632" y="302"/>
                  </a:cubicBezTo>
                  <a:cubicBezTo>
                    <a:pt x="1572" y="219"/>
                    <a:pt x="1477" y="159"/>
                    <a:pt x="1406" y="124"/>
                  </a:cubicBezTo>
                  <a:cubicBezTo>
                    <a:pt x="1310" y="76"/>
                    <a:pt x="1227" y="40"/>
                    <a:pt x="1120" y="17"/>
                  </a:cubicBezTo>
                  <a:cubicBezTo>
                    <a:pt x="1060" y="6"/>
                    <a:pt x="1000" y="0"/>
                    <a:pt x="9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7" name="Google Shape;17507;p134"/>
            <p:cNvSpPr/>
            <p:nvPr/>
          </p:nvSpPr>
          <p:spPr>
            <a:xfrm>
              <a:off x="6407925" y="4215525"/>
              <a:ext cx="69375" cy="65800"/>
            </a:xfrm>
            <a:custGeom>
              <a:avLst/>
              <a:gdLst/>
              <a:ahLst/>
              <a:cxnLst/>
              <a:rect l="l" t="t" r="r" b="b"/>
              <a:pathLst>
                <a:path w="2775" h="2632" extrusionOk="0">
                  <a:moveTo>
                    <a:pt x="1489" y="1"/>
                  </a:moveTo>
                  <a:cubicBezTo>
                    <a:pt x="1263" y="1"/>
                    <a:pt x="1049" y="36"/>
                    <a:pt x="870" y="120"/>
                  </a:cubicBezTo>
                  <a:cubicBezTo>
                    <a:pt x="787" y="155"/>
                    <a:pt x="691" y="203"/>
                    <a:pt x="620" y="263"/>
                  </a:cubicBezTo>
                  <a:cubicBezTo>
                    <a:pt x="370" y="453"/>
                    <a:pt x="191" y="739"/>
                    <a:pt x="132" y="1060"/>
                  </a:cubicBezTo>
                  <a:cubicBezTo>
                    <a:pt x="1" y="1775"/>
                    <a:pt x="477" y="2477"/>
                    <a:pt x="1203" y="2608"/>
                  </a:cubicBezTo>
                  <a:cubicBezTo>
                    <a:pt x="1275" y="2632"/>
                    <a:pt x="1370" y="2632"/>
                    <a:pt x="1441" y="2632"/>
                  </a:cubicBezTo>
                  <a:cubicBezTo>
                    <a:pt x="1549" y="2632"/>
                    <a:pt x="1632" y="2608"/>
                    <a:pt x="1739" y="2596"/>
                  </a:cubicBezTo>
                  <a:cubicBezTo>
                    <a:pt x="2239" y="2477"/>
                    <a:pt x="2644" y="2072"/>
                    <a:pt x="2751" y="1537"/>
                  </a:cubicBezTo>
                  <a:cubicBezTo>
                    <a:pt x="2763" y="1441"/>
                    <a:pt x="2775" y="1322"/>
                    <a:pt x="2763" y="1215"/>
                  </a:cubicBezTo>
                  <a:cubicBezTo>
                    <a:pt x="2763" y="1108"/>
                    <a:pt x="2739" y="1001"/>
                    <a:pt x="2703" y="917"/>
                  </a:cubicBezTo>
                  <a:cubicBezTo>
                    <a:pt x="2573" y="501"/>
                    <a:pt x="2227" y="155"/>
                    <a:pt x="1787" y="36"/>
                  </a:cubicBezTo>
                  <a:cubicBezTo>
                    <a:pt x="1751" y="24"/>
                    <a:pt x="1727" y="24"/>
                    <a:pt x="1680" y="13"/>
                  </a:cubicBezTo>
                  <a:cubicBezTo>
                    <a:pt x="1620" y="1"/>
                    <a:pt x="1560" y="1"/>
                    <a:pt x="1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8" name="Google Shape;17508;p134"/>
            <p:cNvSpPr/>
            <p:nvPr/>
          </p:nvSpPr>
          <p:spPr>
            <a:xfrm>
              <a:off x="4666950" y="3657525"/>
              <a:ext cx="11925" cy="12150"/>
            </a:xfrm>
            <a:custGeom>
              <a:avLst/>
              <a:gdLst/>
              <a:ahLst/>
              <a:cxnLst/>
              <a:rect l="l" t="t" r="r" b="b"/>
              <a:pathLst>
                <a:path w="477" h="486" extrusionOk="0">
                  <a:moveTo>
                    <a:pt x="233" y="1"/>
                  </a:moveTo>
                  <a:cubicBezTo>
                    <a:pt x="128" y="1"/>
                    <a:pt x="22" y="87"/>
                    <a:pt x="12" y="199"/>
                  </a:cubicBezTo>
                  <a:cubicBezTo>
                    <a:pt x="0" y="247"/>
                    <a:pt x="12" y="306"/>
                    <a:pt x="24" y="354"/>
                  </a:cubicBezTo>
                  <a:cubicBezTo>
                    <a:pt x="60" y="413"/>
                    <a:pt x="119" y="461"/>
                    <a:pt x="203" y="485"/>
                  </a:cubicBezTo>
                  <a:cubicBezTo>
                    <a:pt x="213" y="486"/>
                    <a:pt x="223" y="486"/>
                    <a:pt x="233" y="486"/>
                  </a:cubicBezTo>
                  <a:cubicBezTo>
                    <a:pt x="362" y="486"/>
                    <a:pt x="465" y="416"/>
                    <a:pt x="476" y="294"/>
                  </a:cubicBezTo>
                  <a:lnTo>
                    <a:pt x="476" y="187"/>
                  </a:lnTo>
                  <a:cubicBezTo>
                    <a:pt x="429" y="92"/>
                    <a:pt x="369" y="20"/>
                    <a:pt x="286" y="8"/>
                  </a:cubicBezTo>
                  <a:cubicBezTo>
                    <a:pt x="269" y="3"/>
                    <a:pt x="251" y="1"/>
                    <a:pt x="2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9" name="Google Shape;17509;p134"/>
            <p:cNvSpPr/>
            <p:nvPr/>
          </p:nvSpPr>
          <p:spPr>
            <a:xfrm>
              <a:off x="5526275" y="3907750"/>
              <a:ext cx="25325" cy="23650"/>
            </a:xfrm>
            <a:custGeom>
              <a:avLst/>
              <a:gdLst/>
              <a:ahLst/>
              <a:cxnLst/>
              <a:rect l="l" t="t" r="r" b="b"/>
              <a:pathLst>
                <a:path w="1013" h="946" extrusionOk="0">
                  <a:moveTo>
                    <a:pt x="512" y="1"/>
                  </a:moveTo>
                  <a:cubicBezTo>
                    <a:pt x="286" y="13"/>
                    <a:pt x="84" y="167"/>
                    <a:pt x="48" y="382"/>
                  </a:cubicBezTo>
                  <a:cubicBezTo>
                    <a:pt x="0" y="644"/>
                    <a:pt x="179" y="894"/>
                    <a:pt x="441" y="941"/>
                  </a:cubicBezTo>
                  <a:cubicBezTo>
                    <a:pt x="462" y="944"/>
                    <a:pt x="484" y="946"/>
                    <a:pt x="505" y="946"/>
                  </a:cubicBezTo>
                  <a:cubicBezTo>
                    <a:pt x="732" y="946"/>
                    <a:pt x="945" y="777"/>
                    <a:pt x="989" y="548"/>
                  </a:cubicBezTo>
                  <a:cubicBezTo>
                    <a:pt x="1012" y="370"/>
                    <a:pt x="941" y="191"/>
                    <a:pt x="798" y="84"/>
                  </a:cubicBezTo>
                  <a:cubicBezTo>
                    <a:pt x="739" y="48"/>
                    <a:pt x="679" y="13"/>
                    <a:pt x="5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0" name="Google Shape;17510;p134"/>
            <p:cNvSpPr/>
            <p:nvPr/>
          </p:nvSpPr>
          <p:spPr>
            <a:xfrm>
              <a:off x="6515675" y="3702325"/>
              <a:ext cx="35450" cy="33100"/>
            </a:xfrm>
            <a:custGeom>
              <a:avLst/>
              <a:gdLst/>
              <a:ahLst/>
              <a:cxnLst/>
              <a:rect l="l" t="t" r="r" b="b"/>
              <a:pathLst>
                <a:path w="1418" h="1324" extrusionOk="0">
                  <a:moveTo>
                    <a:pt x="679" y="0"/>
                  </a:moveTo>
                  <a:cubicBezTo>
                    <a:pt x="563" y="0"/>
                    <a:pt x="454" y="33"/>
                    <a:pt x="358" y="86"/>
                  </a:cubicBezTo>
                  <a:cubicBezTo>
                    <a:pt x="275" y="133"/>
                    <a:pt x="191" y="205"/>
                    <a:pt x="132" y="276"/>
                  </a:cubicBezTo>
                  <a:cubicBezTo>
                    <a:pt x="96" y="360"/>
                    <a:pt x="48" y="443"/>
                    <a:pt x="37" y="538"/>
                  </a:cubicBezTo>
                  <a:cubicBezTo>
                    <a:pt x="1" y="717"/>
                    <a:pt x="48" y="907"/>
                    <a:pt x="156" y="1038"/>
                  </a:cubicBezTo>
                  <a:cubicBezTo>
                    <a:pt x="215" y="1145"/>
                    <a:pt x="287" y="1205"/>
                    <a:pt x="370" y="1252"/>
                  </a:cubicBezTo>
                  <a:cubicBezTo>
                    <a:pt x="429" y="1276"/>
                    <a:pt x="513" y="1312"/>
                    <a:pt x="572" y="1312"/>
                  </a:cubicBezTo>
                  <a:cubicBezTo>
                    <a:pt x="608" y="1324"/>
                    <a:pt x="656" y="1324"/>
                    <a:pt x="703" y="1324"/>
                  </a:cubicBezTo>
                  <a:cubicBezTo>
                    <a:pt x="810" y="1324"/>
                    <a:pt x="894" y="1300"/>
                    <a:pt x="989" y="1252"/>
                  </a:cubicBezTo>
                  <a:cubicBezTo>
                    <a:pt x="1168" y="1157"/>
                    <a:pt x="1299" y="979"/>
                    <a:pt x="1346" y="776"/>
                  </a:cubicBezTo>
                  <a:cubicBezTo>
                    <a:pt x="1418" y="419"/>
                    <a:pt x="1168" y="62"/>
                    <a:pt x="810" y="14"/>
                  </a:cubicBezTo>
                  <a:cubicBezTo>
                    <a:pt x="766" y="5"/>
                    <a:pt x="7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1" name="Google Shape;17511;p134"/>
            <p:cNvSpPr/>
            <p:nvPr/>
          </p:nvSpPr>
          <p:spPr>
            <a:xfrm>
              <a:off x="6265350" y="3971075"/>
              <a:ext cx="33375" cy="33075"/>
            </a:xfrm>
            <a:custGeom>
              <a:avLst/>
              <a:gdLst/>
              <a:ahLst/>
              <a:cxnLst/>
              <a:rect l="l" t="t" r="r" b="b"/>
              <a:pathLst>
                <a:path w="1335" h="1323" extrusionOk="0">
                  <a:moveTo>
                    <a:pt x="652" y="1"/>
                  </a:moveTo>
                  <a:cubicBezTo>
                    <a:pt x="556" y="1"/>
                    <a:pt x="466" y="26"/>
                    <a:pt x="382" y="51"/>
                  </a:cubicBezTo>
                  <a:cubicBezTo>
                    <a:pt x="298" y="99"/>
                    <a:pt x="227" y="158"/>
                    <a:pt x="144" y="230"/>
                  </a:cubicBezTo>
                  <a:cubicBezTo>
                    <a:pt x="84" y="289"/>
                    <a:pt x="48" y="385"/>
                    <a:pt x="24" y="468"/>
                  </a:cubicBezTo>
                  <a:cubicBezTo>
                    <a:pt x="24" y="504"/>
                    <a:pt x="13" y="516"/>
                    <a:pt x="13" y="551"/>
                  </a:cubicBezTo>
                  <a:cubicBezTo>
                    <a:pt x="1" y="623"/>
                    <a:pt x="1" y="694"/>
                    <a:pt x="13" y="766"/>
                  </a:cubicBezTo>
                  <a:cubicBezTo>
                    <a:pt x="60" y="1039"/>
                    <a:pt x="263" y="1278"/>
                    <a:pt x="548" y="1301"/>
                  </a:cubicBezTo>
                  <a:cubicBezTo>
                    <a:pt x="595" y="1316"/>
                    <a:pt x="642" y="1322"/>
                    <a:pt x="689" y="1322"/>
                  </a:cubicBezTo>
                  <a:cubicBezTo>
                    <a:pt x="759" y="1322"/>
                    <a:pt x="829" y="1306"/>
                    <a:pt x="894" y="1278"/>
                  </a:cubicBezTo>
                  <a:cubicBezTo>
                    <a:pt x="977" y="1242"/>
                    <a:pt x="1072" y="1182"/>
                    <a:pt x="1144" y="1111"/>
                  </a:cubicBezTo>
                  <a:cubicBezTo>
                    <a:pt x="1251" y="1039"/>
                    <a:pt x="1310" y="920"/>
                    <a:pt x="1322" y="789"/>
                  </a:cubicBezTo>
                  <a:cubicBezTo>
                    <a:pt x="1334" y="706"/>
                    <a:pt x="1334" y="647"/>
                    <a:pt x="1322" y="575"/>
                  </a:cubicBezTo>
                  <a:cubicBezTo>
                    <a:pt x="1310" y="468"/>
                    <a:pt x="1275" y="385"/>
                    <a:pt x="1215" y="289"/>
                  </a:cubicBezTo>
                  <a:cubicBezTo>
                    <a:pt x="1179" y="218"/>
                    <a:pt x="1096" y="147"/>
                    <a:pt x="1025" y="99"/>
                  </a:cubicBezTo>
                  <a:cubicBezTo>
                    <a:pt x="953" y="51"/>
                    <a:pt x="858" y="27"/>
                    <a:pt x="775" y="16"/>
                  </a:cubicBezTo>
                  <a:cubicBezTo>
                    <a:pt x="733" y="5"/>
                    <a:pt x="692" y="1"/>
                    <a:pt x="6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2" name="Google Shape;17512;p134"/>
            <p:cNvSpPr/>
            <p:nvPr/>
          </p:nvSpPr>
          <p:spPr>
            <a:xfrm>
              <a:off x="6376075" y="3733725"/>
              <a:ext cx="25025" cy="23625"/>
            </a:xfrm>
            <a:custGeom>
              <a:avLst/>
              <a:gdLst/>
              <a:ahLst/>
              <a:cxnLst/>
              <a:rect l="l" t="t" r="r" b="b"/>
              <a:pathLst>
                <a:path w="1001" h="945" extrusionOk="0">
                  <a:moveTo>
                    <a:pt x="490" y="1"/>
                  </a:moveTo>
                  <a:cubicBezTo>
                    <a:pt x="268" y="1"/>
                    <a:pt x="56" y="168"/>
                    <a:pt x="25" y="401"/>
                  </a:cubicBezTo>
                  <a:cubicBezTo>
                    <a:pt x="25" y="425"/>
                    <a:pt x="1" y="473"/>
                    <a:pt x="1" y="497"/>
                  </a:cubicBezTo>
                  <a:cubicBezTo>
                    <a:pt x="1" y="604"/>
                    <a:pt x="48" y="699"/>
                    <a:pt x="108" y="770"/>
                  </a:cubicBezTo>
                  <a:cubicBezTo>
                    <a:pt x="179" y="830"/>
                    <a:pt x="263" y="889"/>
                    <a:pt x="358" y="913"/>
                  </a:cubicBezTo>
                  <a:cubicBezTo>
                    <a:pt x="370" y="913"/>
                    <a:pt x="394" y="937"/>
                    <a:pt x="406" y="937"/>
                  </a:cubicBezTo>
                  <a:cubicBezTo>
                    <a:pt x="436" y="941"/>
                    <a:pt x="467" y="944"/>
                    <a:pt x="497" y="944"/>
                  </a:cubicBezTo>
                  <a:cubicBezTo>
                    <a:pt x="550" y="944"/>
                    <a:pt x="603" y="936"/>
                    <a:pt x="656" y="913"/>
                  </a:cubicBezTo>
                  <a:cubicBezTo>
                    <a:pt x="810" y="854"/>
                    <a:pt x="929" y="723"/>
                    <a:pt x="953" y="556"/>
                  </a:cubicBezTo>
                  <a:cubicBezTo>
                    <a:pt x="1001" y="306"/>
                    <a:pt x="834" y="56"/>
                    <a:pt x="572" y="8"/>
                  </a:cubicBezTo>
                  <a:cubicBezTo>
                    <a:pt x="545" y="3"/>
                    <a:pt x="518" y="1"/>
                    <a:pt x="4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3" name="Google Shape;17513;p134"/>
            <p:cNvSpPr/>
            <p:nvPr/>
          </p:nvSpPr>
          <p:spPr>
            <a:xfrm>
              <a:off x="6507050" y="3935025"/>
              <a:ext cx="26225" cy="23850"/>
            </a:xfrm>
            <a:custGeom>
              <a:avLst/>
              <a:gdLst/>
              <a:ahLst/>
              <a:cxnLst/>
              <a:rect l="l" t="t" r="r" b="b"/>
              <a:pathLst>
                <a:path w="1049" h="954" extrusionOk="0">
                  <a:moveTo>
                    <a:pt x="532" y="0"/>
                  </a:moveTo>
                  <a:cubicBezTo>
                    <a:pt x="306" y="0"/>
                    <a:pt x="103" y="169"/>
                    <a:pt x="48" y="398"/>
                  </a:cubicBezTo>
                  <a:cubicBezTo>
                    <a:pt x="1" y="648"/>
                    <a:pt x="167" y="898"/>
                    <a:pt x="441" y="946"/>
                  </a:cubicBezTo>
                  <a:cubicBezTo>
                    <a:pt x="470" y="951"/>
                    <a:pt x="498" y="954"/>
                    <a:pt x="527" y="954"/>
                  </a:cubicBezTo>
                  <a:cubicBezTo>
                    <a:pt x="746" y="954"/>
                    <a:pt x="947" y="796"/>
                    <a:pt x="989" y="565"/>
                  </a:cubicBezTo>
                  <a:cubicBezTo>
                    <a:pt x="1048" y="291"/>
                    <a:pt x="870" y="53"/>
                    <a:pt x="596" y="5"/>
                  </a:cubicBezTo>
                  <a:cubicBezTo>
                    <a:pt x="574" y="2"/>
                    <a:pt x="553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4" name="Google Shape;17514;p134"/>
            <p:cNvSpPr/>
            <p:nvPr/>
          </p:nvSpPr>
          <p:spPr>
            <a:xfrm>
              <a:off x="5903100" y="3945425"/>
              <a:ext cx="25025" cy="23875"/>
            </a:xfrm>
            <a:custGeom>
              <a:avLst/>
              <a:gdLst/>
              <a:ahLst/>
              <a:cxnLst/>
              <a:rect l="l" t="t" r="r" b="b"/>
              <a:pathLst>
                <a:path w="1001" h="955" extrusionOk="0">
                  <a:moveTo>
                    <a:pt x="537" y="0"/>
                  </a:moveTo>
                  <a:cubicBezTo>
                    <a:pt x="497" y="0"/>
                    <a:pt x="457" y="6"/>
                    <a:pt x="417" y="6"/>
                  </a:cubicBezTo>
                  <a:cubicBezTo>
                    <a:pt x="322" y="30"/>
                    <a:pt x="227" y="89"/>
                    <a:pt x="167" y="160"/>
                  </a:cubicBezTo>
                  <a:cubicBezTo>
                    <a:pt x="108" y="220"/>
                    <a:pt x="60" y="303"/>
                    <a:pt x="48" y="399"/>
                  </a:cubicBezTo>
                  <a:cubicBezTo>
                    <a:pt x="1" y="601"/>
                    <a:pt x="120" y="815"/>
                    <a:pt x="298" y="899"/>
                  </a:cubicBezTo>
                  <a:cubicBezTo>
                    <a:pt x="346" y="922"/>
                    <a:pt x="382" y="934"/>
                    <a:pt x="441" y="946"/>
                  </a:cubicBezTo>
                  <a:cubicBezTo>
                    <a:pt x="471" y="951"/>
                    <a:pt x="500" y="954"/>
                    <a:pt x="529" y="954"/>
                  </a:cubicBezTo>
                  <a:cubicBezTo>
                    <a:pt x="570" y="954"/>
                    <a:pt x="609" y="948"/>
                    <a:pt x="644" y="934"/>
                  </a:cubicBezTo>
                  <a:cubicBezTo>
                    <a:pt x="656" y="934"/>
                    <a:pt x="679" y="922"/>
                    <a:pt x="691" y="922"/>
                  </a:cubicBezTo>
                  <a:cubicBezTo>
                    <a:pt x="798" y="887"/>
                    <a:pt x="870" y="815"/>
                    <a:pt x="929" y="720"/>
                  </a:cubicBezTo>
                  <a:cubicBezTo>
                    <a:pt x="929" y="708"/>
                    <a:pt x="941" y="696"/>
                    <a:pt x="941" y="684"/>
                  </a:cubicBezTo>
                  <a:cubicBezTo>
                    <a:pt x="953" y="637"/>
                    <a:pt x="977" y="601"/>
                    <a:pt x="989" y="541"/>
                  </a:cubicBezTo>
                  <a:cubicBezTo>
                    <a:pt x="1001" y="482"/>
                    <a:pt x="1001" y="446"/>
                    <a:pt x="989" y="387"/>
                  </a:cubicBezTo>
                  <a:cubicBezTo>
                    <a:pt x="977" y="303"/>
                    <a:pt x="941" y="232"/>
                    <a:pt x="882" y="172"/>
                  </a:cubicBezTo>
                  <a:cubicBezTo>
                    <a:pt x="810" y="101"/>
                    <a:pt x="727" y="41"/>
                    <a:pt x="596" y="6"/>
                  </a:cubicBezTo>
                  <a:cubicBezTo>
                    <a:pt x="576" y="2"/>
                    <a:pt x="556" y="0"/>
                    <a:pt x="5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5" name="Google Shape;17515;p134"/>
            <p:cNvSpPr/>
            <p:nvPr/>
          </p:nvSpPr>
          <p:spPr>
            <a:xfrm>
              <a:off x="5745650" y="3654300"/>
              <a:ext cx="23825" cy="23825"/>
            </a:xfrm>
            <a:custGeom>
              <a:avLst/>
              <a:gdLst/>
              <a:ahLst/>
              <a:cxnLst/>
              <a:rect l="l" t="t" r="r" b="b"/>
              <a:pathLst>
                <a:path w="953" h="953" extrusionOk="0">
                  <a:moveTo>
                    <a:pt x="471" y="0"/>
                  </a:moveTo>
                  <a:cubicBezTo>
                    <a:pt x="444" y="0"/>
                    <a:pt x="417" y="6"/>
                    <a:pt x="393" y="18"/>
                  </a:cubicBezTo>
                  <a:cubicBezTo>
                    <a:pt x="298" y="30"/>
                    <a:pt x="203" y="78"/>
                    <a:pt x="131" y="149"/>
                  </a:cubicBezTo>
                  <a:cubicBezTo>
                    <a:pt x="72" y="209"/>
                    <a:pt x="24" y="292"/>
                    <a:pt x="0" y="387"/>
                  </a:cubicBezTo>
                  <a:lnTo>
                    <a:pt x="0" y="423"/>
                  </a:lnTo>
                  <a:cubicBezTo>
                    <a:pt x="0" y="518"/>
                    <a:pt x="12" y="626"/>
                    <a:pt x="60" y="721"/>
                  </a:cubicBezTo>
                  <a:cubicBezTo>
                    <a:pt x="131" y="840"/>
                    <a:pt x="238" y="923"/>
                    <a:pt x="381" y="935"/>
                  </a:cubicBezTo>
                  <a:cubicBezTo>
                    <a:pt x="411" y="947"/>
                    <a:pt x="441" y="953"/>
                    <a:pt x="471" y="953"/>
                  </a:cubicBezTo>
                  <a:cubicBezTo>
                    <a:pt x="500" y="953"/>
                    <a:pt x="530" y="947"/>
                    <a:pt x="560" y="935"/>
                  </a:cubicBezTo>
                  <a:cubicBezTo>
                    <a:pt x="667" y="923"/>
                    <a:pt x="750" y="864"/>
                    <a:pt x="810" y="792"/>
                  </a:cubicBezTo>
                  <a:cubicBezTo>
                    <a:pt x="846" y="757"/>
                    <a:pt x="858" y="733"/>
                    <a:pt x="870" y="697"/>
                  </a:cubicBezTo>
                  <a:cubicBezTo>
                    <a:pt x="905" y="661"/>
                    <a:pt x="917" y="614"/>
                    <a:pt x="929" y="554"/>
                  </a:cubicBezTo>
                  <a:cubicBezTo>
                    <a:pt x="953" y="506"/>
                    <a:pt x="953" y="459"/>
                    <a:pt x="929" y="423"/>
                  </a:cubicBezTo>
                  <a:cubicBezTo>
                    <a:pt x="905" y="221"/>
                    <a:pt x="750" y="42"/>
                    <a:pt x="548" y="18"/>
                  </a:cubicBezTo>
                  <a:cubicBezTo>
                    <a:pt x="524" y="6"/>
                    <a:pt x="497" y="0"/>
                    <a:pt x="47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6" name="Google Shape;17516;p134"/>
            <p:cNvSpPr/>
            <p:nvPr/>
          </p:nvSpPr>
          <p:spPr>
            <a:xfrm>
              <a:off x="4724975" y="3627350"/>
              <a:ext cx="23850" cy="23175"/>
            </a:xfrm>
            <a:custGeom>
              <a:avLst/>
              <a:gdLst/>
              <a:ahLst/>
              <a:cxnLst/>
              <a:rect l="l" t="t" r="r" b="b"/>
              <a:pathLst>
                <a:path w="954" h="927" extrusionOk="0">
                  <a:moveTo>
                    <a:pt x="446" y="1"/>
                  </a:moveTo>
                  <a:cubicBezTo>
                    <a:pt x="336" y="1"/>
                    <a:pt x="241" y="44"/>
                    <a:pt x="168" y="108"/>
                  </a:cubicBezTo>
                  <a:cubicBezTo>
                    <a:pt x="120" y="144"/>
                    <a:pt x="84" y="191"/>
                    <a:pt x="60" y="251"/>
                  </a:cubicBezTo>
                  <a:cubicBezTo>
                    <a:pt x="48" y="287"/>
                    <a:pt x="13" y="334"/>
                    <a:pt x="13" y="382"/>
                  </a:cubicBezTo>
                  <a:cubicBezTo>
                    <a:pt x="1" y="453"/>
                    <a:pt x="1" y="513"/>
                    <a:pt x="13" y="572"/>
                  </a:cubicBezTo>
                  <a:cubicBezTo>
                    <a:pt x="60" y="751"/>
                    <a:pt x="191" y="882"/>
                    <a:pt x="382" y="918"/>
                  </a:cubicBezTo>
                  <a:cubicBezTo>
                    <a:pt x="416" y="924"/>
                    <a:pt x="450" y="926"/>
                    <a:pt x="482" y="926"/>
                  </a:cubicBezTo>
                  <a:cubicBezTo>
                    <a:pt x="581" y="926"/>
                    <a:pt x="667" y="898"/>
                    <a:pt x="739" y="834"/>
                  </a:cubicBezTo>
                  <a:cubicBezTo>
                    <a:pt x="822" y="811"/>
                    <a:pt x="882" y="739"/>
                    <a:pt x="906" y="632"/>
                  </a:cubicBezTo>
                  <a:cubicBezTo>
                    <a:pt x="918" y="608"/>
                    <a:pt x="918" y="584"/>
                    <a:pt x="918" y="561"/>
                  </a:cubicBezTo>
                  <a:cubicBezTo>
                    <a:pt x="953" y="441"/>
                    <a:pt x="918" y="334"/>
                    <a:pt x="858" y="227"/>
                  </a:cubicBezTo>
                  <a:cubicBezTo>
                    <a:pt x="799" y="132"/>
                    <a:pt x="715" y="49"/>
                    <a:pt x="596" y="25"/>
                  </a:cubicBezTo>
                  <a:cubicBezTo>
                    <a:pt x="584" y="25"/>
                    <a:pt x="560" y="13"/>
                    <a:pt x="549" y="13"/>
                  </a:cubicBezTo>
                  <a:cubicBezTo>
                    <a:pt x="513" y="5"/>
                    <a:pt x="479" y="1"/>
                    <a:pt x="4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7" name="Google Shape;17517;p134"/>
            <p:cNvSpPr/>
            <p:nvPr/>
          </p:nvSpPr>
          <p:spPr>
            <a:xfrm>
              <a:off x="5094675" y="3924725"/>
              <a:ext cx="25325" cy="23725"/>
            </a:xfrm>
            <a:custGeom>
              <a:avLst/>
              <a:gdLst/>
              <a:ahLst/>
              <a:cxnLst/>
              <a:rect l="l" t="t" r="r" b="b"/>
              <a:pathLst>
                <a:path w="1013" h="949" extrusionOk="0">
                  <a:moveTo>
                    <a:pt x="524" y="0"/>
                  </a:moveTo>
                  <a:cubicBezTo>
                    <a:pt x="417" y="0"/>
                    <a:pt x="334" y="36"/>
                    <a:pt x="239" y="96"/>
                  </a:cubicBezTo>
                  <a:cubicBezTo>
                    <a:pt x="131" y="167"/>
                    <a:pt x="60" y="274"/>
                    <a:pt x="48" y="393"/>
                  </a:cubicBezTo>
                  <a:cubicBezTo>
                    <a:pt x="0" y="643"/>
                    <a:pt x="167" y="893"/>
                    <a:pt x="429" y="941"/>
                  </a:cubicBezTo>
                  <a:cubicBezTo>
                    <a:pt x="459" y="946"/>
                    <a:pt x="489" y="949"/>
                    <a:pt x="518" y="949"/>
                  </a:cubicBezTo>
                  <a:cubicBezTo>
                    <a:pt x="746" y="949"/>
                    <a:pt x="946" y="792"/>
                    <a:pt x="989" y="560"/>
                  </a:cubicBezTo>
                  <a:cubicBezTo>
                    <a:pt x="1012" y="405"/>
                    <a:pt x="977" y="238"/>
                    <a:pt x="870" y="143"/>
                  </a:cubicBezTo>
                  <a:cubicBezTo>
                    <a:pt x="774" y="84"/>
                    <a:pt x="691" y="24"/>
                    <a:pt x="58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8" name="Google Shape;17518;p134"/>
            <p:cNvSpPr/>
            <p:nvPr/>
          </p:nvSpPr>
          <p:spPr>
            <a:xfrm>
              <a:off x="6464775" y="4572300"/>
              <a:ext cx="35450" cy="32975"/>
            </a:xfrm>
            <a:custGeom>
              <a:avLst/>
              <a:gdLst/>
              <a:ahLst/>
              <a:cxnLst/>
              <a:rect l="l" t="t" r="r" b="b"/>
              <a:pathLst>
                <a:path w="1418" h="1319" extrusionOk="0">
                  <a:moveTo>
                    <a:pt x="729" y="1"/>
                  </a:moveTo>
                  <a:cubicBezTo>
                    <a:pt x="680" y="1"/>
                    <a:pt x="630" y="9"/>
                    <a:pt x="584" y="29"/>
                  </a:cubicBezTo>
                  <a:cubicBezTo>
                    <a:pt x="525" y="41"/>
                    <a:pt x="477" y="53"/>
                    <a:pt x="418" y="89"/>
                  </a:cubicBezTo>
                  <a:cubicBezTo>
                    <a:pt x="322" y="136"/>
                    <a:pt x="251" y="208"/>
                    <a:pt x="191" y="279"/>
                  </a:cubicBezTo>
                  <a:cubicBezTo>
                    <a:pt x="132" y="351"/>
                    <a:pt x="84" y="446"/>
                    <a:pt x="72" y="553"/>
                  </a:cubicBezTo>
                  <a:cubicBezTo>
                    <a:pt x="1" y="910"/>
                    <a:pt x="251" y="1267"/>
                    <a:pt x="608" y="1303"/>
                  </a:cubicBezTo>
                  <a:cubicBezTo>
                    <a:pt x="653" y="1314"/>
                    <a:pt x="698" y="1319"/>
                    <a:pt x="743" y="1319"/>
                  </a:cubicBezTo>
                  <a:cubicBezTo>
                    <a:pt x="1051" y="1319"/>
                    <a:pt x="1328" y="1079"/>
                    <a:pt x="1370" y="767"/>
                  </a:cubicBezTo>
                  <a:cubicBezTo>
                    <a:pt x="1418" y="565"/>
                    <a:pt x="1358" y="374"/>
                    <a:pt x="1215" y="220"/>
                  </a:cubicBezTo>
                  <a:cubicBezTo>
                    <a:pt x="1180" y="160"/>
                    <a:pt x="1096" y="100"/>
                    <a:pt x="1001" y="53"/>
                  </a:cubicBezTo>
                  <a:cubicBezTo>
                    <a:pt x="953" y="41"/>
                    <a:pt x="918" y="29"/>
                    <a:pt x="882" y="17"/>
                  </a:cubicBezTo>
                  <a:lnTo>
                    <a:pt x="846" y="17"/>
                  </a:lnTo>
                  <a:cubicBezTo>
                    <a:pt x="809" y="6"/>
                    <a:pt x="769" y="1"/>
                    <a:pt x="7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9" name="Google Shape;17519;p134"/>
            <p:cNvSpPr/>
            <p:nvPr/>
          </p:nvSpPr>
          <p:spPr>
            <a:xfrm>
              <a:off x="6403775" y="3934525"/>
              <a:ext cx="13700" cy="13725"/>
            </a:xfrm>
            <a:custGeom>
              <a:avLst/>
              <a:gdLst/>
              <a:ahLst/>
              <a:cxnLst/>
              <a:rect l="l" t="t" r="r" b="b"/>
              <a:pathLst>
                <a:path w="548" h="549" extrusionOk="0">
                  <a:moveTo>
                    <a:pt x="295" y="0"/>
                  </a:moveTo>
                  <a:cubicBezTo>
                    <a:pt x="163" y="0"/>
                    <a:pt x="45" y="82"/>
                    <a:pt x="12" y="227"/>
                  </a:cubicBezTo>
                  <a:lnTo>
                    <a:pt x="12" y="251"/>
                  </a:lnTo>
                  <a:cubicBezTo>
                    <a:pt x="0" y="406"/>
                    <a:pt x="72" y="537"/>
                    <a:pt x="226" y="549"/>
                  </a:cubicBezTo>
                  <a:lnTo>
                    <a:pt x="250" y="549"/>
                  </a:lnTo>
                  <a:cubicBezTo>
                    <a:pt x="369" y="549"/>
                    <a:pt x="488" y="489"/>
                    <a:pt x="524" y="370"/>
                  </a:cubicBezTo>
                  <a:cubicBezTo>
                    <a:pt x="524" y="358"/>
                    <a:pt x="536" y="346"/>
                    <a:pt x="536" y="323"/>
                  </a:cubicBezTo>
                  <a:cubicBezTo>
                    <a:pt x="548" y="251"/>
                    <a:pt x="536" y="180"/>
                    <a:pt x="488" y="120"/>
                  </a:cubicBezTo>
                  <a:cubicBezTo>
                    <a:pt x="476" y="108"/>
                    <a:pt x="453" y="73"/>
                    <a:pt x="441" y="61"/>
                  </a:cubicBezTo>
                  <a:cubicBezTo>
                    <a:pt x="417" y="25"/>
                    <a:pt x="369" y="13"/>
                    <a:pt x="322" y="1"/>
                  </a:cubicBezTo>
                  <a:cubicBezTo>
                    <a:pt x="313" y="0"/>
                    <a:pt x="304" y="0"/>
                    <a:pt x="29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0" name="Google Shape;17520;p134"/>
            <p:cNvSpPr/>
            <p:nvPr/>
          </p:nvSpPr>
          <p:spPr>
            <a:xfrm>
              <a:off x="6161475" y="3834275"/>
              <a:ext cx="13725" cy="13075"/>
            </a:xfrm>
            <a:custGeom>
              <a:avLst/>
              <a:gdLst/>
              <a:ahLst/>
              <a:cxnLst/>
              <a:rect l="l" t="t" r="r" b="b"/>
              <a:pathLst>
                <a:path w="549" h="523" extrusionOk="0">
                  <a:moveTo>
                    <a:pt x="255" y="1"/>
                  </a:moveTo>
                  <a:cubicBezTo>
                    <a:pt x="211" y="1"/>
                    <a:pt x="165" y="18"/>
                    <a:pt x="131" y="35"/>
                  </a:cubicBezTo>
                  <a:cubicBezTo>
                    <a:pt x="60" y="70"/>
                    <a:pt x="0" y="142"/>
                    <a:pt x="0" y="213"/>
                  </a:cubicBezTo>
                  <a:lnTo>
                    <a:pt x="0" y="332"/>
                  </a:lnTo>
                  <a:lnTo>
                    <a:pt x="0" y="344"/>
                  </a:lnTo>
                  <a:cubicBezTo>
                    <a:pt x="36" y="439"/>
                    <a:pt x="108" y="511"/>
                    <a:pt x="215" y="523"/>
                  </a:cubicBezTo>
                  <a:lnTo>
                    <a:pt x="334" y="523"/>
                  </a:lnTo>
                  <a:cubicBezTo>
                    <a:pt x="358" y="511"/>
                    <a:pt x="405" y="499"/>
                    <a:pt x="429" y="487"/>
                  </a:cubicBezTo>
                  <a:cubicBezTo>
                    <a:pt x="489" y="439"/>
                    <a:pt x="524" y="380"/>
                    <a:pt x="536" y="320"/>
                  </a:cubicBezTo>
                  <a:cubicBezTo>
                    <a:pt x="548" y="249"/>
                    <a:pt x="536" y="189"/>
                    <a:pt x="512" y="142"/>
                  </a:cubicBezTo>
                  <a:cubicBezTo>
                    <a:pt x="465" y="70"/>
                    <a:pt x="405" y="23"/>
                    <a:pt x="310" y="11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1" name="Google Shape;17521;p134"/>
            <p:cNvSpPr/>
            <p:nvPr/>
          </p:nvSpPr>
          <p:spPr>
            <a:xfrm>
              <a:off x="6281425" y="3778100"/>
              <a:ext cx="13425" cy="13675"/>
            </a:xfrm>
            <a:custGeom>
              <a:avLst/>
              <a:gdLst/>
              <a:ahLst/>
              <a:cxnLst/>
              <a:rect l="l" t="t" r="r" b="b"/>
              <a:pathLst>
                <a:path w="537" h="547" extrusionOk="0">
                  <a:moveTo>
                    <a:pt x="266" y="1"/>
                  </a:moveTo>
                  <a:cubicBezTo>
                    <a:pt x="144" y="1"/>
                    <a:pt x="33" y="99"/>
                    <a:pt x="13" y="234"/>
                  </a:cubicBezTo>
                  <a:cubicBezTo>
                    <a:pt x="1" y="305"/>
                    <a:pt x="13" y="365"/>
                    <a:pt x="60" y="424"/>
                  </a:cubicBezTo>
                  <a:cubicBezTo>
                    <a:pt x="84" y="484"/>
                    <a:pt x="143" y="531"/>
                    <a:pt x="215" y="543"/>
                  </a:cubicBezTo>
                  <a:cubicBezTo>
                    <a:pt x="231" y="546"/>
                    <a:pt x="247" y="547"/>
                    <a:pt x="262" y="547"/>
                  </a:cubicBezTo>
                  <a:cubicBezTo>
                    <a:pt x="398" y="547"/>
                    <a:pt x="515" y="456"/>
                    <a:pt x="536" y="317"/>
                  </a:cubicBezTo>
                  <a:lnTo>
                    <a:pt x="536" y="198"/>
                  </a:lnTo>
                  <a:cubicBezTo>
                    <a:pt x="501" y="91"/>
                    <a:pt x="429" y="19"/>
                    <a:pt x="322" y="7"/>
                  </a:cubicBezTo>
                  <a:cubicBezTo>
                    <a:pt x="303" y="3"/>
                    <a:pt x="285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2" name="Google Shape;17522;p134"/>
            <p:cNvSpPr/>
            <p:nvPr/>
          </p:nvSpPr>
          <p:spPr>
            <a:xfrm>
              <a:off x="5725700" y="3689500"/>
              <a:ext cx="14625" cy="13575"/>
            </a:xfrm>
            <a:custGeom>
              <a:avLst/>
              <a:gdLst/>
              <a:ahLst/>
              <a:cxnLst/>
              <a:rect l="l" t="t" r="r" b="b"/>
              <a:pathLst>
                <a:path w="585" h="543" extrusionOk="0">
                  <a:moveTo>
                    <a:pt x="305" y="0"/>
                  </a:moveTo>
                  <a:cubicBezTo>
                    <a:pt x="175" y="0"/>
                    <a:pt x="47" y="100"/>
                    <a:pt x="36" y="230"/>
                  </a:cubicBezTo>
                  <a:cubicBezTo>
                    <a:pt x="1" y="384"/>
                    <a:pt x="108" y="527"/>
                    <a:pt x="263" y="539"/>
                  </a:cubicBezTo>
                  <a:cubicBezTo>
                    <a:pt x="277" y="542"/>
                    <a:pt x="292" y="543"/>
                    <a:pt x="307" y="543"/>
                  </a:cubicBezTo>
                  <a:cubicBezTo>
                    <a:pt x="436" y="543"/>
                    <a:pt x="561" y="453"/>
                    <a:pt x="572" y="325"/>
                  </a:cubicBezTo>
                  <a:cubicBezTo>
                    <a:pt x="584" y="182"/>
                    <a:pt x="501" y="39"/>
                    <a:pt x="346" y="3"/>
                  </a:cubicBezTo>
                  <a:cubicBezTo>
                    <a:pt x="332" y="1"/>
                    <a:pt x="319" y="0"/>
                    <a:pt x="30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3" name="Google Shape;17523;p134"/>
            <p:cNvSpPr/>
            <p:nvPr/>
          </p:nvSpPr>
          <p:spPr>
            <a:xfrm>
              <a:off x="5008050" y="3646000"/>
              <a:ext cx="14325" cy="13600"/>
            </a:xfrm>
            <a:custGeom>
              <a:avLst/>
              <a:gdLst/>
              <a:ahLst/>
              <a:cxnLst/>
              <a:rect l="l" t="t" r="r" b="b"/>
              <a:pathLst>
                <a:path w="573" h="544" extrusionOk="0">
                  <a:moveTo>
                    <a:pt x="295" y="1"/>
                  </a:moveTo>
                  <a:cubicBezTo>
                    <a:pt x="233" y="1"/>
                    <a:pt x="166" y="18"/>
                    <a:pt x="120" y="65"/>
                  </a:cubicBezTo>
                  <a:cubicBezTo>
                    <a:pt x="96" y="88"/>
                    <a:pt x="60" y="124"/>
                    <a:pt x="48" y="148"/>
                  </a:cubicBezTo>
                  <a:cubicBezTo>
                    <a:pt x="36" y="172"/>
                    <a:pt x="36" y="196"/>
                    <a:pt x="13" y="231"/>
                  </a:cubicBezTo>
                  <a:cubicBezTo>
                    <a:pt x="1" y="315"/>
                    <a:pt x="36" y="386"/>
                    <a:pt x="72" y="446"/>
                  </a:cubicBezTo>
                  <a:cubicBezTo>
                    <a:pt x="120" y="493"/>
                    <a:pt x="167" y="529"/>
                    <a:pt x="239" y="541"/>
                  </a:cubicBezTo>
                  <a:lnTo>
                    <a:pt x="275" y="541"/>
                  </a:lnTo>
                  <a:cubicBezTo>
                    <a:pt x="286" y="542"/>
                    <a:pt x="298" y="543"/>
                    <a:pt x="310" y="543"/>
                  </a:cubicBezTo>
                  <a:cubicBezTo>
                    <a:pt x="393" y="543"/>
                    <a:pt x="471" y="507"/>
                    <a:pt x="513" y="434"/>
                  </a:cubicBezTo>
                  <a:cubicBezTo>
                    <a:pt x="536" y="410"/>
                    <a:pt x="548" y="362"/>
                    <a:pt x="548" y="327"/>
                  </a:cubicBezTo>
                  <a:cubicBezTo>
                    <a:pt x="572" y="291"/>
                    <a:pt x="548" y="231"/>
                    <a:pt x="536" y="184"/>
                  </a:cubicBezTo>
                  <a:cubicBezTo>
                    <a:pt x="525" y="124"/>
                    <a:pt x="477" y="65"/>
                    <a:pt x="417" y="29"/>
                  </a:cubicBezTo>
                  <a:cubicBezTo>
                    <a:pt x="394" y="17"/>
                    <a:pt x="370" y="5"/>
                    <a:pt x="346" y="5"/>
                  </a:cubicBezTo>
                  <a:cubicBezTo>
                    <a:pt x="330" y="2"/>
                    <a:pt x="313" y="1"/>
                    <a:pt x="2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4" name="Google Shape;17524;p134"/>
            <p:cNvSpPr/>
            <p:nvPr/>
          </p:nvSpPr>
          <p:spPr>
            <a:xfrm>
              <a:off x="5802500" y="3765075"/>
              <a:ext cx="14600" cy="13325"/>
            </a:xfrm>
            <a:custGeom>
              <a:avLst/>
              <a:gdLst/>
              <a:ahLst/>
              <a:cxnLst/>
              <a:rect l="l" t="t" r="r" b="b"/>
              <a:pathLst>
                <a:path w="584" h="533" extrusionOk="0">
                  <a:moveTo>
                    <a:pt x="272" y="0"/>
                  </a:moveTo>
                  <a:cubicBezTo>
                    <a:pt x="159" y="0"/>
                    <a:pt x="54" y="69"/>
                    <a:pt x="12" y="183"/>
                  </a:cubicBezTo>
                  <a:cubicBezTo>
                    <a:pt x="12" y="195"/>
                    <a:pt x="0" y="219"/>
                    <a:pt x="0" y="219"/>
                  </a:cubicBezTo>
                  <a:cubicBezTo>
                    <a:pt x="0" y="362"/>
                    <a:pt x="84" y="517"/>
                    <a:pt x="239" y="528"/>
                  </a:cubicBezTo>
                  <a:cubicBezTo>
                    <a:pt x="255" y="531"/>
                    <a:pt x="273" y="533"/>
                    <a:pt x="291" y="533"/>
                  </a:cubicBezTo>
                  <a:cubicBezTo>
                    <a:pt x="347" y="533"/>
                    <a:pt x="405" y="517"/>
                    <a:pt x="441" y="481"/>
                  </a:cubicBezTo>
                  <a:cubicBezTo>
                    <a:pt x="489" y="433"/>
                    <a:pt x="536" y="397"/>
                    <a:pt x="548" y="314"/>
                  </a:cubicBezTo>
                  <a:cubicBezTo>
                    <a:pt x="584" y="171"/>
                    <a:pt x="489" y="40"/>
                    <a:pt x="346" y="5"/>
                  </a:cubicBezTo>
                  <a:lnTo>
                    <a:pt x="322" y="5"/>
                  </a:lnTo>
                  <a:cubicBezTo>
                    <a:pt x="305" y="1"/>
                    <a:pt x="288" y="0"/>
                    <a:pt x="2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5" name="Google Shape;17525;p134"/>
            <p:cNvSpPr/>
            <p:nvPr/>
          </p:nvSpPr>
          <p:spPr>
            <a:xfrm>
              <a:off x="6023950" y="3621525"/>
              <a:ext cx="14325" cy="13675"/>
            </a:xfrm>
            <a:custGeom>
              <a:avLst/>
              <a:gdLst/>
              <a:ahLst/>
              <a:cxnLst/>
              <a:rect l="l" t="t" r="r" b="b"/>
              <a:pathLst>
                <a:path w="573" h="547" extrusionOk="0">
                  <a:moveTo>
                    <a:pt x="262" y="1"/>
                  </a:moveTo>
                  <a:cubicBezTo>
                    <a:pt x="132" y="1"/>
                    <a:pt x="23" y="98"/>
                    <a:pt x="13" y="222"/>
                  </a:cubicBezTo>
                  <a:cubicBezTo>
                    <a:pt x="1" y="377"/>
                    <a:pt x="72" y="520"/>
                    <a:pt x="239" y="544"/>
                  </a:cubicBezTo>
                  <a:cubicBezTo>
                    <a:pt x="252" y="546"/>
                    <a:pt x="266" y="547"/>
                    <a:pt x="279" y="547"/>
                  </a:cubicBezTo>
                  <a:cubicBezTo>
                    <a:pt x="410" y="547"/>
                    <a:pt x="538" y="447"/>
                    <a:pt x="548" y="317"/>
                  </a:cubicBezTo>
                  <a:cubicBezTo>
                    <a:pt x="572" y="163"/>
                    <a:pt x="465" y="20"/>
                    <a:pt x="322" y="8"/>
                  </a:cubicBezTo>
                  <a:cubicBezTo>
                    <a:pt x="302" y="3"/>
                    <a:pt x="282" y="1"/>
                    <a:pt x="2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6" name="Google Shape;17526;p134"/>
            <p:cNvSpPr/>
            <p:nvPr/>
          </p:nvSpPr>
          <p:spPr>
            <a:xfrm>
              <a:off x="5716175" y="3810850"/>
              <a:ext cx="13725" cy="13675"/>
            </a:xfrm>
            <a:custGeom>
              <a:avLst/>
              <a:gdLst/>
              <a:ahLst/>
              <a:cxnLst/>
              <a:rect l="l" t="t" r="r" b="b"/>
              <a:pathLst>
                <a:path w="549" h="547" extrusionOk="0">
                  <a:moveTo>
                    <a:pt x="266" y="0"/>
                  </a:moveTo>
                  <a:cubicBezTo>
                    <a:pt x="141" y="0"/>
                    <a:pt x="23" y="99"/>
                    <a:pt x="13" y="233"/>
                  </a:cubicBezTo>
                  <a:lnTo>
                    <a:pt x="13" y="257"/>
                  </a:lnTo>
                  <a:cubicBezTo>
                    <a:pt x="1" y="388"/>
                    <a:pt x="84" y="507"/>
                    <a:pt x="227" y="543"/>
                  </a:cubicBezTo>
                  <a:cubicBezTo>
                    <a:pt x="242" y="545"/>
                    <a:pt x="256" y="547"/>
                    <a:pt x="271" y="547"/>
                  </a:cubicBezTo>
                  <a:cubicBezTo>
                    <a:pt x="400" y="547"/>
                    <a:pt x="526" y="456"/>
                    <a:pt x="536" y="317"/>
                  </a:cubicBezTo>
                  <a:cubicBezTo>
                    <a:pt x="548" y="198"/>
                    <a:pt x="501" y="79"/>
                    <a:pt x="394" y="31"/>
                  </a:cubicBezTo>
                  <a:cubicBezTo>
                    <a:pt x="370" y="19"/>
                    <a:pt x="358" y="7"/>
                    <a:pt x="322" y="7"/>
                  </a:cubicBezTo>
                  <a:cubicBezTo>
                    <a:pt x="303" y="2"/>
                    <a:pt x="285" y="0"/>
                    <a:pt x="2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28" name="Google Shape;17528;p135"/>
          <p:cNvGrpSpPr/>
          <p:nvPr/>
        </p:nvGrpSpPr>
        <p:grpSpPr>
          <a:xfrm>
            <a:off x="12635022" y="9830312"/>
            <a:ext cx="11748889" cy="3809822"/>
            <a:chOff x="800100" y="2815500"/>
            <a:chExt cx="1339775" cy="434450"/>
          </a:xfrm>
        </p:grpSpPr>
        <p:sp>
          <p:nvSpPr>
            <p:cNvPr id="17529" name="Google Shape;17529;p135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0" name="Google Shape;17530;p135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1" name="Google Shape;17531;p135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2" name="Google Shape;17532;p135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3" name="Google Shape;17533;p135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4" name="Google Shape;17534;p135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5" name="Google Shape;17535;p135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6" name="Google Shape;17536;p135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7" name="Google Shape;17537;p135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8" name="Google Shape;17538;p135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9" name="Google Shape;17539;p135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0" name="Google Shape;17540;p135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1" name="Google Shape;17541;p135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2" name="Google Shape;17542;p135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3" name="Google Shape;17543;p135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4" name="Google Shape;17544;p135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5" name="Google Shape;17545;p135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6" name="Google Shape;17546;p135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7" name="Google Shape;17547;p135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8" name="Google Shape;17548;p135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9" name="Google Shape;17549;p135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0" name="Google Shape;17550;p135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1" name="Google Shape;17551;p135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2" name="Google Shape;17552;p135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3" name="Google Shape;17553;p135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4" name="Google Shape;17554;p135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5" name="Google Shape;17555;p135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6" name="Google Shape;17556;p135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7" name="Google Shape;17557;p135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8" name="Google Shape;17558;p135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9" name="Google Shape;17559;p135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0" name="Google Shape;17560;p135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1" name="Google Shape;17561;p135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2" name="Google Shape;17562;p135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3" name="Google Shape;17563;p135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4" name="Google Shape;17564;p135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5" name="Google Shape;17565;p135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6" name="Google Shape;17566;p135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7" name="Google Shape;17567;p135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8" name="Google Shape;17568;p135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9" name="Google Shape;17569;p135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0" name="Google Shape;17570;p135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571" name="Google Shape;17571;p135"/>
          <p:cNvGrpSpPr/>
          <p:nvPr/>
        </p:nvGrpSpPr>
        <p:grpSpPr>
          <a:xfrm rot="10800000">
            <a:off x="6017225" y="131"/>
            <a:ext cx="14694314" cy="3809849"/>
            <a:chOff x="2582150" y="3714800"/>
            <a:chExt cx="2689050" cy="697200"/>
          </a:xfrm>
        </p:grpSpPr>
        <p:sp>
          <p:nvSpPr>
            <p:cNvPr id="17572" name="Google Shape;17572;p135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3" name="Google Shape;17573;p135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4" name="Google Shape;17574;p135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5" name="Google Shape;17575;p135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6" name="Google Shape;17576;p135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7" name="Google Shape;17577;p135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8" name="Google Shape;17578;p135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9" name="Google Shape;17579;p135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0" name="Google Shape;17580;p135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1" name="Google Shape;17581;p135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2" name="Google Shape;17582;p135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3" name="Google Shape;17583;p135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4" name="Google Shape;17584;p135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5" name="Google Shape;17585;p135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6" name="Google Shape;17586;p135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7" name="Google Shape;17587;p135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8" name="Google Shape;17588;p135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9" name="Google Shape;17589;p135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0" name="Google Shape;17590;p135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1" name="Google Shape;17591;p135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2" name="Google Shape;17592;p135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3" name="Google Shape;17593;p135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4" name="Google Shape;17594;p135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5" name="Google Shape;17595;p135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6" name="Google Shape;17596;p135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7" name="Google Shape;17597;p135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8" name="Google Shape;17598;p135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9" name="Google Shape;17599;p135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0" name="Google Shape;17600;p135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1" name="Google Shape;17601;p135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2" name="Google Shape;17602;p135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3" name="Google Shape;17603;p135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4" name="Google Shape;17604;p135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5" name="Google Shape;17605;p135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6" name="Google Shape;17606;p135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7" name="Google Shape;17607;p135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8" name="Google Shape;17608;p135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9" name="Google Shape;17609;p135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0" name="Google Shape;17610;p135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1" name="Google Shape;17611;p135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2" name="Google Shape;17612;p135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3" name="Google Shape;17613;p135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4" name="Google Shape;17614;p135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5" name="Google Shape;17615;p135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6" name="Google Shape;17616;p135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7" name="Google Shape;17617;p135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8" name="Google Shape;17618;p135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9" name="Google Shape;17619;p135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0" name="Google Shape;17620;p135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1" name="Google Shape;17621;p135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2" name="Google Shape;17622;p135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3" name="Google Shape;17623;p135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4" name="Google Shape;17624;p135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5" name="Google Shape;17625;p135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6" name="Google Shape;17626;p135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7" name="Google Shape;17627;p135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8" name="Google Shape;17628;p135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9" name="Google Shape;17629;p135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0" name="Google Shape;17630;p135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1" name="Google Shape;17631;p135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632" name="Google Shape;17632;p135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7633" name="Google Shape;17633;p135"/>
          <p:cNvSpPr txBox="1">
            <a:spLocks noGrp="1"/>
          </p:cNvSpPr>
          <p:nvPr>
            <p:ph type="title"/>
          </p:nvPr>
        </p:nvSpPr>
        <p:spPr>
          <a:xfrm>
            <a:off x="1659333" y="5158733"/>
            <a:ext cx="10532700" cy="4124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17634" name="Google Shape;17634;p135"/>
          <p:cNvSpPr txBox="1">
            <a:spLocks noGrp="1"/>
          </p:cNvSpPr>
          <p:nvPr>
            <p:ph type="title" idx="2" hasCustomPrompt="1"/>
          </p:nvPr>
        </p:nvSpPr>
        <p:spPr>
          <a:xfrm>
            <a:off x="1659333" y="2541933"/>
            <a:ext cx="13438500" cy="261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7635" name="Google Shape;17635;p135"/>
          <p:cNvSpPr txBox="1">
            <a:spLocks noGrp="1"/>
          </p:cNvSpPr>
          <p:nvPr>
            <p:ph type="subTitle" idx="1"/>
          </p:nvPr>
        </p:nvSpPr>
        <p:spPr>
          <a:xfrm>
            <a:off x="1659333" y="9605200"/>
            <a:ext cx="13438500" cy="1059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37" name="Google Shape;17637;p136"/>
          <p:cNvGrpSpPr/>
          <p:nvPr/>
        </p:nvGrpSpPr>
        <p:grpSpPr>
          <a:xfrm rot="10800000">
            <a:off x="-1" y="27"/>
            <a:ext cx="3124577" cy="3715525"/>
            <a:chOff x="3048875" y="2669025"/>
            <a:chExt cx="504550" cy="599975"/>
          </a:xfrm>
        </p:grpSpPr>
        <p:sp>
          <p:nvSpPr>
            <p:cNvPr id="17638" name="Google Shape;17638;p136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9" name="Google Shape;17639;p136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0" name="Google Shape;17640;p136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1" name="Google Shape;17641;p136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2" name="Google Shape;17642;p136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3" name="Google Shape;17643;p136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4" name="Google Shape;17644;p136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5" name="Google Shape;17645;p136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6" name="Google Shape;17646;p136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7" name="Google Shape;17647;p136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8" name="Google Shape;17648;p136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9" name="Google Shape;17649;p136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0" name="Google Shape;17650;p136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1" name="Google Shape;17651;p136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2" name="Google Shape;17652;p136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3" name="Google Shape;17653;p136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4" name="Google Shape;17654;p136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5" name="Google Shape;17655;p136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6" name="Google Shape;17656;p136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7" name="Google Shape;17657;p136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8" name="Google Shape;17658;p136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9" name="Google Shape;17659;p136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60" name="Google Shape;17660;p136"/>
          <p:cNvGrpSpPr/>
          <p:nvPr/>
        </p:nvGrpSpPr>
        <p:grpSpPr>
          <a:xfrm rot="10800000" flipH="1">
            <a:off x="21259399" y="27"/>
            <a:ext cx="3124577" cy="3715525"/>
            <a:chOff x="3048875" y="2669025"/>
            <a:chExt cx="504550" cy="599975"/>
          </a:xfrm>
        </p:grpSpPr>
        <p:sp>
          <p:nvSpPr>
            <p:cNvPr id="17661" name="Google Shape;17661;p136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2" name="Google Shape;17662;p136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3" name="Google Shape;17663;p136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4" name="Google Shape;17664;p136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5" name="Google Shape;17665;p136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6" name="Google Shape;17666;p136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7" name="Google Shape;17667;p136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8" name="Google Shape;17668;p136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9" name="Google Shape;17669;p136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0" name="Google Shape;17670;p136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1" name="Google Shape;17671;p136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2" name="Google Shape;17672;p136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3" name="Google Shape;17673;p136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4" name="Google Shape;17674;p136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5" name="Google Shape;17675;p136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6" name="Google Shape;17676;p136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7" name="Google Shape;17677;p136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8" name="Google Shape;17678;p136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9" name="Google Shape;17679;p136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0" name="Google Shape;17680;p136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1" name="Google Shape;17681;p136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2" name="Google Shape;17682;p136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83" name="Google Shape;17683;p136"/>
          <p:cNvGrpSpPr/>
          <p:nvPr/>
        </p:nvGrpSpPr>
        <p:grpSpPr>
          <a:xfrm>
            <a:off x="16008766" y="10999921"/>
            <a:ext cx="8375201" cy="2715834"/>
            <a:chOff x="800100" y="2815500"/>
            <a:chExt cx="1339775" cy="434450"/>
          </a:xfrm>
        </p:grpSpPr>
        <p:sp>
          <p:nvSpPr>
            <p:cNvPr id="17684" name="Google Shape;17684;p136"/>
            <p:cNvSpPr/>
            <p:nvPr/>
          </p:nvSpPr>
          <p:spPr>
            <a:xfrm>
              <a:off x="1376350" y="3185050"/>
              <a:ext cx="122650" cy="64600"/>
            </a:xfrm>
            <a:custGeom>
              <a:avLst/>
              <a:gdLst/>
              <a:ahLst/>
              <a:cxnLst/>
              <a:rect l="l" t="t" r="r" b="b"/>
              <a:pathLst>
                <a:path w="4906" h="2584" extrusionOk="0">
                  <a:moveTo>
                    <a:pt x="4775" y="0"/>
                  </a:moveTo>
                  <a:lnTo>
                    <a:pt x="1" y="2489"/>
                  </a:lnTo>
                  <a:lnTo>
                    <a:pt x="1" y="2584"/>
                  </a:lnTo>
                  <a:lnTo>
                    <a:pt x="393" y="2584"/>
                  </a:lnTo>
                  <a:lnTo>
                    <a:pt x="4906" y="238"/>
                  </a:lnTo>
                  <a:cubicBezTo>
                    <a:pt x="4834" y="179"/>
                    <a:pt x="4787" y="96"/>
                    <a:pt x="477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5" name="Google Shape;17685;p136"/>
            <p:cNvSpPr/>
            <p:nvPr/>
          </p:nvSpPr>
          <p:spPr>
            <a:xfrm>
              <a:off x="800100" y="2952275"/>
              <a:ext cx="104775" cy="297100"/>
            </a:xfrm>
            <a:custGeom>
              <a:avLst/>
              <a:gdLst/>
              <a:ahLst/>
              <a:cxnLst/>
              <a:rect l="l" t="t" r="r" b="b"/>
              <a:pathLst>
                <a:path w="4191" h="11884" extrusionOk="0">
                  <a:moveTo>
                    <a:pt x="3929" y="1"/>
                  </a:moveTo>
                  <a:lnTo>
                    <a:pt x="0" y="11883"/>
                  </a:lnTo>
                  <a:lnTo>
                    <a:pt x="274" y="11883"/>
                  </a:lnTo>
                  <a:lnTo>
                    <a:pt x="4191" y="24"/>
                  </a:lnTo>
                  <a:lnTo>
                    <a:pt x="4191" y="24"/>
                  </a:lnTo>
                  <a:cubicBezTo>
                    <a:pt x="4167" y="48"/>
                    <a:pt x="4131" y="60"/>
                    <a:pt x="4108" y="60"/>
                  </a:cubicBezTo>
                  <a:cubicBezTo>
                    <a:pt x="4096" y="62"/>
                    <a:pt x="4086" y="63"/>
                    <a:pt x="4075" y="63"/>
                  </a:cubicBezTo>
                  <a:cubicBezTo>
                    <a:pt x="4009" y="63"/>
                    <a:pt x="3960" y="32"/>
                    <a:pt x="3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6" name="Google Shape;17686;p136"/>
            <p:cNvSpPr/>
            <p:nvPr/>
          </p:nvSpPr>
          <p:spPr>
            <a:xfrm>
              <a:off x="904875" y="2946325"/>
              <a:ext cx="142600" cy="33075"/>
            </a:xfrm>
            <a:custGeom>
              <a:avLst/>
              <a:gdLst/>
              <a:ahLst/>
              <a:cxnLst/>
              <a:rect l="l" t="t" r="r" b="b"/>
              <a:pathLst>
                <a:path w="5704" h="1323" extrusionOk="0">
                  <a:moveTo>
                    <a:pt x="71" y="1"/>
                  </a:moveTo>
                  <a:cubicBezTo>
                    <a:pt x="71" y="12"/>
                    <a:pt x="95" y="24"/>
                    <a:pt x="95" y="36"/>
                  </a:cubicBezTo>
                  <a:cubicBezTo>
                    <a:pt x="107" y="131"/>
                    <a:pt x="60" y="203"/>
                    <a:pt x="0" y="251"/>
                  </a:cubicBezTo>
                  <a:lnTo>
                    <a:pt x="5632" y="1322"/>
                  </a:lnTo>
                  <a:cubicBezTo>
                    <a:pt x="5632" y="1215"/>
                    <a:pt x="5655" y="1132"/>
                    <a:pt x="5703" y="1060"/>
                  </a:cubicBezTo>
                  <a:lnTo>
                    <a:pt x="7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7" name="Google Shape;17687;p136"/>
            <p:cNvSpPr/>
            <p:nvPr/>
          </p:nvSpPr>
          <p:spPr>
            <a:xfrm>
              <a:off x="1048625" y="3121050"/>
              <a:ext cx="184275" cy="128900"/>
            </a:xfrm>
            <a:custGeom>
              <a:avLst/>
              <a:gdLst/>
              <a:ahLst/>
              <a:cxnLst/>
              <a:rect l="l" t="t" r="r" b="b"/>
              <a:pathLst>
                <a:path w="7371" h="5156" extrusionOk="0">
                  <a:moveTo>
                    <a:pt x="7240" y="0"/>
                  </a:moveTo>
                  <a:lnTo>
                    <a:pt x="1" y="5156"/>
                  </a:lnTo>
                  <a:lnTo>
                    <a:pt x="477" y="5156"/>
                  </a:lnTo>
                  <a:lnTo>
                    <a:pt x="7371" y="262"/>
                  </a:lnTo>
                  <a:cubicBezTo>
                    <a:pt x="7359" y="215"/>
                    <a:pt x="7359" y="203"/>
                    <a:pt x="7359" y="179"/>
                  </a:cubicBezTo>
                  <a:cubicBezTo>
                    <a:pt x="7299" y="155"/>
                    <a:pt x="7240" y="72"/>
                    <a:pt x="72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8" name="Google Shape;17688;p136"/>
            <p:cNvSpPr/>
            <p:nvPr/>
          </p:nvSpPr>
          <p:spPr>
            <a:xfrm>
              <a:off x="1033150" y="2989475"/>
              <a:ext cx="25925" cy="257800"/>
            </a:xfrm>
            <a:custGeom>
              <a:avLst/>
              <a:gdLst/>
              <a:ahLst/>
              <a:cxnLst/>
              <a:rect l="l" t="t" r="r" b="b"/>
              <a:pathLst>
                <a:path w="1037" h="10312" extrusionOk="0">
                  <a:moveTo>
                    <a:pt x="751" y="1"/>
                  </a:moveTo>
                  <a:lnTo>
                    <a:pt x="1" y="10300"/>
                  </a:lnTo>
                  <a:lnTo>
                    <a:pt x="24" y="10300"/>
                  </a:lnTo>
                  <a:cubicBezTo>
                    <a:pt x="49" y="10296"/>
                    <a:pt x="73" y="10295"/>
                    <a:pt x="98" y="10295"/>
                  </a:cubicBezTo>
                  <a:cubicBezTo>
                    <a:pt x="158" y="10295"/>
                    <a:pt x="219" y="10303"/>
                    <a:pt x="286" y="10312"/>
                  </a:cubicBezTo>
                  <a:lnTo>
                    <a:pt x="1036" y="49"/>
                  </a:lnTo>
                  <a:lnTo>
                    <a:pt x="1013" y="49"/>
                  </a:lnTo>
                  <a:cubicBezTo>
                    <a:pt x="917" y="49"/>
                    <a:pt x="822" y="25"/>
                    <a:pt x="75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9" name="Google Shape;17689;p136"/>
            <p:cNvSpPr/>
            <p:nvPr/>
          </p:nvSpPr>
          <p:spPr>
            <a:xfrm>
              <a:off x="1053400" y="2846600"/>
              <a:ext cx="15500" cy="122375"/>
            </a:xfrm>
            <a:custGeom>
              <a:avLst/>
              <a:gdLst/>
              <a:ahLst/>
              <a:cxnLst/>
              <a:rect l="l" t="t" r="r" b="b"/>
              <a:pathLst>
                <a:path w="620" h="4895" extrusionOk="0">
                  <a:moveTo>
                    <a:pt x="357" y="1"/>
                  </a:moveTo>
                  <a:lnTo>
                    <a:pt x="0" y="4894"/>
                  </a:lnTo>
                  <a:cubicBezTo>
                    <a:pt x="24" y="4882"/>
                    <a:pt x="48" y="4882"/>
                    <a:pt x="72" y="4882"/>
                  </a:cubicBezTo>
                  <a:cubicBezTo>
                    <a:pt x="89" y="4879"/>
                    <a:pt x="108" y="4878"/>
                    <a:pt x="126" y="4878"/>
                  </a:cubicBezTo>
                  <a:cubicBezTo>
                    <a:pt x="172" y="4878"/>
                    <a:pt x="220" y="4886"/>
                    <a:pt x="262" y="4894"/>
                  </a:cubicBezTo>
                  <a:lnTo>
                    <a:pt x="619" y="1"/>
                  </a:lnTo>
                  <a:cubicBezTo>
                    <a:pt x="607" y="1"/>
                    <a:pt x="596" y="1"/>
                    <a:pt x="584" y="13"/>
                  </a:cubicBezTo>
                  <a:cubicBezTo>
                    <a:pt x="549" y="18"/>
                    <a:pt x="515" y="21"/>
                    <a:pt x="482" y="21"/>
                  </a:cubicBezTo>
                  <a:cubicBezTo>
                    <a:pt x="435" y="21"/>
                    <a:pt x="392" y="15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0" name="Google Shape;17690;p136"/>
            <p:cNvSpPr/>
            <p:nvPr/>
          </p:nvSpPr>
          <p:spPr>
            <a:xfrm>
              <a:off x="1066500" y="2977275"/>
              <a:ext cx="92300" cy="25925"/>
            </a:xfrm>
            <a:custGeom>
              <a:avLst/>
              <a:gdLst/>
              <a:ahLst/>
              <a:cxnLst/>
              <a:rect l="l" t="t" r="r" b="b"/>
              <a:pathLst>
                <a:path w="3692" h="1037" extrusionOk="0">
                  <a:moveTo>
                    <a:pt x="24" y="1"/>
                  </a:moveTo>
                  <a:lnTo>
                    <a:pt x="24" y="25"/>
                  </a:lnTo>
                  <a:cubicBezTo>
                    <a:pt x="36" y="120"/>
                    <a:pt x="24" y="203"/>
                    <a:pt x="0" y="275"/>
                  </a:cubicBezTo>
                  <a:lnTo>
                    <a:pt x="3655" y="1037"/>
                  </a:lnTo>
                  <a:lnTo>
                    <a:pt x="3655" y="1013"/>
                  </a:lnTo>
                  <a:cubicBezTo>
                    <a:pt x="3643" y="918"/>
                    <a:pt x="3643" y="834"/>
                    <a:pt x="3691" y="751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1" name="Google Shape;17691;p136"/>
            <p:cNvSpPr/>
            <p:nvPr/>
          </p:nvSpPr>
          <p:spPr>
            <a:xfrm>
              <a:off x="1237650" y="3057050"/>
              <a:ext cx="96150" cy="61950"/>
            </a:xfrm>
            <a:custGeom>
              <a:avLst/>
              <a:gdLst/>
              <a:ahLst/>
              <a:cxnLst/>
              <a:rect l="l" t="t" r="r" b="b"/>
              <a:pathLst>
                <a:path w="3846" h="2478" extrusionOk="0">
                  <a:moveTo>
                    <a:pt x="3715" y="1"/>
                  </a:moveTo>
                  <a:lnTo>
                    <a:pt x="0" y="2263"/>
                  </a:lnTo>
                  <a:cubicBezTo>
                    <a:pt x="84" y="2287"/>
                    <a:pt x="179" y="2370"/>
                    <a:pt x="191" y="2477"/>
                  </a:cubicBezTo>
                  <a:lnTo>
                    <a:pt x="3846" y="239"/>
                  </a:lnTo>
                  <a:cubicBezTo>
                    <a:pt x="3786" y="167"/>
                    <a:pt x="3751" y="96"/>
                    <a:pt x="37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2" name="Google Shape;17692;p136"/>
            <p:cNvSpPr/>
            <p:nvPr/>
          </p:nvSpPr>
          <p:spPr>
            <a:xfrm>
              <a:off x="1071550" y="2841850"/>
              <a:ext cx="93775" cy="152425"/>
            </a:xfrm>
            <a:custGeom>
              <a:avLst/>
              <a:gdLst/>
              <a:ahLst/>
              <a:cxnLst/>
              <a:rect l="l" t="t" r="r" b="b"/>
              <a:pathLst>
                <a:path w="3751" h="6097" extrusionOk="0">
                  <a:moveTo>
                    <a:pt x="227" y="0"/>
                  </a:moveTo>
                  <a:cubicBezTo>
                    <a:pt x="167" y="60"/>
                    <a:pt x="96" y="119"/>
                    <a:pt x="1" y="143"/>
                  </a:cubicBezTo>
                  <a:lnTo>
                    <a:pt x="3525" y="6096"/>
                  </a:lnTo>
                  <a:cubicBezTo>
                    <a:pt x="3584" y="6025"/>
                    <a:pt x="3668" y="5965"/>
                    <a:pt x="3751" y="593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3" name="Google Shape;17693;p136"/>
            <p:cNvSpPr/>
            <p:nvPr/>
          </p:nvSpPr>
          <p:spPr>
            <a:xfrm>
              <a:off x="1169475" y="3008825"/>
              <a:ext cx="65525" cy="109275"/>
            </a:xfrm>
            <a:custGeom>
              <a:avLst/>
              <a:gdLst/>
              <a:ahLst/>
              <a:cxnLst/>
              <a:rect l="l" t="t" r="r" b="b"/>
              <a:pathLst>
                <a:path w="2621" h="4371" extrusionOk="0">
                  <a:moveTo>
                    <a:pt x="251" y="1"/>
                  </a:moveTo>
                  <a:cubicBezTo>
                    <a:pt x="191" y="60"/>
                    <a:pt x="108" y="84"/>
                    <a:pt x="13" y="108"/>
                  </a:cubicBezTo>
                  <a:lnTo>
                    <a:pt x="1" y="108"/>
                  </a:lnTo>
                  <a:lnTo>
                    <a:pt x="2406" y="4370"/>
                  </a:lnTo>
                  <a:cubicBezTo>
                    <a:pt x="2441" y="4287"/>
                    <a:pt x="2513" y="4216"/>
                    <a:pt x="2620" y="4192"/>
                  </a:cubicBez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4" name="Google Shape;17694;p136"/>
            <p:cNvSpPr/>
            <p:nvPr/>
          </p:nvSpPr>
          <p:spPr>
            <a:xfrm>
              <a:off x="1232575" y="3125225"/>
              <a:ext cx="48550" cy="124150"/>
            </a:xfrm>
            <a:custGeom>
              <a:avLst/>
              <a:gdLst/>
              <a:ahLst/>
              <a:cxnLst/>
              <a:rect l="l" t="t" r="r" b="b"/>
              <a:pathLst>
                <a:path w="1942" h="4966" extrusionOk="0">
                  <a:moveTo>
                    <a:pt x="275" y="0"/>
                  </a:moveTo>
                  <a:cubicBezTo>
                    <a:pt x="239" y="12"/>
                    <a:pt x="215" y="36"/>
                    <a:pt x="167" y="48"/>
                  </a:cubicBezTo>
                  <a:cubicBezTo>
                    <a:pt x="108" y="48"/>
                    <a:pt x="48" y="36"/>
                    <a:pt x="1" y="12"/>
                  </a:cubicBezTo>
                  <a:lnTo>
                    <a:pt x="1" y="72"/>
                  </a:lnTo>
                  <a:lnTo>
                    <a:pt x="1656" y="4965"/>
                  </a:lnTo>
                  <a:lnTo>
                    <a:pt x="1942" y="4965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5" name="Google Shape;17695;p136"/>
            <p:cNvSpPr/>
            <p:nvPr/>
          </p:nvSpPr>
          <p:spPr>
            <a:xfrm>
              <a:off x="1356400" y="3074925"/>
              <a:ext cx="20275" cy="174450"/>
            </a:xfrm>
            <a:custGeom>
              <a:avLst/>
              <a:gdLst/>
              <a:ahLst/>
              <a:cxnLst/>
              <a:rect l="l" t="t" r="r" b="b"/>
              <a:pathLst>
                <a:path w="811" h="6978" extrusionOk="0">
                  <a:moveTo>
                    <a:pt x="275" y="0"/>
                  </a:moveTo>
                  <a:cubicBezTo>
                    <a:pt x="273" y="0"/>
                    <a:pt x="272" y="0"/>
                    <a:pt x="271" y="1"/>
                  </a:cubicBezTo>
                  <a:lnTo>
                    <a:pt x="271" y="1"/>
                  </a:lnTo>
                  <a:cubicBezTo>
                    <a:pt x="166" y="24"/>
                    <a:pt x="83" y="24"/>
                    <a:pt x="1" y="24"/>
                  </a:cubicBezTo>
                  <a:lnTo>
                    <a:pt x="548" y="6977"/>
                  </a:lnTo>
                  <a:lnTo>
                    <a:pt x="810" y="6977"/>
                  </a:lnTo>
                  <a:lnTo>
                    <a:pt x="810" y="6894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6" name="Google Shape;17696;p136"/>
            <p:cNvSpPr/>
            <p:nvPr/>
          </p:nvSpPr>
          <p:spPr>
            <a:xfrm>
              <a:off x="1378125" y="3063600"/>
              <a:ext cx="123575" cy="114025"/>
            </a:xfrm>
            <a:custGeom>
              <a:avLst/>
              <a:gdLst/>
              <a:ahLst/>
              <a:cxnLst/>
              <a:rect l="l" t="t" r="r" b="b"/>
              <a:pathLst>
                <a:path w="4943" h="4561" extrusionOk="0">
                  <a:moveTo>
                    <a:pt x="191" y="1"/>
                  </a:moveTo>
                  <a:cubicBezTo>
                    <a:pt x="132" y="72"/>
                    <a:pt x="60" y="143"/>
                    <a:pt x="1" y="191"/>
                  </a:cubicBezTo>
                  <a:lnTo>
                    <a:pt x="4752" y="4561"/>
                  </a:lnTo>
                  <a:cubicBezTo>
                    <a:pt x="4799" y="4477"/>
                    <a:pt x="4847" y="4418"/>
                    <a:pt x="4942" y="4370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7" name="Google Shape;17697;p136"/>
            <p:cNvSpPr/>
            <p:nvPr/>
          </p:nvSpPr>
          <p:spPr>
            <a:xfrm>
              <a:off x="1512075" y="3187125"/>
              <a:ext cx="68200" cy="62250"/>
            </a:xfrm>
            <a:custGeom>
              <a:avLst/>
              <a:gdLst/>
              <a:ahLst/>
              <a:cxnLst/>
              <a:rect l="l" t="t" r="r" b="b"/>
              <a:pathLst>
                <a:path w="2728" h="2490" extrusionOk="0">
                  <a:moveTo>
                    <a:pt x="179" y="1"/>
                  </a:moveTo>
                  <a:cubicBezTo>
                    <a:pt x="156" y="84"/>
                    <a:pt x="72" y="155"/>
                    <a:pt x="1" y="203"/>
                  </a:cubicBezTo>
                  <a:lnTo>
                    <a:pt x="2453" y="2489"/>
                  </a:lnTo>
                  <a:lnTo>
                    <a:pt x="2620" y="2489"/>
                  </a:lnTo>
                  <a:lnTo>
                    <a:pt x="2727" y="2382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8" name="Google Shape;17698;p136"/>
            <p:cNvSpPr/>
            <p:nvPr/>
          </p:nvSpPr>
          <p:spPr>
            <a:xfrm>
              <a:off x="1516850" y="3091575"/>
              <a:ext cx="207475" cy="93200"/>
            </a:xfrm>
            <a:custGeom>
              <a:avLst/>
              <a:gdLst/>
              <a:ahLst/>
              <a:cxnLst/>
              <a:rect l="l" t="t" r="r" b="b"/>
              <a:pathLst>
                <a:path w="8299" h="3728" extrusionOk="0">
                  <a:moveTo>
                    <a:pt x="8299" y="1"/>
                  </a:moveTo>
                  <a:lnTo>
                    <a:pt x="0" y="3454"/>
                  </a:lnTo>
                  <a:cubicBezTo>
                    <a:pt x="24" y="3501"/>
                    <a:pt x="36" y="3537"/>
                    <a:pt x="48" y="3573"/>
                  </a:cubicBezTo>
                  <a:cubicBezTo>
                    <a:pt x="36" y="3632"/>
                    <a:pt x="24" y="3680"/>
                    <a:pt x="24" y="3727"/>
                  </a:cubicBezTo>
                  <a:cubicBezTo>
                    <a:pt x="36" y="3727"/>
                    <a:pt x="48" y="3727"/>
                    <a:pt x="84" y="3715"/>
                  </a:cubicBezTo>
                  <a:lnTo>
                    <a:pt x="7846" y="477"/>
                  </a:lnTo>
                  <a:lnTo>
                    <a:pt x="8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9" name="Google Shape;17699;p136"/>
            <p:cNvSpPr/>
            <p:nvPr/>
          </p:nvSpPr>
          <p:spPr>
            <a:xfrm>
              <a:off x="1920175" y="3218375"/>
              <a:ext cx="54200" cy="31275"/>
            </a:xfrm>
            <a:custGeom>
              <a:avLst/>
              <a:gdLst/>
              <a:ahLst/>
              <a:cxnLst/>
              <a:rect l="l" t="t" r="r" b="b"/>
              <a:pathLst>
                <a:path w="2168" h="1251" extrusionOk="0">
                  <a:moveTo>
                    <a:pt x="215" y="1"/>
                  </a:moveTo>
                  <a:lnTo>
                    <a:pt x="167" y="25"/>
                  </a:lnTo>
                  <a:cubicBezTo>
                    <a:pt x="155" y="48"/>
                    <a:pt x="119" y="84"/>
                    <a:pt x="95" y="96"/>
                  </a:cubicBezTo>
                  <a:lnTo>
                    <a:pt x="0" y="191"/>
                  </a:lnTo>
                  <a:lnTo>
                    <a:pt x="1655" y="1251"/>
                  </a:lnTo>
                  <a:lnTo>
                    <a:pt x="2167" y="125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0" name="Google Shape;17700;p136"/>
            <p:cNvSpPr/>
            <p:nvPr/>
          </p:nvSpPr>
          <p:spPr>
            <a:xfrm>
              <a:off x="1726700" y="3093675"/>
              <a:ext cx="96450" cy="65500"/>
            </a:xfrm>
            <a:custGeom>
              <a:avLst/>
              <a:gdLst/>
              <a:ahLst/>
              <a:cxnLst/>
              <a:rect l="l" t="t" r="r" b="b"/>
              <a:pathLst>
                <a:path w="3858" h="2620" extrusionOk="0">
                  <a:moveTo>
                    <a:pt x="179" y="0"/>
                  </a:moveTo>
                  <a:lnTo>
                    <a:pt x="0" y="202"/>
                  </a:lnTo>
                  <a:lnTo>
                    <a:pt x="3751" y="2619"/>
                  </a:lnTo>
                  <a:lnTo>
                    <a:pt x="3858" y="234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1" name="Google Shape;17701;p136"/>
            <p:cNvSpPr/>
            <p:nvPr/>
          </p:nvSpPr>
          <p:spPr>
            <a:xfrm>
              <a:off x="1826400" y="3156175"/>
              <a:ext cx="88425" cy="62825"/>
            </a:xfrm>
            <a:custGeom>
              <a:avLst/>
              <a:gdLst/>
              <a:ahLst/>
              <a:cxnLst/>
              <a:rect l="l" t="t" r="r" b="b"/>
              <a:pathLst>
                <a:path w="3537" h="2513" extrusionOk="0">
                  <a:moveTo>
                    <a:pt x="108" y="0"/>
                  </a:moveTo>
                  <a:lnTo>
                    <a:pt x="1" y="262"/>
                  </a:lnTo>
                  <a:lnTo>
                    <a:pt x="3513" y="2513"/>
                  </a:lnTo>
                  <a:cubicBezTo>
                    <a:pt x="3501" y="2489"/>
                    <a:pt x="3489" y="2441"/>
                    <a:pt x="3477" y="2405"/>
                  </a:cubicBezTo>
                  <a:cubicBezTo>
                    <a:pt x="3454" y="2334"/>
                    <a:pt x="3489" y="2263"/>
                    <a:pt x="3537" y="2203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2" name="Google Shape;17702;p136"/>
            <p:cNvSpPr/>
            <p:nvPr/>
          </p:nvSpPr>
          <p:spPr>
            <a:xfrm>
              <a:off x="1577875" y="2880550"/>
              <a:ext cx="344700" cy="368825"/>
            </a:xfrm>
            <a:custGeom>
              <a:avLst/>
              <a:gdLst/>
              <a:ahLst/>
              <a:cxnLst/>
              <a:rect l="l" t="t" r="r" b="b"/>
              <a:pathLst>
                <a:path w="13788" h="14753" extrusionOk="0">
                  <a:moveTo>
                    <a:pt x="13668" y="0"/>
                  </a:moveTo>
                  <a:lnTo>
                    <a:pt x="5834" y="8466"/>
                  </a:lnTo>
                  <a:lnTo>
                    <a:pt x="5394" y="8942"/>
                  </a:lnTo>
                  <a:lnTo>
                    <a:pt x="107" y="14645"/>
                  </a:lnTo>
                  <a:lnTo>
                    <a:pt x="0" y="14752"/>
                  </a:lnTo>
                  <a:lnTo>
                    <a:pt x="381" y="14752"/>
                  </a:lnTo>
                  <a:lnTo>
                    <a:pt x="5953" y="8727"/>
                  </a:lnTo>
                  <a:lnTo>
                    <a:pt x="6156" y="8525"/>
                  </a:lnTo>
                  <a:lnTo>
                    <a:pt x="13692" y="357"/>
                  </a:lnTo>
                  <a:lnTo>
                    <a:pt x="13787" y="119"/>
                  </a:lnTo>
                  <a:cubicBezTo>
                    <a:pt x="13740" y="84"/>
                    <a:pt x="13692" y="36"/>
                    <a:pt x="1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3" name="Google Shape;17703;p136"/>
            <p:cNvSpPr/>
            <p:nvPr/>
          </p:nvSpPr>
          <p:spPr>
            <a:xfrm>
              <a:off x="1787125" y="2882925"/>
              <a:ext cx="142000" cy="366450"/>
            </a:xfrm>
            <a:custGeom>
              <a:avLst/>
              <a:gdLst/>
              <a:ahLst/>
              <a:cxnLst/>
              <a:rect l="l" t="t" r="r" b="b"/>
              <a:pathLst>
                <a:path w="5680" h="14658" extrusionOk="0">
                  <a:moveTo>
                    <a:pt x="5417" y="0"/>
                  </a:moveTo>
                  <a:lnTo>
                    <a:pt x="5322" y="239"/>
                  </a:lnTo>
                  <a:lnTo>
                    <a:pt x="1441" y="10776"/>
                  </a:lnTo>
                  <a:lnTo>
                    <a:pt x="1334" y="11049"/>
                  </a:lnTo>
                  <a:lnTo>
                    <a:pt x="0" y="14657"/>
                  </a:lnTo>
                  <a:lnTo>
                    <a:pt x="298" y="14657"/>
                  </a:lnTo>
                  <a:lnTo>
                    <a:pt x="1572" y="11192"/>
                  </a:lnTo>
                  <a:lnTo>
                    <a:pt x="1679" y="10930"/>
                  </a:lnTo>
                  <a:lnTo>
                    <a:pt x="5679" y="72"/>
                  </a:lnTo>
                  <a:cubicBezTo>
                    <a:pt x="5584" y="72"/>
                    <a:pt x="5489" y="60"/>
                    <a:pt x="54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4" name="Google Shape;17704;p136"/>
            <p:cNvSpPr/>
            <p:nvPr/>
          </p:nvSpPr>
          <p:spPr>
            <a:xfrm>
              <a:off x="1937125" y="2875175"/>
              <a:ext cx="202450" cy="98250"/>
            </a:xfrm>
            <a:custGeom>
              <a:avLst/>
              <a:gdLst/>
              <a:ahLst/>
              <a:cxnLst/>
              <a:rect l="l" t="t" r="r" b="b"/>
              <a:pathLst>
                <a:path w="8098" h="3930" extrusionOk="0">
                  <a:moveTo>
                    <a:pt x="96" y="1"/>
                  </a:moveTo>
                  <a:cubicBezTo>
                    <a:pt x="84" y="96"/>
                    <a:pt x="60" y="180"/>
                    <a:pt x="1" y="251"/>
                  </a:cubicBezTo>
                  <a:lnTo>
                    <a:pt x="8097" y="3930"/>
                  </a:lnTo>
                  <a:lnTo>
                    <a:pt x="8097" y="3632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5" name="Google Shape;17705;p136"/>
            <p:cNvSpPr/>
            <p:nvPr/>
          </p:nvSpPr>
          <p:spPr>
            <a:xfrm>
              <a:off x="2088050" y="3163325"/>
              <a:ext cx="43175" cy="86050"/>
            </a:xfrm>
            <a:custGeom>
              <a:avLst/>
              <a:gdLst/>
              <a:ahLst/>
              <a:cxnLst/>
              <a:rect l="l" t="t" r="r" b="b"/>
              <a:pathLst>
                <a:path w="1727" h="3442" extrusionOk="0">
                  <a:moveTo>
                    <a:pt x="1560" y="0"/>
                  </a:moveTo>
                  <a:lnTo>
                    <a:pt x="0" y="3441"/>
                  </a:lnTo>
                  <a:lnTo>
                    <a:pt x="298" y="3441"/>
                  </a:lnTo>
                  <a:lnTo>
                    <a:pt x="1727" y="322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6" name="Google Shape;17706;p136"/>
            <p:cNvSpPr/>
            <p:nvPr/>
          </p:nvSpPr>
          <p:spPr>
            <a:xfrm>
              <a:off x="2130900" y="3136825"/>
              <a:ext cx="8675" cy="26525"/>
            </a:xfrm>
            <a:custGeom>
              <a:avLst/>
              <a:gdLst/>
              <a:ahLst/>
              <a:cxnLst/>
              <a:rect l="l" t="t" r="r" b="b"/>
              <a:pathLst>
                <a:path w="347" h="1061" extrusionOk="0">
                  <a:moveTo>
                    <a:pt x="346" y="0"/>
                  </a:moveTo>
                  <a:lnTo>
                    <a:pt x="1" y="739"/>
                  </a:lnTo>
                  <a:lnTo>
                    <a:pt x="168" y="1060"/>
                  </a:lnTo>
                  <a:lnTo>
                    <a:pt x="346" y="655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7" name="Google Shape;17707;p136"/>
            <p:cNvSpPr/>
            <p:nvPr/>
          </p:nvSpPr>
          <p:spPr>
            <a:xfrm>
              <a:off x="1923750" y="3070450"/>
              <a:ext cx="155700" cy="148550"/>
            </a:xfrm>
            <a:custGeom>
              <a:avLst/>
              <a:gdLst/>
              <a:ahLst/>
              <a:cxnLst/>
              <a:rect l="l" t="t" r="r" b="b"/>
              <a:pathLst>
                <a:path w="6228" h="5942" extrusionOk="0">
                  <a:moveTo>
                    <a:pt x="6037" y="0"/>
                  </a:moveTo>
                  <a:lnTo>
                    <a:pt x="3596" y="2263"/>
                  </a:lnTo>
                  <a:cubicBezTo>
                    <a:pt x="3608" y="2298"/>
                    <a:pt x="3632" y="2346"/>
                    <a:pt x="3643" y="2370"/>
                  </a:cubicBezTo>
                  <a:cubicBezTo>
                    <a:pt x="3667" y="2501"/>
                    <a:pt x="3572" y="2644"/>
                    <a:pt x="3429" y="2655"/>
                  </a:cubicBezTo>
                  <a:cubicBezTo>
                    <a:pt x="3417" y="2658"/>
                    <a:pt x="3405" y="2659"/>
                    <a:pt x="3392" y="2659"/>
                  </a:cubicBezTo>
                  <a:cubicBezTo>
                    <a:pt x="3334" y="2659"/>
                    <a:pt x="3278" y="2635"/>
                    <a:pt x="3239" y="2596"/>
                  </a:cubicBezTo>
                  <a:lnTo>
                    <a:pt x="0" y="5620"/>
                  </a:lnTo>
                  <a:cubicBezTo>
                    <a:pt x="36" y="5656"/>
                    <a:pt x="72" y="5703"/>
                    <a:pt x="83" y="5763"/>
                  </a:cubicBezTo>
                  <a:cubicBezTo>
                    <a:pt x="95" y="5834"/>
                    <a:pt x="83" y="5894"/>
                    <a:pt x="36" y="5942"/>
                  </a:cubicBezTo>
                  <a:lnTo>
                    <a:pt x="83" y="5918"/>
                  </a:lnTo>
                  <a:lnTo>
                    <a:pt x="6227" y="215"/>
                  </a:lnTo>
                  <a:cubicBezTo>
                    <a:pt x="6144" y="155"/>
                    <a:pt x="6072" y="96"/>
                    <a:pt x="60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8" name="Google Shape;17708;p136"/>
            <p:cNvSpPr/>
            <p:nvPr/>
          </p:nvSpPr>
          <p:spPr>
            <a:xfrm>
              <a:off x="1881475" y="3218975"/>
              <a:ext cx="41100" cy="30100"/>
            </a:xfrm>
            <a:custGeom>
              <a:avLst/>
              <a:gdLst/>
              <a:ahLst/>
              <a:cxnLst/>
              <a:rect l="l" t="t" r="r" b="b"/>
              <a:pathLst>
                <a:path w="1644" h="1204" extrusionOk="0">
                  <a:moveTo>
                    <a:pt x="1643" y="60"/>
                  </a:moveTo>
                  <a:lnTo>
                    <a:pt x="1613" y="87"/>
                  </a:lnTo>
                  <a:lnTo>
                    <a:pt x="1613" y="87"/>
                  </a:lnTo>
                  <a:cubicBezTo>
                    <a:pt x="1622" y="80"/>
                    <a:pt x="1632" y="71"/>
                    <a:pt x="1643" y="60"/>
                  </a:cubicBezTo>
                  <a:close/>
                  <a:moveTo>
                    <a:pt x="1310" y="1"/>
                  </a:moveTo>
                  <a:lnTo>
                    <a:pt x="0" y="1203"/>
                  </a:lnTo>
                  <a:lnTo>
                    <a:pt x="405" y="1203"/>
                  </a:lnTo>
                  <a:lnTo>
                    <a:pt x="1548" y="143"/>
                  </a:lnTo>
                  <a:lnTo>
                    <a:pt x="1613" y="87"/>
                  </a:lnTo>
                  <a:lnTo>
                    <a:pt x="1613" y="87"/>
                  </a:lnTo>
                  <a:cubicBezTo>
                    <a:pt x="1592" y="102"/>
                    <a:pt x="1573" y="108"/>
                    <a:pt x="1548" y="108"/>
                  </a:cubicBezTo>
                  <a:cubicBezTo>
                    <a:pt x="1540" y="109"/>
                    <a:pt x="1531" y="110"/>
                    <a:pt x="1522" y="110"/>
                  </a:cubicBezTo>
                  <a:cubicBezTo>
                    <a:pt x="1446" y="110"/>
                    <a:pt x="1363" y="65"/>
                    <a:pt x="13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9" name="Google Shape;17709;p136"/>
            <p:cNvSpPr/>
            <p:nvPr/>
          </p:nvSpPr>
          <p:spPr>
            <a:xfrm>
              <a:off x="2085975" y="3074925"/>
              <a:ext cx="53900" cy="112825"/>
            </a:xfrm>
            <a:custGeom>
              <a:avLst/>
              <a:gdLst/>
              <a:ahLst/>
              <a:cxnLst/>
              <a:rect l="l" t="t" r="r" b="b"/>
              <a:pathLst>
                <a:path w="2156" h="4513" extrusionOk="0">
                  <a:moveTo>
                    <a:pt x="250" y="0"/>
                  </a:moveTo>
                  <a:cubicBezTo>
                    <a:pt x="191" y="48"/>
                    <a:pt x="119" y="83"/>
                    <a:pt x="36" y="95"/>
                  </a:cubicBezTo>
                  <a:lnTo>
                    <a:pt x="0" y="95"/>
                  </a:lnTo>
                  <a:lnTo>
                    <a:pt x="1679" y="3536"/>
                  </a:lnTo>
                  <a:lnTo>
                    <a:pt x="1822" y="3846"/>
                  </a:lnTo>
                  <a:lnTo>
                    <a:pt x="2155" y="4512"/>
                  </a:lnTo>
                  <a:lnTo>
                    <a:pt x="2155" y="3893"/>
                  </a:lnTo>
                  <a:lnTo>
                    <a:pt x="1965" y="3536"/>
                  </a:lnTo>
                  <a:lnTo>
                    <a:pt x="1810" y="3215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0" name="Google Shape;17710;p136"/>
            <p:cNvSpPr/>
            <p:nvPr/>
          </p:nvSpPr>
          <p:spPr>
            <a:xfrm>
              <a:off x="2128225" y="3239825"/>
              <a:ext cx="11350" cy="9550"/>
            </a:xfrm>
            <a:custGeom>
              <a:avLst/>
              <a:gdLst/>
              <a:ahLst/>
              <a:cxnLst/>
              <a:rect l="l" t="t" r="r" b="b"/>
              <a:pathLst>
                <a:path w="454" h="382" extrusionOk="0">
                  <a:moveTo>
                    <a:pt x="453" y="0"/>
                  </a:moveTo>
                  <a:lnTo>
                    <a:pt x="1" y="381"/>
                  </a:lnTo>
                  <a:lnTo>
                    <a:pt x="417" y="381"/>
                  </a:lnTo>
                  <a:lnTo>
                    <a:pt x="453" y="357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1" name="Google Shape;17711;p136"/>
            <p:cNvSpPr/>
            <p:nvPr/>
          </p:nvSpPr>
          <p:spPr>
            <a:xfrm>
              <a:off x="1326050" y="3014475"/>
              <a:ext cx="64325" cy="61350"/>
            </a:xfrm>
            <a:custGeom>
              <a:avLst/>
              <a:gdLst/>
              <a:ahLst/>
              <a:cxnLst/>
              <a:rect l="l" t="t" r="r" b="b"/>
              <a:pathLst>
                <a:path w="2573" h="2454" extrusionOk="0">
                  <a:moveTo>
                    <a:pt x="1305" y="1"/>
                  </a:moveTo>
                  <a:cubicBezTo>
                    <a:pt x="1248" y="1"/>
                    <a:pt x="1190" y="5"/>
                    <a:pt x="1131" y="13"/>
                  </a:cubicBezTo>
                  <a:cubicBezTo>
                    <a:pt x="465" y="96"/>
                    <a:pt x="0" y="727"/>
                    <a:pt x="96" y="1394"/>
                  </a:cubicBezTo>
                  <a:cubicBezTo>
                    <a:pt x="108" y="1513"/>
                    <a:pt x="131" y="1620"/>
                    <a:pt x="179" y="1727"/>
                  </a:cubicBezTo>
                  <a:cubicBezTo>
                    <a:pt x="227" y="1811"/>
                    <a:pt x="274" y="1882"/>
                    <a:pt x="310" y="1966"/>
                  </a:cubicBezTo>
                  <a:cubicBezTo>
                    <a:pt x="524" y="2239"/>
                    <a:pt x="846" y="2418"/>
                    <a:pt x="1203" y="2454"/>
                  </a:cubicBezTo>
                  <a:cubicBezTo>
                    <a:pt x="1298" y="2454"/>
                    <a:pt x="1381" y="2442"/>
                    <a:pt x="1477" y="2442"/>
                  </a:cubicBezTo>
                  <a:cubicBezTo>
                    <a:pt x="1715" y="2406"/>
                    <a:pt x="1917" y="2299"/>
                    <a:pt x="2084" y="2168"/>
                  </a:cubicBezTo>
                  <a:cubicBezTo>
                    <a:pt x="2155" y="2108"/>
                    <a:pt x="2215" y="2049"/>
                    <a:pt x="2274" y="1977"/>
                  </a:cubicBezTo>
                  <a:cubicBezTo>
                    <a:pt x="2477" y="1727"/>
                    <a:pt x="2572" y="1394"/>
                    <a:pt x="2513" y="1049"/>
                  </a:cubicBezTo>
                  <a:cubicBezTo>
                    <a:pt x="2437" y="440"/>
                    <a:pt x="1904" y="1"/>
                    <a:pt x="13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2" name="Google Shape;17712;p136"/>
            <p:cNvSpPr/>
            <p:nvPr/>
          </p:nvSpPr>
          <p:spPr>
            <a:xfrm>
              <a:off x="1048925" y="2815500"/>
              <a:ext cx="33075" cy="31625"/>
            </a:xfrm>
            <a:custGeom>
              <a:avLst/>
              <a:gdLst/>
              <a:ahLst/>
              <a:cxnLst/>
              <a:rect l="l" t="t" r="r" b="b"/>
              <a:pathLst>
                <a:path w="1323" h="1265" extrusionOk="0">
                  <a:moveTo>
                    <a:pt x="669" y="1"/>
                  </a:moveTo>
                  <a:cubicBezTo>
                    <a:pt x="641" y="1"/>
                    <a:pt x="613" y="3"/>
                    <a:pt x="584" y="7"/>
                  </a:cubicBezTo>
                  <a:cubicBezTo>
                    <a:pt x="239" y="66"/>
                    <a:pt x="1" y="376"/>
                    <a:pt x="48" y="721"/>
                  </a:cubicBezTo>
                  <a:cubicBezTo>
                    <a:pt x="84" y="983"/>
                    <a:pt x="286" y="1197"/>
                    <a:pt x="536" y="1245"/>
                  </a:cubicBezTo>
                  <a:cubicBezTo>
                    <a:pt x="571" y="1259"/>
                    <a:pt x="610" y="1265"/>
                    <a:pt x="656" y="1265"/>
                  </a:cubicBezTo>
                  <a:cubicBezTo>
                    <a:pt x="688" y="1265"/>
                    <a:pt x="723" y="1262"/>
                    <a:pt x="763" y="1257"/>
                  </a:cubicBezTo>
                  <a:cubicBezTo>
                    <a:pt x="775" y="1257"/>
                    <a:pt x="786" y="1257"/>
                    <a:pt x="798" y="1245"/>
                  </a:cubicBezTo>
                  <a:cubicBezTo>
                    <a:pt x="834" y="1233"/>
                    <a:pt x="882" y="1233"/>
                    <a:pt x="906" y="1209"/>
                  </a:cubicBezTo>
                  <a:cubicBezTo>
                    <a:pt x="1001" y="1185"/>
                    <a:pt x="1072" y="1126"/>
                    <a:pt x="1132" y="1066"/>
                  </a:cubicBezTo>
                  <a:cubicBezTo>
                    <a:pt x="1251" y="935"/>
                    <a:pt x="1322" y="733"/>
                    <a:pt x="1298" y="542"/>
                  </a:cubicBezTo>
                  <a:cubicBezTo>
                    <a:pt x="1244" y="227"/>
                    <a:pt x="971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3" name="Google Shape;17713;p136"/>
            <p:cNvSpPr/>
            <p:nvPr/>
          </p:nvSpPr>
          <p:spPr>
            <a:xfrm>
              <a:off x="1026600" y="3246400"/>
              <a:ext cx="18475" cy="2975"/>
            </a:xfrm>
            <a:custGeom>
              <a:avLst/>
              <a:gdLst/>
              <a:ahLst/>
              <a:cxnLst/>
              <a:rect l="l" t="t" r="r" b="b"/>
              <a:pathLst>
                <a:path w="739" h="119" extrusionOk="0">
                  <a:moveTo>
                    <a:pt x="348" y="1"/>
                  </a:moveTo>
                  <a:cubicBezTo>
                    <a:pt x="321" y="1"/>
                    <a:pt x="292" y="4"/>
                    <a:pt x="263" y="11"/>
                  </a:cubicBezTo>
                  <a:cubicBezTo>
                    <a:pt x="167" y="35"/>
                    <a:pt x="72" y="70"/>
                    <a:pt x="1" y="118"/>
                  </a:cubicBezTo>
                  <a:lnTo>
                    <a:pt x="739" y="118"/>
                  </a:lnTo>
                  <a:cubicBezTo>
                    <a:pt x="679" y="82"/>
                    <a:pt x="608" y="47"/>
                    <a:pt x="536" y="23"/>
                  </a:cubicBezTo>
                  <a:cubicBezTo>
                    <a:pt x="471" y="15"/>
                    <a:pt x="411" y="1"/>
                    <a:pt x="34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4" name="Google Shape;17714;p136"/>
            <p:cNvSpPr/>
            <p:nvPr/>
          </p:nvSpPr>
          <p:spPr>
            <a:xfrm>
              <a:off x="895625" y="2943300"/>
              <a:ext cx="11950" cy="10575"/>
            </a:xfrm>
            <a:custGeom>
              <a:avLst/>
              <a:gdLst/>
              <a:ahLst/>
              <a:cxnLst/>
              <a:rect l="l" t="t" r="r" b="b"/>
              <a:pathLst>
                <a:path w="478" h="423" extrusionOk="0">
                  <a:moveTo>
                    <a:pt x="236" y="1"/>
                  </a:moveTo>
                  <a:cubicBezTo>
                    <a:pt x="225" y="1"/>
                    <a:pt x="214" y="1"/>
                    <a:pt x="203" y="2"/>
                  </a:cubicBezTo>
                  <a:cubicBezTo>
                    <a:pt x="84" y="14"/>
                    <a:pt x="1" y="133"/>
                    <a:pt x="25" y="252"/>
                  </a:cubicBezTo>
                  <a:cubicBezTo>
                    <a:pt x="49" y="300"/>
                    <a:pt x="60" y="348"/>
                    <a:pt x="84" y="372"/>
                  </a:cubicBezTo>
                  <a:cubicBezTo>
                    <a:pt x="133" y="401"/>
                    <a:pt x="182" y="422"/>
                    <a:pt x="244" y="422"/>
                  </a:cubicBezTo>
                  <a:cubicBezTo>
                    <a:pt x="258" y="422"/>
                    <a:pt x="272" y="421"/>
                    <a:pt x="287" y="419"/>
                  </a:cubicBezTo>
                  <a:cubicBezTo>
                    <a:pt x="310" y="419"/>
                    <a:pt x="346" y="395"/>
                    <a:pt x="370" y="383"/>
                  </a:cubicBezTo>
                  <a:cubicBezTo>
                    <a:pt x="441" y="336"/>
                    <a:pt x="477" y="264"/>
                    <a:pt x="465" y="181"/>
                  </a:cubicBezTo>
                  <a:cubicBezTo>
                    <a:pt x="465" y="157"/>
                    <a:pt x="441" y="145"/>
                    <a:pt x="441" y="133"/>
                  </a:cubicBezTo>
                  <a:cubicBezTo>
                    <a:pt x="420" y="48"/>
                    <a:pt x="331" y="1"/>
                    <a:pt x="2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5" name="Google Shape;17715;p136"/>
            <p:cNvSpPr/>
            <p:nvPr/>
          </p:nvSpPr>
          <p:spPr>
            <a:xfrm>
              <a:off x="1156975" y="2989650"/>
              <a:ext cx="22950" cy="21900"/>
            </a:xfrm>
            <a:custGeom>
              <a:avLst/>
              <a:gdLst/>
              <a:ahLst/>
              <a:cxnLst/>
              <a:rect l="l" t="t" r="r" b="b"/>
              <a:pathLst>
                <a:path w="918" h="876" extrusionOk="0">
                  <a:moveTo>
                    <a:pt x="458" y="1"/>
                  </a:moveTo>
                  <a:cubicBezTo>
                    <a:pt x="437" y="1"/>
                    <a:pt x="415" y="3"/>
                    <a:pt x="394" y="6"/>
                  </a:cubicBezTo>
                  <a:cubicBezTo>
                    <a:pt x="370" y="6"/>
                    <a:pt x="346" y="18"/>
                    <a:pt x="322" y="18"/>
                  </a:cubicBezTo>
                  <a:cubicBezTo>
                    <a:pt x="227" y="53"/>
                    <a:pt x="155" y="113"/>
                    <a:pt x="96" y="184"/>
                  </a:cubicBezTo>
                  <a:cubicBezTo>
                    <a:pt x="84" y="220"/>
                    <a:pt x="72" y="232"/>
                    <a:pt x="48" y="256"/>
                  </a:cubicBezTo>
                  <a:cubicBezTo>
                    <a:pt x="24" y="339"/>
                    <a:pt x="1" y="411"/>
                    <a:pt x="24" y="494"/>
                  </a:cubicBezTo>
                  <a:lnTo>
                    <a:pt x="24" y="530"/>
                  </a:lnTo>
                  <a:cubicBezTo>
                    <a:pt x="70" y="725"/>
                    <a:pt x="249" y="876"/>
                    <a:pt x="464" y="876"/>
                  </a:cubicBezTo>
                  <a:cubicBezTo>
                    <a:pt x="472" y="876"/>
                    <a:pt x="481" y="875"/>
                    <a:pt x="489" y="875"/>
                  </a:cubicBezTo>
                  <a:lnTo>
                    <a:pt x="501" y="875"/>
                  </a:lnTo>
                  <a:cubicBezTo>
                    <a:pt x="620" y="851"/>
                    <a:pt x="691" y="827"/>
                    <a:pt x="751" y="768"/>
                  </a:cubicBezTo>
                  <a:cubicBezTo>
                    <a:pt x="858" y="673"/>
                    <a:pt x="917" y="530"/>
                    <a:pt x="882" y="375"/>
                  </a:cubicBezTo>
                  <a:cubicBezTo>
                    <a:pt x="860" y="158"/>
                    <a:pt x="671" y="1"/>
                    <a:pt x="45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6" name="Google Shape;17716;p136"/>
            <p:cNvSpPr/>
            <p:nvPr/>
          </p:nvSpPr>
          <p:spPr>
            <a:xfrm>
              <a:off x="2073450" y="3055500"/>
              <a:ext cx="22950" cy="21425"/>
            </a:xfrm>
            <a:custGeom>
              <a:avLst/>
              <a:gdLst/>
              <a:ahLst/>
              <a:cxnLst/>
              <a:rect l="l" t="t" r="r" b="b"/>
              <a:pathLst>
                <a:path w="918" h="857" extrusionOk="0">
                  <a:moveTo>
                    <a:pt x="454" y="1"/>
                  </a:moveTo>
                  <a:cubicBezTo>
                    <a:pt x="438" y="1"/>
                    <a:pt x="422" y="1"/>
                    <a:pt x="406" y="3"/>
                  </a:cubicBezTo>
                  <a:cubicBezTo>
                    <a:pt x="168" y="51"/>
                    <a:pt x="1" y="277"/>
                    <a:pt x="37" y="491"/>
                  </a:cubicBezTo>
                  <a:cubicBezTo>
                    <a:pt x="37" y="527"/>
                    <a:pt x="49" y="551"/>
                    <a:pt x="60" y="587"/>
                  </a:cubicBezTo>
                  <a:cubicBezTo>
                    <a:pt x="96" y="670"/>
                    <a:pt x="156" y="753"/>
                    <a:pt x="239" y="789"/>
                  </a:cubicBezTo>
                  <a:cubicBezTo>
                    <a:pt x="304" y="826"/>
                    <a:pt x="369" y="856"/>
                    <a:pt x="440" y="856"/>
                  </a:cubicBezTo>
                  <a:cubicBezTo>
                    <a:pt x="460" y="856"/>
                    <a:pt x="480" y="854"/>
                    <a:pt x="501" y="848"/>
                  </a:cubicBezTo>
                  <a:lnTo>
                    <a:pt x="537" y="848"/>
                  </a:lnTo>
                  <a:cubicBezTo>
                    <a:pt x="545" y="850"/>
                    <a:pt x="553" y="851"/>
                    <a:pt x="561" y="851"/>
                  </a:cubicBezTo>
                  <a:cubicBezTo>
                    <a:pt x="618" y="851"/>
                    <a:pt x="687" y="818"/>
                    <a:pt x="739" y="777"/>
                  </a:cubicBezTo>
                  <a:cubicBezTo>
                    <a:pt x="858" y="694"/>
                    <a:pt x="918" y="539"/>
                    <a:pt x="894" y="372"/>
                  </a:cubicBezTo>
                  <a:cubicBezTo>
                    <a:pt x="872" y="150"/>
                    <a:pt x="674" y="1"/>
                    <a:pt x="45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7" name="Google Shape;17717;p136"/>
            <p:cNvSpPr/>
            <p:nvPr/>
          </p:nvSpPr>
          <p:spPr>
            <a:xfrm>
              <a:off x="1916900" y="2863525"/>
              <a:ext cx="22350" cy="21800"/>
            </a:xfrm>
            <a:custGeom>
              <a:avLst/>
              <a:gdLst/>
              <a:ahLst/>
              <a:cxnLst/>
              <a:rect l="l" t="t" r="r" b="b"/>
              <a:pathLst>
                <a:path w="894" h="872" extrusionOk="0">
                  <a:moveTo>
                    <a:pt x="453" y="0"/>
                  </a:moveTo>
                  <a:cubicBezTo>
                    <a:pt x="437" y="0"/>
                    <a:pt x="421" y="1"/>
                    <a:pt x="405" y="3"/>
                  </a:cubicBezTo>
                  <a:cubicBezTo>
                    <a:pt x="167" y="50"/>
                    <a:pt x="0" y="276"/>
                    <a:pt x="36" y="491"/>
                  </a:cubicBezTo>
                  <a:cubicBezTo>
                    <a:pt x="48" y="550"/>
                    <a:pt x="60" y="610"/>
                    <a:pt x="84" y="669"/>
                  </a:cubicBezTo>
                  <a:cubicBezTo>
                    <a:pt x="131" y="717"/>
                    <a:pt x="179" y="765"/>
                    <a:pt x="226" y="800"/>
                  </a:cubicBezTo>
                  <a:cubicBezTo>
                    <a:pt x="298" y="836"/>
                    <a:pt x="393" y="872"/>
                    <a:pt x="488" y="872"/>
                  </a:cubicBezTo>
                  <a:lnTo>
                    <a:pt x="536" y="872"/>
                  </a:lnTo>
                  <a:cubicBezTo>
                    <a:pt x="643" y="848"/>
                    <a:pt x="727" y="812"/>
                    <a:pt x="786" y="741"/>
                  </a:cubicBezTo>
                  <a:cubicBezTo>
                    <a:pt x="846" y="657"/>
                    <a:pt x="893" y="586"/>
                    <a:pt x="893" y="479"/>
                  </a:cubicBezTo>
                  <a:lnTo>
                    <a:pt x="893" y="372"/>
                  </a:lnTo>
                  <a:cubicBezTo>
                    <a:pt x="871" y="150"/>
                    <a:pt x="673" y="0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8" name="Google Shape;17718;p136"/>
            <p:cNvSpPr/>
            <p:nvPr/>
          </p:nvSpPr>
          <p:spPr>
            <a:xfrm>
              <a:off x="1495125" y="3172075"/>
              <a:ext cx="22625" cy="21700"/>
            </a:xfrm>
            <a:custGeom>
              <a:avLst/>
              <a:gdLst/>
              <a:ahLst/>
              <a:cxnLst/>
              <a:rect l="l" t="t" r="r" b="b"/>
              <a:pathLst>
                <a:path w="905" h="868" extrusionOk="0">
                  <a:moveTo>
                    <a:pt x="456" y="0"/>
                  </a:moveTo>
                  <a:cubicBezTo>
                    <a:pt x="431" y="0"/>
                    <a:pt x="406" y="3"/>
                    <a:pt x="381" y="7"/>
                  </a:cubicBezTo>
                  <a:cubicBezTo>
                    <a:pt x="333" y="7"/>
                    <a:pt x="286" y="31"/>
                    <a:pt x="250" y="43"/>
                  </a:cubicBezTo>
                  <a:cubicBezTo>
                    <a:pt x="155" y="91"/>
                    <a:pt x="95" y="162"/>
                    <a:pt x="60" y="234"/>
                  </a:cubicBezTo>
                  <a:cubicBezTo>
                    <a:pt x="24" y="317"/>
                    <a:pt x="0" y="400"/>
                    <a:pt x="12" y="495"/>
                  </a:cubicBezTo>
                  <a:lnTo>
                    <a:pt x="12" y="519"/>
                  </a:lnTo>
                  <a:cubicBezTo>
                    <a:pt x="24" y="615"/>
                    <a:pt x="72" y="698"/>
                    <a:pt x="143" y="757"/>
                  </a:cubicBezTo>
                  <a:cubicBezTo>
                    <a:pt x="223" y="838"/>
                    <a:pt x="330" y="867"/>
                    <a:pt x="440" y="867"/>
                  </a:cubicBezTo>
                  <a:cubicBezTo>
                    <a:pt x="460" y="867"/>
                    <a:pt x="480" y="866"/>
                    <a:pt x="500" y="865"/>
                  </a:cubicBezTo>
                  <a:cubicBezTo>
                    <a:pt x="560" y="865"/>
                    <a:pt x="607" y="841"/>
                    <a:pt x="667" y="805"/>
                  </a:cubicBezTo>
                  <a:cubicBezTo>
                    <a:pt x="774" y="757"/>
                    <a:pt x="834" y="686"/>
                    <a:pt x="857" y="603"/>
                  </a:cubicBezTo>
                  <a:cubicBezTo>
                    <a:pt x="869" y="567"/>
                    <a:pt x="869" y="543"/>
                    <a:pt x="893" y="507"/>
                  </a:cubicBezTo>
                  <a:cubicBezTo>
                    <a:pt x="905" y="460"/>
                    <a:pt x="905" y="412"/>
                    <a:pt x="893" y="365"/>
                  </a:cubicBezTo>
                  <a:cubicBezTo>
                    <a:pt x="893" y="317"/>
                    <a:pt x="869" y="269"/>
                    <a:pt x="845" y="245"/>
                  </a:cubicBezTo>
                  <a:cubicBezTo>
                    <a:pt x="783" y="100"/>
                    <a:pt x="622" y="0"/>
                    <a:pt x="4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9" name="Google Shape;17719;p136"/>
            <p:cNvSpPr/>
            <p:nvPr/>
          </p:nvSpPr>
          <p:spPr>
            <a:xfrm>
              <a:off x="1045650" y="2968400"/>
              <a:ext cx="21750" cy="21700"/>
            </a:xfrm>
            <a:custGeom>
              <a:avLst/>
              <a:gdLst/>
              <a:ahLst/>
              <a:cxnLst/>
              <a:rect l="l" t="t" r="r" b="b"/>
              <a:pathLst>
                <a:path w="870" h="868" extrusionOk="0">
                  <a:moveTo>
                    <a:pt x="436" y="0"/>
                  </a:moveTo>
                  <a:cubicBezTo>
                    <a:pt x="414" y="0"/>
                    <a:pt x="392" y="3"/>
                    <a:pt x="370" y="10"/>
                  </a:cubicBezTo>
                  <a:cubicBezTo>
                    <a:pt x="334" y="10"/>
                    <a:pt x="322" y="22"/>
                    <a:pt x="298" y="22"/>
                  </a:cubicBezTo>
                  <a:cubicBezTo>
                    <a:pt x="203" y="46"/>
                    <a:pt x="132" y="106"/>
                    <a:pt x="72" y="189"/>
                  </a:cubicBezTo>
                  <a:cubicBezTo>
                    <a:pt x="13" y="261"/>
                    <a:pt x="1" y="344"/>
                    <a:pt x="1" y="451"/>
                  </a:cubicBezTo>
                  <a:lnTo>
                    <a:pt x="1" y="499"/>
                  </a:lnTo>
                  <a:cubicBezTo>
                    <a:pt x="13" y="642"/>
                    <a:pt x="120" y="761"/>
                    <a:pt x="239" y="820"/>
                  </a:cubicBezTo>
                  <a:cubicBezTo>
                    <a:pt x="310" y="856"/>
                    <a:pt x="394" y="868"/>
                    <a:pt x="489" y="868"/>
                  </a:cubicBezTo>
                  <a:lnTo>
                    <a:pt x="501" y="868"/>
                  </a:lnTo>
                  <a:cubicBezTo>
                    <a:pt x="644" y="844"/>
                    <a:pt x="775" y="749"/>
                    <a:pt x="810" y="618"/>
                  </a:cubicBezTo>
                  <a:cubicBezTo>
                    <a:pt x="858" y="546"/>
                    <a:pt x="870" y="475"/>
                    <a:pt x="858" y="380"/>
                  </a:cubicBezTo>
                  <a:lnTo>
                    <a:pt x="858" y="344"/>
                  </a:lnTo>
                  <a:cubicBezTo>
                    <a:pt x="834" y="201"/>
                    <a:pt x="715" y="82"/>
                    <a:pt x="572" y="22"/>
                  </a:cubicBezTo>
                  <a:cubicBezTo>
                    <a:pt x="531" y="14"/>
                    <a:pt x="484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0" name="Google Shape;17720;p136"/>
            <p:cNvSpPr/>
            <p:nvPr/>
          </p:nvSpPr>
          <p:spPr>
            <a:xfrm>
              <a:off x="1912725" y="3209100"/>
              <a:ext cx="13425" cy="12625"/>
            </a:xfrm>
            <a:custGeom>
              <a:avLst/>
              <a:gdLst/>
              <a:ahLst/>
              <a:cxnLst/>
              <a:rect l="l" t="t" r="r" b="b"/>
              <a:pathLst>
                <a:path w="537" h="505" extrusionOk="0">
                  <a:moveTo>
                    <a:pt x="263" y="0"/>
                  </a:moveTo>
                  <a:cubicBezTo>
                    <a:pt x="252" y="0"/>
                    <a:pt x="240" y="1"/>
                    <a:pt x="227" y="3"/>
                  </a:cubicBezTo>
                  <a:cubicBezTo>
                    <a:pt x="167" y="3"/>
                    <a:pt x="108" y="38"/>
                    <a:pt x="84" y="86"/>
                  </a:cubicBezTo>
                  <a:cubicBezTo>
                    <a:pt x="36" y="146"/>
                    <a:pt x="1" y="217"/>
                    <a:pt x="24" y="288"/>
                  </a:cubicBezTo>
                  <a:cubicBezTo>
                    <a:pt x="24" y="336"/>
                    <a:pt x="36" y="360"/>
                    <a:pt x="60" y="396"/>
                  </a:cubicBezTo>
                  <a:lnTo>
                    <a:pt x="60" y="408"/>
                  </a:lnTo>
                  <a:cubicBezTo>
                    <a:pt x="113" y="461"/>
                    <a:pt x="186" y="505"/>
                    <a:pt x="269" y="505"/>
                  </a:cubicBezTo>
                  <a:cubicBezTo>
                    <a:pt x="278" y="505"/>
                    <a:pt x="288" y="504"/>
                    <a:pt x="298" y="503"/>
                  </a:cubicBezTo>
                  <a:cubicBezTo>
                    <a:pt x="334" y="503"/>
                    <a:pt x="382" y="479"/>
                    <a:pt x="405" y="467"/>
                  </a:cubicBezTo>
                  <a:cubicBezTo>
                    <a:pt x="441" y="455"/>
                    <a:pt x="465" y="419"/>
                    <a:pt x="477" y="396"/>
                  </a:cubicBezTo>
                  <a:cubicBezTo>
                    <a:pt x="513" y="348"/>
                    <a:pt x="536" y="277"/>
                    <a:pt x="524" y="217"/>
                  </a:cubicBezTo>
                  <a:cubicBezTo>
                    <a:pt x="513" y="157"/>
                    <a:pt x="477" y="98"/>
                    <a:pt x="441" y="62"/>
                  </a:cubicBezTo>
                  <a:cubicBezTo>
                    <a:pt x="390" y="31"/>
                    <a:pt x="338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1" name="Google Shape;17721;p136"/>
            <p:cNvSpPr/>
            <p:nvPr/>
          </p:nvSpPr>
          <p:spPr>
            <a:xfrm>
              <a:off x="2001725" y="3124475"/>
              <a:ext cx="13725" cy="12675"/>
            </a:xfrm>
            <a:custGeom>
              <a:avLst/>
              <a:gdLst/>
              <a:ahLst/>
              <a:cxnLst/>
              <a:rect l="l" t="t" r="r" b="b"/>
              <a:pathLst>
                <a:path w="549" h="507" extrusionOk="0">
                  <a:moveTo>
                    <a:pt x="287" y="0"/>
                  </a:moveTo>
                  <a:cubicBezTo>
                    <a:pt x="271" y="0"/>
                    <a:pt x="255" y="2"/>
                    <a:pt x="239" y="6"/>
                  </a:cubicBezTo>
                  <a:cubicBezTo>
                    <a:pt x="108" y="30"/>
                    <a:pt x="1" y="161"/>
                    <a:pt x="36" y="280"/>
                  </a:cubicBezTo>
                  <a:cubicBezTo>
                    <a:pt x="48" y="340"/>
                    <a:pt x="72" y="399"/>
                    <a:pt x="120" y="447"/>
                  </a:cubicBezTo>
                  <a:cubicBezTo>
                    <a:pt x="167" y="494"/>
                    <a:pt x="239" y="506"/>
                    <a:pt x="310" y="506"/>
                  </a:cubicBezTo>
                  <a:cubicBezTo>
                    <a:pt x="453" y="483"/>
                    <a:pt x="548" y="364"/>
                    <a:pt x="524" y="221"/>
                  </a:cubicBezTo>
                  <a:cubicBezTo>
                    <a:pt x="524" y="185"/>
                    <a:pt x="513" y="149"/>
                    <a:pt x="477" y="125"/>
                  </a:cubicBezTo>
                  <a:cubicBezTo>
                    <a:pt x="437" y="46"/>
                    <a:pt x="365" y="0"/>
                    <a:pt x="28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2" name="Google Shape;17722;p136"/>
            <p:cNvSpPr/>
            <p:nvPr/>
          </p:nvSpPr>
          <p:spPr>
            <a:xfrm>
              <a:off x="1487375" y="3210250"/>
              <a:ext cx="14025" cy="12500"/>
            </a:xfrm>
            <a:custGeom>
              <a:avLst/>
              <a:gdLst/>
              <a:ahLst/>
              <a:cxnLst/>
              <a:rect l="l" t="t" r="r" b="b"/>
              <a:pathLst>
                <a:path w="561" h="500" extrusionOk="0">
                  <a:moveTo>
                    <a:pt x="291" y="1"/>
                  </a:moveTo>
                  <a:cubicBezTo>
                    <a:pt x="277" y="1"/>
                    <a:pt x="264" y="2"/>
                    <a:pt x="251" y="4"/>
                  </a:cubicBezTo>
                  <a:cubicBezTo>
                    <a:pt x="108" y="40"/>
                    <a:pt x="1" y="159"/>
                    <a:pt x="36" y="290"/>
                  </a:cubicBezTo>
                  <a:cubicBezTo>
                    <a:pt x="67" y="404"/>
                    <a:pt x="161" y="499"/>
                    <a:pt x="271" y="499"/>
                  </a:cubicBezTo>
                  <a:cubicBezTo>
                    <a:pt x="288" y="499"/>
                    <a:pt x="305" y="497"/>
                    <a:pt x="322" y="492"/>
                  </a:cubicBezTo>
                  <a:cubicBezTo>
                    <a:pt x="453" y="469"/>
                    <a:pt x="560" y="350"/>
                    <a:pt x="524" y="219"/>
                  </a:cubicBezTo>
                  <a:cubicBezTo>
                    <a:pt x="503" y="91"/>
                    <a:pt x="405" y="1"/>
                    <a:pt x="2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3" name="Google Shape;17723;p136"/>
            <p:cNvSpPr/>
            <p:nvPr/>
          </p:nvSpPr>
          <p:spPr>
            <a:xfrm>
              <a:off x="1315625" y="3080850"/>
              <a:ext cx="13725" cy="12425"/>
            </a:xfrm>
            <a:custGeom>
              <a:avLst/>
              <a:gdLst/>
              <a:ahLst/>
              <a:cxnLst/>
              <a:rect l="l" t="t" r="r" b="b"/>
              <a:pathLst>
                <a:path w="549" h="497" extrusionOk="0">
                  <a:moveTo>
                    <a:pt x="261" y="0"/>
                  </a:moveTo>
                  <a:cubicBezTo>
                    <a:pt x="254" y="0"/>
                    <a:pt x="246" y="0"/>
                    <a:pt x="239" y="1"/>
                  </a:cubicBezTo>
                  <a:cubicBezTo>
                    <a:pt x="108" y="37"/>
                    <a:pt x="1" y="168"/>
                    <a:pt x="36" y="287"/>
                  </a:cubicBezTo>
                  <a:cubicBezTo>
                    <a:pt x="57" y="401"/>
                    <a:pt x="149" y="496"/>
                    <a:pt x="259" y="496"/>
                  </a:cubicBezTo>
                  <a:cubicBezTo>
                    <a:pt x="276" y="496"/>
                    <a:pt x="293" y="494"/>
                    <a:pt x="310" y="489"/>
                  </a:cubicBezTo>
                  <a:cubicBezTo>
                    <a:pt x="441" y="465"/>
                    <a:pt x="548" y="346"/>
                    <a:pt x="525" y="215"/>
                  </a:cubicBezTo>
                  <a:cubicBezTo>
                    <a:pt x="513" y="92"/>
                    <a:pt x="385" y="0"/>
                    <a:pt x="26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4" name="Google Shape;17724;p136"/>
            <p:cNvSpPr/>
            <p:nvPr/>
          </p:nvSpPr>
          <p:spPr>
            <a:xfrm>
              <a:off x="1229600" y="3113600"/>
              <a:ext cx="13125" cy="12650"/>
            </a:xfrm>
            <a:custGeom>
              <a:avLst/>
              <a:gdLst/>
              <a:ahLst/>
              <a:cxnLst/>
              <a:rect l="l" t="t" r="r" b="b"/>
              <a:pathLst>
                <a:path w="525" h="506" extrusionOk="0">
                  <a:moveTo>
                    <a:pt x="227" y="1"/>
                  </a:moveTo>
                  <a:cubicBezTo>
                    <a:pt x="120" y="25"/>
                    <a:pt x="48" y="96"/>
                    <a:pt x="25" y="179"/>
                  </a:cubicBezTo>
                  <a:cubicBezTo>
                    <a:pt x="1" y="215"/>
                    <a:pt x="1" y="263"/>
                    <a:pt x="25" y="287"/>
                  </a:cubicBezTo>
                  <a:cubicBezTo>
                    <a:pt x="36" y="382"/>
                    <a:pt x="84" y="441"/>
                    <a:pt x="144" y="465"/>
                  </a:cubicBezTo>
                  <a:cubicBezTo>
                    <a:pt x="170" y="492"/>
                    <a:pt x="211" y="505"/>
                    <a:pt x="254" y="505"/>
                  </a:cubicBezTo>
                  <a:cubicBezTo>
                    <a:pt x="269" y="505"/>
                    <a:pt x="283" y="504"/>
                    <a:pt x="298" y="501"/>
                  </a:cubicBezTo>
                  <a:cubicBezTo>
                    <a:pt x="346" y="501"/>
                    <a:pt x="382" y="477"/>
                    <a:pt x="406" y="453"/>
                  </a:cubicBezTo>
                  <a:cubicBezTo>
                    <a:pt x="477" y="406"/>
                    <a:pt x="525" y="298"/>
                    <a:pt x="513" y="215"/>
                  </a:cubicBezTo>
                  <a:lnTo>
                    <a:pt x="513" y="203"/>
                  </a:lnTo>
                  <a:cubicBezTo>
                    <a:pt x="477" y="108"/>
                    <a:pt x="406" y="37"/>
                    <a:pt x="3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5" name="Google Shape;17725;p136"/>
            <p:cNvSpPr/>
            <p:nvPr/>
          </p:nvSpPr>
          <p:spPr>
            <a:xfrm>
              <a:off x="1729075" y="3062625"/>
              <a:ext cx="13725" cy="12475"/>
            </a:xfrm>
            <a:custGeom>
              <a:avLst/>
              <a:gdLst/>
              <a:ahLst/>
              <a:cxnLst/>
              <a:rect l="l" t="t" r="r" b="b"/>
              <a:pathLst>
                <a:path w="549" h="499" extrusionOk="0">
                  <a:moveTo>
                    <a:pt x="279" y="0"/>
                  </a:moveTo>
                  <a:cubicBezTo>
                    <a:pt x="265" y="0"/>
                    <a:pt x="252" y="1"/>
                    <a:pt x="239" y="4"/>
                  </a:cubicBezTo>
                  <a:cubicBezTo>
                    <a:pt x="108" y="16"/>
                    <a:pt x="0" y="159"/>
                    <a:pt x="24" y="290"/>
                  </a:cubicBezTo>
                  <a:cubicBezTo>
                    <a:pt x="55" y="403"/>
                    <a:pt x="149" y="499"/>
                    <a:pt x="259" y="499"/>
                  </a:cubicBezTo>
                  <a:cubicBezTo>
                    <a:pt x="276" y="499"/>
                    <a:pt x="293" y="497"/>
                    <a:pt x="310" y="492"/>
                  </a:cubicBezTo>
                  <a:cubicBezTo>
                    <a:pt x="441" y="468"/>
                    <a:pt x="548" y="349"/>
                    <a:pt x="524" y="218"/>
                  </a:cubicBezTo>
                  <a:cubicBezTo>
                    <a:pt x="492" y="90"/>
                    <a:pt x="393" y="0"/>
                    <a:pt x="2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26" name="Google Shape;17726;p136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7727" name="Google Shape;17727;p136"/>
          <p:cNvSpPr txBox="1">
            <a:spLocks noGrp="1"/>
          </p:cNvSpPr>
          <p:nvPr>
            <p:ph type="body" idx="1"/>
          </p:nvPr>
        </p:nvSpPr>
        <p:spPr>
          <a:xfrm>
            <a:off x="1920000" y="2925604"/>
            <a:ext cx="20544000" cy="911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431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200"/>
              <a:buAutoNum type="arabicPeriod"/>
              <a:defRPr sz="3200">
                <a:solidFill>
                  <a:srgbClr val="434343"/>
                </a:solidFill>
              </a:defRPr>
            </a:lvl1pPr>
            <a:lvl2pPr marL="914400" lvl="1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43180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rgbClr val="434343"/>
              </a:buClr>
              <a:buSzPts val="3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43180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rgbClr val="434343"/>
              </a:buClr>
              <a:buSzPts val="3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29" name="Google Shape;17729;p137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17730" name="Google Shape;17730;p137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1" name="Google Shape;17731;p137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2" name="Google Shape;17732;p137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3" name="Google Shape;17733;p137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4" name="Google Shape;17734;p137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5" name="Google Shape;17735;p137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6" name="Google Shape;17736;p137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7" name="Google Shape;17737;p137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8" name="Google Shape;17738;p137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9" name="Google Shape;17739;p137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0" name="Google Shape;17740;p137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1" name="Google Shape;17741;p137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2" name="Google Shape;17742;p137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3" name="Google Shape;17743;p137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4" name="Google Shape;17744;p137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5" name="Google Shape;17745;p137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6" name="Google Shape;17746;p137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7" name="Google Shape;17747;p137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8" name="Google Shape;17748;p137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49" name="Google Shape;17749;p137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17750" name="Google Shape;17750;p137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1" name="Google Shape;17751;p137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2" name="Google Shape;17752;p137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3" name="Google Shape;17753;p137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4" name="Google Shape;17754;p137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5" name="Google Shape;17755;p137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6" name="Google Shape;17756;p137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7" name="Google Shape;17757;p137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8" name="Google Shape;17758;p137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9" name="Google Shape;17759;p137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0" name="Google Shape;17760;p137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1" name="Google Shape;17761;p137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2" name="Google Shape;17762;p137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3" name="Google Shape;17763;p137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4" name="Google Shape;17764;p137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5" name="Google Shape;17765;p137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6" name="Google Shape;17766;p137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7" name="Google Shape;17767;p137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8" name="Google Shape;17768;p137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69" name="Google Shape;17769;p137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17770" name="Google Shape;17770;p137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1" name="Google Shape;17771;p137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2" name="Google Shape;17772;p137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3" name="Google Shape;17773;p137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4" name="Google Shape;17774;p137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5" name="Google Shape;17775;p137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6" name="Google Shape;17776;p137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7" name="Google Shape;17777;p137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8" name="Google Shape;17778;p137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9" name="Google Shape;17779;p137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0" name="Google Shape;17780;p137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1" name="Google Shape;17781;p137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2" name="Google Shape;17782;p137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3" name="Google Shape;17783;p137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4" name="Google Shape;17784;p137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5" name="Google Shape;17785;p137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6" name="Google Shape;17786;p137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7" name="Google Shape;17787;p137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8" name="Google Shape;17788;p137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9" name="Google Shape;17789;p137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0" name="Google Shape;17790;p137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1" name="Google Shape;17791;p137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2" name="Google Shape;17792;p137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3" name="Google Shape;17793;p137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4" name="Google Shape;17794;p137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5" name="Google Shape;17795;p137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6" name="Google Shape;17796;p137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7" name="Google Shape;17797;p137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8" name="Google Shape;17798;p137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9" name="Google Shape;17799;p137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0" name="Google Shape;17800;p137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1" name="Google Shape;17801;p137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2" name="Google Shape;17802;p137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3" name="Google Shape;17803;p137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4" name="Google Shape;17804;p137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5" name="Google Shape;17805;p137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6" name="Google Shape;17806;p137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807" name="Google Shape;17807;p137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17808" name="Google Shape;17808;p137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9" name="Google Shape;17809;p137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0" name="Google Shape;17810;p137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1" name="Google Shape;17811;p137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2" name="Google Shape;17812;p137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3" name="Google Shape;17813;p137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4" name="Google Shape;17814;p137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5" name="Google Shape;17815;p137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6" name="Google Shape;17816;p137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7" name="Google Shape;17817;p137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8" name="Google Shape;17818;p137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9" name="Google Shape;17819;p137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0" name="Google Shape;17820;p137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1" name="Google Shape;17821;p137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2" name="Google Shape;17822;p137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3" name="Google Shape;17823;p137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4" name="Google Shape;17824;p137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5" name="Google Shape;17825;p137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6" name="Google Shape;17826;p137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7" name="Google Shape;17827;p137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8" name="Google Shape;17828;p137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9" name="Google Shape;17829;p137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0" name="Google Shape;17830;p137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1" name="Google Shape;17831;p137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2" name="Google Shape;17832;p137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3" name="Google Shape;17833;p137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4" name="Google Shape;17834;p137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5" name="Google Shape;17835;p137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6" name="Google Shape;17836;p137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7" name="Google Shape;17837;p137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8" name="Google Shape;17838;p137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9" name="Google Shape;17839;p137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0" name="Google Shape;17840;p137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1" name="Google Shape;17841;p137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2" name="Google Shape;17842;p137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3" name="Google Shape;17843;p137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4" name="Google Shape;17844;p137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45" name="Google Shape;17845;p137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7846" name="Google Shape;17846;p137"/>
          <p:cNvSpPr txBox="1">
            <a:spLocks noGrp="1"/>
          </p:cNvSpPr>
          <p:nvPr>
            <p:ph type="title" idx="2"/>
          </p:nvPr>
        </p:nvSpPr>
        <p:spPr>
          <a:xfrm>
            <a:off x="4066996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7847" name="Google Shape;17847;p137"/>
          <p:cNvSpPr txBox="1">
            <a:spLocks noGrp="1"/>
          </p:cNvSpPr>
          <p:nvPr>
            <p:ph type="title" idx="3"/>
          </p:nvPr>
        </p:nvSpPr>
        <p:spPr>
          <a:xfrm>
            <a:off x="12621804" y="7004518"/>
            <a:ext cx="7695300" cy="1490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7848" name="Google Shape;17848;p137"/>
          <p:cNvSpPr txBox="1">
            <a:spLocks noGrp="1"/>
          </p:cNvSpPr>
          <p:nvPr>
            <p:ph type="subTitle" idx="1"/>
          </p:nvPr>
        </p:nvSpPr>
        <p:spPr>
          <a:xfrm>
            <a:off x="12621796" y="7854051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  <p:sp>
        <p:nvSpPr>
          <p:cNvPr id="17849" name="Google Shape;17849;p137"/>
          <p:cNvSpPr txBox="1">
            <a:spLocks noGrp="1"/>
          </p:cNvSpPr>
          <p:nvPr>
            <p:ph type="subTitle" idx="4"/>
          </p:nvPr>
        </p:nvSpPr>
        <p:spPr>
          <a:xfrm>
            <a:off x="4066996" y="7854050"/>
            <a:ext cx="7695300" cy="26952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37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7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51" name="Google Shape;17851;p138"/>
          <p:cNvGrpSpPr/>
          <p:nvPr/>
        </p:nvGrpSpPr>
        <p:grpSpPr>
          <a:xfrm>
            <a:off x="13872167" y="10990127"/>
            <a:ext cx="10510959" cy="2725215"/>
            <a:chOff x="2582150" y="3714800"/>
            <a:chExt cx="2689050" cy="697200"/>
          </a:xfrm>
        </p:grpSpPr>
        <p:sp>
          <p:nvSpPr>
            <p:cNvPr id="17852" name="Google Shape;17852;p13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3" name="Google Shape;17853;p13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4" name="Google Shape;17854;p13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5" name="Google Shape;17855;p13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6" name="Google Shape;17856;p13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7" name="Google Shape;17857;p13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8" name="Google Shape;17858;p13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9" name="Google Shape;17859;p13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0" name="Google Shape;17860;p13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1" name="Google Shape;17861;p13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2" name="Google Shape;17862;p13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3" name="Google Shape;17863;p13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4" name="Google Shape;17864;p13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5" name="Google Shape;17865;p13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6" name="Google Shape;17866;p13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7" name="Google Shape;17867;p13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8" name="Google Shape;17868;p13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9" name="Google Shape;17869;p13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0" name="Google Shape;17870;p13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1" name="Google Shape;17871;p13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2" name="Google Shape;17872;p13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3" name="Google Shape;17873;p13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4" name="Google Shape;17874;p13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5" name="Google Shape;17875;p13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6" name="Google Shape;17876;p13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7" name="Google Shape;17877;p13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8" name="Google Shape;17878;p13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9" name="Google Shape;17879;p13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0" name="Google Shape;17880;p13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1" name="Google Shape;17881;p13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2" name="Google Shape;17882;p13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3" name="Google Shape;17883;p13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4" name="Google Shape;17884;p13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5" name="Google Shape;17885;p13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6" name="Google Shape;17886;p13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7" name="Google Shape;17887;p13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8" name="Google Shape;17888;p13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9" name="Google Shape;17889;p13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0" name="Google Shape;17890;p13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1" name="Google Shape;17891;p13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2" name="Google Shape;17892;p13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3" name="Google Shape;17893;p13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4" name="Google Shape;17894;p13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5" name="Google Shape;17895;p13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6" name="Google Shape;17896;p13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7" name="Google Shape;17897;p13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8" name="Google Shape;17898;p13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9" name="Google Shape;17899;p13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0" name="Google Shape;17900;p13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1" name="Google Shape;17901;p13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2" name="Google Shape;17902;p13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3" name="Google Shape;17903;p13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4" name="Google Shape;17904;p13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5" name="Google Shape;17905;p13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6" name="Google Shape;17906;p13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7" name="Google Shape;17907;p13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8" name="Google Shape;17908;p13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9" name="Google Shape;17909;p13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0" name="Google Shape;17910;p13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1" name="Google Shape;17911;p13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12" name="Google Shape;17912;p138"/>
          <p:cNvGrpSpPr/>
          <p:nvPr/>
        </p:nvGrpSpPr>
        <p:grpSpPr>
          <a:xfrm flipH="1">
            <a:off x="101" y="10990127"/>
            <a:ext cx="10510959" cy="2725215"/>
            <a:chOff x="2582150" y="3714800"/>
            <a:chExt cx="2689050" cy="697200"/>
          </a:xfrm>
        </p:grpSpPr>
        <p:sp>
          <p:nvSpPr>
            <p:cNvPr id="17913" name="Google Shape;17913;p13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4" name="Google Shape;17914;p13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5" name="Google Shape;17915;p13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6" name="Google Shape;17916;p13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7" name="Google Shape;17917;p13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8" name="Google Shape;17918;p13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9" name="Google Shape;17919;p13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0" name="Google Shape;17920;p13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1" name="Google Shape;17921;p13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2" name="Google Shape;17922;p13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3" name="Google Shape;17923;p13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4" name="Google Shape;17924;p13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5" name="Google Shape;17925;p13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6" name="Google Shape;17926;p13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7" name="Google Shape;17927;p13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8" name="Google Shape;17928;p13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9" name="Google Shape;17929;p13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0" name="Google Shape;17930;p13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1" name="Google Shape;17931;p13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2" name="Google Shape;17932;p13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3" name="Google Shape;17933;p13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4" name="Google Shape;17934;p13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5" name="Google Shape;17935;p13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6" name="Google Shape;17936;p13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7" name="Google Shape;17937;p13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8" name="Google Shape;17938;p13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9" name="Google Shape;17939;p13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0" name="Google Shape;17940;p13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1" name="Google Shape;17941;p13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2" name="Google Shape;17942;p13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3" name="Google Shape;17943;p13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4" name="Google Shape;17944;p13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5" name="Google Shape;17945;p13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6" name="Google Shape;17946;p13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7" name="Google Shape;17947;p13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8" name="Google Shape;17948;p13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9" name="Google Shape;17949;p13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0" name="Google Shape;17950;p13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1" name="Google Shape;17951;p13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2" name="Google Shape;17952;p13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3" name="Google Shape;17953;p13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4" name="Google Shape;17954;p13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5" name="Google Shape;17955;p13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6" name="Google Shape;17956;p13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7" name="Google Shape;17957;p13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8" name="Google Shape;17958;p13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9" name="Google Shape;17959;p13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0" name="Google Shape;17960;p13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1" name="Google Shape;17961;p13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2" name="Google Shape;17962;p13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3" name="Google Shape;17963;p13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4" name="Google Shape;17964;p13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5" name="Google Shape;17965;p13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6" name="Google Shape;17966;p13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7" name="Google Shape;17967;p13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8" name="Google Shape;17968;p13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9" name="Google Shape;17969;p13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0" name="Google Shape;17970;p13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1" name="Google Shape;17971;p13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2" name="Google Shape;17972;p13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73" name="Google Shape;17973;p138"/>
          <p:cNvGrpSpPr/>
          <p:nvPr/>
        </p:nvGrpSpPr>
        <p:grpSpPr>
          <a:xfrm rot="10800000">
            <a:off x="299" y="145"/>
            <a:ext cx="3056110" cy="3634109"/>
            <a:chOff x="3048875" y="2669025"/>
            <a:chExt cx="504550" cy="599975"/>
          </a:xfrm>
        </p:grpSpPr>
        <p:sp>
          <p:nvSpPr>
            <p:cNvPr id="17974" name="Google Shape;17974;p138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5" name="Google Shape;17975;p138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6" name="Google Shape;17976;p138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7" name="Google Shape;17977;p138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8" name="Google Shape;17978;p138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9" name="Google Shape;17979;p138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0" name="Google Shape;17980;p138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1" name="Google Shape;17981;p138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2" name="Google Shape;17982;p138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3" name="Google Shape;17983;p138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4" name="Google Shape;17984;p138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5" name="Google Shape;17985;p138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6" name="Google Shape;17986;p138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7" name="Google Shape;17987;p138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8" name="Google Shape;17988;p138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9" name="Google Shape;17989;p138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0" name="Google Shape;17990;p138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1" name="Google Shape;17991;p138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2" name="Google Shape;17992;p138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3" name="Google Shape;17993;p138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4" name="Google Shape;17994;p138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5" name="Google Shape;17995;p138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96" name="Google Shape;17996;p138"/>
          <p:cNvGrpSpPr/>
          <p:nvPr/>
        </p:nvGrpSpPr>
        <p:grpSpPr>
          <a:xfrm rot="10800000" flipH="1">
            <a:off x="21327119" y="145"/>
            <a:ext cx="3056110" cy="3634109"/>
            <a:chOff x="3048875" y="2669025"/>
            <a:chExt cx="504550" cy="599975"/>
          </a:xfrm>
        </p:grpSpPr>
        <p:sp>
          <p:nvSpPr>
            <p:cNvPr id="17997" name="Google Shape;17997;p138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8" name="Google Shape;17998;p138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9" name="Google Shape;17999;p138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0" name="Google Shape;18000;p138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1" name="Google Shape;18001;p138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2" name="Google Shape;18002;p138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3" name="Google Shape;18003;p138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4" name="Google Shape;18004;p138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5" name="Google Shape;18005;p138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6" name="Google Shape;18006;p138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7" name="Google Shape;18007;p138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8" name="Google Shape;18008;p138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9" name="Google Shape;18009;p138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0" name="Google Shape;18010;p138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1" name="Google Shape;18011;p138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2" name="Google Shape;18012;p138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3" name="Google Shape;18013;p138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4" name="Google Shape;18014;p138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5" name="Google Shape;18015;p138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6" name="Google Shape;18016;p138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7" name="Google Shape;18017;p138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8" name="Google Shape;18018;p138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19" name="Google Shape;18019;p138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8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21" name="Google Shape;18021;p139"/>
          <p:cNvGrpSpPr/>
          <p:nvPr/>
        </p:nvGrpSpPr>
        <p:grpSpPr>
          <a:xfrm rot="-5400000">
            <a:off x="14870407" y="-4017644"/>
            <a:ext cx="5557175" cy="13467982"/>
            <a:chOff x="5728375" y="1492875"/>
            <a:chExt cx="1308525" cy="3171250"/>
          </a:xfrm>
        </p:grpSpPr>
        <p:sp>
          <p:nvSpPr>
            <p:cNvPr id="18022" name="Google Shape;18022;p139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3" name="Google Shape;18023;p13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4" name="Google Shape;18024;p139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5" name="Google Shape;18025;p139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6" name="Google Shape;18026;p139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7" name="Google Shape;18027;p139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8" name="Google Shape;18028;p139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9" name="Google Shape;18029;p139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0" name="Google Shape;18030;p139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1" name="Google Shape;18031;p139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2" name="Google Shape;18032;p139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3" name="Google Shape;18033;p13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4" name="Google Shape;18034;p139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5" name="Google Shape;18035;p139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6" name="Google Shape;18036;p139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7" name="Google Shape;18037;p139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8" name="Google Shape;18038;p139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9" name="Google Shape;18039;p139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0" name="Google Shape;18040;p139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1" name="Google Shape;18041;p139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2" name="Google Shape;18042;p139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3" name="Google Shape;18043;p139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4" name="Google Shape;18044;p139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5" name="Google Shape;18045;p139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6" name="Google Shape;18046;p139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7" name="Google Shape;18047;p139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8" name="Google Shape;18048;p139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9" name="Google Shape;18049;p139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0" name="Google Shape;18050;p139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1" name="Google Shape;18051;p139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2" name="Google Shape;18052;p139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3" name="Google Shape;18053;p139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4" name="Google Shape;18054;p139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5" name="Google Shape;18055;p139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6" name="Google Shape;18056;p139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7" name="Google Shape;18057;p139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8" name="Google Shape;18058;p139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9" name="Google Shape;18059;p139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0" name="Google Shape;18060;p139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1" name="Google Shape;18061;p139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2" name="Google Shape;18062;p139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3" name="Google Shape;18063;p139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4" name="Google Shape;18064;p139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5" name="Google Shape;18065;p139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6" name="Google Shape;18066;p139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7" name="Google Shape;18067;p139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8" name="Google Shape;18068;p139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9" name="Google Shape;18069;p139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0" name="Google Shape;18070;p139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1" name="Google Shape;18071;p139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2" name="Google Shape;18072;p139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3" name="Google Shape;18073;p139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4" name="Google Shape;18074;p139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5" name="Google Shape;18075;p139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6" name="Google Shape;18076;p139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7" name="Google Shape;18077;p139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8" name="Google Shape;18078;p139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9" name="Google Shape;18079;p139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0" name="Google Shape;18080;p139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1" name="Google Shape;18081;p139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2" name="Google Shape;18082;p139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3" name="Google Shape;18083;p139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4" name="Google Shape;18084;p139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5" name="Google Shape;18085;p139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6" name="Google Shape;18086;p139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7" name="Google Shape;18087;p139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8" name="Google Shape;18088;p139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9" name="Google Shape;18089;p139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0" name="Google Shape;18090;p139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1" name="Google Shape;18091;p139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2" name="Google Shape;18092;p139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3" name="Google Shape;18093;p139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4" name="Google Shape;18094;p139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5" name="Google Shape;18095;p139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6" name="Google Shape;18096;p139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97" name="Google Shape;18097;p139"/>
          <p:cNvGrpSpPr/>
          <p:nvPr/>
        </p:nvGrpSpPr>
        <p:grpSpPr>
          <a:xfrm flipH="1">
            <a:off x="-1301" y="8158309"/>
            <a:ext cx="13427888" cy="5557339"/>
            <a:chOff x="4145150" y="2643900"/>
            <a:chExt cx="1914550" cy="792400"/>
          </a:xfrm>
        </p:grpSpPr>
        <p:sp>
          <p:nvSpPr>
            <p:cNvPr id="18098" name="Google Shape;18098;p139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9" name="Google Shape;18099;p139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0" name="Google Shape;18100;p139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1" name="Google Shape;18101;p139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2" name="Google Shape;18102;p139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3" name="Google Shape;18103;p139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4" name="Google Shape;18104;p139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5" name="Google Shape;18105;p139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6" name="Google Shape;18106;p139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7" name="Google Shape;18107;p139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8" name="Google Shape;18108;p139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9" name="Google Shape;18109;p139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0" name="Google Shape;18110;p139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1" name="Google Shape;18111;p139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2" name="Google Shape;18112;p139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3" name="Google Shape;18113;p139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4" name="Google Shape;18114;p139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5" name="Google Shape;18115;p139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6" name="Google Shape;18116;p139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7" name="Google Shape;18117;p139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8" name="Google Shape;18118;p139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9" name="Google Shape;18119;p139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0" name="Google Shape;18120;p139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1" name="Google Shape;18121;p139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2" name="Google Shape;18122;p139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3" name="Google Shape;18123;p139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4" name="Google Shape;18124;p139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5" name="Google Shape;18125;p139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6" name="Google Shape;18126;p139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7" name="Google Shape;18127;p139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8" name="Google Shape;18128;p139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9" name="Google Shape;18129;p139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0" name="Google Shape;18130;p139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1" name="Google Shape;18131;p139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2" name="Google Shape;18132;p139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3" name="Google Shape;18133;p139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4" name="Google Shape;18134;p139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5" name="Google Shape;18135;p139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6" name="Google Shape;18136;p139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7" name="Google Shape;18137;p139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8" name="Google Shape;18138;p139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9" name="Google Shape;18139;p139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0" name="Google Shape;18140;p139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1" name="Google Shape;18141;p139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2" name="Google Shape;18142;p139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3" name="Google Shape;18143;p139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4" name="Google Shape;18144;p139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5" name="Google Shape;18145;p139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6" name="Google Shape;18146;p139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7" name="Google Shape;18147;p139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8" name="Google Shape;18148;p139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9" name="Google Shape;18149;p139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0" name="Google Shape;18150;p139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1" name="Google Shape;18151;p139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2" name="Google Shape;18152;p139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3" name="Google Shape;18153;p139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4" name="Google Shape;18154;p139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5" name="Google Shape;18155;p139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6" name="Google Shape;18156;p139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7" name="Google Shape;18157;p139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8" name="Google Shape;18158;p139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9" name="Google Shape;18159;p139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160" name="Google Shape;18160;p139"/>
          <p:cNvSpPr txBox="1">
            <a:spLocks noGrp="1"/>
          </p:cNvSpPr>
          <p:nvPr>
            <p:ph type="title"/>
          </p:nvPr>
        </p:nvSpPr>
        <p:spPr>
          <a:xfrm>
            <a:off x="2530633" y="3794045"/>
            <a:ext cx="10107900" cy="1977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8161" name="Google Shape;18161;p139"/>
          <p:cNvSpPr txBox="1">
            <a:spLocks noGrp="1"/>
          </p:cNvSpPr>
          <p:nvPr>
            <p:ph type="subTitle" idx="1"/>
          </p:nvPr>
        </p:nvSpPr>
        <p:spPr>
          <a:xfrm>
            <a:off x="2530633" y="6285933"/>
            <a:ext cx="10107900" cy="4160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21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3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rgbClr val="999999"/>
              </a:buClr>
              <a:buSzPts val="19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rgbClr val="999999"/>
              </a:buClr>
              <a:buSzPts val="1600"/>
              <a:buFont typeface="Open Sans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8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63" name="Google Shape;18163;p140"/>
          <p:cNvGrpSpPr/>
          <p:nvPr/>
        </p:nvGrpSpPr>
        <p:grpSpPr>
          <a:xfrm rot="10800000">
            <a:off x="101" y="-7"/>
            <a:ext cx="10510959" cy="2725215"/>
            <a:chOff x="2582150" y="3714800"/>
            <a:chExt cx="2689050" cy="697200"/>
          </a:xfrm>
        </p:grpSpPr>
        <p:sp>
          <p:nvSpPr>
            <p:cNvPr id="18164" name="Google Shape;18164;p140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5" name="Google Shape;18165;p140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6" name="Google Shape;18166;p140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7" name="Google Shape;18167;p140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8" name="Google Shape;18168;p140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9" name="Google Shape;18169;p140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0" name="Google Shape;18170;p140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1" name="Google Shape;18171;p140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2" name="Google Shape;18172;p140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3" name="Google Shape;18173;p140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4" name="Google Shape;18174;p140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5" name="Google Shape;18175;p140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6" name="Google Shape;18176;p140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7" name="Google Shape;18177;p140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8" name="Google Shape;18178;p140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9" name="Google Shape;18179;p140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0" name="Google Shape;18180;p140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1" name="Google Shape;18181;p140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2" name="Google Shape;18182;p140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3" name="Google Shape;18183;p140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4" name="Google Shape;18184;p140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5" name="Google Shape;18185;p140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6" name="Google Shape;18186;p140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7" name="Google Shape;18187;p140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8" name="Google Shape;18188;p140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9" name="Google Shape;18189;p140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0" name="Google Shape;18190;p140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1" name="Google Shape;18191;p140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2" name="Google Shape;18192;p140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3" name="Google Shape;18193;p140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4" name="Google Shape;18194;p140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5" name="Google Shape;18195;p140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6" name="Google Shape;18196;p140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7" name="Google Shape;18197;p140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8" name="Google Shape;18198;p140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9" name="Google Shape;18199;p140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0" name="Google Shape;18200;p140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1" name="Google Shape;18201;p140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2" name="Google Shape;18202;p140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3" name="Google Shape;18203;p140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4" name="Google Shape;18204;p140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5" name="Google Shape;18205;p140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6" name="Google Shape;18206;p140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7" name="Google Shape;18207;p140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8" name="Google Shape;18208;p140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9" name="Google Shape;18209;p140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0" name="Google Shape;18210;p140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1" name="Google Shape;18211;p140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2" name="Google Shape;18212;p140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3" name="Google Shape;18213;p140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4" name="Google Shape;18214;p140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5" name="Google Shape;18215;p140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6" name="Google Shape;18216;p140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7" name="Google Shape;18217;p140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8" name="Google Shape;18218;p140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9" name="Google Shape;18219;p140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0" name="Google Shape;18220;p140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1" name="Google Shape;18221;p140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2" name="Google Shape;18222;p140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3" name="Google Shape;18223;p140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224" name="Google Shape;18224;p140"/>
          <p:cNvGrpSpPr/>
          <p:nvPr/>
        </p:nvGrpSpPr>
        <p:grpSpPr>
          <a:xfrm rot="10800000" flipH="1">
            <a:off x="13872167" y="-7"/>
            <a:ext cx="10510959" cy="2725215"/>
            <a:chOff x="2582150" y="3714800"/>
            <a:chExt cx="2689050" cy="697200"/>
          </a:xfrm>
        </p:grpSpPr>
        <p:sp>
          <p:nvSpPr>
            <p:cNvPr id="18225" name="Google Shape;18225;p140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6" name="Google Shape;18226;p140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7" name="Google Shape;18227;p140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8" name="Google Shape;18228;p140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9" name="Google Shape;18229;p140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0" name="Google Shape;18230;p140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1" name="Google Shape;18231;p140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2" name="Google Shape;18232;p140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3" name="Google Shape;18233;p140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4" name="Google Shape;18234;p140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5" name="Google Shape;18235;p140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6" name="Google Shape;18236;p140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7" name="Google Shape;18237;p140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8" name="Google Shape;18238;p140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9" name="Google Shape;18239;p140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0" name="Google Shape;18240;p140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1" name="Google Shape;18241;p140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2" name="Google Shape;18242;p140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3" name="Google Shape;18243;p140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4" name="Google Shape;18244;p140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5" name="Google Shape;18245;p140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6" name="Google Shape;18246;p140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7" name="Google Shape;18247;p140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8" name="Google Shape;18248;p140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9" name="Google Shape;18249;p140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0" name="Google Shape;18250;p140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1" name="Google Shape;18251;p140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2" name="Google Shape;18252;p140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3" name="Google Shape;18253;p140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4" name="Google Shape;18254;p140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5" name="Google Shape;18255;p140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6" name="Google Shape;18256;p140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7" name="Google Shape;18257;p140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8" name="Google Shape;18258;p140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9" name="Google Shape;18259;p140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0" name="Google Shape;18260;p140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1" name="Google Shape;18261;p140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2" name="Google Shape;18262;p140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3" name="Google Shape;18263;p140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4" name="Google Shape;18264;p140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5" name="Google Shape;18265;p140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6" name="Google Shape;18266;p140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7" name="Google Shape;18267;p140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8" name="Google Shape;18268;p140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9" name="Google Shape;18269;p140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0" name="Google Shape;18270;p140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1" name="Google Shape;18271;p140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2" name="Google Shape;18272;p140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3" name="Google Shape;18273;p140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4" name="Google Shape;18274;p140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5" name="Google Shape;18275;p140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6" name="Google Shape;18276;p140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7" name="Google Shape;18277;p140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8" name="Google Shape;18278;p140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9" name="Google Shape;18279;p140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0" name="Google Shape;18280;p140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1" name="Google Shape;18281;p140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2" name="Google Shape;18282;p140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3" name="Google Shape;18283;p140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4" name="Google Shape;18284;p140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285" name="Google Shape;18285;p140"/>
          <p:cNvGrpSpPr/>
          <p:nvPr/>
        </p:nvGrpSpPr>
        <p:grpSpPr>
          <a:xfrm>
            <a:off x="-71" y="8752903"/>
            <a:ext cx="9815838" cy="4174626"/>
            <a:chOff x="889075" y="3382100"/>
            <a:chExt cx="2866775" cy="1219225"/>
          </a:xfrm>
        </p:grpSpPr>
        <p:sp>
          <p:nvSpPr>
            <p:cNvPr id="18286" name="Google Shape;18286;p140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7" name="Google Shape;18287;p140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8" name="Google Shape;18288;p140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9" name="Google Shape;18289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0" name="Google Shape;18290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1" name="Google Shape;18291;p140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2" name="Google Shape;18292;p140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3" name="Google Shape;18293;p140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4" name="Google Shape;18294;p140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5" name="Google Shape;18295;p140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6" name="Google Shape;18296;p140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7" name="Google Shape;18297;p140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8" name="Google Shape;18298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9" name="Google Shape;18299;p140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0" name="Google Shape;18300;p140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1" name="Google Shape;18301;p140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2" name="Google Shape;18302;p140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3" name="Google Shape;18303;p140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4" name="Google Shape;18304;p140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5" name="Google Shape;18305;p140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6" name="Google Shape;18306;p140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7" name="Google Shape;18307;p140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8" name="Google Shape;18308;p140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9" name="Google Shape;18309;p140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0" name="Google Shape;18310;p140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1" name="Google Shape;18311;p140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2" name="Google Shape;18312;p140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3" name="Google Shape;18313;p140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4" name="Google Shape;18314;p140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5" name="Google Shape;18315;p140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6" name="Google Shape;18316;p140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7" name="Google Shape;18317;p140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8" name="Google Shape;18318;p140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9" name="Google Shape;18319;p140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0" name="Google Shape;18320;p140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1" name="Google Shape;18321;p140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2" name="Google Shape;18322;p140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3" name="Google Shape;18323;p140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4" name="Google Shape;18324;p140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5" name="Google Shape;18325;p140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6" name="Google Shape;18326;p140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7" name="Google Shape;18327;p140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8" name="Google Shape;18328;p140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9" name="Google Shape;18329;p140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0" name="Google Shape;18330;p140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1" name="Google Shape;18331;p140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2" name="Google Shape;18332;p140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3" name="Google Shape;18333;p140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4" name="Google Shape;18334;p140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5" name="Google Shape;18335;p140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6" name="Google Shape;18336;p140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7" name="Google Shape;18337;p140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8" name="Google Shape;18338;p140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9" name="Google Shape;18339;p140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0" name="Google Shape;18340;p140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1" name="Google Shape;18341;p140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2" name="Google Shape;18342;p140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3" name="Google Shape;18343;p140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4" name="Google Shape;18344;p140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5" name="Google Shape;18345;p140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6" name="Google Shape;18346;p140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47" name="Google Shape;18347;p140"/>
          <p:cNvGrpSpPr/>
          <p:nvPr/>
        </p:nvGrpSpPr>
        <p:grpSpPr>
          <a:xfrm flipH="1">
            <a:off x="14568196" y="8752903"/>
            <a:ext cx="9815838" cy="4174626"/>
            <a:chOff x="889075" y="3382100"/>
            <a:chExt cx="2866775" cy="1219225"/>
          </a:xfrm>
        </p:grpSpPr>
        <p:sp>
          <p:nvSpPr>
            <p:cNvPr id="18348" name="Google Shape;18348;p140"/>
            <p:cNvSpPr/>
            <p:nvPr/>
          </p:nvSpPr>
          <p:spPr>
            <a:xfrm>
              <a:off x="2285400" y="4527175"/>
              <a:ext cx="133950" cy="42000"/>
            </a:xfrm>
            <a:custGeom>
              <a:avLst/>
              <a:gdLst/>
              <a:ahLst/>
              <a:cxnLst/>
              <a:rect l="l" t="t" r="r" b="b"/>
              <a:pathLst>
                <a:path w="5358" h="1680" extrusionOk="0">
                  <a:moveTo>
                    <a:pt x="4906" y="0"/>
                  </a:moveTo>
                  <a:lnTo>
                    <a:pt x="72" y="1203"/>
                  </a:lnTo>
                  <a:lnTo>
                    <a:pt x="0" y="1679"/>
                  </a:lnTo>
                  <a:lnTo>
                    <a:pt x="5358" y="358"/>
                  </a:lnTo>
                  <a:lnTo>
                    <a:pt x="5334" y="215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9" name="Google Shape;18349;p140"/>
            <p:cNvSpPr/>
            <p:nvPr/>
          </p:nvSpPr>
          <p:spPr>
            <a:xfrm>
              <a:off x="2429750" y="4527475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0" name="Google Shape;18350;p140"/>
            <p:cNvSpPr/>
            <p:nvPr/>
          </p:nvSpPr>
          <p:spPr>
            <a:xfrm>
              <a:off x="2111850" y="4560225"/>
              <a:ext cx="163750" cy="40800"/>
            </a:xfrm>
            <a:custGeom>
              <a:avLst/>
              <a:gdLst/>
              <a:ahLst/>
              <a:cxnLst/>
              <a:rect l="l" t="t" r="r" b="b"/>
              <a:pathLst>
                <a:path w="6550" h="1632" extrusionOk="0">
                  <a:moveTo>
                    <a:pt x="6549" y="0"/>
                  </a:moveTo>
                  <a:lnTo>
                    <a:pt x="1" y="1631"/>
                  </a:lnTo>
                  <a:lnTo>
                    <a:pt x="1858" y="1631"/>
                  </a:lnTo>
                  <a:lnTo>
                    <a:pt x="6478" y="476"/>
                  </a:lnTo>
                  <a:lnTo>
                    <a:pt x="654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1" name="Google Shape;18351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2" name="Google Shape;18352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3" name="Google Shape;18353;p140"/>
            <p:cNvSpPr/>
            <p:nvPr/>
          </p:nvSpPr>
          <p:spPr>
            <a:xfrm>
              <a:off x="2428575" y="45256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4" name="Google Shape;18354;p140"/>
            <p:cNvSpPr/>
            <p:nvPr/>
          </p:nvSpPr>
          <p:spPr>
            <a:xfrm>
              <a:off x="2426775" y="452420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1" y="0"/>
                  </a:moveTo>
                  <a:cubicBezTo>
                    <a:pt x="13" y="12"/>
                    <a:pt x="24" y="12"/>
                    <a:pt x="36" y="36"/>
                  </a:cubicBezTo>
                  <a:cubicBezTo>
                    <a:pt x="36" y="12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5" name="Google Shape;18355;p140"/>
            <p:cNvSpPr/>
            <p:nvPr/>
          </p:nvSpPr>
          <p:spPr>
            <a:xfrm>
              <a:off x="2428275" y="4525400"/>
              <a:ext cx="325" cy="300"/>
            </a:xfrm>
            <a:custGeom>
              <a:avLst/>
              <a:gdLst/>
              <a:ahLst/>
              <a:cxnLst/>
              <a:rect l="l" t="t" r="r" b="b"/>
              <a:pathLst>
                <a:path w="13" h="12" extrusionOk="0">
                  <a:moveTo>
                    <a:pt x="12" y="12"/>
                  </a:moveTo>
                  <a:cubicBezTo>
                    <a:pt x="12" y="0"/>
                    <a:pt x="0" y="0"/>
                    <a:pt x="12" y="12"/>
                  </a:cubicBezTo>
                  <a:cubicBezTo>
                    <a:pt x="0" y="0"/>
                    <a:pt x="12" y="0"/>
                    <a:pt x="12" y="12"/>
                  </a:cubicBezTo>
                  <a:cubicBezTo>
                    <a:pt x="12" y="0"/>
                    <a:pt x="12" y="0"/>
                    <a:pt x="12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6" name="Google Shape;18356;p140"/>
            <p:cNvSpPr/>
            <p:nvPr/>
          </p:nvSpPr>
          <p:spPr>
            <a:xfrm>
              <a:off x="2115725" y="4376850"/>
              <a:ext cx="176250" cy="92600"/>
            </a:xfrm>
            <a:custGeom>
              <a:avLst/>
              <a:gdLst/>
              <a:ahLst/>
              <a:cxnLst/>
              <a:rect l="l" t="t" r="r" b="b"/>
              <a:pathLst>
                <a:path w="7050" h="3704" extrusionOk="0">
                  <a:moveTo>
                    <a:pt x="429" y="1"/>
                  </a:moveTo>
                  <a:lnTo>
                    <a:pt x="1" y="287"/>
                  </a:lnTo>
                  <a:lnTo>
                    <a:pt x="6978" y="3704"/>
                  </a:lnTo>
                  <a:lnTo>
                    <a:pt x="7049" y="3251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7" name="Google Shape;18357;p140"/>
            <p:cNvSpPr/>
            <p:nvPr/>
          </p:nvSpPr>
          <p:spPr>
            <a:xfrm>
              <a:off x="2300575" y="4463175"/>
              <a:ext cx="126525" cy="69375"/>
            </a:xfrm>
            <a:custGeom>
              <a:avLst/>
              <a:gdLst/>
              <a:ahLst/>
              <a:cxnLst/>
              <a:rect l="l" t="t" r="r" b="b"/>
              <a:pathLst>
                <a:path w="5061" h="2775" extrusionOk="0">
                  <a:moveTo>
                    <a:pt x="5041" y="2436"/>
                  </a:moveTo>
                  <a:cubicBezTo>
                    <a:pt x="5047" y="2441"/>
                    <a:pt x="5061" y="2441"/>
                    <a:pt x="5061" y="2441"/>
                  </a:cubicBezTo>
                  <a:cubicBezTo>
                    <a:pt x="5054" y="2440"/>
                    <a:pt x="5047" y="2438"/>
                    <a:pt x="5041" y="2436"/>
                  </a:cubicBezTo>
                  <a:close/>
                  <a:moveTo>
                    <a:pt x="72" y="1"/>
                  </a:moveTo>
                  <a:lnTo>
                    <a:pt x="0" y="465"/>
                  </a:lnTo>
                  <a:lnTo>
                    <a:pt x="4299" y="2560"/>
                  </a:lnTo>
                  <a:lnTo>
                    <a:pt x="4727" y="2775"/>
                  </a:lnTo>
                  <a:lnTo>
                    <a:pt x="4715" y="2656"/>
                  </a:lnTo>
                  <a:cubicBezTo>
                    <a:pt x="4703" y="2537"/>
                    <a:pt x="4787" y="2418"/>
                    <a:pt x="4930" y="2418"/>
                  </a:cubicBezTo>
                  <a:cubicBezTo>
                    <a:pt x="4960" y="2418"/>
                    <a:pt x="5000" y="2426"/>
                    <a:pt x="5041" y="2436"/>
                  </a:cubicBezTo>
                  <a:lnTo>
                    <a:pt x="5041" y="2436"/>
                  </a:lnTo>
                  <a:cubicBezTo>
                    <a:pt x="5038" y="2435"/>
                    <a:pt x="5037" y="2433"/>
                    <a:pt x="5037" y="2430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8" name="Google Shape;18358;p140"/>
            <p:cNvSpPr/>
            <p:nvPr/>
          </p:nvSpPr>
          <p:spPr>
            <a:xfrm>
              <a:off x="1777600" y="4208100"/>
              <a:ext cx="336950" cy="170275"/>
            </a:xfrm>
            <a:custGeom>
              <a:avLst/>
              <a:gdLst/>
              <a:ahLst/>
              <a:cxnLst/>
              <a:rect l="l" t="t" r="r" b="b"/>
              <a:pathLst>
                <a:path w="13478" h="6811" extrusionOk="0">
                  <a:moveTo>
                    <a:pt x="143" y="0"/>
                  </a:moveTo>
                  <a:cubicBezTo>
                    <a:pt x="119" y="131"/>
                    <a:pt x="83" y="262"/>
                    <a:pt x="0" y="369"/>
                  </a:cubicBezTo>
                  <a:lnTo>
                    <a:pt x="72" y="452"/>
                  </a:lnTo>
                  <a:lnTo>
                    <a:pt x="13049" y="6810"/>
                  </a:lnTo>
                  <a:lnTo>
                    <a:pt x="13478" y="6525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9" name="Google Shape;18359;p140"/>
            <p:cNvSpPr/>
            <p:nvPr/>
          </p:nvSpPr>
          <p:spPr>
            <a:xfrm>
              <a:off x="2429750" y="452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0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0" name="Google Shape;18360;p140"/>
            <p:cNvSpPr/>
            <p:nvPr/>
          </p:nvSpPr>
          <p:spPr>
            <a:xfrm>
              <a:off x="2427075" y="45242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1" name="Google Shape;18361;p140"/>
            <p:cNvSpPr/>
            <p:nvPr/>
          </p:nvSpPr>
          <p:spPr>
            <a:xfrm>
              <a:off x="2428575" y="45254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2"/>
                  </a:moveTo>
                  <a:lnTo>
                    <a:pt x="0" y="12"/>
                  </a:lnTo>
                  <a:lnTo>
                    <a:pt x="0" y="12"/>
                  </a:ln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2" name="Google Shape;18362;p140"/>
            <p:cNvSpPr/>
            <p:nvPr/>
          </p:nvSpPr>
          <p:spPr>
            <a:xfrm>
              <a:off x="3679325" y="4491150"/>
              <a:ext cx="76525" cy="109875"/>
            </a:xfrm>
            <a:custGeom>
              <a:avLst/>
              <a:gdLst/>
              <a:ahLst/>
              <a:cxnLst/>
              <a:rect l="l" t="t" r="r" b="b"/>
              <a:pathLst>
                <a:path w="3061" h="4395" extrusionOk="0">
                  <a:moveTo>
                    <a:pt x="405" y="1"/>
                  </a:moveTo>
                  <a:lnTo>
                    <a:pt x="0" y="203"/>
                  </a:lnTo>
                  <a:lnTo>
                    <a:pt x="2536" y="4394"/>
                  </a:lnTo>
                  <a:lnTo>
                    <a:pt x="3060" y="4394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3" name="Google Shape;18363;p140"/>
            <p:cNvSpPr/>
            <p:nvPr/>
          </p:nvSpPr>
          <p:spPr>
            <a:xfrm>
              <a:off x="3424225" y="4426275"/>
              <a:ext cx="150925" cy="98550"/>
            </a:xfrm>
            <a:custGeom>
              <a:avLst/>
              <a:gdLst/>
              <a:ahLst/>
              <a:cxnLst/>
              <a:rect l="l" t="t" r="r" b="b"/>
              <a:pathLst>
                <a:path w="6037" h="3942" extrusionOk="0">
                  <a:moveTo>
                    <a:pt x="108" y="0"/>
                  </a:moveTo>
                  <a:cubicBezTo>
                    <a:pt x="120" y="0"/>
                    <a:pt x="131" y="24"/>
                    <a:pt x="143" y="24"/>
                  </a:cubicBezTo>
                  <a:cubicBezTo>
                    <a:pt x="131" y="0"/>
                    <a:pt x="120" y="0"/>
                    <a:pt x="108" y="0"/>
                  </a:cubicBezTo>
                  <a:close/>
                  <a:moveTo>
                    <a:pt x="143" y="24"/>
                  </a:moveTo>
                  <a:cubicBezTo>
                    <a:pt x="179" y="48"/>
                    <a:pt x="203" y="84"/>
                    <a:pt x="227" y="119"/>
                  </a:cubicBezTo>
                  <a:cubicBezTo>
                    <a:pt x="262" y="238"/>
                    <a:pt x="227" y="357"/>
                    <a:pt x="108" y="417"/>
                  </a:cubicBezTo>
                  <a:lnTo>
                    <a:pt x="1" y="465"/>
                  </a:lnTo>
                  <a:lnTo>
                    <a:pt x="5799" y="3941"/>
                  </a:lnTo>
                  <a:cubicBezTo>
                    <a:pt x="5835" y="3798"/>
                    <a:pt x="5918" y="3667"/>
                    <a:pt x="6037" y="3560"/>
                  </a:cubicBezTo>
                  <a:lnTo>
                    <a:pt x="143" y="24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4" name="Google Shape;18364;p140"/>
            <p:cNvSpPr/>
            <p:nvPr/>
          </p:nvSpPr>
          <p:spPr>
            <a:xfrm>
              <a:off x="3171525" y="4426275"/>
              <a:ext cx="259275" cy="123550"/>
            </a:xfrm>
            <a:custGeom>
              <a:avLst/>
              <a:gdLst/>
              <a:ahLst/>
              <a:cxnLst/>
              <a:rect l="l" t="t" r="r" b="b"/>
              <a:pathLst>
                <a:path w="10371" h="4942" extrusionOk="0">
                  <a:moveTo>
                    <a:pt x="10085" y="0"/>
                  </a:moveTo>
                  <a:cubicBezTo>
                    <a:pt x="10073" y="0"/>
                    <a:pt x="10061" y="0"/>
                    <a:pt x="10049" y="24"/>
                  </a:cubicBezTo>
                  <a:lnTo>
                    <a:pt x="0" y="4501"/>
                  </a:lnTo>
                  <a:cubicBezTo>
                    <a:pt x="83" y="4584"/>
                    <a:pt x="131" y="4703"/>
                    <a:pt x="119" y="4834"/>
                  </a:cubicBezTo>
                  <a:cubicBezTo>
                    <a:pt x="107" y="4870"/>
                    <a:pt x="95" y="4918"/>
                    <a:pt x="72" y="4941"/>
                  </a:cubicBezTo>
                  <a:lnTo>
                    <a:pt x="10109" y="465"/>
                  </a:lnTo>
                  <a:lnTo>
                    <a:pt x="10216" y="417"/>
                  </a:lnTo>
                  <a:cubicBezTo>
                    <a:pt x="10335" y="381"/>
                    <a:pt x="10370" y="238"/>
                    <a:pt x="10335" y="119"/>
                  </a:cubicBezTo>
                  <a:cubicBezTo>
                    <a:pt x="10311" y="84"/>
                    <a:pt x="10287" y="48"/>
                    <a:pt x="10239" y="24"/>
                  </a:cubicBezTo>
                  <a:cubicBezTo>
                    <a:pt x="10228" y="0"/>
                    <a:pt x="10204" y="0"/>
                    <a:pt x="1019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5" name="Google Shape;18365;p140"/>
            <p:cNvSpPr/>
            <p:nvPr/>
          </p:nvSpPr>
          <p:spPr>
            <a:xfrm>
              <a:off x="3599850" y="4534025"/>
              <a:ext cx="100925" cy="67000"/>
            </a:xfrm>
            <a:custGeom>
              <a:avLst/>
              <a:gdLst/>
              <a:ahLst/>
              <a:cxnLst/>
              <a:rect l="l" t="t" r="r" b="b"/>
              <a:pathLst>
                <a:path w="4037" h="2680" extrusionOk="0">
                  <a:moveTo>
                    <a:pt x="322" y="0"/>
                  </a:moveTo>
                  <a:lnTo>
                    <a:pt x="131" y="96"/>
                  </a:lnTo>
                  <a:cubicBezTo>
                    <a:pt x="107" y="179"/>
                    <a:pt x="60" y="250"/>
                    <a:pt x="0" y="310"/>
                  </a:cubicBezTo>
                  <a:lnTo>
                    <a:pt x="3274" y="2679"/>
                  </a:lnTo>
                  <a:lnTo>
                    <a:pt x="4036" y="2679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6" name="Google Shape;18366;p140"/>
            <p:cNvSpPr/>
            <p:nvPr/>
          </p:nvSpPr>
          <p:spPr>
            <a:xfrm>
              <a:off x="3456675" y="4539975"/>
              <a:ext cx="126825" cy="61050"/>
            </a:xfrm>
            <a:custGeom>
              <a:avLst/>
              <a:gdLst/>
              <a:ahLst/>
              <a:cxnLst/>
              <a:rect l="l" t="t" r="r" b="b"/>
              <a:pathLst>
                <a:path w="5073" h="2442" extrusionOk="0">
                  <a:moveTo>
                    <a:pt x="4620" y="0"/>
                  </a:moveTo>
                  <a:lnTo>
                    <a:pt x="0" y="2441"/>
                  </a:lnTo>
                  <a:lnTo>
                    <a:pt x="965" y="2441"/>
                  </a:lnTo>
                  <a:lnTo>
                    <a:pt x="5072" y="274"/>
                  </a:lnTo>
                  <a:cubicBezTo>
                    <a:pt x="4882" y="250"/>
                    <a:pt x="4715" y="143"/>
                    <a:pt x="4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7" name="Google Shape;18367;p140"/>
            <p:cNvSpPr/>
            <p:nvPr/>
          </p:nvSpPr>
          <p:spPr>
            <a:xfrm>
              <a:off x="3602825" y="4479850"/>
              <a:ext cx="91100" cy="56275"/>
            </a:xfrm>
            <a:custGeom>
              <a:avLst/>
              <a:gdLst/>
              <a:ahLst/>
              <a:cxnLst/>
              <a:rect l="l" t="t" r="r" b="b"/>
              <a:pathLst>
                <a:path w="3644" h="2251" extrusionOk="0">
                  <a:moveTo>
                    <a:pt x="3382" y="0"/>
                  </a:moveTo>
                  <a:cubicBezTo>
                    <a:pt x="3405" y="60"/>
                    <a:pt x="3441" y="131"/>
                    <a:pt x="3417" y="215"/>
                  </a:cubicBezTo>
                  <a:cubicBezTo>
                    <a:pt x="3407" y="388"/>
                    <a:pt x="3258" y="541"/>
                    <a:pt x="3088" y="541"/>
                  </a:cubicBezTo>
                  <a:cubicBezTo>
                    <a:pt x="3071" y="541"/>
                    <a:pt x="3054" y="539"/>
                    <a:pt x="3036" y="536"/>
                  </a:cubicBezTo>
                  <a:cubicBezTo>
                    <a:pt x="2882" y="524"/>
                    <a:pt x="2786" y="429"/>
                    <a:pt x="2739" y="310"/>
                  </a:cubicBezTo>
                  <a:lnTo>
                    <a:pt x="12" y="1751"/>
                  </a:lnTo>
                  <a:cubicBezTo>
                    <a:pt x="60" y="1834"/>
                    <a:pt x="72" y="1941"/>
                    <a:pt x="60" y="2048"/>
                  </a:cubicBezTo>
                  <a:cubicBezTo>
                    <a:pt x="60" y="2120"/>
                    <a:pt x="24" y="2191"/>
                    <a:pt x="0" y="2251"/>
                  </a:cubicBezTo>
                  <a:lnTo>
                    <a:pt x="191" y="2144"/>
                  </a:lnTo>
                  <a:lnTo>
                    <a:pt x="3060" y="643"/>
                  </a:lnTo>
                  <a:lnTo>
                    <a:pt x="3465" y="441"/>
                  </a:lnTo>
                  <a:lnTo>
                    <a:pt x="3501" y="417"/>
                  </a:lnTo>
                  <a:cubicBezTo>
                    <a:pt x="3596" y="358"/>
                    <a:pt x="3644" y="227"/>
                    <a:pt x="3584" y="119"/>
                  </a:cubicBezTo>
                  <a:cubicBezTo>
                    <a:pt x="3572" y="84"/>
                    <a:pt x="3536" y="48"/>
                    <a:pt x="3501" y="36"/>
                  </a:cubicBezTo>
                  <a:cubicBezTo>
                    <a:pt x="3465" y="12"/>
                    <a:pt x="3417" y="0"/>
                    <a:pt x="338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8" name="Google Shape;18368;p140"/>
            <p:cNvSpPr/>
            <p:nvPr/>
          </p:nvSpPr>
          <p:spPr>
            <a:xfrm>
              <a:off x="2987850" y="4144100"/>
              <a:ext cx="175650" cy="396800"/>
            </a:xfrm>
            <a:custGeom>
              <a:avLst/>
              <a:gdLst/>
              <a:ahLst/>
              <a:cxnLst/>
              <a:rect l="l" t="t" r="r" b="b"/>
              <a:pathLst>
                <a:path w="7026" h="15872" extrusionOk="0">
                  <a:moveTo>
                    <a:pt x="418" y="0"/>
                  </a:moveTo>
                  <a:cubicBezTo>
                    <a:pt x="299" y="84"/>
                    <a:pt x="144" y="143"/>
                    <a:pt x="1" y="155"/>
                  </a:cubicBezTo>
                  <a:lnTo>
                    <a:pt x="6621" y="15847"/>
                  </a:lnTo>
                  <a:cubicBezTo>
                    <a:pt x="6645" y="15847"/>
                    <a:pt x="6668" y="15859"/>
                    <a:pt x="6680" y="15871"/>
                  </a:cubicBezTo>
                  <a:cubicBezTo>
                    <a:pt x="6752" y="15752"/>
                    <a:pt x="6871" y="15681"/>
                    <a:pt x="7026" y="156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9" name="Google Shape;18369;p140"/>
            <p:cNvSpPr/>
            <p:nvPr/>
          </p:nvSpPr>
          <p:spPr>
            <a:xfrm>
              <a:off x="3159900" y="4553675"/>
              <a:ext cx="31275" cy="47350"/>
            </a:xfrm>
            <a:custGeom>
              <a:avLst/>
              <a:gdLst/>
              <a:ahLst/>
              <a:cxnLst/>
              <a:rect l="l" t="t" r="r" b="b"/>
              <a:pathLst>
                <a:path w="1251" h="1894" extrusionOk="0">
                  <a:moveTo>
                    <a:pt x="453" y="0"/>
                  </a:moveTo>
                  <a:cubicBezTo>
                    <a:pt x="368" y="75"/>
                    <a:pt x="282" y="121"/>
                    <a:pt x="162" y="121"/>
                  </a:cubicBezTo>
                  <a:cubicBezTo>
                    <a:pt x="148" y="121"/>
                    <a:pt x="134" y="120"/>
                    <a:pt x="120" y="119"/>
                  </a:cubicBezTo>
                  <a:cubicBezTo>
                    <a:pt x="84" y="119"/>
                    <a:pt x="36" y="107"/>
                    <a:pt x="1" y="83"/>
                  </a:cubicBezTo>
                  <a:lnTo>
                    <a:pt x="1" y="83"/>
                  </a:lnTo>
                  <a:lnTo>
                    <a:pt x="763" y="1893"/>
                  </a:lnTo>
                  <a:lnTo>
                    <a:pt x="1251" y="1893"/>
                  </a:lnTo>
                  <a:lnTo>
                    <a:pt x="4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0" name="Google Shape;18370;p140"/>
            <p:cNvSpPr/>
            <p:nvPr/>
          </p:nvSpPr>
          <p:spPr>
            <a:xfrm>
              <a:off x="2998275" y="4539850"/>
              <a:ext cx="156900" cy="61175"/>
            </a:xfrm>
            <a:custGeom>
              <a:avLst/>
              <a:gdLst/>
              <a:ahLst/>
              <a:cxnLst/>
              <a:rect l="l" t="t" r="r" b="b"/>
              <a:pathLst>
                <a:path w="6276" h="2447" extrusionOk="0">
                  <a:moveTo>
                    <a:pt x="6157" y="1"/>
                  </a:moveTo>
                  <a:cubicBezTo>
                    <a:pt x="6134" y="1"/>
                    <a:pt x="6111" y="10"/>
                    <a:pt x="6085" y="29"/>
                  </a:cubicBezTo>
                  <a:lnTo>
                    <a:pt x="1" y="2446"/>
                  </a:lnTo>
                  <a:lnTo>
                    <a:pt x="1203" y="2446"/>
                  </a:lnTo>
                  <a:lnTo>
                    <a:pt x="6251" y="446"/>
                  </a:lnTo>
                  <a:cubicBezTo>
                    <a:pt x="6251" y="434"/>
                    <a:pt x="6251" y="434"/>
                    <a:pt x="6263" y="434"/>
                  </a:cubicBezTo>
                  <a:cubicBezTo>
                    <a:pt x="6228" y="375"/>
                    <a:pt x="6216" y="303"/>
                    <a:pt x="6216" y="220"/>
                  </a:cubicBezTo>
                  <a:cubicBezTo>
                    <a:pt x="6216" y="160"/>
                    <a:pt x="6251" y="101"/>
                    <a:pt x="6275" y="41"/>
                  </a:cubicBezTo>
                  <a:cubicBezTo>
                    <a:pt x="6263" y="29"/>
                    <a:pt x="6228" y="29"/>
                    <a:pt x="6216" y="17"/>
                  </a:cubicBezTo>
                  <a:cubicBezTo>
                    <a:pt x="6194" y="7"/>
                    <a:pt x="6175" y="1"/>
                    <a:pt x="61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1" name="Google Shape;18371;p140"/>
            <p:cNvSpPr/>
            <p:nvPr/>
          </p:nvSpPr>
          <p:spPr>
            <a:xfrm>
              <a:off x="2838450" y="4144100"/>
              <a:ext cx="147950" cy="456925"/>
            </a:xfrm>
            <a:custGeom>
              <a:avLst/>
              <a:gdLst/>
              <a:ahLst/>
              <a:cxnLst/>
              <a:rect l="l" t="t" r="r" b="b"/>
              <a:pathLst>
                <a:path w="5918" h="18277" extrusionOk="0">
                  <a:moveTo>
                    <a:pt x="5501" y="0"/>
                  </a:moveTo>
                  <a:lnTo>
                    <a:pt x="0" y="18276"/>
                  </a:lnTo>
                  <a:lnTo>
                    <a:pt x="464" y="18276"/>
                  </a:lnTo>
                  <a:lnTo>
                    <a:pt x="5917" y="155"/>
                  </a:lnTo>
                  <a:cubicBezTo>
                    <a:pt x="5751" y="143"/>
                    <a:pt x="5596" y="84"/>
                    <a:pt x="550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2" name="Google Shape;18372;p140"/>
            <p:cNvSpPr/>
            <p:nvPr/>
          </p:nvSpPr>
          <p:spPr>
            <a:xfrm>
              <a:off x="2418450" y="4523000"/>
              <a:ext cx="17875" cy="77425"/>
            </a:xfrm>
            <a:custGeom>
              <a:avLst/>
              <a:gdLst/>
              <a:ahLst/>
              <a:cxnLst/>
              <a:rect l="l" t="t" r="r" b="b"/>
              <a:pathLst>
                <a:path w="715" h="3097" extrusionOk="0">
                  <a:moveTo>
                    <a:pt x="357" y="1"/>
                  </a:moveTo>
                  <a:cubicBezTo>
                    <a:pt x="328" y="13"/>
                    <a:pt x="301" y="13"/>
                    <a:pt x="277" y="13"/>
                  </a:cubicBezTo>
                  <a:cubicBezTo>
                    <a:pt x="253" y="13"/>
                    <a:pt x="232" y="13"/>
                    <a:pt x="215" y="25"/>
                  </a:cubicBezTo>
                  <a:cubicBezTo>
                    <a:pt x="96" y="37"/>
                    <a:pt x="0" y="144"/>
                    <a:pt x="0" y="263"/>
                  </a:cubicBezTo>
                  <a:lnTo>
                    <a:pt x="12" y="382"/>
                  </a:lnTo>
                  <a:lnTo>
                    <a:pt x="36" y="513"/>
                  </a:lnTo>
                  <a:lnTo>
                    <a:pt x="274" y="3096"/>
                  </a:lnTo>
                  <a:lnTo>
                    <a:pt x="715" y="3096"/>
                  </a:lnTo>
                  <a:lnTo>
                    <a:pt x="465" y="203"/>
                  </a:lnTo>
                  <a:lnTo>
                    <a:pt x="465" y="179"/>
                  </a:lnTo>
                  <a:lnTo>
                    <a:pt x="465" y="156"/>
                  </a:lnTo>
                  <a:lnTo>
                    <a:pt x="465" y="132"/>
                  </a:lnTo>
                  <a:lnTo>
                    <a:pt x="465" y="120"/>
                  </a:lnTo>
                  <a:cubicBezTo>
                    <a:pt x="465" y="108"/>
                    <a:pt x="453" y="108"/>
                    <a:pt x="453" y="96"/>
                  </a:cubicBezTo>
                  <a:cubicBezTo>
                    <a:pt x="453" y="96"/>
                    <a:pt x="453" y="72"/>
                    <a:pt x="429" y="72"/>
                  </a:cubicBezTo>
                  <a:cubicBezTo>
                    <a:pt x="429" y="72"/>
                    <a:pt x="429" y="60"/>
                    <a:pt x="417" y="60"/>
                  </a:cubicBezTo>
                  <a:lnTo>
                    <a:pt x="405" y="48"/>
                  </a:lnTo>
                  <a:cubicBezTo>
                    <a:pt x="405" y="48"/>
                    <a:pt x="405" y="37"/>
                    <a:pt x="381" y="37"/>
                  </a:cubicBezTo>
                  <a:cubicBezTo>
                    <a:pt x="369" y="13"/>
                    <a:pt x="357" y="13"/>
                    <a:pt x="35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3" name="Google Shape;18373;p140"/>
            <p:cNvSpPr/>
            <p:nvPr/>
          </p:nvSpPr>
          <p:spPr>
            <a:xfrm>
              <a:off x="2269325" y="4231000"/>
              <a:ext cx="70575" cy="370025"/>
            </a:xfrm>
            <a:custGeom>
              <a:avLst/>
              <a:gdLst/>
              <a:ahLst/>
              <a:cxnLst/>
              <a:rect l="l" t="t" r="r" b="b"/>
              <a:pathLst>
                <a:path w="2823" h="14801" extrusionOk="0">
                  <a:moveTo>
                    <a:pt x="2810" y="1"/>
                  </a:moveTo>
                  <a:cubicBezTo>
                    <a:pt x="2810" y="72"/>
                    <a:pt x="2786" y="167"/>
                    <a:pt x="2703" y="215"/>
                  </a:cubicBezTo>
                  <a:lnTo>
                    <a:pt x="2286" y="489"/>
                  </a:lnTo>
                  <a:lnTo>
                    <a:pt x="905" y="9085"/>
                  </a:lnTo>
                  <a:lnTo>
                    <a:pt x="834" y="9538"/>
                  </a:lnTo>
                  <a:lnTo>
                    <a:pt x="250" y="13169"/>
                  </a:lnTo>
                  <a:lnTo>
                    <a:pt x="179" y="13645"/>
                  </a:lnTo>
                  <a:lnTo>
                    <a:pt x="0" y="14800"/>
                  </a:lnTo>
                  <a:lnTo>
                    <a:pt x="441" y="14800"/>
                  </a:lnTo>
                  <a:lnTo>
                    <a:pt x="655" y="13526"/>
                  </a:lnTo>
                  <a:lnTo>
                    <a:pt x="727" y="13050"/>
                  </a:lnTo>
                  <a:lnTo>
                    <a:pt x="1262" y="9752"/>
                  </a:lnTo>
                  <a:lnTo>
                    <a:pt x="1334" y="9288"/>
                  </a:lnTo>
                  <a:lnTo>
                    <a:pt x="2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4" name="Google Shape;18374;p140"/>
            <p:cNvSpPr/>
            <p:nvPr/>
          </p:nvSpPr>
          <p:spPr>
            <a:xfrm>
              <a:off x="1768950" y="4217025"/>
              <a:ext cx="178625" cy="268800"/>
            </a:xfrm>
            <a:custGeom>
              <a:avLst/>
              <a:gdLst/>
              <a:ahLst/>
              <a:cxnLst/>
              <a:rect l="l" t="t" r="r" b="b"/>
              <a:pathLst>
                <a:path w="7145" h="10752" extrusionOk="0">
                  <a:moveTo>
                    <a:pt x="370" y="0"/>
                  </a:moveTo>
                  <a:cubicBezTo>
                    <a:pt x="275" y="119"/>
                    <a:pt x="144" y="203"/>
                    <a:pt x="1" y="250"/>
                  </a:cubicBezTo>
                  <a:lnTo>
                    <a:pt x="6966" y="10752"/>
                  </a:lnTo>
                  <a:lnTo>
                    <a:pt x="7145" y="10621"/>
                  </a:lnTo>
                  <a:cubicBezTo>
                    <a:pt x="6918" y="10597"/>
                    <a:pt x="6787" y="10394"/>
                    <a:pt x="6799" y="10180"/>
                  </a:cubicBezTo>
                  <a:cubicBezTo>
                    <a:pt x="6811" y="10073"/>
                    <a:pt x="6859" y="9966"/>
                    <a:pt x="6930" y="9906"/>
                  </a:cubicBezTo>
                  <a:lnTo>
                    <a:pt x="429" y="84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5" name="Google Shape;18375;p140"/>
            <p:cNvSpPr/>
            <p:nvPr/>
          </p:nvSpPr>
          <p:spPr>
            <a:xfrm>
              <a:off x="1949050" y="4488775"/>
              <a:ext cx="83350" cy="112250"/>
            </a:xfrm>
            <a:custGeom>
              <a:avLst/>
              <a:gdLst/>
              <a:ahLst/>
              <a:cxnLst/>
              <a:rect l="l" t="t" r="r" b="b"/>
              <a:pathLst>
                <a:path w="3334" h="4490" extrusionOk="0">
                  <a:moveTo>
                    <a:pt x="369" y="1"/>
                  </a:moveTo>
                  <a:lnTo>
                    <a:pt x="0" y="263"/>
                  </a:lnTo>
                  <a:lnTo>
                    <a:pt x="2798" y="4489"/>
                  </a:lnTo>
                  <a:lnTo>
                    <a:pt x="3334" y="4489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6" name="Google Shape;18376;p140"/>
            <p:cNvSpPr/>
            <p:nvPr/>
          </p:nvSpPr>
          <p:spPr>
            <a:xfrm>
              <a:off x="1528150" y="4542950"/>
              <a:ext cx="62250" cy="58075"/>
            </a:xfrm>
            <a:custGeom>
              <a:avLst/>
              <a:gdLst/>
              <a:ahLst/>
              <a:cxnLst/>
              <a:rect l="l" t="t" r="r" b="b"/>
              <a:pathLst>
                <a:path w="2490" h="2323" extrusionOk="0">
                  <a:moveTo>
                    <a:pt x="251" y="1"/>
                  </a:moveTo>
                  <a:lnTo>
                    <a:pt x="1" y="382"/>
                  </a:lnTo>
                  <a:lnTo>
                    <a:pt x="1858" y="2322"/>
                  </a:lnTo>
                  <a:lnTo>
                    <a:pt x="2489" y="2322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7" name="Google Shape;18377;p140"/>
            <p:cNvSpPr/>
            <p:nvPr/>
          </p:nvSpPr>
          <p:spPr>
            <a:xfrm>
              <a:off x="1404925" y="4411375"/>
              <a:ext cx="121475" cy="132500"/>
            </a:xfrm>
            <a:custGeom>
              <a:avLst/>
              <a:gdLst/>
              <a:ahLst/>
              <a:cxnLst/>
              <a:rect l="l" t="t" r="r" b="b"/>
              <a:pathLst>
                <a:path w="4859" h="5300" extrusionOk="0">
                  <a:moveTo>
                    <a:pt x="131" y="1"/>
                  </a:moveTo>
                  <a:lnTo>
                    <a:pt x="131" y="1"/>
                  </a:lnTo>
                  <a:cubicBezTo>
                    <a:pt x="167" y="84"/>
                    <a:pt x="179" y="144"/>
                    <a:pt x="179" y="215"/>
                  </a:cubicBezTo>
                  <a:cubicBezTo>
                    <a:pt x="167" y="346"/>
                    <a:pt x="108" y="453"/>
                    <a:pt x="1" y="513"/>
                  </a:cubicBezTo>
                  <a:lnTo>
                    <a:pt x="4596" y="5299"/>
                  </a:lnTo>
                  <a:lnTo>
                    <a:pt x="4858" y="4918"/>
                  </a:lnTo>
                  <a:lnTo>
                    <a:pt x="13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8" name="Google Shape;18378;p140"/>
            <p:cNvSpPr/>
            <p:nvPr/>
          </p:nvSpPr>
          <p:spPr>
            <a:xfrm>
              <a:off x="1219200" y="4222975"/>
              <a:ext cx="181275" cy="185450"/>
            </a:xfrm>
            <a:custGeom>
              <a:avLst/>
              <a:gdLst/>
              <a:ahLst/>
              <a:cxnLst/>
              <a:rect l="l" t="t" r="r" b="b"/>
              <a:pathLst>
                <a:path w="7251" h="7418" extrusionOk="0">
                  <a:moveTo>
                    <a:pt x="333" y="0"/>
                  </a:moveTo>
                  <a:cubicBezTo>
                    <a:pt x="238" y="119"/>
                    <a:pt x="131" y="215"/>
                    <a:pt x="0" y="298"/>
                  </a:cubicBezTo>
                  <a:lnTo>
                    <a:pt x="6846" y="7418"/>
                  </a:lnTo>
                  <a:lnTo>
                    <a:pt x="6929" y="7394"/>
                  </a:lnTo>
                  <a:cubicBezTo>
                    <a:pt x="6965" y="7358"/>
                    <a:pt x="7013" y="7335"/>
                    <a:pt x="7072" y="7299"/>
                  </a:cubicBezTo>
                  <a:lnTo>
                    <a:pt x="7251" y="7204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9" name="Google Shape;18379;p140"/>
            <p:cNvSpPr/>
            <p:nvPr/>
          </p:nvSpPr>
          <p:spPr>
            <a:xfrm>
              <a:off x="1770450" y="4228325"/>
              <a:ext cx="568850" cy="372400"/>
            </a:xfrm>
            <a:custGeom>
              <a:avLst/>
              <a:gdLst/>
              <a:ahLst/>
              <a:cxnLst/>
              <a:rect l="l" t="t" r="r" b="b"/>
              <a:pathLst>
                <a:path w="22754" h="14896" extrusionOk="0">
                  <a:moveTo>
                    <a:pt x="22301" y="1"/>
                  </a:moveTo>
                  <a:lnTo>
                    <a:pt x="13764" y="5704"/>
                  </a:lnTo>
                  <a:lnTo>
                    <a:pt x="13335" y="5989"/>
                  </a:lnTo>
                  <a:lnTo>
                    <a:pt x="12538" y="6525"/>
                  </a:lnTo>
                  <a:lnTo>
                    <a:pt x="12538" y="6573"/>
                  </a:lnTo>
                  <a:cubicBezTo>
                    <a:pt x="12527" y="6795"/>
                    <a:pt x="12350" y="6944"/>
                    <a:pt x="12143" y="6944"/>
                  </a:cubicBezTo>
                  <a:cubicBezTo>
                    <a:pt x="12128" y="6944"/>
                    <a:pt x="12112" y="6944"/>
                    <a:pt x="12097" y="6942"/>
                  </a:cubicBezTo>
                  <a:cubicBezTo>
                    <a:pt x="12050" y="6942"/>
                    <a:pt x="12002" y="6930"/>
                    <a:pt x="11978" y="6906"/>
                  </a:cubicBezTo>
                  <a:lnTo>
                    <a:pt x="7561" y="9859"/>
                  </a:lnTo>
                  <a:cubicBezTo>
                    <a:pt x="7517" y="10045"/>
                    <a:pt x="7352" y="10171"/>
                    <a:pt x="7158" y="10171"/>
                  </a:cubicBezTo>
                  <a:cubicBezTo>
                    <a:pt x="7142" y="10171"/>
                    <a:pt x="7125" y="10170"/>
                    <a:pt x="7108" y="10169"/>
                  </a:cubicBezTo>
                  <a:lnTo>
                    <a:pt x="7085" y="10169"/>
                  </a:lnTo>
                  <a:lnTo>
                    <a:pt x="6882" y="10300"/>
                  </a:lnTo>
                  <a:lnTo>
                    <a:pt x="0" y="14895"/>
                  </a:lnTo>
                  <a:lnTo>
                    <a:pt x="798" y="14895"/>
                  </a:lnTo>
                  <a:lnTo>
                    <a:pt x="7120" y="10669"/>
                  </a:lnTo>
                  <a:lnTo>
                    <a:pt x="7501" y="10419"/>
                  </a:lnTo>
                  <a:lnTo>
                    <a:pt x="13788" y="6228"/>
                  </a:lnTo>
                  <a:lnTo>
                    <a:pt x="14228" y="5942"/>
                  </a:lnTo>
                  <a:lnTo>
                    <a:pt x="22229" y="596"/>
                  </a:lnTo>
                  <a:lnTo>
                    <a:pt x="22646" y="310"/>
                  </a:lnTo>
                  <a:cubicBezTo>
                    <a:pt x="22718" y="274"/>
                    <a:pt x="22753" y="203"/>
                    <a:pt x="22753" y="108"/>
                  </a:cubicBezTo>
                  <a:lnTo>
                    <a:pt x="22610" y="108"/>
                  </a:lnTo>
                  <a:cubicBezTo>
                    <a:pt x="22503" y="96"/>
                    <a:pt x="22396" y="60"/>
                    <a:pt x="223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0" name="Google Shape;18380;p140"/>
            <p:cNvSpPr/>
            <p:nvPr/>
          </p:nvSpPr>
          <p:spPr>
            <a:xfrm>
              <a:off x="1757350" y="4183475"/>
              <a:ext cx="13125" cy="6775"/>
            </a:xfrm>
            <a:custGeom>
              <a:avLst/>
              <a:gdLst/>
              <a:ahLst/>
              <a:cxnLst/>
              <a:rect l="l" t="t" r="r" b="b"/>
              <a:pathLst>
                <a:path w="525" h="271" extrusionOk="0">
                  <a:moveTo>
                    <a:pt x="279" y="1"/>
                  </a:moveTo>
                  <a:cubicBezTo>
                    <a:pt x="207" y="1"/>
                    <a:pt x="134" y="35"/>
                    <a:pt x="96" y="104"/>
                  </a:cubicBezTo>
                  <a:lnTo>
                    <a:pt x="1" y="271"/>
                  </a:lnTo>
                  <a:cubicBezTo>
                    <a:pt x="80" y="226"/>
                    <a:pt x="153" y="202"/>
                    <a:pt x="229" y="202"/>
                  </a:cubicBezTo>
                  <a:cubicBezTo>
                    <a:pt x="255" y="202"/>
                    <a:pt x="282" y="205"/>
                    <a:pt x="310" y="211"/>
                  </a:cubicBezTo>
                  <a:cubicBezTo>
                    <a:pt x="382" y="211"/>
                    <a:pt x="441" y="235"/>
                    <a:pt x="501" y="247"/>
                  </a:cubicBezTo>
                  <a:cubicBezTo>
                    <a:pt x="524" y="163"/>
                    <a:pt x="489" y="68"/>
                    <a:pt x="417" y="33"/>
                  </a:cubicBezTo>
                  <a:lnTo>
                    <a:pt x="393" y="33"/>
                  </a:lnTo>
                  <a:cubicBezTo>
                    <a:pt x="359" y="11"/>
                    <a:pt x="319" y="1"/>
                    <a:pt x="2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1" name="Google Shape;18381;p140"/>
            <p:cNvSpPr/>
            <p:nvPr/>
          </p:nvSpPr>
          <p:spPr>
            <a:xfrm>
              <a:off x="1482325" y="4218800"/>
              <a:ext cx="269100" cy="382525"/>
            </a:xfrm>
            <a:custGeom>
              <a:avLst/>
              <a:gdLst/>
              <a:ahLst/>
              <a:cxnLst/>
              <a:rect l="l" t="t" r="r" b="b"/>
              <a:pathLst>
                <a:path w="10764" h="15301" extrusionOk="0">
                  <a:moveTo>
                    <a:pt x="10751" y="1"/>
                  </a:moveTo>
                  <a:lnTo>
                    <a:pt x="9906" y="477"/>
                  </a:lnTo>
                  <a:lnTo>
                    <a:pt x="1774" y="12633"/>
                  </a:lnTo>
                  <a:lnTo>
                    <a:pt x="1524" y="13026"/>
                  </a:lnTo>
                  <a:lnTo>
                    <a:pt x="0" y="15300"/>
                  </a:lnTo>
                  <a:lnTo>
                    <a:pt x="536" y="15300"/>
                  </a:lnTo>
                  <a:lnTo>
                    <a:pt x="1834" y="13359"/>
                  </a:lnTo>
                  <a:lnTo>
                    <a:pt x="2084" y="12967"/>
                  </a:lnTo>
                  <a:lnTo>
                    <a:pt x="10763" y="13"/>
                  </a:lnTo>
                  <a:lnTo>
                    <a:pt x="10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2" name="Google Shape;18382;p140"/>
            <p:cNvSpPr/>
            <p:nvPr/>
          </p:nvSpPr>
          <p:spPr>
            <a:xfrm>
              <a:off x="1045650" y="4224750"/>
              <a:ext cx="149150" cy="194700"/>
            </a:xfrm>
            <a:custGeom>
              <a:avLst/>
              <a:gdLst/>
              <a:ahLst/>
              <a:cxnLst/>
              <a:rect l="l" t="t" r="r" b="b"/>
              <a:pathLst>
                <a:path w="5966" h="7788" extrusionOk="0">
                  <a:moveTo>
                    <a:pt x="5668" y="1"/>
                  </a:moveTo>
                  <a:lnTo>
                    <a:pt x="5597" y="48"/>
                  </a:lnTo>
                  <a:lnTo>
                    <a:pt x="1" y="7216"/>
                  </a:lnTo>
                  <a:lnTo>
                    <a:pt x="120" y="7787"/>
                  </a:lnTo>
                  <a:lnTo>
                    <a:pt x="5966" y="263"/>
                  </a:lnTo>
                  <a:cubicBezTo>
                    <a:pt x="5859" y="203"/>
                    <a:pt x="5739" y="108"/>
                    <a:pt x="56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3" name="Google Shape;18383;p140"/>
            <p:cNvSpPr/>
            <p:nvPr/>
          </p:nvSpPr>
          <p:spPr>
            <a:xfrm>
              <a:off x="892950" y="4416450"/>
              <a:ext cx="147075" cy="184575"/>
            </a:xfrm>
            <a:custGeom>
              <a:avLst/>
              <a:gdLst/>
              <a:ahLst/>
              <a:cxnLst/>
              <a:rect l="l" t="t" r="r" b="b"/>
              <a:pathLst>
                <a:path w="5883" h="7383" extrusionOk="0">
                  <a:moveTo>
                    <a:pt x="5751" y="0"/>
                  </a:moveTo>
                  <a:lnTo>
                    <a:pt x="1" y="7382"/>
                  </a:lnTo>
                  <a:lnTo>
                    <a:pt x="572" y="7382"/>
                  </a:lnTo>
                  <a:lnTo>
                    <a:pt x="5882" y="560"/>
                  </a:lnTo>
                  <a:lnTo>
                    <a:pt x="57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4" name="Google Shape;18384;p140"/>
            <p:cNvSpPr/>
            <p:nvPr/>
          </p:nvSpPr>
          <p:spPr>
            <a:xfrm>
              <a:off x="1395700" y="4211350"/>
              <a:ext cx="354825" cy="200650"/>
            </a:xfrm>
            <a:custGeom>
              <a:avLst/>
              <a:gdLst/>
              <a:ahLst/>
              <a:cxnLst/>
              <a:rect l="l" t="t" r="r" b="b"/>
              <a:pathLst>
                <a:path w="14193" h="8026" extrusionOk="0">
                  <a:moveTo>
                    <a:pt x="13835" y="1"/>
                  </a:moveTo>
                  <a:lnTo>
                    <a:pt x="179" y="7692"/>
                  </a:lnTo>
                  <a:lnTo>
                    <a:pt x="0" y="7788"/>
                  </a:lnTo>
                  <a:cubicBezTo>
                    <a:pt x="44" y="7770"/>
                    <a:pt x="81" y="7759"/>
                    <a:pt x="121" y="7759"/>
                  </a:cubicBezTo>
                  <a:cubicBezTo>
                    <a:pt x="136" y="7759"/>
                    <a:pt x="151" y="7761"/>
                    <a:pt x="167" y="7764"/>
                  </a:cubicBezTo>
                  <a:cubicBezTo>
                    <a:pt x="322" y="7788"/>
                    <a:pt x="441" y="7871"/>
                    <a:pt x="500" y="8026"/>
                  </a:cubicBezTo>
                  <a:lnTo>
                    <a:pt x="13359" y="787"/>
                  </a:lnTo>
                  <a:lnTo>
                    <a:pt x="14193" y="311"/>
                  </a:lnTo>
                  <a:cubicBezTo>
                    <a:pt x="14109" y="227"/>
                    <a:pt x="14050" y="120"/>
                    <a:pt x="1401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5" name="Google Shape;18385;p140"/>
            <p:cNvSpPr/>
            <p:nvPr/>
          </p:nvSpPr>
          <p:spPr>
            <a:xfrm>
              <a:off x="1092100" y="4407825"/>
              <a:ext cx="300350" cy="178900"/>
            </a:xfrm>
            <a:custGeom>
              <a:avLst/>
              <a:gdLst/>
              <a:ahLst/>
              <a:cxnLst/>
              <a:rect l="l" t="t" r="r" b="b"/>
              <a:pathLst>
                <a:path w="12014" h="7156" extrusionOk="0">
                  <a:moveTo>
                    <a:pt x="12013" y="0"/>
                  </a:moveTo>
                  <a:lnTo>
                    <a:pt x="11930" y="48"/>
                  </a:lnTo>
                  <a:lnTo>
                    <a:pt x="0" y="6751"/>
                  </a:lnTo>
                  <a:cubicBezTo>
                    <a:pt x="107" y="6858"/>
                    <a:pt x="179" y="7013"/>
                    <a:pt x="191" y="7156"/>
                  </a:cubicBezTo>
                  <a:lnTo>
                    <a:pt x="4941" y="4489"/>
                  </a:lnTo>
                  <a:cubicBezTo>
                    <a:pt x="4917" y="4429"/>
                    <a:pt x="4905" y="4370"/>
                    <a:pt x="4905" y="4298"/>
                  </a:cubicBezTo>
                  <a:cubicBezTo>
                    <a:pt x="4928" y="4069"/>
                    <a:pt x="5116" y="3928"/>
                    <a:pt x="5332" y="3928"/>
                  </a:cubicBezTo>
                  <a:cubicBezTo>
                    <a:pt x="5340" y="3928"/>
                    <a:pt x="5349" y="3929"/>
                    <a:pt x="5358" y="3929"/>
                  </a:cubicBezTo>
                  <a:cubicBezTo>
                    <a:pt x="5477" y="3941"/>
                    <a:pt x="5584" y="4001"/>
                    <a:pt x="5632" y="4096"/>
                  </a:cubicBezTo>
                  <a:lnTo>
                    <a:pt x="11930" y="548"/>
                  </a:lnTo>
                  <a:cubicBezTo>
                    <a:pt x="11871" y="476"/>
                    <a:pt x="11859" y="369"/>
                    <a:pt x="11859" y="262"/>
                  </a:cubicBezTo>
                  <a:cubicBezTo>
                    <a:pt x="11871" y="167"/>
                    <a:pt x="11918" y="72"/>
                    <a:pt x="120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6" name="Google Shape;18386;p140"/>
            <p:cNvSpPr/>
            <p:nvPr/>
          </p:nvSpPr>
          <p:spPr>
            <a:xfrm>
              <a:off x="1231100" y="4199750"/>
              <a:ext cx="516150" cy="14325"/>
            </a:xfrm>
            <a:custGeom>
              <a:avLst/>
              <a:gdLst/>
              <a:ahLst/>
              <a:cxnLst/>
              <a:rect l="l" t="t" r="r" b="b"/>
              <a:pathLst>
                <a:path w="20646" h="573" extrusionOk="0">
                  <a:moveTo>
                    <a:pt x="20646" y="1"/>
                  </a:moveTo>
                  <a:lnTo>
                    <a:pt x="0" y="120"/>
                  </a:lnTo>
                  <a:cubicBezTo>
                    <a:pt x="36" y="239"/>
                    <a:pt x="48" y="346"/>
                    <a:pt x="36" y="465"/>
                  </a:cubicBezTo>
                  <a:cubicBezTo>
                    <a:pt x="36" y="489"/>
                    <a:pt x="24" y="536"/>
                    <a:pt x="24" y="572"/>
                  </a:cubicBezTo>
                  <a:lnTo>
                    <a:pt x="20443" y="453"/>
                  </a:lnTo>
                  <a:lnTo>
                    <a:pt x="20622" y="453"/>
                  </a:lnTo>
                  <a:cubicBezTo>
                    <a:pt x="20598" y="370"/>
                    <a:pt x="20586" y="286"/>
                    <a:pt x="20598" y="191"/>
                  </a:cubicBezTo>
                  <a:cubicBezTo>
                    <a:pt x="20598" y="120"/>
                    <a:pt x="20634" y="60"/>
                    <a:pt x="206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7" name="Google Shape;18387;p140"/>
            <p:cNvSpPr/>
            <p:nvPr/>
          </p:nvSpPr>
          <p:spPr>
            <a:xfrm>
              <a:off x="889375" y="3382100"/>
              <a:ext cx="866225" cy="816200"/>
            </a:xfrm>
            <a:custGeom>
              <a:avLst/>
              <a:gdLst/>
              <a:ahLst/>
              <a:cxnLst/>
              <a:rect l="l" t="t" r="r" b="b"/>
              <a:pathLst>
                <a:path w="34649" h="32648" extrusionOk="0">
                  <a:moveTo>
                    <a:pt x="1" y="0"/>
                  </a:moveTo>
                  <a:lnTo>
                    <a:pt x="1" y="607"/>
                  </a:lnTo>
                  <a:lnTo>
                    <a:pt x="34327" y="32647"/>
                  </a:lnTo>
                  <a:cubicBezTo>
                    <a:pt x="34410" y="32516"/>
                    <a:pt x="34505" y="32397"/>
                    <a:pt x="34648" y="3233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8" name="Google Shape;18388;p140"/>
            <p:cNvSpPr/>
            <p:nvPr/>
          </p:nvSpPr>
          <p:spPr>
            <a:xfrm>
              <a:off x="953675" y="3873825"/>
              <a:ext cx="242625" cy="319700"/>
            </a:xfrm>
            <a:custGeom>
              <a:avLst/>
              <a:gdLst/>
              <a:ahLst/>
              <a:cxnLst/>
              <a:rect l="l" t="t" r="r" b="b"/>
              <a:pathLst>
                <a:path w="9705" h="12788" extrusionOk="0">
                  <a:moveTo>
                    <a:pt x="358" y="0"/>
                  </a:moveTo>
                  <a:cubicBezTo>
                    <a:pt x="251" y="107"/>
                    <a:pt x="132" y="191"/>
                    <a:pt x="1" y="274"/>
                  </a:cubicBezTo>
                  <a:lnTo>
                    <a:pt x="9347" y="12788"/>
                  </a:lnTo>
                  <a:cubicBezTo>
                    <a:pt x="9430" y="12669"/>
                    <a:pt x="9549" y="12573"/>
                    <a:pt x="9704" y="12514"/>
                  </a:cubicBez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9" name="Google Shape;18389;p140"/>
            <p:cNvSpPr/>
            <p:nvPr/>
          </p:nvSpPr>
          <p:spPr>
            <a:xfrm>
              <a:off x="1015000" y="4311375"/>
              <a:ext cx="67875" cy="261950"/>
            </a:xfrm>
            <a:custGeom>
              <a:avLst/>
              <a:gdLst/>
              <a:ahLst/>
              <a:cxnLst/>
              <a:rect l="l" t="t" r="r" b="b"/>
              <a:pathLst>
                <a:path w="2715" h="10478" extrusionOk="0">
                  <a:moveTo>
                    <a:pt x="405" y="0"/>
                  </a:moveTo>
                  <a:lnTo>
                    <a:pt x="0" y="227"/>
                  </a:lnTo>
                  <a:lnTo>
                    <a:pt x="893" y="4215"/>
                  </a:lnTo>
                  <a:lnTo>
                    <a:pt x="1012" y="4775"/>
                  </a:lnTo>
                  <a:lnTo>
                    <a:pt x="2263" y="10478"/>
                  </a:lnTo>
                  <a:cubicBezTo>
                    <a:pt x="2355" y="10432"/>
                    <a:pt x="2447" y="10414"/>
                    <a:pt x="2545" y="10414"/>
                  </a:cubicBezTo>
                  <a:cubicBezTo>
                    <a:pt x="2573" y="10414"/>
                    <a:pt x="2602" y="10416"/>
                    <a:pt x="2632" y="10418"/>
                  </a:cubicBezTo>
                  <a:cubicBezTo>
                    <a:pt x="2667" y="10418"/>
                    <a:pt x="2679" y="10430"/>
                    <a:pt x="2715" y="10430"/>
                  </a:cubicBezTo>
                  <a:lnTo>
                    <a:pt x="1358" y="4322"/>
                  </a:lnTo>
                  <a:lnTo>
                    <a:pt x="1239" y="3751"/>
                  </a:lnTo>
                  <a:lnTo>
                    <a:pt x="40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0" name="Google Shape;18390;p140"/>
            <p:cNvSpPr/>
            <p:nvPr/>
          </p:nvSpPr>
          <p:spPr>
            <a:xfrm>
              <a:off x="1011725" y="4302450"/>
              <a:ext cx="2100" cy="2700"/>
            </a:xfrm>
            <a:custGeom>
              <a:avLst/>
              <a:gdLst/>
              <a:ahLst/>
              <a:cxnLst/>
              <a:rect l="l" t="t" r="r" b="b"/>
              <a:pathLst>
                <a:path w="84" h="108" extrusionOk="0">
                  <a:moveTo>
                    <a:pt x="0" y="0"/>
                  </a:moveTo>
                  <a:lnTo>
                    <a:pt x="24" y="107"/>
                  </a:lnTo>
                  <a:lnTo>
                    <a:pt x="84" y="72"/>
                  </a:lnTo>
                  <a:cubicBezTo>
                    <a:pt x="48" y="60"/>
                    <a:pt x="12" y="36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1" name="Google Shape;18391;p140"/>
            <p:cNvSpPr/>
            <p:nvPr/>
          </p:nvSpPr>
          <p:spPr>
            <a:xfrm>
              <a:off x="919450" y="3886925"/>
              <a:ext cx="99725" cy="406625"/>
            </a:xfrm>
            <a:custGeom>
              <a:avLst/>
              <a:gdLst/>
              <a:ahLst/>
              <a:cxnLst/>
              <a:rect l="l" t="t" r="r" b="b"/>
              <a:pathLst>
                <a:path w="3989" h="16265" extrusionOk="0">
                  <a:moveTo>
                    <a:pt x="12" y="0"/>
                  </a:moveTo>
                  <a:cubicBezTo>
                    <a:pt x="0" y="24"/>
                    <a:pt x="0" y="72"/>
                    <a:pt x="12" y="107"/>
                  </a:cubicBezTo>
                  <a:lnTo>
                    <a:pt x="3596" y="16264"/>
                  </a:lnTo>
                  <a:cubicBezTo>
                    <a:pt x="3644" y="16074"/>
                    <a:pt x="3810" y="15955"/>
                    <a:pt x="3989" y="15955"/>
                  </a:cubicBezTo>
                  <a:lnTo>
                    <a:pt x="441" y="12"/>
                  </a:lnTo>
                  <a:lnTo>
                    <a:pt x="167" y="12"/>
                  </a:lnTo>
                  <a:cubicBezTo>
                    <a:pt x="119" y="12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2" name="Google Shape;18392;p140"/>
            <p:cNvSpPr/>
            <p:nvPr/>
          </p:nvSpPr>
          <p:spPr>
            <a:xfrm>
              <a:off x="889075" y="4214625"/>
              <a:ext cx="298000" cy="168500"/>
            </a:xfrm>
            <a:custGeom>
              <a:avLst/>
              <a:gdLst/>
              <a:ahLst/>
              <a:cxnLst/>
              <a:rect l="l" t="t" r="r" b="b"/>
              <a:pathLst>
                <a:path w="11920" h="6740" extrusionOk="0">
                  <a:moveTo>
                    <a:pt x="11717" y="1"/>
                  </a:moveTo>
                  <a:lnTo>
                    <a:pt x="5621" y="3251"/>
                  </a:lnTo>
                  <a:lnTo>
                    <a:pt x="5621" y="3287"/>
                  </a:lnTo>
                  <a:cubicBezTo>
                    <a:pt x="5586" y="3506"/>
                    <a:pt x="5407" y="3669"/>
                    <a:pt x="5191" y="3669"/>
                  </a:cubicBezTo>
                  <a:cubicBezTo>
                    <a:pt x="5183" y="3669"/>
                    <a:pt x="5176" y="3668"/>
                    <a:pt x="5168" y="3668"/>
                  </a:cubicBezTo>
                  <a:cubicBezTo>
                    <a:pt x="5097" y="3668"/>
                    <a:pt x="5037" y="3632"/>
                    <a:pt x="4978" y="3585"/>
                  </a:cubicBezTo>
                  <a:lnTo>
                    <a:pt x="4918" y="3620"/>
                  </a:lnTo>
                  <a:lnTo>
                    <a:pt x="1" y="6240"/>
                  </a:lnTo>
                  <a:lnTo>
                    <a:pt x="1" y="6740"/>
                  </a:lnTo>
                  <a:lnTo>
                    <a:pt x="5025" y="4085"/>
                  </a:lnTo>
                  <a:lnTo>
                    <a:pt x="5418" y="3859"/>
                  </a:lnTo>
                  <a:lnTo>
                    <a:pt x="11836" y="453"/>
                  </a:lnTo>
                  <a:lnTo>
                    <a:pt x="11919" y="406"/>
                  </a:lnTo>
                  <a:cubicBezTo>
                    <a:pt x="11824" y="287"/>
                    <a:pt x="11752" y="156"/>
                    <a:pt x="1171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3" name="Google Shape;18393;p140"/>
            <p:cNvSpPr/>
            <p:nvPr/>
          </p:nvSpPr>
          <p:spPr>
            <a:xfrm>
              <a:off x="889375" y="3623200"/>
              <a:ext cx="34550" cy="166100"/>
            </a:xfrm>
            <a:custGeom>
              <a:avLst/>
              <a:gdLst/>
              <a:ahLst/>
              <a:cxnLst/>
              <a:rect l="l" t="t" r="r" b="b"/>
              <a:pathLst>
                <a:path w="1382" h="6644" extrusionOk="0">
                  <a:moveTo>
                    <a:pt x="1" y="0"/>
                  </a:moveTo>
                  <a:lnTo>
                    <a:pt x="1" y="2155"/>
                  </a:lnTo>
                  <a:lnTo>
                    <a:pt x="953" y="6644"/>
                  </a:lnTo>
                  <a:cubicBezTo>
                    <a:pt x="1084" y="6608"/>
                    <a:pt x="1227" y="6573"/>
                    <a:pt x="1382" y="65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4" name="Google Shape;18394;p140"/>
            <p:cNvSpPr/>
            <p:nvPr/>
          </p:nvSpPr>
          <p:spPr>
            <a:xfrm>
              <a:off x="889075" y="3786975"/>
              <a:ext cx="91725" cy="100275"/>
            </a:xfrm>
            <a:custGeom>
              <a:avLst/>
              <a:gdLst/>
              <a:ahLst/>
              <a:cxnLst/>
              <a:rect l="l" t="t" r="r" b="b"/>
              <a:pathLst>
                <a:path w="3669" h="4011" extrusionOk="0">
                  <a:moveTo>
                    <a:pt x="1573" y="1"/>
                  </a:moveTo>
                  <a:cubicBezTo>
                    <a:pt x="1513" y="1"/>
                    <a:pt x="1454" y="4"/>
                    <a:pt x="1394" y="10"/>
                  </a:cubicBezTo>
                  <a:cubicBezTo>
                    <a:pt x="1239" y="22"/>
                    <a:pt x="1096" y="57"/>
                    <a:pt x="953" y="93"/>
                  </a:cubicBezTo>
                  <a:cubicBezTo>
                    <a:pt x="584" y="212"/>
                    <a:pt x="239" y="450"/>
                    <a:pt x="1" y="748"/>
                  </a:cubicBezTo>
                  <a:lnTo>
                    <a:pt x="1" y="3272"/>
                  </a:lnTo>
                  <a:cubicBezTo>
                    <a:pt x="299" y="3641"/>
                    <a:pt x="739" y="3903"/>
                    <a:pt x="1227" y="3998"/>
                  </a:cubicBezTo>
                  <a:cubicBezTo>
                    <a:pt x="1275" y="4010"/>
                    <a:pt x="1334" y="4010"/>
                    <a:pt x="1370" y="4010"/>
                  </a:cubicBezTo>
                  <a:lnTo>
                    <a:pt x="1680" y="4010"/>
                  </a:lnTo>
                  <a:cubicBezTo>
                    <a:pt x="2001" y="3998"/>
                    <a:pt x="2311" y="3891"/>
                    <a:pt x="2585" y="3748"/>
                  </a:cubicBezTo>
                  <a:cubicBezTo>
                    <a:pt x="2716" y="3665"/>
                    <a:pt x="2835" y="3581"/>
                    <a:pt x="2942" y="3474"/>
                  </a:cubicBezTo>
                  <a:cubicBezTo>
                    <a:pt x="3287" y="3153"/>
                    <a:pt x="3525" y="2700"/>
                    <a:pt x="3561" y="2200"/>
                  </a:cubicBezTo>
                  <a:cubicBezTo>
                    <a:pt x="3668" y="1093"/>
                    <a:pt x="2847" y="117"/>
                    <a:pt x="1751" y="10"/>
                  </a:cubicBezTo>
                  <a:cubicBezTo>
                    <a:pt x="1692" y="4"/>
                    <a:pt x="1632" y="1"/>
                    <a:pt x="157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5" name="Google Shape;18395;p140"/>
            <p:cNvSpPr/>
            <p:nvPr/>
          </p:nvSpPr>
          <p:spPr>
            <a:xfrm>
              <a:off x="3670975" y="4475375"/>
              <a:ext cx="17900" cy="18025"/>
            </a:xfrm>
            <a:custGeom>
              <a:avLst/>
              <a:gdLst/>
              <a:ahLst/>
              <a:cxnLst/>
              <a:rect l="l" t="t" r="r" b="b"/>
              <a:pathLst>
                <a:path w="716" h="721" extrusionOk="0">
                  <a:moveTo>
                    <a:pt x="358" y="0"/>
                  </a:moveTo>
                  <a:cubicBezTo>
                    <a:pt x="177" y="0"/>
                    <a:pt x="12" y="129"/>
                    <a:pt x="1" y="334"/>
                  </a:cubicBezTo>
                  <a:cubicBezTo>
                    <a:pt x="1" y="394"/>
                    <a:pt x="1" y="441"/>
                    <a:pt x="25" y="501"/>
                  </a:cubicBezTo>
                  <a:cubicBezTo>
                    <a:pt x="72" y="620"/>
                    <a:pt x="179" y="715"/>
                    <a:pt x="322" y="715"/>
                  </a:cubicBezTo>
                  <a:cubicBezTo>
                    <a:pt x="341" y="719"/>
                    <a:pt x="359" y="720"/>
                    <a:pt x="377" y="720"/>
                  </a:cubicBezTo>
                  <a:cubicBezTo>
                    <a:pt x="546" y="720"/>
                    <a:pt x="694" y="576"/>
                    <a:pt x="715" y="394"/>
                  </a:cubicBezTo>
                  <a:cubicBezTo>
                    <a:pt x="715" y="322"/>
                    <a:pt x="691" y="239"/>
                    <a:pt x="668" y="179"/>
                  </a:cubicBezTo>
                  <a:cubicBezTo>
                    <a:pt x="608" y="96"/>
                    <a:pt x="513" y="25"/>
                    <a:pt x="382" y="1"/>
                  </a:cubicBezTo>
                  <a:cubicBezTo>
                    <a:pt x="374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6" name="Google Shape;18396;p140"/>
            <p:cNvSpPr/>
            <p:nvPr/>
          </p:nvSpPr>
          <p:spPr>
            <a:xfrm>
              <a:off x="2319625" y="4195250"/>
              <a:ext cx="36625" cy="35925"/>
            </a:xfrm>
            <a:custGeom>
              <a:avLst/>
              <a:gdLst/>
              <a:ahLst/>
              <a:cxnLst/>
              <a:rect l="l" t="t" r="r" b="b"/>
              <a:pathLst>
                <a:path w="1465" h="1437" extrusionOk="0">
                  <a:moveTo>
                    <a:pt x="741" y="1"/>
                  </a:moveTo>
                  <a:cubicBezTo>
                    <a:pt x="356" y="1"/>
                    <a:pt x="35" y="290"/>
                    <a:pt x="12" y="657"/>
                  </a:cubicBezTo>
                  <a:cubicBezTo>
                    <a:pt x="0" y="943"/>
                    <a:pt x="131" y="1193"/>
                    <a:pt x="346" y="1324"/>
                  </a:cubicBezTo>
                  <a:cubicBezTo>
                    <a:pt x="441" y="1383"/>
                    <a:pt x="548" y="1431"/>
                    <a:pt x="667" y="1431"/>
                  </a:cubicBezTo>
                  <a:cubicBezTo>
                    <a:pt x="683" y="1435"/>
                    <a:pt x="698" y="1436"/>
                    <a:pt x="711" y="1436"/>
                  </a:cubicBezTo>
                  <a:cubicBezTo>
                    <a:pt x="739" y="1436"/>
                    <a:pt x="762" y="1431"/>
                    <a:pt x="786" y="1431"/>
                  </a:cubicBezTo>
                  <a:cubicBezTo>
                    <a:pt x="1132" y="1383"/>
                    <a:pt x="1405" y="1133"/>
                    <a:pt x="1441" y="776"/>
                  </a:cubicBezTo>
                  <a:cubicBezTo>
                    <a:pt x="1465" y="371"/>
                    <a:pt x="1167" y="38"/>
                    <a:pt x="786" y="2"/>
                  </a:cubicBezTo>
                  <a:cubicBezTo>
                    <a:pt x="771" y="1"/>
                    <a:pt x="756" y="1"/>
                    <a:pt x="74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7" name="Google Shape;18397;p140"/>
            <p:cNvSpPr/>
            <p:nvPr/>
          </p:nvSpPr>
          <p:spPr>
            <a:xfrm>
              <a:off x="1181675" y="4184500"/>
              <a:ext cx="50625" cy="49950"/>
            </a:xfrm>
            <a:custGeom>
              <a:avLst/>
              <a:gdLst/>
              <a:ahLst/>
              <a:cxnLst/>
              <a:rect l="l" t="t" r="r" b="b"/>
              <a:pathLst>
                <a:path w="2025" h="1998" extrusionOk="0">
                  <a:moveTo>
                    <a:pt x="1021" y="0"/>
                  </a:moveTo>
                  <a:cubicBezTo>
                    <a:pt x="872" y="0"/>
                    <a:pt x="724" y="27"/>
                    <a:pt x="584" y="87"/>
                  </a:cubicBezTo>
                  <a:cubicBezTo>
                    <a:pt x="429" y="134"/>
                    <a:pt x="310" y="242"/>
                    <a:pt x="227" y="361"/>
                  </a:cubicBezTo>
                  <a:cubicBezTo>
                    <a:pt x="108" y="503"/>
                    <a:pt x="37" y="706"/>
                    <a:pt x="13" y="908"/>
                  </a:cubicBezTo>
                  <a:cubicBezTo>
                    <a:pt x="1" y="1015"/>
                    <a:pt x="13" y="1123"/>
                    <a:pt x="37" y="1218"/>
                  </a:cubicBezTo>
                  <a:cubicBezTo>
                    <a:pt x="60" y="1373"/>
                    <a:pt x="132" y="1504"/>
                    <a:pt x="227" y="1623"/>
                  </a:cubicBezTo>
                  <a:cubicBezTo>
                    <a:pt x="310" y="1730"/>
                    <a:pt x="418" y="1813"/>
                    <a:pt x="537" y="1896"/>
                  </a:cubicBezTo>
                  <a:cubicBezTo>
                    <a:pt x="656" y="1956"/>
                    <a:pt x="787" y="1992"/>
                    <a:pt x="930" y="1992"/>
                  </a:cubicBezTo>
                  <a:cubicBezTo>
                    <a:pt x="964" y="1996"/>
                    <a:pt x="998" y="1998"/>
                    <a:pt x="1033" y="1998"/>
                  </a:cubicBezTo>
                  <a:cubicBezTo>
                    <a:pt x="1203" y="1998"/>
                    <a:pt x="1372" y="1950"/>
                    <a:pt x="1501" y="1861"/>
                  </a:cubicBezTo>
                  <a:cubicBezTo>
                    <a:pt x="1632" y="1789"/>
                    <a:pt x="1739" y="1682"/>
                    <a:pt x="1834" y="1563"/>
                  </a:cubicBezTo>
                  <a:cubicBezTo>
                    <a:pt x="1906" y="1456"/>
                    <a:pt x="1965" y="1325"/>
                    <a:pt x="2001" y="1194"/>
                  </a:cubicBezTo>
                  <a:cubicBezTo>
                    <a:pt x="2013" y="1158"/>
                    <a:pt x="2013" y="1123"/>
                    <a:pt x="2013" y="1087"/>
                  </a:cubicBezTo>
                  <a:cubicBezTo>
                    <a:pt x="2025" y="968"/>
                    <a:pt x="2013" y="861"/>
                    <a:pt x="1977" y="742"/>
                  </a:cubicBezTo>
                  <a:cubicBezTo>
                    <a:pt x="1882" y="349"/>
                    <a:pt x="1537" y="27"/>
                    <a:pt x="1108" y="3"/>
                  </a:cubicBezTo>
                  <a:cubicBezTo>
                    <a:pt x="1079" y="1"/>
                    <a:pt x="1050" y="0"/>
                    <a:pt x="102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8" name="Google Shape;18398;p140"/>
            <p:cNvSpPr/>
            <p:nvPr/>
          </p:nvSpPr>
          <p:spPr>
            <a:xfrm>
              <a:off x="1061125" y="4571450"/>
              <a:ext cx="36050" cy="28975"/>
            </a:xfrm>
            <a:custGeom>
              <a:avLst/>
              <a:gdLst/>
              <a:ahLst/>
              <a:cxnLst/>
              <a:rect l="l" t="t" r="r" b="b"/>
              <a:pathLst>
                <a:path w="1442" h="1159" extrusionOk="0">
                  <a:moveTo>
                    <a:pt x="720" y="0"/>
                  </a:moveTo>
                  <a:cubicBezTo>
                    <a:pt x="615" y="0"/>
                    <a:pt x="516" y="24"/>
                    <a:pt x="418" y="63"/>
                  </a:cubicBezTo>
                  <a:cubicBezTo>
                    <a:pt x="191" y="170"/>
                    <a:pt x="37" y="373"/>
                    <a:pt x="13" y="646"/>
                  </a:cubicBezTo>
                  <a:cubicBezTo>
                    <a:pt x="1" y="837"/>
                    <a:pt x="60" y="1027"/>
                    <a:pt x="179" y="1158"/>
                  </a:cubicBezTo>
                  <a:lnTo>
                    <a:pt x="1251" y="1158"/>
                  </a:lnTo>
                  <a:cubicBezTo>
                    <a:pt x="1358" y="1063"/>
                    <a:pt x="1418" y="908"/>
                    <a:pt x="1430" y="766"/>
                  </a:cubicBezTo>
                  <a:cubicBezTo>
                    <a:pt x="1441" y="718"/>
                    <a:pt x="1430" y="670"/>
                    <a:pt x="1430" y="611"/>
                  </a:cubicBezTo>
                  <a:cubicBezTo>
                    <a:pt x="1418" y="468"/>
                    <a:pt x="1346" y="313"/>
                    <a:pt x="1239" y="206"/>
                  </a:cubicBezTo>
                  <a:cubicBezTo>
                    <a:pt x="1132" y="111"/>
                    <a:pt x="1013" y="51"/>
                    <a:pt x="870" y="15"/>
                  </a:cubicBezTo>
                  <a:cubicBezTo>
                    <a:pt x="834" y="15"/>
                    <a:pt x="822" y="4"/>
                    <a:pt x="787" y="4"/>
                  </a:cubicBezTo>
                  <a:cubicBezTo>
                    <a:pt x="764" y="1"/>
                    <a:pt x="742" y="0"/>
                    <a:pt x="7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9" name="Google Shape;18399;p140"/>
            <p:cNvSpPr/>
            <p:nvPr/>
          </p:nvSpPr>
          <p:spPr>
            <a:xfrm>
              <a:off x="1745750" y="4188500"/>
              <a:ext cx="36925" cy="35975"/>
            </a:xfrm>
            <a:custGeom>
              <a:avLst/>
              <a:gdLst/>
              <a:ahLst/>
              <a:cxnLst/>
              <a:rect l="l" t="t" r="r" b="b"/>
              <a:pathLst>
                <a:path w="1477" h="1439" extrusionOk="0">
                  <a:moveTo>
                    <a:pt x="720" y="1"/>
                  </a:moveTo>
                  <a:cubicBezTo>
                    <a:pt x="643" y="1"/>
                    <a:pt x="566" y="20"/>
                    <a:pt x="488" y="46"/>
                  </a:cubicBezTo>
                  <a:cubicBezTo>
                    <a:pt x="465" y="70"/>
                    <a:pt x="441" y="70"/>
                    <a:pt x="417" y="82"/>
                  </a:cubicBezTo>
                  <a:cubicBezTo>
                    <a:pt x="286" y="153"/>
                    <a:pt x="167" y="260"/>
                    <a:pt x="107" y="391"/>
                  </a:cubicBezTo>
                  <a:cubicBezTo>
                    <a:pt x="84" y="403"/>
                    <a:pt x="84" y="439"/>
                    <a:pt x="72" y="451"/>
                  </a:cubicBezTo>
                  <a:cubicBezTo>
                    <a:pt x="48" y="510"/>
                    <a:pt x="24" y="582"/>
                    <a:pt x="24" y="641"/>
                  </a:cubicBezTo>
                  <a:cubicBezTo>
                    <a:pt x="0" y="736"/>
                    <a:pt x="0" y="820"/>
                    <a:pt x="36" y="903"/>
                  </a:cubicBezTo>
                  <a:cubicBezTo>
                    <a:pt x="60" y="1022"/>
                    <a:pt x="119" y="1117"/>
                    <a:pt x="214" y="1213"/>
                  </a:cubicBezTo>
                  <a:lnTo>
                    <a:pt x="226" y="1225"/>
                  </a:lnTo>
                  <a:cubicBezTo>
                    <a:pt x="345" y="1344"/>
                    <a:pt x="488" y="1415"/>
                    <a:pt x="667" y="1439"/>
                  </a:cubicBezTo>
                  <a:cubicBezTo>
                    <a:pt x="762" y="1439"/>
                    <a:pt x="846" y="1439"/>
                    <a:pt x="941" y="1403"/>
                  </a:cubicBezTo>
                  <a:cubicBezTo>
                    <a:pt x="1084" y="1356"/>
                    <a:pt x="1227" y="1272"/>
                    <a:pt x="1310" y="1153"/>
                  </a:cubicBezTo>
                  <a:cubicBezTo>
                    <a:pt x="1381" y="1046"/>
                    <a:pt x="1441" y="927"/>
                    <a:pt x="1441" y="784"/>
                  </a:cubicBezTo>
                  <a:cubicBezTo>
                    <a:pt x="1477" y="451"/>
                    <a:pt x="1274" y="165"/>
                    <a:pt x="1000" y="46"/>
                  </a:cubicBezTo>
                  <a:cubicBezTo>
                    <a:pt x="941" y="22"/>
                    <a:pt x="869" y="10"/>
                    <a:pt x="810" y="10"/>
                  </a:cubicBezTo>
                  <a:cubicBezTo>
                    <a:pt x="780" y="3"/>
                    <a:pt x="750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0" name="Google Shape;18400;p140"/>
            <p:cNvSpPr/>
            <p:nvPr/>
          </p:nvSpPr>
          <p:spPr>
            <a:xfrm>
              <a:off x="3568600" y="4511575"/>
              <a:ext cx="36025" cy="35350"/>
            </a:xfrm>
            <a:custGeom>
              <a:avLst/>
              <a:gdLst/>
              <a:ahLst/>
              <a:cxnLst/>
              <a:rect l="l" t="t" r="r" b="b"/>
              <a:pathLst>
                <a:path w="1441" h="1414" extrusionOk="0">
                  <a:moveTo>
                    <a:pt x="703" y="0"/>
                  </a:moveTo>
                  <a:cubicBezTo>
                    <a:pt x="544" y="0"/>
                    <a:pt x="394" y="58"/>
                    <a:pt x="262" y="160"/>
                  </a:cubicBezTo>
                  <a:cubicBezTo>
                    <a:pt x="143" y="255"/>
                    <a:pt x="71" y="386"/>
                    <a:pt x="24" y="553"/>
                  </a:cubicBezTo>
                  <a:cubicBezTo>
                    <a:pt x="12" y="577"/>
                    <a:pt x="12" y="624"/>
                    <a:pt x="12" y="660"/>
                  </a:cubicBezTo>
                  <a:cubicBezTo>
                    <a:pt x="0" y="839"/>
                    <a:pt x="48" y="994"/>
                    <a:pt x="143" y="1136"/>
                  </a:cubicBezTo>
                  <a:cubicBezTo>
                    <a:pt x="250" y="1267"/>
                    <a:pt x="405" y="1375"/>
                    <a:pt x="572" y="1398"/>
                  </a:cubicBezTo>
                  <a:cubicBezTo>
                    <a:pt x="607" y="1398"/>
                    <a:pt x="619" y="1410"/>
                    <a:pt x="655" y="1410"/>
                  </a:cubicBezTo>
                  <a:cubicBezTo>
                    <a:pt x="677" y="1413"/>
                    <a:pt x="699" y="1414"/>
                    <a:pt x="721" y="1414"/>
                  </a:cubicBezTo>
                  <a:cubicBezTo>
                    <a:pt x="913" y="1414"/>
                    <a:pt x="1098" y="1324"/>
                    <a:pt x="1226" y="1196"/>
                  </a:cubicBezTo>
                  <a:cubicBezTo>
                    <a:pt x="1286" y="1136"/>
                    <a:pt x="1334" y="1053"/>
                    <a:pt x="1369" y="982"/>
                  </a:cubicBezTo>
                  <a:cubicBezTo>
                    <a:pt x="1393" y="910"/>
                    <a:pt x="1405" y="851"/>
                    <a:pt x="1429" y="779"/>
                  </a:cubicBezTo>
                  <a:cubicBezTo>
                    <a:pt x="1441" y="672"/>
                    <a:pt x="1429" y="565"/>
                    <a:pt x="1393" y="482"/>
                  </a:cubicBezTo>
                  <a:cubicBezTo>
                    <a:pt x="1310" y="220"/>
                    <a:pt x="1072" y="29"/>
                    <a:pt x="786" y="5"/>
                  </a:cubicBezTo>
                  <a:cubicBezTo>
                    <a:pt x="758" y="2"/>
                    <a:pt x="731" y="0"/>
                    <a:pt x="70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1" name="Google Shape;18401;p140"/>
            <p:cNvSpPr/>
            <p:nvPr/>
          </p:nvSpPr>
          <p:spPr>
            <a:xfrm>
              <a:off x="2968800" y="4112475"/>
              <a:ext cx="37550" cy="35500"/>
            </a:xfrm>
            <a:custGeom>
              <a:avLst/>
              <a:gdLst/>
              <a:ahLst/>
              <a:cxnLst/>
              <a:rect l="l" t="t" r="r" b="b"/>
              <a:pathLst>
                <a:path w="1502" h="1420" extrusionOk="0">
                  <a:moveTo>
                    <a:pt x="736" y="0"/>
                  </a:moveTo>
                  <a:cubicBezTo>
                    <a:pt x="380" y="0"/>
                    <a:pt x="59" y="287"/>
                    <a:pt x="25" y="658"/>
                  </a:cubicBezTo>
                  <a:cubicBezTo>
                    <a:pt x="1" y="896"/>
                    <a:pt x="96" y="1122"/>
                    <a:pt x="263" y="1277"/>
                  </a:cubicBezTo>
                  <a:cubicBezTo>
                    <a:pt x="382" y="1349"/>
                    <a:pt x="525" y="1408"/>
                    <a:pt x="703" y="1420"/>
                  </a:cubicBezTo>
                  <a:lnTo>
                    <a:pt x="775" y="1420"/>
                  </a:lnTo>
                  <a:cubicBezTo>
                    <a:pt x="918" y="1408"/>
                    <a:pt x="1073" y="1349"/>
                    <a:pt x="1192" y="1265"/>
                  </a:cubicBezTo>
                  <a:cubicBezTo>
                    <a:pt x="1334" y="1146"/>
                    <a:pt x="1430" y="979"/>
                    <a:pt x="1454" y="777"/>
                  </a:cubicBezTo>
                  <a:cubicBezTo>
                    <a:pt x="1501" y="396"/>
                    <a:pt x="1203" y="39"/>
                    <a:pt x="799" y="3"/>
                  </a:cubicBezTo>
                  <a:cubicBezTo>
                    <a:pt x="778" y="1"/>
                    <a:pt x="757" y="0"/>
                    <a:pt x="7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2" name="Google Shape;18402;p140"/>
            <p:cNvSpPr/>
            <p:nvPr/>
          </p:nvSpPr>
          <p:spPr>
            <a:xfrm>
              <a:off x="1008750" y="42854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15" y="1"/>
                    <a:pt x="72" y="132"/>
                    <a:pt x="24" y="310"/>
                  </a:cubicBezTo>
                  <a:cubicBezTo>
                    <a:pt x="24" y="322"/>
                    <a:pt x="12" y="358"/>
                    <a:pt x="12" y="370"/>
                  </a:cubicBezTo>
                  <a:cubicBezTo>
                    <a:pt x="0" y="489"/>
                    <a:pt x="36" y="596"/>
                    <a:pt x="107" y="679"/>
                  </a:cubicBezTo>
                  <a:cubicBezTo>
                    <a:pt x="131" y="715"/>
                    <a:pt x="167" y="739"/>
                    <a:pt x="191" y="751"/>
                  </a:cubicBezTo>
                  <a:cubicBezTo>
                    <a:pt x="250" y="798"/>
                    <a:pt x="310" y="834"/>
                    <a:pt x="381" y="834"/>
                  </a:cubicBezTo>
                  <a:cubicBezTo>
                    <a:pt x="389" y="834"/>
                    <a:pt x="396" y="835"/>
                    <a:pt x="404" y="835"/>
                  </a:cubicBezTo>
                  <a:cubicBezTo>
                    <a:pt x="620" y="835"/>
                    <a:pt x="799" y="672"/>
                    <a:pt x="834" y="453"/>
                  </a:cubicBezTo>
                  <a:lnTo>
                    <a:pt x="834" y="417"/>
                  </a:lnTo>
                  <a:cubicBezTo>
                    <a:pt x="834" y="203"/>
                    <a:pt x="679" y="24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3" name="Google Shape;18403;p140"/>
            <p:cNvSpPr/>
            <p:nvPr/>
          </p:nvSpPr>
          <p:spPr>
            <a:xfrm>
              <a:off x="1388550" y="4405125"/>
              <a:ext cx="20875" cy="20950"/>
            </a:xfrm>
            <a:custGeom>
              <a:avLst/>
              <a:gdLst/>
              <a:ahLst/>
              <a:cxnLst/>
              <a:rect l="l" t="t" r="r" b="b"/>
              <a:pathLst>
                <a:path w="835" h="838" extrusionOk="0">
                  <a:moveTo>
                    <a:pt x="465" y="1"/>
                  </a:moveTo>
                  <a:cubicBezTo>
                    <a:pt x="405" y="1"/>
                    <a:pt x="346" y="1"/>
                    <a:pt x="298" y="13"/>
                  </a:cubicBezTo>
                  <a:cubicBezTo>
                    <a:pt x="239" y="37"/>
                    <a:pt x="191" y="60"/>
                    <a:pt x="155" y="108"/>
                  </a:cubicBezTo>
                  <a:cubicBezTo>
                    <a:pt x="72" y="168"/>
                    <a:pt x="13" y="275"/>
                    <a:pt x="13" y="370"/>
                  </a:cubicBezTo>
                  <a:cubicBezTo>
                    <a:pt x="1" y="477"/>
                    <a:pt x="36" y="572"/>
                    <a:pt x="96" y="656"/>
                  </a:cubicBezTo>
                  <a:cubicBezTo>
                    <a:pt x="155" y="751"/>
                    <a:pt x="251" y="822"/>
                    <a:pt x="394" y="834"/>
                  </a:cubicBezTo>
                  <a:cubicBezTo>
                    <a:pt x="409" y="836"/>
                    <a:pt x="425" y="837"/>
                    <a:pt x="441" y="837"/>
                  </a:cubicBezTo>
                  <a:cubicBezTo>
                    <a:pt x="520" y="837"/>
                    <a:pt x="596" y="813"/>
                    <a:pt x="656" y="763"/>
                  </a:cubicBezTo>
                  <a:cubicBezTo>
                    <a:pt x="751" y="703"/>
                    <a:pt x="822" y="584"/>
                    <a:pt x="834" y="465"/>
                  </a:cubicBezTo>
                  <a:cubicBezTo>
                    <a:pt x="834" y="394"/>
                    <a:pt x="834" y="334"/>
                    <a:pt x="810" y="275"/>
                  </a:cubicBezTo>
                  <a:lnTo>
                    <a:pt x="810" y="251"/>
                  </a:lnTo>
                  <a:cubicBezTo>
                    <a:pt x="751" y="120"/>
                    <a:pt x="632" y="13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4" name="Google Shape;18404;p140"/>
            <p:cNvSpPr/>
            <p:nvPr/>
          </p:nvSpPr>
          <p:spPr>
            <a:xfrm>
              <a:off x="1214725" y="4506025"/>
              <a:ext cx="20850" cy="20900"/>
            </a:xfrm>
            <a:custGeom>
              <a:avLst/>
              <a:gdLst/>
              <a:ahLst/>
              <a:cxnLst/>
              <a:rect l="l" t="t" r="r" b="b"/>
              <a:pathLst>
                <a:path w="834" h="836" extrusionOk="0">
                  <a:moveTo>
                    <a:pt x="425" y="0"/>
                  </a:moveTo>
                  <a:cubicBezTo>
                    <a:pt x="200" y="0"/>
                    <a:pt x="23" y="141"/>
                    <a:pt x="0" y="370"/>
                  </a:cubicBezTo>
                  <a:cubicBezTo>
                    <a:pt x="0" y="430"/>
                    <a:pt x="0" y="501"/>
                    <a:pt x="36" y="561"/>
                  </a:cubicBezTo>
                  <a:cubicBezTo>
                    <a:pt x="96" y="716"/>
                    <a:pt x="215" y="823"/>
                    <a:pt x="381" y="835"/>
                  </a:cubicBezTo>
                  <a:cubicBezTo>
                    <a:pt x="389" y="835"/>
                    <a:pt x="396" y="835"/>
                    <a:pt x="404" y="835"/>
                  </a:cubicBezTo>
                  <a:cubicBezTo>
                    <a:pt x="631" y="835"/>
                    <a:pt x="810" y="661"/>
                    <a:pt x="822" y="454"/>
                  </a:cubicBezTo>
                  <a:cubicBezTo>
                    <a:pt x="834" y="358"/>
                    <a:pt x="798" y="251"/>
                    <a:pt x="727" y="156"/>
                  </a:cubicBezTo>
                  <a:cubicBezTo>
                    <a:pt x="679" y="73"/>
                    <a:pt x="572" y="13"/>
                    <a:pt x="453" y="1"/>
                  </a:cubicBezTo>
                  <a:cubicBezTo>
                    <a:pt x="444" y="1"/>
                    <a:pt x="434" y="0"/>
                    <a:pt x="4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5" name="Google Shape;18405;p140"/>
            <p:cNvSpPr/>
            <p:nvPr/>
          </p:nvSpPr>
          <p:spPr>
            <a:xfrm>
              <a:off x="2064225" y="4565550"/>
              <a:ext cx="21175" cy="20600"/>
            </a:xfrm>
            <a:custGeom>
              <a:avLst/>
              <a:gdLst/>
              <a:ahLst/>
              <a:cxnLst/>
              <a:rect l="l" t="t" r="r" b="b"/>
              <a:pathLst>
                <a:path w="847" h="824" extrusionOk="0">
                  <a:moveTo>
                    <a:pt x="438" y="1"/>
                  </a:moveTo>
                  <a:cubicBezTo>
                    <a:pt x="213" y="1"/>
                    <a:pt x="36" y="142"/>
                    <a:pt x="13" y="370"/>
                  </a:cubicBezTo>
                  <a:cubicBezTo>
                    <a:pt x="1" y="609"/>
                    <a:pt x="144" y="799"/>
                    <a:pt x="394" y="823"/>
                  </a:cubicBezTo>
                  <a:cubicBezTo>
                    <a:pt x="402" y="823"/>
                    <a:pt x="411" y="824"/>
                    <a:pt x="419" y="824"/>
                  </a:cubicBezTo>
                  <a:cubicBezTo>
                    <a:pt x="645" y="824"/>
                    <a:pt x="823" y="671"/>
                    <a:pt x="834" y="442"/>
                  </a:cubicBezTo>
                  <a:cubicBezTo>
                    <a:pt x="846" y="204"/>
                    <a:pt x="691" y="13"/>
                    <a:pt x="465" y="1"/>
                  </a:cubicBezTo>
                  <a:cubicBezTo>
                    <a:pt x="456" y="1"/>
                    <a:pt x="447" y="1"/>
                    <a:pt x="4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6" name="Google Shape;18406;p140"/>
            <p:cNvSpPr/>
            <p:nvPr/>
          </p:nvSpPr>
          <p:spPr>
            <a:xfrm>
              <a:off x="3153650" y="4535800"/>
              <a:ext cx="20875" cy="20900"/>
            </a:xfrm>
            <a:custGeom>
              <a:avLst/>
              <a:gdLst/>
              <a:ahLst/>
              <a:cxnLst/>
              <a:rect l="l" t="t" r="r" b="b"/>
              <a:pathLst>
                <a:path w="835" h="836" extrusionOk="0">
                  <a:moveTo>
                    <a:pt x="406" y="1"/>
                  </a:moveTo>
                  <a:cubicBezTo>
                    <a:pt x="251" y="13"/>
                    <a:pt x="132" y="84"/>
                    <a:pt x="60" y="203"/>
                  </a:cubicBezTo>
                  <a:cubicBezTo>
                    <a:pt x="36" y="251"/>
                    <a:pt x="13" y="310"/>
                    <a:pt x="1" y="382"/>
                  </a:cubicBezTo>
                  <a:cubicBezTo>
                    <a:pt x="1" y="465"/>
                    <a:pt x="13" y="537"/>
                    <a:pt x="48" y="596"/>
                  </a:cubicBezTo>
                  <a:cubicBezTo>
                    <a:pt x="96" y="679"/>
                    <a:pt x="167" y="763"/>
                    <a:pt x="251" y="798"/>
                  </a:cubicBezTo>
                  <a:cubicBezTo>
                    <a:pt x="298" y="822"/>
                    <a:pt x="334" y="834"/>
                    <a:pt x="370" y="834"/>
                  </a:cubicBezTo>
                  <a:cubicBezTo>
                    <a:pt x="382" y="835"/>
                    <a:pt x="394" y="836"/>
                    <a:pt x="406" y="836"/>
                  </a:cubicBezTo>
                  <a:cubicBezTo>
                    <a:pt x="513" y="836"/>
                    <a:pt x="618" y="790"/>
                    <a:pt x="703" y="715"/>
                  </a:cubicBezTo>
                  <a:cubicBezTo>
                    <a:pt x="739" y="668"/>
                    <a:pt x="775" y="620"/>
                    <a:pt x="787" y="560"/>
                  </a:cubicBezTo>
                  <a:cubicBezTo>
                    <a:pt x="810" y="537"/>
                    <a:pt x="822" y="489"/>
                    <a:pt x="822" y="465"/>
                  </a:cubicBezTo>
                  <a:cubicBezTo>
                    <a:pt x="834" y="322"/>
                    <a:pt x="775" y="203"/>
                    <a:pt x="703" y="120"/>
                  </a:cubicBezTo>
                  <a:cubicBezTo>
                    <a:pt x="644" y="60"/>
                    <a:pt x="548" y="13"/>
                    <a:pt x="45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7" name="Google Shape;18407;p140"/>
            <p:cNvSpPr/>
            <p:nvPr/>
          </p:nvSpPr>
          <p:spPr>
            <a:xfrm>
              <a:off x="1938625" y="4462425"/>
              <a:ext cx="21450" cy="20550"/>
            </a:xfrm>
            <a:custGeom>
              <a:avLst/>
              <a:gdLst/>
              <a:ahLst/>
              <a:cxnLst/>
              <a:rect l="l" t="t" r="r" b="b"/>
              <a:pathLst>
                <a:path w="858" h="822" extrusionOk="0">
                  <a:moveTo>
                    <a:pt x="390" y="1"/>
                  </a:moveTo>
                  <a:cubicBezTo>
                    <a:pt x="293" y="1"/>
                    <a:pt x="202" y="43"/>
                    <a:pt x="143" y="102"/>
                  </a:cubicBezTo>
                  <a:cubicBezTo>
                    <a:pt x="72" y="162"/>
                    <a:pt x="24" y="269"/>
                    <a:pt x="12" y="376"/>
                  </a:cubicBezTo>
                  <a:cubicBezTo>
                    <a:pt x="0" y="602"/>
                    <a:pt x="143" y="793"/>
                    <a:pt x="358" y="816"/>
                  </a:cubicBezTo>
                  <a:lnTo>
                    <a:pt x="381" y="816"/>
                  </a:lnTo>
                  <a:cubicBezTo>
                    <a:pt x="402" y="820"/>
                    <a:pt x="423" y="822"/>
                    <a:pt x="443" y="822"/>
                  </a:cubicBezTo>
                  <a:cubicBezTo>
                    <a:pt x="632" y="822"/>
                    <a:pt x="791" y="679"/>
                    <a:pt x="834" y="507"/>
                  </a:cubicBezTo>
                  <a:cubicBezTo>
                    <a:pt x="834" y="495"/>
                    <a:pt x="846" y="471"/>
                    <a:pt x="846" y="447"/>
                  </a:cubicBezTo>
                  <a:cubicBezTo>
                    <a:pt x="858" y="209"/>
                    <a:pt x="691" y="19"/>
                    <a:pt x="453" y="7"/>
                  </a:cubicBezTo>
                  <a:cubicBezTo>
                    <a:pt x="432" y="3"/>
                    <a:pt x="411" y="1"/>
                    <a:pt x="3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8" name="Google Shape;18408;p140"/>
            <p:cNvSpPr/>
            <p:nvPr/>
          </p:nvSpPr>
          <p:spPr>
            <a:xfrm>
              <a:off x="2063050" y="4381300"/>
              <a:ext cx="20850" cy="20650"/>
            </a:xfrm>
            <a:custGeom>
              <a:avLst/>
              <a:gdLst/>
              <a:ahLst/>
              <a:cxnLst/>
              <a:rect l="l" t="t" r="r" b="b"/>
              <a:pathLst>
                <a:path w="834" h="826" extrusionOk="0">
                  <a:moveTo>
                    <a:pt x="437" y="1"/>
                  </a:moveTo>
                  <a:cubicBezTo>
                    <a:pt x="212" y="1"/>
                    <a:pt x="35" y="142"/>
                    <a:pt x="24" y="371"/>
                  </a:cubicBezTo>
                  <a:cubicBezTo>
                    <a:pt x="0" y="573"/>
                    <a:pt x="107" y="728"/>
                    <a:pt x="274" y="787"/>
                  </a:cubicBezTo>
                  <a:cubicBezTo>
                    <a:pt x="322" y="811"/>
                    <a:pt x="346" y="823"/>
                    <a:pt x="393" y="823"/>
                  </a:cubicBezTo>
                  <a:cubicBezTo>
                    <a:pt x="408" y="825"/>
                    <a:pt x="424" y="825"/>
                    <a:pt x="439" y="825"/>
                  </a:cubicBezTo>
                  <a:cubicBezTo>
                    <a:pt x="646" y="825"/>
                    <a:pt x="823" y="676"/>
                    <a:pt x="834" y="454"/>
                  </a:cubicBezTo>
                  <a:lnTo>
                    <a:pt x="834" y="406"/>
                  </a:lnTo>
                  <a:cubicBezTo>
                    <a:pt x="834" y="192"/>
                    <a:pt x="691" y="13"/>
                    <a:pt x="465" y="1"/>
                  </a:cubicBezTo>
                  <a:cubicBezTo>
                    <a:pt x="455" y="1"/>
                    <a:pt x="446" y="1"/>
                    <a:pt x="43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409" name="Google Shape;18409;p140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8410" name="Google Shape;18410;p140"/>
          <p:cNvSpPr txBox="1">
            <a:spLocks noGrp="1"/>
          </p:cNvSpPr>
          <p:nvPr>
            <p:ph type="title"/>
          </p:nvPr>
        </p:nvSpPr>
        <p:spPr>
          <a:xfrm>
            <a:off x="2469067" y="3485600"/>
            <a:ext cx="19445700" cy="6744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800"/>
              <a:buNone/>
              <a:defRPr sz="26700"/>
            </a:lvl1pPr>
            <a:lvl2pPr lvl="1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 rt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12" name="Google Shape;18412;p141"/>
          <p:cNvGrpSpPr/>
          <p:nvPr/>
        </p:nvGrpSpPr>
        <p:grpSpPr>
          <a:xfrm>
            <a:off x="13721406" y="18"/>
            <a:ext cx="10662615" cy="4142146"/>
            <a:chOff x="874500" y="1324100"/>
            <a:chExt cx="2298225" cy="892800"/>
          </a:xfrm>
        </p:grpSpPr>
        <p:sp>
          <p:nvSpPr>
            <p:cNvPr id="18413" name="Google Shape;18413;p141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4" name="Google Shape;18414;p141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5" name="Google Shape;18415;p141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6" name="Google Shape;18416;p141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7" name="Google Shape;18417;p141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8" name="Google Shape;18418;p141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9" name="Google Shape;18419;p141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0" name="Google Shape;18420;p141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1" name="Google Shape;18421;p141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2" name="Google Shape;18422;p141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3" name="Google Shape;18423;p141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4" name="Google Shape;18424;p141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5" name="Google Shape;18425;p141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6" name="Google Shape;18426;p141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7" name="Google Shape;18427;p141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8" name="Google Shape;18428;p141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9" name="Google Shape;18429;p141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0" name="Google Shape;18430;p141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1" name="Google Shape;18431;p141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2" name="Google Shape;18432;p141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3" name="Google Shape;18433;p141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4" name="Google Shape;18434;p141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5" name="Google Shape;18435;p141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6" name="Google Shape;18436;p141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7" name="Google Shape;18437;p141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8" name="Google Shape;18438;p141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9" name="Google Shape;18439;p141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0" name="Google Shape;18440;p141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1" name="Google Shape;18441;p141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2" name="Google Shape;18442;p141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3" name="Google Shape;18443;p141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4" name="Google Shape;18444;p141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5" name="Google Shape;18445;p141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6" name="Google Shape;18446;p141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7" name="Google Shape;18447;p141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8" name="Google Shape;18448;p141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9" name="Google Shape;18449;p141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0" name="Google Shape;18450;p141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1" name="Google Shape;18451;p141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2" name="Google Shape;18452;p141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3" name="Google Shape;18453;p141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4" name="Google Shape;18454;p141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5" name="Google Shape;18455;p141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6" name="Google Shape;18456;p141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7" name="Google Shape;18457;p141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8" name="Google Shape;18458;p141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9" name="Google Shape;18459;p141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0" name="Google Shape;18460;p141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1" name="Google Shape;18461;p141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2" name="Google Shape;18462;p141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3" name="Google Shape;18463;p141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4" name="Google Shape;18464;p141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5" name="Google Shape;18465;p141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6" name="Google Shape;18466;p141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67" name="Google Shape;18467;p141"/>
          <p:cNvGrpSpPr/>
          <p:nvPr/>
        </p:nvGrpSpPr>
        <p:grpSpPr>
          <a:xfrm flipH="1">
            <a:off x="94" y="6692326"/>
            <a:ext cx="9769102" cy="7023472"/>
            <a:chOff x="-66598" y="5832282"/>
            <a:chExt cx="2812790" cy="2022249"/>
          </a:xfrm>
        </p:grpSpPr>
        <p:sp>
          <p:nvSpPr>
            <p:cNvPr id="18468" name="Google Shape;18468;p141"/>
            <p:cNvSpPr/>
            <p:nvPr/>
          </p:nvSpPr>
          <p:spPr>
            <a:xfrm>
              <a:off x="328475" y="7378484"/>
              <a:ext cx="465911" cy="321630"/>
            </a:xfrm>
            <a:custGeom>
              <a:avLst/>
              <a:gdLst/>
              <a:ahLst/>
              <a:cxnLst/>
              <a:rect l="l" t="t" r="r" b="b"/>
              <a:pathLst>
                <a:path w="8228" h="5680" extrusionOk="0">
                  <a:moveTo>
                    <a:pt x="8109" y="1"/>
                  </a:moveTo>
                  <a:lnTo>
                    <a:pt x="1" y="5537"/>
                  </a:lnTo>
                  <a:lnTo>
                    <a:pt x="310" y="5680"/>
                  </a:lnTo>
                  <a:lnTo>
                    <a:pt x="8204" y="274"/>
                  </a:lnTo>
                  <a:lnTo>
                    <a:pt x="8228" y="215"/>
                  </a:lnTo>
                  <a:cubicBezTo>
                    <a:pt x="8168" y="155"/>
                    <a:pt x="8121" y="84"/>
                    <a:pt x="810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9" name="Google Shape;18469;p141"/>
            <p:cNvSpPr/>
            <p:nvPr/>
          </p:nvSpPr>
          <p:spPr>
            <a:xfrm>
              <a:off x="89800" y="7701417"/>
              <a:ext cx="239411" cy="152435"/>
            </a:xfrm>
            <a:custGeom>
              <a:avLst/>
              <a:gdLst/>
              <a:ahLst/>
              <a:cxnLst/>
              <a:rect l="l" t="t" r="r" b="b"/>
              <a:pathLst>
                <a:path w="4228" h="2692" extrusionOk="0">
                  <a:moveTo>
                    <a:pt x="3918" y="1"/>
                  </a:moveTo>
                  <a:lnTo>
                    <a:pt x="1" y="2691"/>
                  </a:lnTo>
                  <a:lnTo>
                    <a:pt x="525" y="2691"/>
                  </a:lnTo>
                  <a:lnTo>
                    <a:pt x="4227" y="155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0" name="Google Shape;18470;p141"/>
            <p:cNvSpPr/>
            <p:nvPr/>
          </p:nvSpPr>
          <p:spPr>
            <a:xfrm>
              <a:off x="-35568" y="7531542"/>
              <a:ext cx="118007" cy="322310"/>
            </a:xfrm>
            <a:custGeom>
              <a:avLst/>
              <a:gdLst/>
              <a:ahLst/>
              <a:cxnLst/>
              <a:rect l="l" t="t" r="r" b="b"/>
              <a:pathLst>
                <a:path w="2084" h="5692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23"/>
                    <a:pt x="6" y="46"/>
                    <a:pt x="21" y="67"/>
                  </a:cubicBezTo>
                  <a:lnTo>
                    <a:pt x="21" y="67"/>
                  </a:lnTo>
                  <a:lnTo>
                    <a:pt x="0" y="0"/>
                  </a:lnTo>
                  <a:close/>
                  <a:moveTo>
                    <a:pt x="21" y="67"/>
                  </a:moveTo>
                  <a:lnTo>
                    <a:pt x="1774" y="5691"/>
                  </a:lnTo>
                  <a:lnTo>
                    <a:pt x="2084" y="5691"/>
                  </a:lnTo>
                  <a:lnTo>
                    <a:pt x="405" y="274"/>
                  </a:lnTo>
                  <a:lnTo>
                    <a:pt x="107" y="119"/>
                  </a:lnTo>
                  <a:cubicBezTo>
                    <a:pt x="64" y="107"/>
                    <a:pt x="37" y="88"/>
                    <a:pt x="21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1" name="Google Shape;18471;p141"/>
            <p:cNvSpPr/>
            <p:nvPr/>
          </p:nvSpPr>
          <p:spPr>
            <a:xfrm>
              <a:off x="575246" y="7832220"/>
              <a:ext cx="24292" cy="21631"/>
            </a:xfrm>
            <a:custGeom>
              <a:avLst/>
              <a:gdLst/>
              <a:ahLst/>
              <a:cxnLst/>
              <a:rect l="l" t="t" r="r" b="b"/>
              <a:pathLst>
                <a:path w="429" h="382" extrusionOk="0">
                  <a:moveTo>
                    <a:pt x="167" y="0"/>
                  </a:moveTo>
                  <a:lnTo>
                    <a:pt x="0" y="381"/>
                  </a:lnTo>
                  <a:lnTo>
                    <a:pt x="334" y="381"/>
                  </a:lnTo>
                  <a:lnTo>
                    <a:pt x="429" y="14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2" name="Google Shape;18472;p141"/>
            <p:cNvSpPr/>
            <p:nvPr/>
          </p:nvSpPr>
          <p:spPr>
            <a:xfrm>
              <a:off x="599482" y="7389923"/>
              <a:ext cx="210418" cy="434257"/>
            </a:xfrm>
            <a:custGeom>
              <a:avLst/>
              <a:gdLst/>
              <a:ahLst/>
              <a:cxnLst/>
              <a:rect l="l" t="t" r="r" b="b"/>
              <a:pathLst>
                <a:path w="3716" h="7669" extrusionOk="0">
                  <a:moveTo>
                    <a:pt x="3442" y="1"/>
                  </a:moveTo>
                  <a:lnTo>
                    <a:pt x="3418" y="72"/>
                  </a:lnTo>
                  <a:lnTo>
                    <a:pt x="84" y="7121"/>
                  </a:lnTo>
                  <a:cubicBezTo>
                    <a:pt x="144" y="7145"/>
                    <a:pt x="168" y="7204"/>
                    <a:pt x="179" y="7276"/>
                  </a:cubicBezTo>
                  <a:cubicBezTo>
                    <a:pt x="215" y="7430"/>
                    <a:pt x="144" y="7561"/>
                    <a:pt x="1" y="7609"/>
                  </a:cubicBezTo>
                  <a:lnTo>
                    <a:pt x="144" y="7669"/>
                  </a:lnTo>
                  <a:lnTo>
                    <a:pt x="3716" y="132"/>
                  </a:lnTo>
                  <a:cubicBezTo>
                    <a:pt x="3608" y="120"/>
                    <a:pt x="3513" y="72"/>
                    <a:pt x="34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3" name="Google Shape;18473;p141"/>
            <p:cNvSpPr/>
            <p:nvPr/>
          </p:nvSpPr>
          <p:spPr>
            <a:xfrm>
              <a:off x="1393704" y="7282052"/>
              <a:ext cx="232672" cy="310192"/>
            </a:xfrm>
            <a:custGeom>
              <a:avLst/>
              <a:gdLst/>
              <a:ahLst/>
              <a:cxnLst/>
              <a:rect l="l" t="t" r="r" b="b"/>
              <a:pathLst>
                <a:path w="4109" h="5478" extrusionOk="0">
                  <a:moveTo>
                    <a:pt x="3858" y="1"/>
                  </a:moveTo>
                  <a:lnTo>
                    <a:pt x="0" y="5371"/>
                  </a:lnTo>
                  <a:lnTo>
                    <a:pt x="131" y="5418"/>
                  </a:lnTo>
                  <a:cubicBezTo>
                    <a:pt x="179" y="5418"/>
                    <a:pt x="203" y="5430"/>
                    <a:pt x="239" y="5466"/>
                  </a:cubicBezTo>
                  <a:lnTo>
                    <a:pt x="298" y="5478"/>
                  </a:lnTo>
                  <a:lnTo>
                    <a:pt x="4108" y="168"/>
                  </a:lnTo>
                  <a:cubicBezTo>
                    <a:pt x="4013" y="132"/>
                    <a:pt x="3930" y="72"/>
                    <a:pt x="385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4" name="Google Shape;18474;p141"/>
            <p:cNvSpPr/>
            <p:nvPr/>
          </p:nvSpPr>
          <p:spPr>
            <a:xfrm>
              <a:off x="1235267" y="7601643"/>
              <a:ext cx="156455" cy="219818"/>
            </a:xfrm>
            <a:custGeom>
              <a:avLst/>
              <a:gdLst/>
              <a:ahLst/>
              <a:cxnLst/>
              <a:rect l="l" t="t" r="r" b="b"/>
              <a:pathLst>
                <a:path w="2763" h="3882" extrusionOk="0">
                  <a:moveTo>
                    <a:pt x="2620" y="1"/>
                  </a:moveTo>
                  <a:lnTo>
                    <a:pt x="0" y="3656"/>
                  </a:lnTo>
                  <a:lnTo>
                    <a:pt x="203" y="3882"/>
                  </a:lnTo>
                  <a:lnTo>
                    <a:pt x="2763" y="310"/>
                  </a:lnTo>
                  <a:cubicBezTo>
                    <a:pt x="2691" y="262"/>
                    <a:pt x="2644" y="191"/>
                    <a:pt x="2620" y="120"/>
                  </a:cubicBezTo>
                  <a:cubicBezTo>
                    <a:pt x="2608" y="72"/>
                    <a:pt x="2608" y="24"/>
                    <a:pt x="2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5" name="Google Shape;18475;p141"/>
            <p:cNvSpPr/>
            <p:nvPr/>
          </p:nvSpPr>
          <p:spPr>
            <a:xfrm>
              <a:off x="1202878" y="7822085"/>
              <a:ext cx="33805" cy="31767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394" y="1"/>
                  </a:moveTo>
                  <a:lnTo>
                    <a:pt x="1" y="560"/>
                  </a:lnTo>
                  <a:lnTo>
                    <a:pt x="358" y="560"/>
                  </a:lnTo>
                  <a:lnTo>
                    <a:pt x="596" y="227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6" name="Google Shape;18476;p141"/>
            <p:cNvSpPr/>
            <p:nvPr/>
          </p:nvSpPr>
          <p:spPr>
            <a:xfrm>
              <a:off x="-34888" y="7524803"/>
              <a:ext cx="703226" cy="329727"/>
            </a:xfrm>
            <a:custGeom>
              <a:avLst/>
              <a:gdLst/>
              <a:ahLst/>
              <a:cxnLst/>
              <a:rect l="l" t="t" r="r" b="b"/>
              <a:pathLst>
                <a:path w="12419" h="5823" extrusionOk="0">
                  <a:moveTo>
                    <a:pt x="286" y="0"/>
                  </a:moveTo>
                  <a:cubicBezTo>
                    <a:pt x="226" y="48"/>
                    <a:pt x="167" y="95"/>
                    <a:pt x="95" y="107"/>
                  </a:cubicBezTo>
                  <a:cubicBezTo>
                    <a:pt x="60" y="107"/>
                    <a:pt x="36" y="119"/>
                    <a:pt x="0" y="119"/>
                  </a:cubicBezTo>
                  <a:cubicBezTo>
                    <a:pt x="0" y="167"/>
                    <a:pt x="36" y="226"/>
                    <a:pt x="95" y="238"/>
                  </a:cubicBezTo>
                  <a:lnTo>
                    <a:pt x="393" y="393"/>
                  </a:lnTo>
                  <a:lnTo>
                    <a:pt x="6132" y="3143"/>
                  </a:lnTo>
                  <a:lnTo>
                    <a:pt x="6441" y="3286"/>
                  </a:lnTo>
                  <a:lnTo>
                    <a:pt x="10966" y="5453"/>
                  </a:lnTo>
                  <a:lnTo>
                    <a:pt x="11240" y="5584"/>
                  </a:lnTo>
                  <a:lnTo>
                    <a:pt x="11728" y="5822"/>
                  </a:lnTo>
                  <a:lnTo>
                    <a:pt x="12418" y="5822"/>
                  </a:lnTo>
                  <a:lnTo>
                    <a:pt x="11359" y="5310"/>
                  </a:lnTo>
                  <a:lnTo>
                    <a:pt x="11228" y="5251"/>
                  </a:lnTo>
                  <a:cubicBezTo>
                    <a:pt x="11192" y="5239"/>
                    <a:pt x="11192" y="5239"/>
                    <a:pt x="11180" y="5239"/>
                  </a:cubicBezTo>
                  <a:cubicBezTo>
                    <a:pt x="11150" y="5249"/>
                    <a:pt x="11121" y="5254"/>
                    <a:pt x="11093" y="5254"/>
                  </a:cubicBezTo>
                  <a:cubicBezTo>
                    <a:pt x="10987" y="5254"/>
                    <a:pt x="10899" y="5185"/>
                    <a:pt x="10871" y="5072"/>
                  </a:cubicBezTo>
                  <a:lnTo>
                    <a:pt x="7692" y="3560"/>
                  </a:lnTo>
                  <a:cubicBezTo>
                    <a:pt x="7668" y="3572"/>
                    <a:pt x="7656" y="3584"/>
                    <a:pt x="7620" y="3584"/>
                  </a:cubicBezTo>
                  <a:cubicBezTo>
                    <a:pt x="7593" y="3593"/>
                    <a:pt x="7566" y="3597"/>
                    <a:pt x="7539" y="3597"/>
                  </a:cubicBezTo>
                  <a:cubicBezTo>
                    <a:pt x="7424" y="3597"/>
                    <a:pt x="7318" y="3517"/>
                    <a:pt x="7299" y="3382"/>
                  </a:cubicBezTo>
                  <a:lnTo>
                    <a:pt x="7299" y="3346"/>
                  </a:lnTo>
                  <a:lnTo>
                    <a:pt x="6727" y="3084"/>
                  </a:lnTo>
                  <a:lnTo>
                    <a:pt x="6418" y="2929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7" name="Google Shape;18477;p141"/>
            <p:cNvSpPr/>
            <p:nvPr/>
          </p:nvSpPr>
          <p:spPr>
            <a:xfrm>
              <a:off x="798405" y="7337431"/>
              <a:ext cx="20272" cy="11438"/>
            </a:xfrm>
            <a:custGeom>
              <a:avLst/>
              <a:gdLst/>
              <a:ahLst/>
              <a:cxnLst/>
              <a:rect l="l" t="t" r="r" b="b"/>
              <a:pathLst>
                <a:path w="358" h="202" extrusionOk="0">
                  <a:moveTo>
                    <a:pt x="160" y="1"/>
                  </a:moveTo>
                  <a:cubicBezTo>
                    <a:pt x="124" y="1"/>
                    <a:pt x="88" y="13"/>
                    <a:pt x="60" y="35"/>
                  </a:cubicBezTo>
                  <a:cubicBezTo>
                    <a:pt x="24" y="83"/>
                    <a:pt x="0" y="142"/>
                    <a:pt x="24" y="202"/>
                  </a:cubicBezTo>
                  <a:cubicBezTo>
                    <a:pt x="60" y="178"/>
                    <a:pt x="95" y="154"/>
                    <a:pt x="143" y="154"/>
                  </a:cubicBezTo>
                  <a:cubicBezTo>
                    <a:pt x="192" y="140"/>
                    <a:pt x="233" y="134"/>
                    <a:pt x="272" y="134"/>
                  </a:cubicBezTo>
                  <a:cubicBezTo>
                    <a:pt x="300" y="134"/>
                    <a:pt x="328" y="137"/>
                    <a:pt x="357" y="142"/>
                  </a:cubicBezTo>
                  <a:lnTo>
                    <a:pt x="274" y="47"/>
                  </a:lnTo>
                  <a:cubicBezTo>
                    <a:pt x="243" y="15"/>
                    <a:pt x="201" y="1"/>
                    <a:pt x="16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8" name="Google Shape;18478;p141"/>
            <p:cNvSpPr/>
            <p:nvPr/>
          </p:nvSpPr>
          <p:spPr>
            <a:xfrm>
              <a:off x="834815" y="7387261"/>
              <a:ext cx="442298" cy="466590"/>
            </a:xfrm>
            <a:custGeom>
              <a:avLst/>
              <a:gdLst/>
              <a:ahLst/>
              <a:cxnLst/>
              <a:rect l="l" t="t" r="r" b="b"/>
              <a:pathLst>
                <a:path w="7811" h="8240" extrusionOk="0">
                  <a:moveTo>
                    <a:pt x="0" y="0"/>
                  </a:moveTo>
                  <a:lnTo>
                    <a:pt x="0" y="24"/>
                  </a:lnTo>
                  <a:lnTo>
                    <a:pt x="6906" y="7680"/>
                  </a:lnTo>
                  <a:lnTo>
                    <a:pt x="7120" y="7906"/>
                  </a:lnTo>
                  <a:lnTo>
                    <a:pt x="7418" y="8239"/>
                  </a:lnTo>
                  <a:lnTo>
                    <a:pt x="7811" y="8239"/>
                  </a:lnTo>
                  <a:lnTo>
                    <a:pt x="7299" y="7668"/>
                  </a:lnTo>
                  <a:lnTo>
                    <a:pt x="7084" y="7442"/>
                  </a:lnTo>
                  <a:lnTo>
                    <a:pt x="595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9" name="Google Shape;18479;p141"/>
            <p:cNvSpPr/>
            <p:nvPr/>
          </p:nvSpPr>
          <p:spPr>
            <a:xfrm>
              <a:off x="1934416" y="7528144"/>
              <a:ext cx="287938" cy="286579"/>
            </a:xfrm>
            <a:custGeom>
              <a:avLst/>
              <a:gdLst/>
              <a:ahLst/>
              <a:cxnLst/>
              <a:rect l="l" t="t" r="r" b="b"/>
              <a:pathLst>
                <a:path w="5085" h="5061" extrusionOk="0">
                  <a:moveTo>
                    <a:pt x="36" y="1"/>
                  </a:moveTo>
                  <a:lnTo>
                    <a:pt x="0" y="382"/>
                  </a:lnTo>
                  <a:lnTo>
                    <a:pt x="4870" y="5061"/>
                  </a:lnTo>
                  <a:cubicBezTo>
                    <a:pt x="4918" y="4989"/>
                    <a:pt x="4989" y="4918"/>
                    <a:pt x="5084" y="4858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0" name="Google Shape;18480;p141"/>
            <p:cNvSpPr/>
            <p:nvPr/>
          </p:nvSpPr>
          <p:spPr>
            <a:xfrm>
              <a:off x="1662729" y="7275993"/>
              <a:ext cx="258267" cy="259626"/>
            </a:xfrm>
            <a:custGeom>
              <a:avLst/>
              <a:gdLst/>
              <a:ahLst/>
              <a:cxnLst/>
              <a:rect l="l" t="t" r="r" b="b"/>
              <a:pathLst>
                <a:path w="4561" h="4585" extrusionOk="0">
                  <a:moveTo>
                    <a:pt x="179" y="1"/>
                  </a:moveTo>
                  <a:cubicBezTo>
                    <a:pt x="131" y="72"/>
                    <a:pt x="71" y="156"/>
                    <a:pt x="0" y="215"/>
                  </a:cubicBezTo>
                  <a:lnTo>
                    <a:pt x="4536" y="4585"/>
                  </a:lnTo>
                  <a:lnTo>
                    <a:pt x="4560" y="4204"/>
                  </a:lnTo>
                  <a:lnTo>
                    <a:pt x="238" y="3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1" name="Google Shape;18481;p141"/>
            <p:cNvSpPr/>
            <p:nvPr/>
          </p:nvSpPr>
          <p:spPr>
            <a:xfrm>
              <a:off x="1407181" y="7591508"/>
              <a:ext cx="482105" cy="202321"/>
            </a:xfrm>
            <a:custGeom>
              <a:avLst/>
              <a:gdLst/>
              <a:ahLst/>
              <a:cxnLst/>
              <a:rect l="l" t="t" r="r" b="b"/>
              <a:pathLst>
                <a:path w="8514" h="3573" extrusionOk="0">
                  <a:moveTo>
                    <a:pt x="1" y="1"/>
                  </a:moveTo>
                  <a:lnTo>
                    <a:pt x="1" y="1"/>
                  </a:lnTo>
                  <a:cubicBezTo>
                    <a:pt x="60" y="25"/>
                    <a:pt x="108" y="84"/>
                    <a:pt x="120" y="156"/>
                  </a:cubicBezTo>
                  <a:cubicBezTo>
                    <a:pt x="132" y="215"/>
                    <a:pt x="120" y="299"/>
                    <a:pt x="108" y="358"/>
                  </a:cubicBezTo>
                  <a:lnTo>
                    <a:pt x="4549" y="2085"/>
                  </a:lnTo>
                  <a:cubicBezTo>
                    <a:pt x="4584" y="2025"/>
                    <a:pt x="4644" y="1965"/>
                    <a:pt x="4727" y="1954"/>
                  </a:cubicBezTo>
                  <a:cubicBezTo>
                    <a:pt x="4753" y="1948"/>
                    <a:pt x="4779" y="1945"/>
                    <a:pt x="4804" y="1945"/>
                  </a:cubicBezTo>
                  <a:cubicBezTo>
                    <a:pt x="4927" y="1945"/>
                    <a:pt x="5031" y="2017"/>
                    <a:pt x="5061" y="2156"/>
                  </a:cubicBezTo>
                  <a:cubicBezTo>
                    <a:pt x="5073" y="2204"/>
                    <a:pt x="5073" y="2251"/>
                    <a:pt x="5061" y="2275"/>
                  </a:cubicBezTo>
                  <a:lnTo>
                    <a:pt x="8418" y="3573"/>
                  </a:lnTo>
                  <a:cubicBezTo>
                    <a:pt x="8418" y="3466"/>
                    <a:pt x="8454" y="3382"/>
                    <a:pt x="8514" y="3287"/>
                  </a:cubicBezTo>
                  <a:lnTo>
                    <a:pt x="60" y="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2" name="Google Shape;18482;p141"/>
            <p:cNvSpPr/>
            <p:nvPr/>
          </p:nvSpPr>
          <p:spPr>
            <a:xfrm>
              <a:off x="834815" y="7373784"/>
              <a:ext cx="567043" cy="225877"/>
            </a:xfrm>
            <a:custGeom>
              <a:avLst/>
              <a:gdLst/>
              <a:ahLst/>
              <a:cxnLst/>
              <a:rect l="l" t="t" r="r" b="b"/>
              <a:pathLst>
                <a:path w="10014" h="3989" extrusionOk="0">
                  <a:moveTo>
                    <a:pt x="214" y="0"/>
                  </a:moveTo>
                  <a:lnTo>
                    <a:pt x="95" y="24"/>
                  </a:lnTo>
                  <a:cubicBezTo>
                    <a:pt x="72" y="95"/>
                    <a:pt x="48" y="167"/>
                    <a:pt x="0" y="238"/>
                  </a:cubicBezTo>
                  <a:lnTo>
                    <a:pt x="595" y="465"/>
                  </a:lnTo>
                  <a:lnTo>
                    <a:pt x="9704" y="3989"/>
                  </a:lnTo>
                  <a:cubicBezTo>
                    <a:pt x="9739" y="3905"/>
                    <a:pt x="9799" y="3834"/>
                    <a:pt x="9894" y="3798"/>
                  </a:cubicBezTo>
                  <a:cubicBezTo>
                    <a:pt x="9918" y="3792"/>
                    <a:pt x="9939" y="3789"/>
                    <a:pt x="9958" y="3789"/>
                  </a:cubicBezTo>
                  <a:cubicBezTo>
                    <a:pt x="9978" y="3789"/>
                    <a:pt x="9995" y="3792"/>
                    <a:pt x="10013" y="3798"/>
                  </a:cubicBezTo>
                  <a:lnTo>
                    <a:pt x="9882" y="3751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3" name="Google Shape;18483;p141"/>
            <p:cNvSpPr/>
            <p:nvPr/>
          </p:nvSpPr>
          <p:spPr>
            <a:xfrm>
              <a:off x="836797" y="7252437"/>
              <a:ext cx="767325" cy="121404"/>
            </a:xfrm>
            <a:custGeom>
              <a:avLst/>
              <a:gdLst/>
              <a:ahLst/>
              <a:cxnLst/>
              <a:rect l="l" t="t" r="r" b="b"/>
              <a:pathLst>
                <a:path w="13551" h="2144" extrusionOk="0">
                  <a:moveTo>
                    <a:pt x="13526" y="0"/>
                  </a:moveTo>
                  <a:lnTo>
                    <a:pt x="1" y="1869"/>
                  </a:lnTo>
                  <a:cubicBezTo>
                    <a:pt x="13" y="1905"/>
                    <a:pt x="37" y="1941"/>
                    <a:pt x="37" y="1988"/>
                  </a:cubicBezTo>
                  <a:cubicBezTo>
                    <a:pt x="60" y="2048"/>
                    <a:pt x="60" y="2084"/>
                    <a:pt x="60" y="2143"/>
                  </a:cubicBezTo>
                  <a:lnTo>
                    <a:pt x="179" y="2131"/>
                  </a:lnTo>
                  <a:lnTo>
                    <a:pt x="13550" y="298"/>
                  </a:lnTo>
                  <a:cubicBezTo>
                    <a:pt x="13538" y="274"/>
                    <a:pt x="13538" y="262"/>
                    <a:pt x="13538" y="226"/>
                  </a:cubicBezTo>
                  <a:cubicBezTo>
                    <a:pt x="13526" y="155"/>
                    <a:pt x="13514" y="83"/>
                    <a:pt x="135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4" name="Google Shape;18484;p141"/>
            <p:cNvSpPr/>
            <p:nvPr/>
          </p:nvSpPr>
          <p:spPr>
            <a:xfrm>
              <a:off x="821339" y="5892588"/>
              <a:ext cx="1182556" cy="1463700"/>
            </a:xfrm>
            <a:custGeom>
              <a:avLst/>
              <a:gdLst/>
              <a:ahLst/>
              <a:cxnLst/>
              <a:rect l="l" t="t" r="r" b="b"/>
              <a:pathLst>
                <a:path w="20884" h="25849" extrusionOk="0">
                  <a:moveTo>
                    <a:pt x="20645" y="0"/>
                  </a:moveTo>
                  <a:lnTo>
                    <a:pt x="0" y="25682"/>
                  </a:lnTo>
                  <a:cubicBezTo>
                    <a:pt x="107" y="25694"/>
                    <a:pt x="179" y="25777"/>
                    <a:pt x="238" y="25849"/>
                  </a:cubicBezTo>
                  <a:lnTo>
                    <a:pt x="20884" y="179"/>
                  </a:lnTo>
                  <a:cubicBezTo>
                    <a:pt x="20788" y="131"/>
                    <a:pt x="20717" y="72"/>
                    <a:pt x="2064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5" name="Google Shape;18485;p141"/>
            <p:cNvSpPr/>
            <p:nvPr/>
          </p:nvSpPr>
          <p:spPr>
            <a:xfrm>
              <a:off x="1651235" y="6707648"/>
              <a:ext cx="294676" cy="521913"/>
            </a:xfrm>
            <a:custGeom>
              <a:avLst/>
              <a:gdLst/>
              <a:ahLst/>
              <a:cxnLst/>
              <a:rect l="l" t="t" r="r" b="b"/>
              <a:pathLst>
                <a:path w="5204" h="9217" extrusionOk="0">
                  <a:moveTo>
                    <a:pt x="4942" y="1"/>
                  </a:moveTo>
                  <a:lnTo>
                    <a:pt x="1" y="9073"/>
                  </a:lnTo>
                  <a:cubicBezTo>
                    <a:pt x="96" y="9097"/>
                    <a:pt x="179" y="9145"/>
                    <a:pt x="263" y="9216"/>
                  </a:cubicBezTo>
                  <a:lnTo>
                    <a:pt x="5204" y="132"/>
                  </a:lnTo>
                  <a:cubicBezTo>
                    <a:pt x="5108" y="84"/>
                    <a:pt x="5025" y="37"/>
                    <a:pt x="494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6" name="Google Shape;18486;p141"/>
            <p:cNvSpPr/>
            <p:nvPr/>
          </p:nvSpPr>
          <p:spPr>
            <a:xfrm>
              <a:off x="1946534" y="7353569"/>
              <a:ext cx="2775" cy="4757"/>
            </a:xfrm>
            <a:custGeom>
              <a:avLst/>
              <a:gdLst/>
              <a:ahLst/>
              <a:cxnLst/>
              <a:rect l="l" t="t" r="r" b="b"/>
              <a:pathLst>
                <a:path w="49" h="84" extrusionOk="0">
                  <a:moveTo>
                    <a:pt x="48" y="0"/>
                  </a:moveTo>
                  <a:cubicBezTo>
                    <a:pt x="24" y="24"/>
                    <a:pt x="12" y="48"/>
                    <a:pt x="1" y="60"/>
                  </a:cubicBezTo>
                  <a:lnTo>
                    <a:pt x="48" y="83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7" name="Google Shape;18487;p141"/>
            <p:cNvSpPr/>
            <p:nvPr/>
          </p:nvSpPr>
          <p:spPr>
            <a:xfrm>
              <a:off x="1900668" y="7369707"/>
              <a:ext cx="47282" cy="399886"/>
            </a:xfrm>
            <a:custGeom>
              <a:avLst/>
              <a:gdLst/>
              <a:ahLst/>
              <a:cxnLst/>
              <a:rect l="l" t="t" r="r" b="b"/>
              <a:pathLst>
                <a:path w="835" h="7062" extrusionOk="0">
                  <a:moveTo>
                    <a:pt x="561" y="1"/>
                  </a:moveTo>
                  <a:lnTo>
                    <a:pt x="346" y="2537"/>
                  </a:lnTo>
                  <a:lnTo>
                    <a:pt x="322" y="2918"/>
                  </a:lnTo>
                  <a:lnTo>
                    <a:pt x="1" y="7061"/>
                  </a:lnTo>
                  <a:cubicBezTo>
                    <a:pt x="25" y="7061"/>
                    <a:pt x="37" y="7037"/>
                    <a:pt x="49" y="7037"/>
                  </a:cubicBezTo>
                  <a:cubicBezTo>
                    <a:pt x="96" y="7031"/>
                    <a:pt x="138" y="7028"/>
                    <a:pt x="178" y="7028"/>
                  </a:cubicBezTo>
                  <a:cubicBezTo>
                    <a:pt x="218" y="7028"/>
                    <a:pt x="257" y="7031"/>
                    <a:pt x="299" y="7037"/>
                  </a:cubicBezTo>
                  <a:lnTo>
                    <a:pt x="596" y="3192"/>
                  </a:lnTo>
                  <a:lnTo>
                    <a:pt x="632" y="2799"/>
                  </a:lnTo>
                  <a:lnTo>
                    <a:pt x="834" y="108"/>
                  </a:lnTo>
                  <a:lnTo>
                    <a:pt x="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8" name="Google Shape;18488;p141"/>
            <p:cNvSpPr/>
            <p:nvPr/>
          </p:nvSpPr>
          <p:spPr>
            <a:xfrm>
              <a:off x="1934416" y="6716425"/>
              <a:ext cx="62740" cy="623045"/>
            </a:xfrm>
            <a:custGeom>
              <a:avLst/>
              <a:gdLst/>
              <a:ahLst/>
              <a:cxnLst/>
              <a:rect l="l" t="t" r="r" b="b"/>
              <a:pathLst>
                <a:path w="1108" h="11003" extrusionOk="0">
                  <a:moveTo>
                    <a:pt x="1096" y="1"/>
                  </a:moveTo>
                  <a:cubicBezTo>
                    <a:pt x="1060" y="24"/>
                    <a:pt x="1036" y="24"/>
                    <a:pt x="1000" y="36"/>
                  </a:cubicBezTo>
                  <a:cubicBezTo>
                    <a:pt x="941" y="48"/>
                    <a:pt x="881" y="60"/>
                    <a:pt x="822" y="60"/>
                  </a:cubicBezTo>
                  <a:lnTo>
                    <a:pt x="0" y="10835"/>
                  </a:lnTo>
                  <a:cubicBezTo>
                    <a:pt x="10" y="10834"/>
                    <a:pt x="20" y="10834"/>
                    <a:pt x="30" y="10834"/>
                  </a:cubicBezTo>
                  <a:cubicBezTo>
                    <a:pt x="139" y="10834"/>
                    <a:pt x="242" y="10893"/>
                    <a:pt x="286" y="11002"/>
                  </a:cubicBezTo>
                  <a:lnTo>
                    <a:pt x="1108" y="84"/>
                  </a:lnTo>
                  <a:cubicBezTo>
                    <a:pt x="1108" y="48"/>
                    <a:pt x="1108" y="36"/>
                    <a:pt x="10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9" name="Google Shape;18489;p141"/>
            <p:cNvSpPr/>
            <p:nvPr/>
          </p:nvSpPr>
          <p:spPr>
            <a:xfrm>
              <a:off x="1672809" y="7259175"/>
              <a:ext cx="608209" cy="233974"/>
            </a:xfrm>
            <a:custGeom>
              <a:avLst/>
              <a:gdLst/>
              <a:ahLst/>
              <a:cxnLst/>
              <a:rect l="l" t="t" r="r" b="b"/>
              <a:pathLst>
                <a:path w="10741" h="4132" extrusionOk="0">
                  <a:moveTo>
                    <a:pt x="84" y="0"/>
                  </a:moveTo>
                  <a:cubicBezTo>
                    <a:pt x="84" y="107"/>
                    <a:pt x="36" y="203"/>
                    <a:pt x="1" y="286"/>
                  </a:cubicBezTo>
                  <a:lnTo>
                    <a:pt x="60" y="298"/>
                  </a:lnTo>
                  <a:lnTo>
                    <a:pt x="4585" y="1941"/>
                  </a:lnTo>
                  <a:lnTo>
                    <a:pt x="4858" y="2048"/>
                  </a:lnTo>
                  <a:lnTo>
                    <a:pt x="10633" y="4132"/>
                  </a:lnTo>
                  <a:lnTo>
                    <a:pt x="10657" y="4013"/>
                  </a:lnTo>
                  <a:lnTo>
                    <a:pt x="10657" y="3989"/>
                  </a:lnTo>
                  <a:lnTo>
                    <a:pt x="10657" y="3977"/>
                  </a:lnTo>
                  <a:lnTo>
                    <a:pt x="10657" y="3965"/>
                  </a:lnTo>
                  <a:lnTo>
                    <a:pt x="10657" y="3941"/>
                  </a:lnTo>
                  <a:cubicBezTo>
                    <a:pt x="10657" y="3941"/>
                    <a:pt x="10657" y="3929"/>
                    <a:pt x="10669" y="3929"/>
                  </a:cubicBezTo>
                  <a:lnTo>
                    <a:pt x="10681" y="3917"/>
                  </a:lnTo>
                  <a:lnTo>
                    <a:pt x="10740" y="3870"/>
                  </a:lnTo>
                  <a:lnTo>
                    <a:pt x="4858" y="1762"/>
                  </a:lnTo>
                  <a:lnTo>
                    <a:pt x="4835" y="1727"/>
                  </a:lnTo>
                  <a:cubicBezTo>
                    <a:pt x="4799" y="1762"/>
                    <a:pt x="4763" y="1786"/>
                    <a:pt x="4716" y="1786"/>
                  </a:cubicBezTo>
                  <a:cubicBezTo>
                    <a:pt x="4693" y="1791"/>
                    <a:pt x="4672" y="1794"/>
                    <a:pt x="4651" y="1794"/>
                  </a:cubicBezTo>
                  <a:cubicBezTo>
                    <a:pt x="4525" y="1794"/>
                    <a:pt x="4423" y="1706"/>
                    <a:pt x="4382" y="1584"/>
                  </a:cubicBezTo>
                  <a:lnTo>
                    <a:pt x="4382" y="1548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0" name="Google Shape;18490;p141"/>
            <p:cNvSpPr/>
            <p:nvPr/>
          </p:nvSpPr>
          <p:spPr>
            <a:xfrm>
              <a:off x="2290361" y="7488393"/>
              <a:ext cx="302774" cy="365458"/>
            </a:xfrm>
            <a:custGeom>
              <a:avLst/>
              <a:gdLst/>
              <a:ahLst/>
              <a:cxnLst/>
              <a:rect l="l" t="t" r="r" b="b"/>
              <a:pathLst>
                <a:path w="5347" h="6454" extrusionOk="0">
                  <a:moveTo>
                    <a:pt x="84" y="0"/>
                  </a:moveTo>
                  <a:lnTo>
                    <a:pt x="25" y="60"/>
                  </a:lnTo>
                  <a:lnTo>
                    <a:pt x="1" y="346"/>
                  </a:lnTo>
                  <a:lnTo>
                    <a:pt x="4966" y="6453"/>
                  </a:lnTo>
                  <a:lnTo>
                    <a:pt x="5347" y="6453"/>
                  </a:lnTo>
                  <a:lnTo>
                    <a:pt x="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1" name="Google Shape;18491;p141"/>
            <p:cNvSpPr/>
            <p:nvPr/>
          </p:nvSpPr>
          <p:spPr>
            <a:xfrm>
              <a:off x="2240474" y="7486355"/>
              <a:ext cx="51302" cy="314892"/>
            </a:xfrm>
            <a:custGeom>
              <a:avLst/>
              <a:gdLst/>
              <a:ahLst/>
              <a:cxnLst/>
              <a:rect l="l" t="t" r="r" b="b"/>
              <a:pathLst>
                <a:path w="906" h="5561" extrusionOk="0">
                  <a:moveTo>
                    <a:pt x="620" y="1"/>
                  </a:moveTo>
                  <a:lnTo>
                    <a:pt x="620" y="12"/>
                  </a:lnTo>
                  <a:lnTo>
                    <a:pt x="608" y="132"/>
                  </a:lnTo>
                  <a:lnTo>
                    <a:pt x="1" y="5501"/>
                  </a:lnTo>
                  <a:cubicBezTo>
                    <a:pt x="108" y="5501"/>
                    <a:pt x="215" y="5513"/>
                    <a:pt x="298" y="5561"/>
                  </a:cubicBezTo>
                  <a:lnTo>
                    <a:pt x="882" y="393"/>
                  </a:lnTo>
                  <a:lnTo>
                    <a:pt x="906" y="120"/>
                  </a:lnTo>
                  <a:lnTo>
                    <a:pt x="870" y="143"/>
                  </a:lnTo>
                  <a:cubicBezTo>
                    <a:pt x="843" y="165"/>
                    <a:pt x="807" y="177"/>
                    <a:pt x="770" y="177"/>
                  </a:cubicBezTo>
                  <a:cubicBezTo>
                    <a:pt x="726" y="177"/>
                    <a:pt x="682" y="159"/>
                    <a:pt x="656" y="120"/>
                  </a:cubicBezTo>
                  <a:cubicBezTo>
                    <a:pt x="620" y="84"/>
                    <a:pt x="620" y="36"/>
                    <a:pt x="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2" name="Google Shape;18492;p141"/>
            <p:cNvSpPr/>
            <p:nvPr/>
          </p:nvSpPr>
          <p:spPr>
            <a:xfrm>
              <a:off x="2543871" y="7110138"/>
              <a:ext cx="202321" cy="177406"/>
            </a:xfrm>
            <a:custGeom>
              <a:avLst/>
              <a:gdLst/>
              <a:ahLst/>
              <a:cxnLst/>
              <a:rect l="l" t="t" r="r" b="b"/>
              <a:pathLst>
                <a:path w="3573" h="3133" extrusionOk="0">
                  <a:moveTo>
                    <a:pt x="3572" y="1"/>
                  </a:moveTo>
                  <a:lnTo>
                    <a:pt x="1" y="2835"/>
                  </a:lnTo>
                  <a:lnTo>
                    <a:pt x="108" y="3132"/>
                  </a:lnTo>
                  <a:lnTo>
                    <a:pt x="3572" y="370"/>
                  </a:lnTo>
                  <a:lnTo>
                    <a:pt x="35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3" name="Google Shape;18493;p141"/>
            <p:cNvSpPr/>
            <p:nvPr/>
          </p:nvSpPr>
          <p:spPr>
            <a:xfrm>
              <a:off x="2277564" y="7280750"/>
              <a:ext cx="260305" cy="214496"/>
            </a:xfrm>
            <a:custGeom>
              <a:avLst/>
              <a:gdLst/>
              <a:ahLst/>
              <a:cxnLst/>
              <a:rect l="l" t="t" r="r" b="b"/>
              <a:pathLst>
                <a:path w="4597" h="3788" extrusionOk="0">
                  <a:moveTo>
                    <a:pt x="4501" y="0"/>
                  </a:moveTo>
                  <a:lnTo>
                    <a:pt x="96" y="3489"/>
                  </a:lnTo>
                  <a:lnTo>
                    <a:pt x="36" y="3536"/>
                  </a:lnTo>
                  <a:lnTo>
                    <a:pt x="12" y="3548"/>
                  </a:lnTo>
                  <a:cubicBezTo>
                    <a:pt x="12" y="3548"/>
                    <a:pt x="12" y="3572"/>
                    <a:pt x="1" y="3572"/>
                  </a:cubicBezTo>
                  <a:lnTo>
                    <a:pt x="1" y="3584"/>
                  </a:lnTo>
                  <a:lnTo>
                    <a:pt x="1" y="3596"/>
                  </a:lnTo>
                  <a:lnTo>
                    <a:pt x="1" y="3608"/>
                  </a:lnTo>
                  <a:cubicBezTo>
                    <a:pt x="1" y="3655"/>
                    <a:pt x="1" y="3703"/>
                    <a:pt x="36" y="3727"/>
                  </a:cubicBezTo>
                  <a:cubicBezTo>
                    <a:pt x="59" y="3764"/>
                    <a:pt x="110" y="3788"/>
                    <a:pt x="160" y="3788"/>
                  </a:cubicBezTo>
                  <a:cubicBezTo>
                    <a:pt x="189" y="3788"/>
                    <a:pt x="217" y="3780"/>
                    <a:pt x="239" y="3763"/>
                  </a:cubicBezTo>
                  <a:lnTo>
                    <a:pt x="286" y="3715"/>
                  </a:lnTo>
                  <a:lnTo>
                    <a:pt x="358" y="3655"/>
                  </a:lnTo>
                  <a:lnTo>
                    <a:pt x="4596" y="298"/>
                  </a:lnTo>
                  <a:lnTo>
                    <a:pt x="450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4" name="Google Shape;18494;p141"/>
            <p:cNvSpPr/>
            <p:nvPr/>
          </p:nvSpPr>
          <p:spPr>
            <a:xfrm>
              <a:off x="2341607" y="6704307"/>
              <a:ext cx="8833" cy="5436"/>
            </a:xfrm>
            <a:custGeom>
              <a:avLst/>
              <a:gdLst/>
              <a:ahLst/>
              <a:cxnLst/>
              <a:rect l="l" t="t" r="r" b="b"/>
              <a:pathLst>
                <a:path w="156" h="96" extrusionOk="0">
                  <a:moveTo>
                    <a:pt x="1" y="0"/>
                  </a:moveTo>
                  <a:lnTo>
                    <a:pt x="48" y="96"/>
                  </a:lnTo>
                  <a:cubicBezTo>
                    <a:pt x="72" y="84"/>
                    <a:pt x="120" y="84"/>
                    <a:pt x="155" y="84"/>
                  </a:cubicBezTo>
                  <a:cubicBezTo>
                    <a:pt x="120" y="24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5" name="Google Shape;18495;p141"/>
            <p:cNvSpPr/>
            <p:nvPr/>
          </p:nvSpPr>
          <p:spPr>
            <a:xfrm>
              <a:off x="2368560" y="6806798"/>
              <a:ext cx="377632" cy="1047053"/>
            </a:xfrm>
            <a:custGeom>
              <a:avLst/>
              <a:gdLst/>
              <a:ahLst/>
              <a:cxnLst/>
              <a:rect l="l" t="t" r="r" b="b"/>
              <a:pathLst>
                <a:path w="6669" h="18491" extrusionOk="0">
                  <a:moveTo>
                    <a:pt x="275" y="0"/>
                  </a:moveTo>
                  <a:cubicBezTo>
                    <a:pt x="179" y="48"/>
                    <a:pt x="96" y="95"/>
                    <a:pt x="1" y="119"/>
                  </a:cubicBezTo>
                  <a:lnTo>
                    <a:pt x="2858" y="8382"/>
                  </a:lnTo>
                  <a:lnTo>
                    <a:pt x="2966" y="8680"/>
                  </a:lnTo>
                  <a:lnTo>
                    <a:pt x="6359" y="18490"/>
                  </a:lnTo>
                  <a:lnTo>
                    <a:pt x="6668" y="18490"/>
                  </a:lnTo>
                  <a:lnTo>
                    <a:pt x="3204" y="8489"/>
                  </a:lnTo>
                  <a:lnTo>
                    <a:pt x="3097" y="819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6" name="Google Shape;18496;p141"/>
            <p:cNvSpPr/>
            <p:nvPr/>
          </p:nvSpPr>
          <p:spPr>
            <a:xfrm>
              <a:off x="1969467" y="5905385"/>
              <a:ext cx="60702" cy="666136"/>
            </a:xfrm>
            <a:custGeom>
              <a:avLst/>
              <a:gdLst/>
              <a:ahLst/>
              <a:cxnLst/>
              <a:rect l="l" t="t" r="r" b="b"/>
              <a:pathLst>
                <a:path w="1072" h="11764" extrusionOk="0">
                  <a:moveTo>
                    <a:pt x="774" y="0"/>
                  </a:moveTo>
                  <a:lnTo>
                    <a:pt x="0" y="11740"/>
                  </a:lnTo>
                  <a:cubicBezTo>
                    <a:pt x="96" y="11740"/>
                    <a:pt x="191" y="11740"/>
                    <a:pt x="298" y="11764"/>
                  </a:cubicBezTo>
                  <a:lnTo>
                    <a:pt x="1072" y="0"/>
                  </a:lnTo>
                  <a:lnTo>
                    <a:pt x="1036" y="0"/>
                  </a:lnTo>
                  <a:cubicBezTo>
                    <a:pt x="995" y="6"/>
                    <a:pt x="950" y="9"/>
                    <a:pt x="905" y="9"/>
                  </a:cubicBezTo>
                  <a:cubicBezTo>
                    <a:pt x="861" y="9"/>
                    <a:pt x="816" y="6"/>
                    <a:pt x="7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7" name="Google Shape;18497;p141"/>
            <p:cNvSpPr/>
            <p:nvPr/>
          </p:nvSpPr>
          <p:spPr>
            <a:xfrm>
              <a:off x="2030112" y="5901987"/>
              <a:ext cx="313589" cy="814494"/>
            </a:xfrm>
            <a:custGeom>
              <a:avLst/>
              <a:gdLst/>
              <a:ahLst/>
              <a:cxnLst/>
              <a:rect l="l" t="t" r="r" b="b"/>
              <a:pathLst>
                <a:path w="5538" h="14384" extrusionOk="0">
                  <a:moveTo>
                    <a:pt x="120" y="1"/>
                  </a:moveTo>
                  <a:cubicBezTo>
                    <a:pt x="72" y="13"/>
                    <a:pt x="37" y="25"/>
                    <a:pt x="1" y="37"/>
                  </a:cubicBezTo>
                  <a:lnTo>
                    <a:pt x="5252" y="14384"/>
                  </a:lnTo>
                  <a:cubicBezTo>
                    <a:pt x="5335" y="14348"/>
                    <a:pt x="5442" y="14300"/>
                    <a:pt x="5537" y="14265"/>
                  </a:cubicBezTo>
                  <a:lnTo>
                    <a:pt x="5490" y="14169"/>
                  </a:lnTo>
                  <a:lnTo>
                    <a:pt x="441" y="41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8" name="Google Shape;18498;p141"/>
            <p:cNvSpPr/>
            <p:nvPr/>
          </p:nvSpPr>
          <p:spPr>
            <a:xfrm>
              <a:off x="2396250" y="6781827"/>
              <a:ext cx="349942" cy="147055"/>
            </a:xfrm>
            <a:custGeom>
              <a:avLst/>
              <a:gdLst/>
              <a:ahLst/>
              <a:cxnLst/>
              <a:rect l="l" t="t" r="r" b="b"/>
              <a:pathLst>
                <a:path w="6180" h="2597" extrusionOk="0">
                  <a:moveTo>
                    <a:pt x="155" y="1"/>
                  </a:moveTo>
                  <a:cubicBezTo>
                    <a:pt x="119" y="84"/>
                    <a:pt x="60" y="179"/>
                    <a:pt x="0" y="251"/>
                  </a:cubicBezTo>
                  <a:lnTo>
                    <a:pt x="6179" y="2596"/>
                  </a:lnTo>
                  <a:lnTo>
                    <a:pt x="6179" y="228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9" name="Google Shape;18499;p141"/>
            <p:cNvSpPr/>
            <p:nvPr/>
          </p:nvSpPr>
          <p:spPr>
            <a:xfrm>
              <a:off x="2046987" y="6647003"/>
              <a:ext cx="260305" cy="114666"/>
            </a:xfrm>
            <a:custGeom>
              <a:avLst/>
              <a:gdLst/>
              <a:ahLst/>
              <a:cxnLst/>
              <a:rect l="l" t="t" r="r" b="b"/>
              <a:pathLst>
                <a:path w="4597" h="2025" extrusionOk="0">
                  <a:moveTo>
                    <a:pt x="36" y="0"/>
                  </a:moveTo>
                  <a:cubicBezTo>
                    <a:pt x="24" y="96"/>
                    <a:pt x="13" y="191"/>
                    <a:pt x="1" y="298"/>
                  </a:cubicBezTo>
                  <a:lnTo>
                    <a:pt x="4537" y="2024"/>
                  </a:lnTo>
                  <a:cubicBezTo>
                    <a:pt x="4537" y="1917"/>
                    <a:pt x="4549" y="1810"/>
                    <a:pt x="4596" y="1727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0" name="Google Shape;18500;p141"/>
            <p:cNvSpPr/>
            <p:nvPr/>
          </p:nvSpPr>
          <p:spPr>
            <a:xfrm>
              <a:off x="2036907" y="5890549"/>
              <a:ext cx="708605" cy="894732"/>
            </a:xfrm>
            <a:custGeom>
              <a:avLst/>
              <a:gdLst/>
              <a:ahLst/>
              <a:cxnLst/>
              <a:rect l="l" t="t" r="r" b="b"/>
              <a:pathLst>
                <a:path w="12514" h="15801" extrusionOk="0">
                  <a:moveTo>
                    <a:pt x="214" y="1"/>
                  </a:moveTo>
                  <a:cubicBezTo>
                    <a:pt x="179" y="96"/>
                    <a:pt x="95" y="155"/>
                    <a:pt x="0" y="203"/>
                  </a:cubicBezTo>
                  <a:lnTo>
                    <a:pt x="321" y="620"/>
                  </a:lnTo>
                  <a:lnTo>
                    <a:pt x="12513" y="15800"/>
                  </a:lnTo>
                  <a:lnTo>
                    <a:pt x="12513" y="15324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1" name="Google Shape;18501;p141"/>
            <p:cNvSpPr/>
            <p:nvPr/>
          </p:nvSpPr>
          <p:spPr>
            <a:xfrm>
              <a:off x="2303838" y="6708611"/>
              <a:ext cx="106625" cy="106398"/>
            </a:xfrm>
            <a:custGeom>
              <a:avLst/>
              <a:gdLst/>
              <a:ahLst/>
              <a:cxnLst/>
              <a:rect l="l" t="t" r="r" b="b"/>
              <a:pathLst>
                <a:path w="1883" h="1879" extrusionOk="0">
                  <a:moveTo>
                    <a:pt x="928" y="0"/>
                  </a:moveTo>
                  <a:cubicBezTo>
                    <a:pt x="889" y="0"/>
                    <a:pt x="850" y="3"/>
                    <a:pt x="811" y="8"/>
                  </a:cubicBezTo>
                  <a:cubicBezTo>
                    <a:pt x="787" y="8"/>
                    <a:pt x="739" y="20"/>
                    <a:pt x="715" y="20"/>
                  </a:cubicBezTo>
                  <a:cubicBezTo>
                    <a:pt x="608" y="55"/>
                    <a:pt x="513" y="79"/>
                    <a:pt x="441" y="139"/>
                  </a:cubicBezTo>
                  <a:cubicBezTo>
                    <a:pt x="263" y="258"/>
                    <a:pt x="132" y="424"/>
                    <a:pt x="60" y="639"/>
                  </a:cubicBezTo>
                  <a:cubicBezTo>
                    <a:pt x="25" y="722"/>
                    <a:pt x="13" y="829"/>
                    <a:pt x="1" y="936"/>
                  </a:cubicBezTo>
                  <a:cubicBezTo>
                    <a:pt x="1" y="1008"/>
                    <a:pt x="1" y="1079"/>
                    <a:pt x="25" y="1151"/>
                  </a:cubicBezTo>
                  <a:cubicBezTo>
                    <a:pt x="127" y="1589"/>
                    <a:pt x="516" y="1879"/>
                    <a:pt x="940" y="1879"/>
                  </a:cubicBezTo>
                  <a:cubicBezTo>
                    <a:pt x="1011" y="1879"/>
                    <a:pt x="1084" y="1870"/>
                    <a:pt x="1156" y="1853"/>
                  </a:cubicBezTo>
                  <a:cubicBezTo>
                    <a:pt x="1263" y="1829"/>
                    <a:pt x="1346" y="1794"/>
                    <a:pt x="1430" y="1734"/>
                  </a:cubicBezTo>
                  <a:cubicBezTo>
                    <a:pt x="1501" y="1675"/>
                    <a:pt x="1573" y="1615"/>
                    <a:pt x="1632" y="1544"/>
                  </a:cubicBezTo>
                  <a:cubicBezTo>
                    <a:pt x="1692" y="1472"/>
                    <a:pt x="1751" y="1377"/>
                    <a:pt x="1799" y="1294"/>
                  </a:cubicBezTo>
                  <a:cubicBezTo>
                    <a:pt x="1870" y="1115"/>
                    <a:pt x="1882" y="913"/>
                    <a:pt x="1846" y="722"/>
                  </a:cubicBezTo>
                  <a:cubicBezTo>
                    <a:pt x="1748" y="296"/>
                    <a:pt x="1359" y="0"/>
                    <a:pt x="9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2" name="Google Shape;18502;p141"/>
            <p:cNvSpPr/>
            <p:nvPr/>
          </p:nvSpPr>
          <p:spPr>
            <a:xfrm>
              <a:off x="1889909" y="6570785"/>
              <a:ext cx="158493" cy="149773"/>
            </a:xfrm>
            <a:custGeom>
              <a:avLst/>
              <a:gdLst/>
              <a:ahLst/>
              <a:cxnLst/>
              <a:rect l="l" t="t" r="r" b="b"/>
              <a:pathLst>
                <a:path w="2799" h="2645" extrusionOk="0">
                  <a:moveTo>
                    <a:pt x="1405" y="1"/>
                  </a:moveTo>
                  <a:cubicBezTo>
                    <a:pt x="1322" y="1"/>
                    <a:pt x="1251" y="13"/>
                    <a:pt x="1167" y="37"/>
                  </a:cubicBezTo>
                  <a:cubicBezTo>
                    <a:pt x="453" y="215"/>
                    <a:pt x="0" y="930"/>
                    <a:pt x="179" y="1644"/>
                  </a:cubicBezTo>
                  <a:cubicBezTo>
                    <a:pt x="250" y="1965"/>
                    <a:pt x="465" y="2239"/>
                    <a:pt x="715" y="2418"/>
                  </a:cubicBezTo>
                  <a:cubicBezTo>
                    <a:pt x="786" y="2477"/>
                    <a:pt x="882" y="2513"/>
                    <a:pt x="965" y="2549"/>
                  </a:cubicBezTo>
                  <a:cubicBezTo>
                    <a:pt x="1120" y="2604"/>
                    <a:pt x="1275" y="2644"/>
                    <a:pt x="1441" y="2644"/>
                  </a:cubicBezTo>
                  <a:cubicBezTo>
                    <a:pt x="1491" y="2644"/>
                    <a:pt x="1543" y="2641"/>
                    <a:pt x="1596" y="2632"/>
                  </a:cubicBezTo>
                  <a:cubicBezTo>
                    <a:pt x="1655" y="2632"/>
                    <a:pt x="1715" y="2620"/>
                    <a:pt x="1786" y="2608"/>
                  </a:cubicBezTo>
                  <a:cubicBezTo>
                    <a:pt x="1822" y="2596"/>
                    <a:pt x="1846" y="2596"/>
                    <a:pt x="1882" y="2573"/>
                  </a:cubicBezTo>
                  <a:cubicBezTo>
                    <a:pt x="2322" y="2430"/>
                    <a:pt x="2656" y="2073"/>
                    <a:pt x="2751" y="1644"/>
                  </a:cubicBezTo>
                  <a:cubicBezTo>
                    <a:pt x="2787" y="1537"/>
                    <a:pt x="2787" y="1442"/>
                    <a:pt x="2798" y="1346"/>
                  </a:cubicBezTo>
                  <a:cubicBezTo>
                    <a:pt x="2798" y="1227"/>
                    <a:pt x="2798" y="1120"/>
                    <a:pt x="2775" y="1013"/>
                  </a:cubicBezTo>
                  <a:cubicBezTo>
                    <a:pt x="2632" y="477"/>
                    <a:pt x="2203" y="108"/>
                    <a:pt x="1703" y="13"/>
                  </a:cubicBezTo>
                  <a:cubicBezTo>
                    <a:pt x="1608" y="1"/>
                    <a:pt x="1501" y="1"/>
                    <a:pt x="140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3" name="Google Shape;18503;p141"/>
            <p:cNvSpPr/>
            <p:nvPr/>
          </p:nvSpPr>
          <p:spPr>
            <a:xfrm>
              <a:off x="-66598" y="7476899"/>
              <a:ext cx="58041" cy="54530"/>
            </a:xfrm>
            <a:custGeom>
              <a:avLst/>
              <a:gdLst/>
              <a:ahLst/>
              <a:cxnLst/>
              <a:rect l="l" t="t" r="r" b="b"/>
              <a:pathLst>
                <a:path w="1025" h="963" extrusionOk="0">
                  <a:moveTo>
                    <a:pt x="520" y="1"/>
                  </a:moveTo>
                  <a:cubicBezTo>
                    <a:pt x="486" y="1"/>
                    <a:pt x="452" y="5"/>
                    <a:pt x="417" y="13"/>
                  </a:cubicBezTo>
                  <a:cubicBezTo>
                    <a:pt x="155" y="72"/>
                    <a:pt x="1" y="322"/>
                    <a:pt x="60" y="584"/>
                  </a:cubicBezTo>
                  <a:cubicBezTo>
                    <a:pt x="96" y="799"/>
                    <a:pt x="322" y="953"/>
                    <a:pt x="536" y="953"/>
                  </a:cubicBezTo>
                  <a:cubicBezTo>
                    <a:pt x="554" y="959"/>
                    <a:pt x="572" y="962"/>
                    <a:pt x="587" y="962"/>
                  </a:cubicBezTo>
                  <a:cubicBezTo>
                    <a:pt x="602" y="962"/>
                    <a:pt x="614" y="959"/>
                    <a:pt x="620" y="953"/>
                  </a:cubicBezTo>
                  <a:cubicBezTo>
                    <a:pt x="691" y="941"/>
                    <a:pt x="774" y="894"/>
                    <a:pt x="810" y="846"/>
                  </a:cubicBezTo>
                  <a:cubicBezTo>
                    <a:pt x="953" y="739"/>
                    <a:pt x="1024" y="549"/>
                    <a:pt x="977" y="370"/>
                  </a:cubicBezTo>
                  <a:cubicBezTo>
                    <a:pt x="925" y="154"/>
                    <a:pt x="732" y="1"/>
                    <a:pt x="5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4" name="Google Shape;18504;p141"/>
            <p:cNvSpPr/>
            <p:nvPr/>
          </p:nvSpPr>
          <p:spPr>
            <a:xfrm>
              <a:off x="2202705" y="7797170"/>
              <a:ext cx="77633" cy="55323"/>
            </a:xfrm>
            <a:custGeom>
              <a:avLst/>
              <a:gdLst/>
              <a:ahLst/>
              <a:cxnLst/>
              <a:rect l="l" t="t" r="r" b="b"/>
              <a:pathLst>
                <a:path w="1371" h="977" extrusionOk="0">
                  <a:moveTo>
                    <a:pt x="656" y="0"/>
                  </a:moveTo>
                  <a:cubicBezTo>
                    <a:pt x="620" y="12"/>
                    <a:pt x="584" y="12"/>
                    <a:pt x="537" y="24"/>
                  </a:cubicBezTo>
                  <a:cubicBezTo>
                    <a:pt x="465" y="48"/>
                    <a:pt x="394" y="72"/>
                    <a:pt x="346" y="107"/>
                  </a:cubicBezTo>
                  <a:cubicBezTo>
                    <a:pt x="251" y="143"/>
                    <a:pt x="180" y="227"/>
                    <a:pt x="132" y="310"/>
                  </a:cubicBezTo>
                  <a:cubicBezTo>
                    <a:pt x="49" y="453"/>
                    <a:pt x="1" y="631"/>
                    <a:pt x="49" y="810"/>
                  </a:cubicBezTo>
                  <a:cubicBezTo>
                    <a:pt x="60" y="869"/>
                    <a:pt x="72" y="929"/>
                    <a:pt x="108" y="977"/>
                  </a:cubicBezTo>
                  <a:lnTo>
                    <a:pt x="1263" y="977"/>
                  </a:lnTo>
                  <a:cubicBezTo>
                    <a:pt x="1334" y="846"/>
                    <a:pt x="1370" y="679"/>
                    <a:pt x="1323" y="512"/>
                  </a:cubicBezTo>
                  <a:cubicBezTo>
                    <a:pt x="1275" y="310"/>
                    <a:pt x="1132" y="143"/>
                    <a:pt x="953" y="60"/>
                  </a:cubicBezTo>
                  <a:cubicBezTo>
                    <a:pt x="858" y="12"/>
                    <a:pt x="763" y="0"/>
                    <a:pt x="65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5" name="Google Shape;18505;p141"/>
            <p:cNvSpPr/>
            <p:nvPr/>
          </p:nvSpPr>
          <p:spPr>
            <a:xfrm>
              <a:off x="1603386" y="7218858"/>
              <a:ext cx="73556" cy="75255"/>
            </a:xfrm>
            <a:custGeom>
              <a:avLst/>
              <a:gdLst/>
              <a:ahLst/>
              <a:cxnLst/>
              <a:rect l="l" t="t" r="r" b="b"/>
              <a:pathLst>
                <a:path w="1299" h="1329" extrusionOk="0">
                  <a:moveTo>
                    <a:pt x="660" y="0"/>
                  </a:moveTo>
                  <a:cubicBezTo>
                    <a:pt x="612" y="0"/>
                    <a:pt x="562" y="7"/>
                    <a:pt x="512" y="22"/>
                  </a:cubicBezTo>
                  <a:cubicBezTo>
                    <a:pt x="227" y="69"/>
                    <a:pt x="36" y="319"/>
                    <a:pt x="0" y="593"/>
                  </a:cubicBezTo>
                  <a:cubicBezTo>
                    <a:pt x="0" y="665"/>
                    <a:pt x="0" y="748"/>
                    <a:pt x="12" y="819"/>
                  </a:cubicBezTo>
                  <a:cubicBezTo>
                    <a:pt x="12" y="843"/>
                    <a:pt x="24" y="867"/>
                    <a:pt x="24" y="891"/>
                  </a:cubicBezTo>
                  <a:cubicBezTo>
                    <a:pt x="60" y="986"/>
                    <a:pt x="107" y="1057"/>
                    <a:pt x="167" y="1117"/>
                  </a:cubicBezTo>
                  <a:cubicBezTo>
                    <a:pt x="238" y="1188"/>
                    <a:pt x="310" y="1248"/>
                    <a:pt x="405" y="1284"/>
                  </a:cubicBezTo>
                  <a:cubicBezTo>
                    <a:pt x="477" y="1313"/>
                    <a:pt x="554" y="1328"/>
                    <a:pt x="632" y="1328"/>
                  </a:cubicBezTo>
                  <a:cubicBezTo>
                    <a:pt x="683" y="1328"/>
                    <a:pt x="734" y="1322"/>
                    <a:pt x="786" y="1307"/>
                  </a:cubicBezTo>
                  <a:cubicBezTo>
                    <a:pt x="881" y="1296"/>
                    <a:pt x="965" y="1248"/>
                    <a:pt x="1024" y="1212"/>
                  </a:cubicBezTo>
                  <a:cubicBezTo>
                    <a:pt x="1096" y="1153"/>
                    <a:pt x="1155" y="1081"/>
                    <a:pt x="1203" y="998"/>
                  </a:cubicBezTo>
                  <a:cubicBezTo>
                    <a:pt x="1250" y="915"/>
                    <a:pt x="1274" y="819"/>
                    <a:pt x="1298" y="712"/>
                  </a:cubicBezTo>
                  <a:cubicBezTo>
                    <a:pt x="1298" y="641"/>
                    <a:pt x="1298" y="581"/>
                    <a:pt x="1274" y="510"/>
                  </a:cubicBezTo>
                  <a:cubicBezTo>
                    <a:pt x="1250" y="391"/>
                    <a:pt x="1191" y="272"/>
                    <a:pt x="1108" y="176"/>
                  </a:cubicBezTo>
                  <a:cubicBezTo>
                    <a:pt x="1024" y="105"/>
                    <a:pt x="941" y="57"/>
                    <a:pt x="846" y="34"/>
                  </a:cubicBezTo>
                  <a:cubicBezTo>
                    <a:pt x="790" y="13"/>
                    <a:pt x="727" y="0"/>
                    <a:pt x="6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6" name="Google Shape;18506;p141"/>
            <p:cNvSpPr/>
            <p:nvPr/>
          </p:nvSpPr>
          <p:spPr>
            <a:xfrm>
              <a:off x="1883850" y="7767045"/>
              <a:ext cx="56682" cy="53397"/>
            </a:xfrm>
            <a:custGeom>
              <a:avLst/>
              <a:gdLst/>
              <a:ahLst/>
              <a:cxnLst/>
              <a:rect l="l" t="t" r="r" b="b"/>
              <a:pathLst>
                <a:path w="1001" h="943" extrusionOk="0">
                  <a:moveTo>
                    <a:pt x="468" y="1"/>
                  </a:moveTo>
                  <a:cubicBezTo>
                    <a:pt x="432" y="1"/>
                    <a:pt x="397" y="4"/>
                    <a:pt x="357" y="8"/>
                  </a:cubicBezTo>
                  <a:cubicBezTo>
                    <a:pt x="346" y="8"/>
                    <a:pt x="334" y="20"/>
                    <a:pt x="322" y="20"/>
                  </a:cubicBezTo>
                  <a:cubicBezTo>
                    <a:pt x="227" y="56"/>
                    <a:pt x="155" y="116"/>
                    <a:pt x="96" y="187"/>
                  </a:cubicBezTo>
                  <a:cubicBezTo>
                    <a:pt x="36" y="258"/>
                    <a:pt x="0" y="366"/>
                    <a:pt x="0" y="473"/>
                  </a:cubicBezTo>
                  <a:cubicBezTo>
                    <a:pt x="0" y="497"/>
                    <a:pt x="0" y="544"/>
                    <a:pt x="24" y="580"/>
                  </a:cubicBezTo>
                  <a:cubicBezTo>
                    <a:pt x="78" y="795"/>
                    <a:pt x="287" y="942"/>
                    <a:pt x="512" y="942"/>
                  </a:cubicBezTo>
                  <a:cubicBezTo>
                    <a:pt x="536" y="942"/>
                    <a:pt x="560" y="941"/>
                    <a:pt x="584" y="937"/>
                  </a:cubicBezTo>
                  <a:cubicBezTo>
                    <a:pt x="834" y="878"/>
                    <a:pt x="1000" y="616"/>
                    <a:pt x="941" y="366"/>
                  </a:cubicBezTo>
                  <a:cubicBezTo>
                    <a:pt x="893" y="199"/>
                    <a:pt x="774" y="68"/>
                    <a:pt x="631" y="20"/>
                  </a:cubicBezTo>
                  <a:cubicBezTo>
                    <a:pt x="569" y="6"/>
                    <a:pt x="518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7" name="Google Shape;18507;p141"/>
            <p:cNvSpPr/>
            <p:nvPr/>
          </p:nvSpPr>
          <p:spPr>
            <a:xfrm>
              <a:off x="2154857" y="7293887"/>
              <a:ext cx="58720" cy="53511"/>
            </a:xfrm>
            <a:custGeom>
              <a:avLst/>
              <a:gdLst/>
              <a:ahLst/>
              <a:cxnLst/>
              <a:rect l="l" t="t" r="r" b="b"/>
              <a:pathLst>
                <a:path w="1037" h="945" extrusionOk="0">
                  <a:moveTo>
                    <a:pt x="540" y="1"/>
                  </a:moveTo>
                  <a:cubicBezTo>
                    <a:pt x="499" y="1"/>
                    <a:pt x="458" y="6"/>
                    <a:pt x="417" y="18"/>
                  </a:cubicBezTo>
                  <a:cubicBezTo>
                    <a:pt x="155" y="78"/>
                    <a:pt x="1" y="328"/>
                    <a:pt x="48" y="578"/>
                  </a:cubicBezTo>
                  <a:cubicBezTo>
                    <a:pt x="111" y="806"/>
                    <a:pt x="309" y="944"/>
                    <a:pt x="524" y="944"/>
                  </a:cubicBezTo>
                  <a:cubicBezTo>
                    <a:pt x="556" y="944"/>
                    <a:pt x="588" y="941"/>
                    <a:pt x="620" y="935"/>
                  </a:cubicBezTo>
                  <a:cubicBezTo>
                    <a:pt x="870" y="875"/>
                    <a:pt x="1036" y="625"/>
                    <a:pt x="977" y="375"/>
                  </a:cubicBezTo>
                  <a:cubicBezTo>
                    <a:pt x="927" y="147"/>
                    <a:pt x="744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8" name="Google Shape;18508;p141"/>
            <p:cNvSpPr/>
            <p:nvPr/>
          </p:nvSpPr>
          <p:spPr>
            <a:xfrm>
              <a:off x="784929" y="7344453"/>
              <a:ext cx="55323" cy="53284"/>
            </a:xfrm>
            <a:custGeom>
              <a:avLst/>
              <a:gdLst/>
              <a:ahLst/>
              <a:cxnLst/>
              <a:rect l="l" t="t" r="r" b="b"/>
              <a:pathLst>
                <a:path w="977" h="941" extrusionOk="0">
                  <a:moveTo>
                    <a:pt x="508" y="0"/>
                  </a:moveTo>
                  <a:cubicBezTo>
                    <a:pt x="473" y="0"/>
                    <a:pt x="441" y="6"/>
                    <a:pt x="405" y="18"/>
                  </a:cubicBezTo>
                  <a:cubicBezTo>
                    <a:pt x="357" y="30"/>
                    <a:pt x="322" y="42"/>
                    <a:pt x="286" y="54"/>
                  </a:cubicBezTo>
                  <a:cubicBezTo>
                    <a:pt x="107" y="161"/>
                    <a:pt x="0" y="375"/>
                    <a:pt x="60" y="578"/>
                  </a:cubicBezTo>
                  <a:cubicBezTo>
                    <a:pt x="83" y="673"/>
                    <a:pt x="119" y="744"/>
                    <a:pt x="179" y="804"/>
                  </a:cubicBezTo>
                  <a:cubicBezTo>
                    <a:pt x="262" y="875"/>
                    <a:pt x="345" y="923"/>
                    <a:pt x="453" y="935"/>
                  </a:cubicBezTo>
                  <a:cubicBezTo>
                    <a:pt x="472" y="939"/>
                    <a:pt x="492" y="940"/>
                    <a:pt x="512" y="940"/>
                  </a:cubicBezTo>
                  <a:cubicBezTo>
                    <a:pt x="552" y="940"/>
                    <a:pt x="591" y="935"/>
                    <a:pt x="631" y="935"/>
                  </a:cubicBezTo>
                  <a:cubicBezTo>
                    <a:pt x="750" y="911"/>
                    <a:pt x="834" y="852"/>
                    <a:pt x="893" y="756"/>
                  </a:cubicBezTo>
                  <a:lnTo>
                    <a:pt x="893" y="744"/>
                  </a:lnTo>
                  <a:cubicBezTo>
                    <a:pt x="929" y="697"/>
                    <a:pt x="953" y="625"/>
                    <a:pt x="976" y="542"/>
                  </a:cubicBezTo>
                  <a:cubicBezTo>
                    <a:pt x="976" y="483"/>
                    <a:pt x="976" y="435"/>
                    <a:pt x="953" y="375"/>
                  </a:cubicBezTo>
                  <a:cubicBezTo>
                    <a:pt x="941" y="328"/>
                    <a:pt x="929" y="280"/>
                    <a:pt x="917" y="256"/>
                  </a:cubicBezTo>
                  <a:cubicBezTo>
                    <a:pt x="917" y="232"/>
                    <a:pt x="893" y="221"/>
                    <a:pt x="893" y="209"/>
                  </a:cubicBezTo>
                  <a:cubicBezTo>
                    <a:pt x="834" y="113"/>
                    <a:pt x="762" y="54"/>
                    <a:pt x="655" y="30"/>
                  </a:cubicBezTo>
                  <a:cubicBezTo>
                    <a:pt x="643" y="30"/>
                    <a:pt x="631" y="18"/>
                    <a:pt x="619" y="18"/>
                  </a:cubicBezTo>
                  <a:cubicBezTo>
                    <a:pt x="578" y="6"/>
                    <a:pt x="542" y="0"/>
                    <a:pt x="5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9" name="Google Shape;18509;p141"/>
            <p:cNvSpPr/>
            <p:nvPr/>
          </p:nvSpPr>
          <p:spPr>
            <a:xfrm>
              <a:off x="1977564" y="5832282"/>
              <a:ext cx="80917" cy="74349"/>
            </a:xfrm>
            <a:custGeom>
              <a:avLst/>
              <a:gdLst/>
              <a:ahLst/>
              <a:cxnLst/>
              <a:rect l="l" t="t" r="r" b="b"/>
              <a:pathLst>
                <a:path w="1429" h="1313" extrusionOk="0">
                  <a:moveTo>
                    <a:pt x="738" y="0"/>
                  </a:moveTo>
                  <a:cubicBezTo>
                    <a:pt x="687" y="0"/>
                    <a:pt x="635" y="6"/>
                    <a:pt x="584" y="18"/>
                  </a:cubicBezTo>
                  <a:cubicBezTo>
                    <a:pt x="226" y="101"/>
                    <a:pt x="0" y="458"/>
                    <a:pt x="96" y="827"/>
                  </a:cubicBezTo>
                  <a:cubicBezTo>
                    <a:pt x="119" y="934"/>
                    <a:pt x="167" y="1018"/>
                    <a:pt x="226" y="1089"/>
                  </a:cubicBezTo>
                  <a:cubicBezTo>
                    <a:pt x="298" y="1137"/>
                    <a:pt x="369" y="1196"/>
                    <a:pt x="465" y="1244"/>
                  </a:cubicBezTo>
                  <a:cubicBezTo>
                    <a:pt x="512" y="1268"/>
                    <a:pt x="572" y="1291"/>
                    <a:pt x="631" y="1303"/>
                  </a:cubicBezTo>
                  <a:cubicBezTo>
                    <a:pt x="673" y="1309"/>
                    <a:pt x="718" y="1312"/>
                    <a:pt x="762" y="1312"/>
                  </a:cubicBezTo>
                  <a:cubicBezTo>
                    <a:pt x="807" y="1312"/>
                    <a:pt x="852" y="1309"/>
                    <a:pt x="893" y="1303"/>
                  </a:cubicBezTo>
                  <a:lnTo>
                    <a:pt x="929" y="1303"/>
                  </a:lnTo>
                  <a:cubicBezTo>
                    <a:pt x="965" y="1291"/>
                    <a:pt x="1000" y="1268"/>
                    <a:pt x="1048" y="1256"/>
                  </a:cubicBezTo>
                  <a:cubicBezTo>
                    <a:pt x="1131" y="1208"/>
                    <a:pt x="1203" y="1149"/>
                    <a:pt x="1262" y="1065"/>
                  </a:cubicBezTo>
                  <a:cubicBezTo>
                    <a:pt x="1381" y="910"/>
                    <a:pt x="1429" y="708"/>
                    <a:pt x="1381" y="518"/>
                  </a:cubicBezTo>
                  <a:cubicBezTo>
                    <a:pt x="1320" y="210"/>
                    <a:pt x="1047" y="0"/>
                    <a:pt x="73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0" name="Google Shape;18510;p141"/>
            <p:cNvSpPr/>
            <p:nvPr/>
          </p:nvSpPr>
          <p:spPr>
            <a:xfrm>
              <a:off x="1920260" y="7329900"/>
              <a:ext cx="31031" cy="30691"/>
            </a:xfrm>
            <a:custGeom>
              <a:avLst/>
              <a:gdLst/>
              <a:ahLst/>
              <a:cxnLst/>
              <a:rect l="l" t="t" r="r" b="b"/>
              <a:pathLst>
                <a:path w="548" h="542" extrusionOk="0">
                  <a:moveTo>
                    <a:pt x="276" y="0"/>
                  </a:moveTo>
                  <a:cubicBezTo>
                    <a:pt x="268" y="0"/>
                    <a:pt x="259" y="0"/>
                    <a:pt x="250" y="1"/>
                  </a:cubicBezTo>
                  <a:lnTo>
                    <a:pt x="226" y="1"/>
                  </a:lnTo>
                  <a:cubicBezTo>
                    <a:pt x="72" y="37"/>
                    <a:pt x="0" y="168"/>
                    <a:pt x="12" y="299"/>
                  </a:cubicBezTo>
                  <a:lnTo>
                    <a:pt x="12" y="335"/>
                  </a:lnTo>
                  <a:cubicBezTo>
                    <a:pt x="54" y="461"/>
                    <a:pt x="181" y="541"/>
                    <a:pt x="300" y="541"/>
                  </a:cubicBezTo>
                  <a:cubicBezTo>
                    <a:pt x="315" y="541"/>
                    <a:pt x="331" y="540"/>
                    <a:pt x="346" y="537"/>
                  </a:cubicBezTo>
                  <a:cubicBezTo>
                    <a:pt x="393" y="525"/>
                    <a:pt x="429" y="513"/>
                    <a:pt x="465" y="478"/>
                  </a:cubicBezTo>
                  <a:cubicBezTo>
                    <a:pt x="476" y="466"/>
                    <a:pt x="488" y="454"/>
                    <a:pt x="512" y="418"/>
                  </a:cubicBezTo>
                  <a:cubicBezTo>
                    <a:pt x="536" y="359"/>
                    <a:pt x="548" y="287"/>
                    <a:pt x="536" y="216"/>
                  </a:cubicBezTo>
                  <a:cubicBezTo>
                    <a:pt x="536" y="204"/>
                    <a:pt x="524" y="180"/>
                    <a:pt x="524" y="168"/>
                  </a:cubicBezTo>
                  <a:cubicBezTo>
                    <a:pt x="491" y="69"/>
                    <a:pt x="386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1" name="Google Shape;18511;p141"/>
            <p:cNvSpPr/>
            <p:nvPr/>
          </p:nvSpPr>
          <p:spPr>
            <a:xfrm>
              <a:off x="1382889" y="7588846"/>
              <a:ext cx="31767" cy="30408"/>
            </a:xfrm>
            <a:custGeom>
              <a:avLst/>
              <a:gdLst/>
              <a:ahLst/>
              <a:cxnLst/>
              <a:rect l="l" t="t" r="r" b="b"/>
              <a:pathLst>
                <a:path w="561" h="537" extrusionOk="0">
                  <a:moveTo>
                    <a:pt x="203" y="0"/>
                  </a:moveTo>
                  <a:cubicBezTo>
                    <a:pt x="96" y="24"/>
                    <a:pt x="25" y="107"/>
                    <a:pt x="13" y="191"/>
                  </a:cubicBezTo>
                  <a:lnTo>
                    <a:pt x="13" y="203"/>
                  </a:lnTo>
                  <a:cubicBezTo>
                    <a:pt x="1" y="250"/>
                    <a:pt x="1" y="298"/>
                    <a:pt x="13" y="334"/>
                  </a:cubicBezTo>
                  <a:cubicBezTo>
                    <a:pt x="25" y="417"/>
                    <a:pt x="84" y="477"/>
                    <a:pt x="156" y="500"/>
                  </a:cubicBezTo>
                  <a:cubicBezTo>
                    <a:pt x="194" y="523"/>
                    <a:pt x="233" y="537"/>
                    <a:pt x="277" y="537"/>
                  </a:cubicBezTo>
                  <a:cubicBezTo>
                    <a:pt x="302" y="537"/>
                    <a:pt x="329" y="533"/>
                    <a:pt x="358" y="524"/>
                  </a:cubicBezTo>
                  <a:cubicBezTo>
                    <a:pt x="441" y="500"/>
                    <a:pt x="501" y="453"/>
                    <a:pt x="537" y="369"/>
                  </a:cubicBezTo>
                  <a:cubicBezTo>
                    <a:pt x="549" y="346"/>
                    <a:pt x="561" y="286"/>
                    <a:pt x="549" y="203"/>
                  </a:cubicBezTo>
                  <a:cubicBezTo>
                    <a:pt x="537" y="131"/>
                    <a:pt x="489" y="72"/>
                    <a:pt x="430" y="48"/>
                  </a:cubicBezTo>
                  <a:cubicBezTo>
                    <a:pt x="394" y="24"/>
                    <a:pt x="370" y="12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2" name="Google Shape;18512;p141"/>
            <p:cNvSpPr/>
            <p:nvPr/>
          </p:nvSpPr>
          <p:spPr>
            <a:xfrm>
              <a:off x="1662729" y="7700511"/>
              <a:ext cx="31031" cy="31030"/>
            </a:xfrm>
            <a:custGeom>
              <a:avLst/>
              <a:gdLst/>
              <a:ahLst/>
              <a:cxnLst/>
              <a:rect l="l" t="t" r="r" b="b"/>
              <a:pathLst>
                <a:path w="548" h="548" extrusionOk="0">
                  <a:moveTo>
                    <a:pt x="266" y="1"/>
                  </a:moveTo>
                  <a:cubicBezTo>
                    <a:pt x="249" y="1"/>
                    <a:pt x="232" y="2"/>
                    <a:pt x="214" y="5"/>
                  </a:cubicBezTo>
                  <a:cubicBezTo>
                    <a:pt x="143" y="29"/>
                    <a:pt x="83" y="64"/>
                    <a:pt x="36" y="148"/>
                  </a:cubicBezTo>
                  <a:cubicBezTo>
                    <a:pt x="12" y="195"/>
                    <a:pt x="0" y="279"/>
                    <a:pt x="12" y="338"/>
                  </a:cubicBezTo>
                  <a:cubicBezTo>
                    <a:pt x="33" y="452"/>
                    <a:pt x="152" y="547"/>
                    <a:pt x="276" y="547"/>
                  </a:cubicBezTo>
                  <a:cubicBezTo>
                    <a:pt x="295" y="547"/>
                    <a:pt x="315" y="545"/>
                    <a:pt x="333" y="541"/>
                  </a:cubicBezTo>
                  <a:cubicBezTo>
                    <a:pt x="441" y="517"/>
                    <a:pt x="512" y="445"/>
                    <a:pt x="548" y="338"/>
                  </a:cubicBezTo>
                  <a:lnTo>
                    <a:pt x="548" y="219"/>
                  </a:lnTo>
                  <a:cubicBezTo>
                    <a:pt x="516" y="82"/>
                    <a:pt x="400" y="1"/>
                    <a:pt x="2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3" name="Google Shape;18513;p141"/>
            <p:cNvSpPr/>
            <p:nvPr/>
          </p:nvSpPr>
          <p:spPr>
            <a:xfrm>
              <a:off x="577908" y="7790828"/>
              <a:ext cx="33805" cy="30521"/>
            </a:xfrm>
            <a:custGeom>
              <a:avLst/>
              <a:gdLst/>
              <a:ahLst/>
              <a:cxnLst/>
              <a:rect l="l" t="t" r="r" b="b"/>
              <a:pathLst>
                <a:path w="597" h="539" extrusionOk="0">
                  <a:moveTo>
                    <a:pt x="292" y="1"/>
                  </a:moveTo>
                  <a:cubicBezTo>
                    <a:pt x="275" y="1"/>
                    <a:pt x="257" y="2"/>
                    <a:pt x="239" y="5"/>
                  </a:cubicBezTo>
                  <a:cubicBezTo>
                    <a:pt x="84" y="41"/>
                    <a:pt x="1" y="184"/>
                    <a:pt x="25" y="339"/>
                  </a:cubicBezTo>
                  <a:cubicBezTo>
                    <a:pt x="25" y="350"/>
                    <a:pt x="37" y="362"/>
                    <a:pt x="37" y="362"/>
                  </a:cubicBezTo>
                  <a:cubicBezTo>
                    <a:pt x="76" y="471"/>
                    <a:pt x="172" y="538"/>
                    <a:pt x="285" y="538"/>
                  </a:cubicBezTo>
                  <a:cubicBezTo>
                    <a:pt x="309" y="538"/>
                    <a:pt x="333" y="535"/>
                    <a:pt x="358" y="529"/>
                  </a:cubicBezTo>
                  <a:lnTo>
                    <a:pt x="370" y="529"/>
                  </a:lnTo>
                  <a:cubicBezTo>
                    <a:pt x="501" y="481"/>
                    <a:pt x="596" y="350"/>
                    <a:pt x="549" y="196"/>
                  </a:cubicBezTo>
                  <a:cubicBezTo>
                    <a:pt x="537" y="124"/>
                    <a:pt x="489" y="77"/>
                    <a:pt x="441" y="41"/>
                  </a:cubicBezTo>
                  <a:cubicBezTo>
                    <a:pt x="397" y="14"/>
                    <a:pt x="345" y="1"/>
                    <a:pt x="29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4" name="Google Shape;18514;p141"/>
            <p:cNvSpPr/>
            <p:nvPr/>
          </p:nvSpPr>
          <p:spPr>
            <a:xfrm>
              <a:off x="376323" y="7697170"/>
              <a:ext cx="33126" cy="31030"/>
            </a:xfrm>
            <a:custGeom>
              <a:avLst/>
              <a:gdLst/>
              <a:ahLst/>
              <a:cxnLst/>
              <a:rect l="l" t="t" r="r" b="b"/>
              <a:pathLst>
                <a:path w="585" h="548" extrusionOk="0">
                  <a:moveTo>
                    <a:pt x="276" y="0"/>
                  </a:moveTo>
                  <a:cubicBezTo>
                    <a:pt x="260" y="0"/>
                    <a:pt x="243" y="2"/>
                    <a:pt x="227" y="4"/>
                  </a:cubicBezTo>
                  <a:cubicBezTo>
                    <a:pt x="96" y="40"/>
                    <a:pt x="1" y="171"/>
                    <a:pt x="13" y="302"/>
                  </a:cubicBezTo>
                  <a:lnTo>
                    <a:pt x="13" y="338"/>
                  </a:lnTo>
                  <a:cubicBezTo>
                    <a:pt x="43" y="460"/>
                    <a:pt x="153" y="548"/>
                    <a:pt x="281" y="548"/>
                  </a:cubicBezTo>
                  <a:cubicBezTo>
                    <a:pt x="302" y="548"/>
                    <a:pt x="324" y="545"/>
                    <a:pt x="346" y="540"/>
                  </a:cubicBezTo>
                  <a:cubicBezTo>
                    <a:pt x="370" y="540"/>
                    <a:pt x="406" y="528"/>
                    <a:pt x="418" y="516"/>
                  </a:cubicBezTo>
                  <a:cubicBezTo>
                    <a:pt x="525" y="457"/>
                    <a:pt x="584" y="338"/>
                    <a:pt x="549" y="219"/>
                  </a:cubicBezTo>
                  <a:cubicBezTo>
                    <a:pt x="527" y="81"/>
                    <a:pt x="403" y="0"/>
                    <a:pt x="2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515" name="Google Shape;18515;p141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8516" name="Google Shape;18516;p141"/>
          <p:cNvSpPr txBox="1">
            <a:spLocks noGrp="1"/>
          </p:cNvSpPr>
          <p:nvPr>
            <p:ph type="title"/>
          </p:nvPr>
        </p:nvSpPr>
        <p:spPr>
          <a:xfrm>
            <a:off x="10667933" y="2498800"/>
            <a:ext cx="12387300" cy="3987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endParaRPr/>
          </a:p>
        </p:txBody>
      </p:sp>
      <p:sp>
        <p:nvSpPr>
          <p:cNvPr id="18517" name="Google Shape;18517;p141"/>
          <p:cNvSpPr txBox="1">
            <a:spLocks noGrp="1"/>
          </p:cNvSpPr>
          <p:nvPr>
            <p:ph type="subTitle" idx="1"/>
          </p:nvPr>
        </p:nvSpPr>
        <p:spPr>
          <a:xfrm>
            <a:off x="10668333" y="6868133"/>
            <a:ext cx="11796000" cy="3664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8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19" name="Google Shape;18519;p142"/>
          <p:cNvGrpSpPr/>
          <p:nvPr/>
        </p:nvGrpSpPr>
        <p:grpSpPr>
          <a:xfrm>
            <a:off x="14536344" y="-211"/>
            <a:ext cx="9846715" cy="4657541"/>
            <a:chOff x="2238075" y="1147600"/>
            <a:chExt cx="1906800" cy="901925"/>
          </a:xfrm>
        </p:grpSpPr>
        <p:sp>
          <p:nvSpPr>
            <p:cNvPr id="18520" name="Google Shape;18520;p142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1" name="Google Shape;18521;p142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2" name="Google Shape;18522;p1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3" name="Google Shape;18523;p142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4" name="Google Shape;18524;p142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5" name="Google Shape;18525;p142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6" name="Google Shape;18526;p142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7" name="Google Shape;18527;p142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8" name="Google Shape;18528;p142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9" name="Google Shape;18529;p142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0" name="Google Shape;18530;p142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1" name="Google Shape;18531;p142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2" name="Google Shape;18532;p142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3" name="Google Shape;18533;p142"/>
            <p:cNvSpPr/>
            <p:nvPr/>
          </p:nvSpPr>
          <p:spPr>
            <a:xfrm>
              <a:off x="2238075" y="1147600"/>
              <a:ext cx="52100" cy="36625"/>
            </a:xfrm>
            <a:custGeom>
              <a:avLst/>
              <a:gdLst/>
              <a:ahLst/>
              <a:cxnLst/>
              <a:rect l="l" t="t" r="r" b="b"/>
              <a:pathLst>
                <a:path w="2084" h="1465" extrusionOk="0">
                  <a:moveTo>
                    <a:pt x="0" y="0"/>
                  </a:moveTo>
                  <a:lnTo>
                    <a:pt x="1934" y="1433"/>
                  </a:lnTo>
                  <a:lnTo>
                    <a:pt x="1934" y="1433"/>
                  </a:lnTo>
                  <a:cubicBezTo>
                    <a:pt x="1927" y="1424"/>
                    <a:pt x="1921" y="1414"/>
                    <a:pt x="1917" y="1405"/>
                  </a:cubicBezTo>
                  <a:cubicBezTo>
                    <a:pt x="1881" y="1334"/>
                    <a:pt x="1929" y="1250"/>
                    <a:pt x="2012" y="1227"/>
                  </a:cubicBezTo>
                  <a:lnTo>
                    <a:pt x="2084" y="1191"/>
                  </a:lnTo>
                  <a:lnTo>
                    <a:pt x="476" y="0"/>
                  </a:lnTo>
                  <a:close/>
                  <a:moveTo>
                    <a:pt x="1934" y="1433"/>
                  </a:moveTo>
                  <a:lnTo>
                    <a:pt x="1934" y="1433"/>
                  </a:lnTo>
                  <a:cubicBezTo>
                    <a:pt x="1946" y="1450"/>
                    <a:pt x="1961" y="1465"/>
                    <a:pt x="1977" y="1465"/>
                  </a:cubicBezTo>
                  <a:lnTo>
                    <a:pt x="1934" y="143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4" name="Google Shape;18534;p142"/>
            <p:cNvSpPr/>
            <p:nvPr/>
          </p:nvSpPr>
          <p:spPr>
            <a:xfrm>
              <a:off x="2285400" y="1148200"/>
              <a:ext cx="114625" cy="37225"/>
            </a:xfrm>
            <a:custGeom>
              <a:avLst/>
              <a:gdLst/>
              <a:ahLst/>
              <a:cxnLst/>
              <a:rect l="l" t="t" r="r" b="b"/>
              <a:pathLst>
                <a:path w="4585" h="1489" extrusionOk="0">
                  <a:moveTo>
                    <a:pt x="3703" y="0"/>
                  </a:moveTo>
                  <a:lnTo>
                    <a:pt x="191" y="1191"/>
                  </a:lnTo>
                  <a:lnTo>
                    <a:pt x="119" y="1214"/>
                  </a:lnTo>
                  <a:cubicBezTo>
                    <a:pt x="36" y="1250"/>
                    <a:pt x="0" y="1322"/>
                    <a:pt x="24" y="1393"/>
                  </a:cubicBezTo>
                  <a:cubicBezTo>
                    <a:pt x="36" y="1429"/>
                    <a:pt x="60" y="1441"/>
                    <a:pt x="72" y="1464"/>
                  </a:cubicBezTo>
                  <a:cubicBezTo>
                    <a:pt x="84" y="1464"/>
                    <a:pt x="84" y="1488"/>
                    <a:pt x="95" y="1488"/>
                  </a:cubicBezTo>
                  <a:lnTo>
                    <a:pt x="203" y="1488"/>
                  </a:lnTo>
                  <a:lnTo>
                    <a:pt x="458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5" name="Google Shape;18535;p142"/>
            <p:cNvSpPr/>
            <p:nvPr/>
          </p:nvSpPr>
          <p:spPr>
            <a:xfrm>
              <a:off x="2466075" y="1148200"/>
              <a:ext cx="82475" cy="241125"/>
            </a:xfrm>
            <a:custGeom>
              <a:avLst/>
              <a:gdLst/>
              <a:ahLst/>
              <a:cxnLst/>
              <a:rect l="l" t="t" r="r" b="b"/>
              <a:pathLst>
                <a:path w="3299" h="9645" extrusionOk="0">
                  <a:moveTo>
                    <a:pt x="0" y="0"/>
                  </a:moveTo>
                  <a:lnTo>
                    <a:pt x="3036" y="9644"/>
                  </a:lnTo>
                  <a:cubicBezTo>
                    <a:pt x="3099" y="9592"/>
                    <a:pt x="3188" y="9558"/>
                    <a:pt x="3265" y="9558"/>
                  </a:cubicBezTo>
                  <a:cubicBezTo>
                    <a:pt x="3276" y="9558"/>
                    <a:pt x="3288" y="9559"/>
                    <a:pt x="3298" y="9561"/>
                  </a:cubicBezTo>
                  <a:lnTo>
                    <a:pt x="29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6" name="Google Shape;18536;p142"/>
            <p:cNvSpPr/>
            <p:nvPr/>
          </p:nvSpPr>
          <p:spPr>
            <a:xfrm>
              <a:off x="2550300" y="1148200"/>
              <a:ext cx="104500" cy="242000"/>
            </a:xfrm>
            <a:custGeom>
              <a:avLst/>
              <a:gdLst/>
              <a:ahLst/>
              <a:cxnLst/>
              <a:rect l="l" t="t" r="r" b="b"/>
              <a:pathLst>
                <a:path w="4180" h="9680" extrusionOk="0">
                  <a:moveTo>
                    <a:pt x="3870" y="0"/>
                  </a:moveTo>
                  <a:lnTo>
                    <a:pt x="1" y="9549"/>
                  </a:lnTo>
                  <a:lnTo>
                    <a:pt x="13" y="9549"/>
                  </a:lnTo>
                  <a:cubicBezTo>
                    <a:pt x="120" y="9561"/>
                    <a:pt x="191" y="9608"/>
                    <a:pt x="251" y="9680"/>
                  </a:cubicBezTo>
                  <a:lnTo>
                    <a:pt x="418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7" name="Google Shape;18537;p142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8" name="Google Shape;18538;p142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9" name="Google Shape;18539;p142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0" name="Google Shape;18540;p142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1" name="Google Shape;18541;p142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2" name="Google Shape;18542;p142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3" name="Google Shape;18543;p142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4" name="Google Shape;18544;p142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5" name="Google Shape;18545;p142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6" name="Google Shape;18546;p142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7" name="Google Shape;18547;p142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8" name="Google Shape;18548;p142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9" name="Google Shape;18549;p142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0" name="Google Shape;18550;p142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1" name="Google Shape;18551;p142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2" name="Google Shape;18552;p142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3" name="Google Shape;18553;p142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4" name="Google Shape;18554;p142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5" name="Google Shape;18555;p142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6" name="Google Shape;18556;p142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7" name="Google Shape;18557;p142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8" name="Google Shape;18558;p142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9" name="Google Shape;18559;p142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0" name="Google Shape;18560;p142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1" name="Google Shape;18561;p142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2" name="Google Shape;18562;p142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3" name="Google Shape;18563;p142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4" name="Google Shape;18564;p142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5" name="Google Shape;18565;p142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6" name="Google Shape;18566;p142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7" name="Google Shape;18567;p142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8" name="Google Shape;18568;p142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9" name="Google Shape;18569;p142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0" name="Google Shape;18570;p142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1" name="Google Shape;18571;p142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2" name="Google Shape;18572;p142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3" name="Google Shape;18573;p142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4" name="Google Shape;18574;p142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5" name="Google Shape;18575;p142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6" name="Google Shape;18576;p142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7" name="Google Shape;18577;p142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8" name="Google Shape;18578;p142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9" name="Google Shape;18579;p142"/>
            <p:cNvSpPr/>
            <p:nvPr/>
          </p:nvSpPr>
          <p:spPr>
            <a:xfrm>
              <a:off x="2536325" y="1386900"/>
              <a:ext cx="23825" cy="22275"/>
            </a:xfrm>
            <a:custGeom>
              <a:avLst/>
              <a:gdLst/>
              <a:ahLst/>
              <a:cxnLst/>
              <a:rect l="l" t="t" r="r" b="b"/>
              <a:pathLst>
                <a:path w="953" h="891" extrusionOk="0">
                  <a:moveTo>
                    <a:pt x="512" y="1"/>
                  </a:moveTo>
                  <a:cubicBezTo>
                    <a:pt x="405" y="1"/>
                    <a:pt x="322" y="25"/>
                    <a:pt x="238" y="72"/>
                  </a:cubicBezTo>
                  <a:cubicBezTo>
                    <a:pt x="143" y="132"/>
                    <a:pt x="84" y="239"/>
                    <a:pt x="48" y="358"/>
                  </a:cubicBezTo>
                  <a:cubicBezTo>
                    <a:pt x="0" y="596"/>
                    <a:pt x="167" y="834"/>
                    <a:pt x="405" y="882"/>
                  </a:cubicBezTo>
                  <a:cubicBezTo>
                    <a:pt x="432" y="887"/>
                    <a:pt x="460" y="890"/>
                    <a:pt x="487" y="890"/>
                  </a:cubicBezTo>
                  <a:cubicBezTo>
                    <a:pt x="696" y="890"/>
                    <a:pt x="887" y="735"/>
                    <a:pt x="929" y="525"/>
                  </a:cubicBezTo>
                  <a:cubicBezTo>
                    <a:pt x="953" y="370"/>
                    <a:pt x="917" y="227"/>
                    <a:pt x="810" y="120"/>
                  </a:cubicBezTo>
                  <a:cubicBezTo>
                    <a:pt x="750" y="72"/>
                    <a:pt x="655" y="37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0" name="Google Shape;18580;p142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1" name="Google Shape;18581;p142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2" name="Google Shape;18582;p142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3" name="Google Shape;18583;p142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4" name="Google Shape;18584;p142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5" name="Google Shape;18585;p142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6" name="Google Shape;18586;p142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587" name="Google Shape;18587;p142"/>
          <p:cNvSpPr txBox="1">
            <a:spLocks noGrp="1"/>
          </p:cNvSpPr>
          <p:nvPr>
            <p:ph type="title"/>
          </p:nvPr>
        </p:nvSpPr>
        <p:spPr>
          <a:xfrm>
            <a:off x="2049933" y="6143200"/>
            <a:ext cx="10905600" cy="5892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grpSp>
        <p:nvGrpSpPr>
          <p:cNvPr id="18588" name="Google Shape;18588;p142"/>
          <p:cNvGrpSpPr/>
          <p:nvPr/>
        </p:nvGrpSpPr>
        <p:grpSpPr>
          <a:xfrm rot="10800000">
            <a:off x="-33" y="-7"/>
            <a:ext cx="10510959" cy="2725215"/>
            <a:chOff x="2582150" y="3714800"/>
            <a:chExt cx="2689050" cy="697200"/>
          </a:xfrm>
        </p:grpSpPr>
        <p:sp>
          <p:nvSpPr>
            <p:cNvPr id="18589" name="Google Shape;18589;p14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0" name="Google Shape;18590;p14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1" name="Google Shape;18591;p14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2" name="Google Shape;18592;p14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3" name="Google Shape;18593;p14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4" name="Google Shape;18594;p14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5" name="Google Shape;18595;p14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6" name="Google Shape;18596;p14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7" name="Google Shape;18597;p14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8" name="Google Shape;18598;p14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9" name="Google Shape;18599;p14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0" name="Google Shape;18600;p14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1" name="Google Shape;18601;p14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2" name="Google Shape;18602;p14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3" name="Google Shape;18603;p14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4" name="Google Shape;18604;p14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5" name="Google Shape;18605;p14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6" name="Google Shape;18606;p14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7" name="Google Shape;18607;p14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8" name="Google Shape;18608;p14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9" name="Google Shape;18609;p14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0" name="Google Shape;18610;p14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1" name="Google Shape;18611;p14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2" name="Google Shape;18612;p14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3" name="Google Shape;18613;p14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4" name="Google Shape;18614;p14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5" name="Google Shape;18615;p14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6" name="Google Shape;18616;p14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7" name="Google Shape;18617;p14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8" name="Google Shape;18618;p14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9" name="Google Shape;18619;p14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0" name="Google Shape;18620;p14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1" name="Google Shape;18621;p14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2" name="Google Shape;18622;p14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3" name="Google Shape;18623;p14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4" name="Google Shape;18624;p14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5" name="Google Shape;18625;p14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6" name="Google Shape;18626;p14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7" name="Google Shape;18627;p14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8" name="Google Shape;18628;p14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9" name="Google Shape;18629;p14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0" name="Google Shape;18630;p14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1" name="Google Shape;18631;p14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2" name="Google Shape;18632;p14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3" name="Google Shape;18633;p14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4" name="Google Shape;18634;p14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5" name="Google Shape;18635;p14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6" name="Google Shape;18636;p14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7" name="Google Shape;18637;p14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8" name="Google Shape;18638;p14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9" name="Google Shape;18639;p14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0" name="Google Shape;18640;p14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1" name="Google Shape;18641;p14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2" name="Google Shape;18642;p14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3" name="Google Shape;18643;p14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4" name="Google Shape;18644;p14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5" name="Google Shape;18645;p14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6" name="Google Shape;18646;p14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7" name="Google Shape;18647;p14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8" name="Google Shape;18648;p14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8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0" name="Google Shape;18650;p14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8651" name="Google Shape;18651;p143"/>
          <p:cNvSpPr txBox="1">
            <a:spLocks noGrp="1"/>
          </p:cNvSpPr>
          <p:nvPr>
            <p:ph type="title" hasCustomPrompt="1"/>
          </p:nvPr>
        </p:nvSpPr>
        <p:spPr>
          <a:xfrm>
            <a:off x="2735200" y="3763450"/>
            <a:ext cx="18913500" cy="47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3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r>
              <a:t>xx%</a:t>
            </a:r>
          </a:p>
        </p:txBody>
      </p:sp>
      <p:sp>
        <p:nvSpPr>
          <p:cNvPr id="18652" name="Google Shape;18652;p143"/>
          <p:cNvSpPr txBox="1">
            <a:spLocks noGrp="1"/>
          </p:cNvSpPr>
          <p:nvPr>
            <p:ph type="subTitle" idx="1"/>
          </p:nvPr>
        </p:nvSpPr>
        <p:spPr>
          <a:xfrm>
            <a:off x="3423800" y="8626950"/>
            <a:ext cx="17535900" cy="1325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51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grpSp>
        <p:nvGrpSpPr>
          <p:cNvPr id="18653" name="Google Shape;18653;p143"/>
          <p:cNvGrpSpPr/>
          <p:nvPr/>
        </p:nvGrpSpPr>
        <p:grpSpPr>
          <a:xfrm rot="10800000" flipH="1">
            <a:off x="13697511" y="8740017"/>
            <a:ext cx="10765575" cy="4182143"/>
            <a:chOff x="874500" y="1324100"/>
            <a:chExt cx="2298225" cy="892800"/>
          </a:xfrm>
        </p:grpSpPr>
        <p:sp>
          <p:nvSpPr>
            <p:cNvPr id="18654" name="Google Shape;18654;p143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5" name="Google Shape;18655;p143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6" name="Google Shape;18656;p143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7" name="Google Shape;18657;p143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8" name="Google Shape;18658;p143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9" name="Google Shape;18659;p143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0" name="Google Shape;18660;p143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1" name="Google Shape;18661;p143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2" name="Google Shape;18662;p143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3" name="Google Shape;18663;p143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4" name="Google Shape;18664;p143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5" name="Google Shape;18665;p143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6" name="Google Shape;18666;p143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7" name="Google Shape;18667;p143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8" name="Google Shape;18668;p143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9" name="Google Shape;18669;p143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0" name="Google Shape;18670;p143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1" name="Google Shape;18671;p143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2" name="Google Shape;18672;p143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3" name="Google Shape;18673;p143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4" name="Google Shape;18674;p143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5" name="Google Shape;18675;p143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6" name="Google Shape;18676;p143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7" name="Google Shape;18677;p143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8" name="Google Shape;18678;p143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9" name="Google Shape;18679;p143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0" name="Google Shape;18680;p143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1" name="Google Shape;18681;p143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2" name="Google Shape;18682;p143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3" name="Google Shape;18683;p143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4" name="Google Shape;18684;p143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5" name="Google Shape;18685;p143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6" name="Google Shape;18686;p143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7" name="Google Shape;18687;p143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8" name="Google Shape;18688;p143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9" name="Google Shape;18689;p143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0" name="Google Shape;18690;p143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1" name="Google Shape;18691;p143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2" name="Google Shape;18692;p143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3" name="Google Shape;18693;p143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4" name="Google Shape;18694;p143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5" name="Google Shape;18695;p143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6" name="Google Shape;18696;p143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7" name="Google Shape;18697;p143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8" name="Google Shape;18698;p143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9" name="Google Shape;18699;p143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0" name="Google Shape;18700;p143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1" name="Google Shape;18701;p143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2" name="Google Shape;18702;p143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3" name="Google Shape;18703;p143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4" name="Google Shape;18704;p143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5" name="Google Shape;18705;p143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6" name="Google Shape;18706;p143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7" name="Google Shape;18707;p143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8" name="Google Shape;18708;p143"/>
          <p:cNvGrpSpPr/>
          <p:nvPr/>
        </p:nvGrpSpPr>
        <p:grpSpPr>
          <a:xfrm flipH="1">
            <a:off x="127" y="13"/>
            <a:ext cx="10765575" cy="4182143"/>
            <a:chOff x="874500" y="1324100"/>
            <a:chExt cx="2298225" cy="892800"/>
          </a:xfrm>
        </p:grpSpPr>
        <p:sp>
          <p:nvSpPr>
            <p:cNvPr id="18709" name="Google Shape;18709;p143"/>
            <p:cNvSpPr/>
            <p:nvPr/>
          </p:nvSpPr>
          <p:spPr>
            <a:xfrm>
              <a:off x="3108700" y="1324100"/>
              <a:ext cx="64025" cy="42300"/>
            </a:xfrm>
            <a:custGeom>
              <a:avLst/>
              <a:gdLst/>
              <a:ahLst/>
              <a:cxnLst/>
              <a:rect l="l" t="t" r="r" b="b"/>
              <a:pathLst>
                <a:path w="2561" h="1692" extrusionOk="0">
                  <a:moveTo>
                    <a:pt x="1918" y="1"/>
                  </a:moveTo>
                  <a:lnTo>
                    <a:pt x="1918" y="12"/>
                  </a:lnTo>
                  <a:lnTo>
                    <a:pt x="25" y="1334"/>
                  </a:lnTo>
                  <a:lnTo>
                    <a:pt x="1" y="1417"/>
                  </a:lnTo>
                  <a:cubicBezTo>
                    <a:pt x="72" y="1489"/>
                    <a:pt x="132" y="1572"/>
                    <a:pt x="156" y="1691"/>
                  </a:cubicBezTo>
                  <a:lnTo>
                    <a:pt x="25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0" name="Google Shape;18710;p143"/>
            <p:cNvSpPr/>
            <p:nvPr/>
          </p:nvSpPr>
          <p:spPr>
            <a:xfrm>
              <a:off x="3100375" y="1324400"/>
              <a:ext cx="24425" cy="35450"/>
            </a:xfrm>
            <a:custGeom>
              <a:avLst/>
              <a:gdLst/>
              <a:ahLst/>
              <a:cxnLst/>
              <a:rect l="l" t="t" r="r" b="b"/>
              <a:pathLst>
                <a:path w="977" h="1418" extrusionOk="0">
                  <a:moveTo>
                    <a:pt x="572" y="0"/>
                  </a:moveTo>
                  <a:lnTo>
                    <a:pt x="1" y="1263"/>
                  </a:lnTo>
                  <a:cubicBezTo>
                    <a:pt x="120" y="1286"/>
                    <a:pt x="239" y="1346"/>
                    <a:pt x="334" y="1417"/>
                  </a:cubicBezTo>
                  <a:lnTo>
                    <a:pt x="358" y="1346"/>
                  </a:lnTo>
                  <a:lnTo>
                    <a:pt x="977" y="12"/>
                  </a:lnTo>
                  <a:lnTo>
                    <a:pt x="572" y="12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1" name="Google Shape;18711;p143"/>
            <p:cNvSpPr/>
            <p:nvPr/>
          </p:nvSpPr>
          <p:spPr>
            <a:xfrm>
              <a:off x="2658050" y="1324100"/>
              <a:ext cx="77725" cy="101225"/>
            </a:xfrm>
            <a:custGeom>
              <a:avLst/>
              <a:gdLst/>
              <a:ahLst/>
              <a:cxnLst/>
              <a:rect l="l" t="t" r="r" b="b"/>
              <a:pathLst>
                <a:path w="3109" h="4049" extrusionOk="0">
                  <a:moveTo>
                    <a:pt x="2668" y="1"/>
                  </a:moveTo>
                  <a:lnTo>
                    <a:pt x="1" y="3834"/>
                  </a:lnTo>
                  <a:cubicBezTo>
                    <a:pt x="120" y="3894"/>
                    <a:pt x="227" y="3953"/>
                    <a:pt x="298" y="4049"/>
                  </a:cubicBezTo>
                  <a:lnTo>
                    <a:pt x="3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2" name="Google Shape;18712;p143"/>
            <p:cNvSpPr/>
            <p:nvPr/>
          </p:nvSpPr>
          <p:spPr>
            <a:xfrm>
              <a:off x="3039950" y="1324100"/>
              <a:ext cx="46750" cy="37525"/>
            </a:xfrm>
            <a:custGeom>
              <a:avLst/>
              <a:gdLst/>
              <a:ahLst/>
              <a:cxnLst/>
              <a:rect l="l" t="t" r="r" b="b"/>
              <a:pathLst>
                <a:path w="1870" h="1501" extrusionOk="0">
                  <a:moveTo>
                    <a:pt x="1" y="1"/>
                  </a:moveTo>
                  <a:lnTo>
                    <a:pt x="1" y="12"/>
                  </a:lnTo>
                  <a:lnTo>
                    <a:pt x="1144" y="1239"/>
                  </a:lnTo>
                  <a:lnTo>
                    <a:pt x="1870" y="1501"/>
                  </a:lnTo>
                  <a:lnTo>
                    <a:pt x="1870" y="1489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3" name="Google Shape;18713;p143"/>
            <p:cNvSpPr/>
            <p:nvPr/>
          </p:nvSpPr>
          <p:spPr>
            <a:xfrm>
              <a:off x="3095625" y="1382750"/>
              <a:ext cx="10725" cy="6125"/>
            </a:xfrm>
            <a:custGeom>
              <a:avLst/>
              <a:gdLst/>
              <a:ahLst/>
              <a:cxnLst/>
              <a:rect l="l" t="t" r="r" b="b"/>
              <a:pathLst>
                <a:path w="429" h="245" extrusionOk="0">
                  <a:moveTo>
                    <a:pt x="405" y="0"/>
                  </a:moveTo>
                  <a:lnTo>
                    <a:pt x="405" y="0"/>
                  </a:lnTo>
                  <a:cubicBezTo>
                    <a:pt x="357" y="36"/>
                    <a:pt x="298" y="48"/>
                    <a:pt x="250" y="60"/>
                  </a:cubicBezTo>
                  <a:cubicBezTo>
                    <a:pt x="214" y="72"/>
                    <a:pt x="176" y="78"/>
                    <a:pt x="134" y="78"/>
                  </a:cubicBezTo>
                  <a:cubicBezTo>
                    <a:pt x="92" y="78"/>
                    <a:pt x="48" y="72"/>
                    <a:pt x="0" y="60"/>
                  </a:cubicBezTo>
                  <a:lnTo>
                    <a:pt x="0" y="60"/>
                  </a:lnTo>
                  <a:lnTo>
                    <a:pt x="107" y="179"/>
                  </a:lnTo>
                  <a:cubicBezTo>
                    <a:pt x="139" y="224"/>
                    <a:pt x="189" y="245"/>
                    <a:pt x="239" y="245"/>
                  </a:cubicBezTo>
                  <a:cubicBezTo>
                    <a:pt x="282" y="245"/>
                    <a:pt x="324" y="230"/>
                    <a:pt x="357" y="203"/>
                  </a:cubicBezTo>
                  <a:cubicBezTo>
                    <a:pt x="417" y="155"/>
                    <a:pt x="429" y="60"/>
                    <a:pt x="40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4" name="Google Shape;18714;p143"/>
            <p:cNvSpPr/>
            <p:nvPr/>
          </p:nvSpPr>
          <p:spPr>
            <a:xfrm>
              <a:off x="2519350" y="1324100"/>
              <a:ext cx="119375" cy="105400"/>
            </a:xfrm>
            <a:custGeom>
              <a:avLst/>
              <a:gdLst/>
              <a:ahLst/>
              <a:cxnLst/>
              <a:rect l="l" t="t" r="r" b="b"/>
              <a:pathLst>
                <a:path w="4775" h="4216" extrusionOk="0">
                  <a:moveTo>
                    <a:pt x="1" y="1"/>
                  </a:moveTo>
                  <a:lnTo>
                    <a:pt x="4477" y="4180"/>
                  </a:lnTo>
                  <a:lnTo>
                    <a:pt x="4549" y="4215"/>
                  </a:lnTo>
                  <a:cubicBezTo>
                    <a:pt x="4608" y="4108"/>
                    <a:pt x="4692" y="4037"/>
                    <a:pt x="4775" y="3953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5" name="Google Shape;18715;p143"/>
            <p:cNvSpPr/>
            <p:nvPr/>
          </p:nvSpPr>
          <p:spPr>
            <a:xfrm>
              <a:off x="2959575" y="1324400"/>
              <a:ext cx="127425" cy="44675"/>
            </a:xfrm>
            <a:custGeom>
              <a:avLst/>
              <a:gdLst/>
              <a:ahLst/>
              <a:cxnLst/>
              <a:rect l="l" t="t" r="r" b="b"/>
              <a:pathLst>
                <a:path w="5097" h="1787" extrusionOk="0">
                  <a:moveTo>
                    <a:pt x="1" y="0"/>
                  </a:moveTo>
                  <a:lnTo>
                    <a:pt x="4847" y="1786"/>
                  </a:lnTo>
                  <a:lnTo>
                    <a:pt x="5001" y="1763"/>
                  </a:lnTo>
                  <a:cubicBezTo>
                    <a:pt x="5013" y="1655"/>
                    <a:pt x="5037" y="1560"/>
                    <a:pt x="5097" y="1489"/>
                  </a:cubicBezTo>
                  <a:lnTo>
                    <a:pt x="4370" y="1227"/>
                  </a:lnTo>
                  <a:lnTo>
                    <a:pt x="10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6" name="Google Shape;18716;p143"/>
            <p:cNvSpPr/>
            <p:nvPr/>
          </p:nvSpPr>
          <p:spPr>
            <a:xfrm>
              <a:off x="2669975" y="1368450"/>
              <a:ext cx="416425" cy="72950"/>
            </a:xfrm>
            <a:custGeom>
              <a:avLst/>
              <a:gdLst/>
              <a:ahLst/>
              <a:cxnLst/>
              <a:rect l="l" t="t" r="r" b="b"/>
              <a:pathLst>
                <a:path w="16657" h="2918" extrusionOk="0">
                  <a:moveTo>
                    <a:pt x="16585" y="1"/>
                  </a:moveTo>
                  <a:lnTo>
                    <a:pt x="16419" y="24"/>
                  </a:lnTo>
                  <a:lnTo>
                    <a:pt x="0" y="2560"/>
                  </a:lnTo>
                  <a:cubicBezTo>
                    <a:pt x="12" y="2584"/>
                    <a:pt x="12" y="2620"/>
                    <a:pt x="36" y="2644"/>
                  </a:cubicBezTo>
                  <a:cubicBezTo>
                    <a:pt x="60" y="2739"/>
                    <a:pt x="60" y="2822"/>
                    <a:pt x="60" y="2918"/>
                  </a:cubicBezTo>
                  <a:lnTo>
                    <a:pt x="16657" y="358"/>
                  </a:lnTo>
                  <a:cubicBezTo>
                    <a:pt x="16621" y="310"/>
                    <a:pt x="16609" y="251"/>
                    <a:pt x="16597" y="203"/>
                  </a:cubicBezTo>
                  <a:cubicBezTo>
                    <a:pt x="16585" y="132"/>
                    <a:pt x="16585" y="72"/>
                    <a:pt x="1658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7" name="Google Shape;18717;p143"/>
            <p:cNvSpPr/>
            <p:nvPr/>
          </p:nvSpPr>
          <p:spPr>
            <a:xfrm>
              <a:off x="2464575" y="1378875"/>
              <a:ext cx="629275" cy="804275"/>
            </a:xfrm>
            <a:custGeom>
              <a:avLst/>
              <a:gdLst/>
              <a:ahLst/>
              <a:cxnLst/>
              <a:rect l="l" t="t" r="r" b="b"/>
              <a:pathLst>
                <a:path w="25171" h="32171" extrusionOk="0">
                  <a:moveTo>
                    <a:pt x="24885" y="0"/>
                  </a:moveTo>
                  <a:lnTo>
                    <a:pt x="1" y="31945"/>
                  </a:lnTo>
                  <a:cubicBezTo>
                    <a:pt x="108" y="31992"/>
                    <a:pt x="203" y="32064"/>
                    <a:pt x="287" y="32171"/>
                  </a:cubicBezTo>
                  <a:lnTo>
                    <a:pt x="25171" y="203"/>
                  </a:lnTo>
                  <a:cubicBezTo>
                    <a:pt x="25063" y="155"/>
                    <a:pt x="24956" y="84"/>
                    <a:pt x="2488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8" name="Google Shape;18718;p143"/>
            <p:cNvSpPr/>
            <p:nvPr/>
          </p:nvSpPr>
          <p:spPr>
            <a:xfrm>
              <a:off x="2489575" y="1454775"/>
              <a:ext cx="155400" cy="285775"/>
            </a:xfrm>
            <a:custGeom>
              <a:avLst/>
              <a:gdLst/>
              <a:ahLst/>
              <a:cxnLst/>
              <a:rect l="l" t="t" r="r" b="b"/>
              <a:pathLst>
                <a:path w="6216" h="11431" extrusionOk="0">
                  <a:moveTo>
                    <a:pt x="5906" y="0"/>
                  </a:moveTo>
                  <a:lnTo>
                    <a:pt x="1" y="11264"/>
                  </a:lnTo>
                  <a:cubicBezTo>
                    <a:pt x="120" y="11311"/>
                    <a:pt x="227" y="11371"/>
                    <a:pt x="322" y="11430"/>
                  </a:cubicBezTo>
                  <a:lnTo>
                    <a:pt x="6216" y="179"/>
                  </a:lnTo>
                  <a:cubicBezTo>
                    <a:pt x="6097" y="143"/>
                    <a:pt x="6002" y="84"/>
                    <a:pt x="5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9" name="Google Shape;18719;p143"/>
            <p:cNvSpPr/>
            <p:nvPr/>
          </p:nvSpPr>
          <p:spPr>
            <a:xfrm>
              <a:off x="2481850" y="1387200"/>
              <a:ext cx="1500" cy="2400"/>
            </a:xfrm>
            <a:custGeom>
              <a:avLst/>
              <a:gdLst/>
              <a:ahLst/>
              <a:cxnLst/>
              <a:rect l="l" t="t" r="r" b="b"/>
              <a:pathLst>
                <a:path w="60" h="96" extrusionOk="0">
                  <a:moveTo>
                    <a:pt x="0" y="1"/>
                  </a:moveTo>
                  <a:lnTo>
                    <a:pt x="0" y="96"/>
                  </a:lnTo>
                  <a:cubicBezTo>
                    <a:pt x="24" y="60"/>
                    <a:pt x="36" y="36"/>
                    <a:pt x="60" y="2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0" name="Google Shape;18720;p143"/>
            <p:cNvSpPr/>
            <p:nvPr/>
          </p:nvSpPr>
          <p:spPr>
            <a:xfrm>
              <a:off x="2482450" y="1324400"/>
              <a:ext cx="12225" cy="56575"/>
            </a:xfrm>
            <a:custGeom>
              <a:avLst/>
              <a:gdLst/>
              <a:ahLst/>
              <a:cxnLst/>
              <a:rect l="l" t="t" r="r" b="b"/>
              <a:pathLst>
                <a:path w="489" h="2263" extrusionOk="0">
                  <a:moveTo>
                    <a:pt x="131" y="0"/>
                  </a:moveTo>
                  <a:lnTo>
                    <a:pt x="0" y="2132"/>
                  </a:lnTo>
                  <a:lnTo>
                    <a:pt x="357" y="2263"/>
                  </a:lnTo>
                  <a:lnTo>
                    <a:pt x="48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1" name="Google Shape;18721;p143"/>
            <p:cNvSpPr/>
            <p:nvPr/>
          </p:nvSpPr>
          <p:spPr>
            <a:xfrm>
              <a:off x="2461300" y="1397025"/>
              <a:ext cx="28600" cy="338450"/>
            </a:xfrm>
            <a:custGeom>
              <a:avLst/>
              <a:gdLst/>
              <a:ahLst/>
              <a:cxnLst/>
              <a:rect l="l" t="t" r="r" b="b"/>
              <a:pathLst>
                <a:path w="1144" h="13538" extrusionOk="0">
                  <a:moveTo>
                    <a:pt x="799" y="1"/>
                  </a:moveTo>
                  <a:lnTo>
                    <a:pt x="1" y="13455"/>
                  </a:lnTo>
                  <a:cubicBezTo>
                    <a:pt x="1" y="13478"/>
                    <a:pt x="1" y="13514"/>
                    <a:pt x="13" y="13538"/>
                  </a:cubicBezTo>
                  <a:cubicBezTo>
                    <a:pt x="60" y="13526"/>
                    <a:pt x="84" y="13514"/>
                    <a:pt x="132" y="13514"/>
                  </a:cubicBezTo>
                  <a:lnTo>
                    <a:pt x="358" y="13467"/>
                  </a:lnTo>
                  <a:lnTo>
                    <a:pt x="1144" y="203"/>
                  </a:lnTo>
                  <a:lnTo>
                    <a:pt x="1144" y="203"/>
                  </a:lnTo>
                  <a:cubicBezTo>
                    <a:pt x="1129" y="206"/>
                    <a:pt x="1114" y="207"/>
                    <a:pt x="1098" y="207"/>
                  </a:cubicBezTo>
                  <a:cubicBezTo>
                    <a:pt x="979" y="207"/>
                    <a:pt x="851" y="127"/>
                    <a:pt x="79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2" name="Google Shape;18722;p143"/>
            <p:cNvSpPr/>
            <p:nvPr/>
          </p:nvSpPr>
          <p:spPr>
            <a:xfrm>
              <a:off x="2299675" y="1324400"/>
              <a:ext cx="333400" cy="114025"/>
            </a:xfrm>
            <a:custGeom>
              <a:avLst/>
              <a:gdLst/>
              <a:ahLst/>
              <a:cxnLst/>
              <a:rect l="l" t="t" r="r" b="b"/>
              <a:pathLst>
                <a:path w="13336" h="4561" extrusionOk="0">
                  <a:moveTo>
                    <a:pt x="36" y="0"/>
                  </a:moveTo>
                  <a:lnTo>
                    <a:pt x="1" y="24"/>
                  </a:lnTo>
                  <a:lnTo>
                    <a:pt x="7299" y="2513"/>
                  </a:lnTo>
                  <a:lnTo>
                    <a:pt x="7359" y="2537"/>
                  </a:lnTo>
                  <a:cubicBezTo>
                    <a:pt x="7394" y="2501"/>
                    <a:pt x="7442" y="2477"/>
                    <a:pt x="7502" y="2453"/>
                  </a:cubicBezTo>
                  <a:cubicBezTo>
                    <a:pt x="7522" y="2451"/>
                    <a:pt x="7542" y="2449"/>
                    <a:pt x="7561" y="2449"/>
                  </a:cubicBezTo>
                  <a:cubicBezTo>
                    <a:pt x="7719" y="2449"/>
                    <a:pt x="7864" y="2533"/>
                    <a:pt x="7906" y="2691"/>
                  </a:cubicBezTo>
                  <a:lnTo>
                    <a:pt x="7906" y="2727"/>
                  </a:lnTo>
                  <a:lnTo>
                    <a:pt x="13240" y="4561"/>
                  </a:lnTo>
                  <a:cubicBezTo>
                    <a:pt x="13240" y="4430"/>
                    <a:pt x="13276" y="4322"/>
                    <a:pt x="13336" y="4215"/>
                  </a:cubicBezTo>
                  <a:lnTo>
                    <a:pt x="13264" y="4180"/>
                  </a:lnTo>
                  <a:lnTo>
                    <a:pt x="7668" y="2263"/>
                  </a:lnTo>
                  <a:lnTo>
                    <a:pt x="7311" y="2144"/>
                  </a:lnTo>
                  <a:lnTo>
                    <a:pt x="10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3" name="Google Shape;18723;p143"/>
            <p:cNvSpPr/>
            <p:nvPr/>
          </p:nvSpPr>
          <p:spPr>
            <a:xfrm>
              <a:off x="2163950" y="1324400"/>
              <a:ext cx="136950" cy="109550"/>
            </a:xfrm>
            <a:custGeom>
              <a:avLst/>
              <a:gdLst/>
              <a:ahLst/>
              <a:cxnLst/>
              <a:rect l="l" t="t" r="r" b="b"/>
              <a:pathLst>
                <a:path w="5478" h="4382" extrusionOk="0">
                  <a:moveTo>
                    <a:pt x="4918" y="0"/>
                  </a:moveTo>
                  <a:lnTo>
                    <a:pt x="0" y="4025"/>
                  </a:lnTo>
                  <a:lnTo>
                    <a:pt x="131" y="4382"/>
                  </a:lnTo>
                  <a:lnTo>
                    <a:pt x="5454" y="12"/>
                  </a:lnTo>
                  <a:lnTo>
                    <a:pt x="5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4" name="Google Shape;18724;p143"/>
            <p:cNvSpPr/>
            <p:nvPr/>
          </p:nvSpPr>
          <p:spPr>
            <a:xfrm>
              <a:off x="1971375" y="1430950"/>
              <a:ext cx="188425" cy="158400"/>
            </a:xfrm>
            <a:custGeom>
              <a:avLst/>
              <a:gdLst/>
              <a:ahLst/>
              <a:cxnLst/>
              <a:rect l="l" t="t" r="r" b="b"/>
              <a:pathLst>
                <a:path w="7537" h="6336" extrusionOk="0">
                  <a:moveTo>
                    <a:pt x="7406" y="1"/>
                  </a:moveTo>
                  <a:lnTo>
                    <a:pt x="0" y="6073"/>
                  </a:lnTo>
                  <a:cubicBezTo>
                    <a:pt x="95" y="6145"/>
                    <a:pt x="179" y="6228"/>
                    <a:pt x="238" y="6335"/>
                  </a:cubicBezTo>
                  <a:lnTo>
                    <a:pt x="7537" y="358"/>
                  </a:lnTo>
                  <a:lnTo>
                    <a:pt x="740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5" name="Google Shape;18725;p143"/>
            <p:cNvSpPr/>
            <p:nvPr/>
          </p:nvSpPr>
          <p:spPr>
            <a:xfrm>
              <a:off x="2269925" y="1742600"/>
              <a:ext cx="5075" cy="3000"/>
            </a:xfrm>
            <a:custGeom>
              <a:avLst/>
              <a:gdLst/>
              <a:ahLst/>
              <a:cxnLst/>
              <a:rect l="l" t="t" r="r" b="b"/>
              <a:pathLst>
                <a:path w="203" h="120" extrusionOk="0">
                  <a:moveTo>
                    <a:pt x="143" y="1"/>
                  </a:moveTo>
                  <a:cubicBezTo>
                    <a:pt x="95" y="1"/>
                    <a:pt x="48" y="1"/>
                    <a:pt x="0" y="13"/>
                  </a:cubicBezTo>
                  <a:cubicBezTo>
                    <a:pt x="36" y="96"/>
                    <a:pt x="107" y="120"/>
                    <a:pt x="202" y="120"/>
                  </a:cubicBezTo>
                  <a:lnTo>
                    <a:pt x="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6" name="Google Shape;18726;p143"/>
            <p:cNvSpPr/>
            <p:nvPr/>
          </p:nvSpPr>
          <p:spPr>
            <a:xfrm>
              <a:off x="2117800" y="1324100"/>
              <a:ext cx="141425" cy="365850"/>
            </a:xfrm>
            <a:custGeom>
              <a:avLst/>
              <a:gdLst/>
              <a:ahLst/>
              <a:cxnLst/>
              <a:rect l="l" t="t" r="r" b="b"/>
              <a:pathLst>
                <a:path w="5657" h="14634" extrusionOk="0">
                  <a:moveTo>
                    <a:pt x="1" y="1"/>
                  </a:moveTo>
                  <a:lnTo>
                    <a:pt x="1549" y="4275"/>
                  </a:lnTo>
                  <a:lnTo>
                    <a:pt x="1680" y="4632"/>
                  </a:lnTo>
                  <a:lnTo>
                    <a:pt x="5335" y="14633"/>
                  </a:lnTo>
                  <a:cubicBezTo>
                    <a:pt x="5430" y="14574"/>
                    <a:pt x="5537" y="14514"/>
                    <a:pt x="5656" y="14479"/>
                  </a:cubicBezTo>
                  <a:lnTo>
                    <a:pt x="1977" y="4370"/>
                  </a:lnTo>
                  <a:lnTo>
                    <a:pt x="1846" y="4013"/>
                  </a:lnTo>
                  <a:lnTo>
                    <a:pt x="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7" name="Google Shape;18727;p143"/>
            <p:cNvSpPr/>
            <p:nvPr/>
          </p:nvSpPr>
          <p:spPr>
            <a:xfrm>
              <a:off x="2450600" y="1814350"/>
              <a:ext cx="27100" cy="362275"/>
            </a:xfrm>
            <a:custGeom>
              <a:avLst/>
              <a:gdLst/>
              <a:ahLst/>
              <a:cxnLst/>
              <a:rect l="l" t="t" r="r" b="b"/>
              <a:pathLst>
                <a:path w="1084" h="14491" extrusionOk="0">
                  <a:moveTo>
                    <a:pt x="726" y="0"/>
                  </a:moveTo>
                  <a:lnTo>
                    <a:pt x="0" y="14490"/>
                  </a:lnTo>
                  <a:cubicBezTo>
                    <a:pt x="12" y="14490"/>
                    <a:pt x="12" y="14490"/>
                    <a:pt x="24" y="14466"/>
                  </a:cubicBezTo>
                  <a:cubicBezTo>
                    <a:pt x="87" y="14452"/>
                    <a:pt x="154" y="14446"/>
                    <a:pt x="220" y="14446"/>
                  </a:cubicBezTo>
                  <a:cubicBezTo>
                    <a:pt x="267" y="14446"/>
                    <a:pt x="313" y="14449"/>
                    <a:pt x="357" y="14454"/>
                  </a:cubicBezTo>
                  <a:lnTo>
                    <a:pt x="1084" y="0"/>
                  </a:lnTo>
                  <a:lnTo>
                    <a:pt x="1084" y="0"/>
                  </a:lnTo>
                  <a:cubicBezTo>
                    <a:pt x="1030" y="16"/>
                    <a:pt x="976" y="23"/>
                    <a:pt x="922" y="23"/>
                  </a:cubicBezTo>
                  <a:cubicBezTo>
                    <a:pt x="857" y="23"/>
                    <a:pt x="792" y="13"/>
                    <a:pt x="7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8" name="Google Shape;18728;p143"/>
            <p:cNvSpPr/>
            <p:nvPr/>
          </p:nvSpPr>
          <p:spPr>
            <a:xfrm>
              <a:off x="2273475" y="1738150"/>
              <a:ext cx="176850" cy="439950"/>
            </a:xfrm>
            <a:custGeom>
              <a:avLst/>
              <a:gdLst/>
              <a:ahLst/>
              <a:cxnLst/>
              <a:rect l="l" t="t" r="r" b="b"/>
              <a:pathLst>
                <a:path w="7074" h="17598" extrusionOk="0">
                  <a:moveTo>
                    <a:pt x="334" y="0"/>
                  </a:moveTo>
                  <a:cubicBezTo>
                    <a:pt x="239" y="72"/>
                    <a:pt x="132" y="131"/>
                    <a:pt x="1" y="167"/>
                  </a:cubicBezTo>
                  <a:lnTo>
                    <a:pt x="37" y="286"/>
                  </a:lnTo>
                  <a:lnTo>
                    <a:pt x="6514" y="17097"/>
                  </a:lnTo>
                  <a:lnTo>
                    <a:pt x="6930" y="17598"/>
                  </a:lnTo>
                  <a:cubicBezTo>
                    <a:pt x="6978" y="17562"/>
                    <a:pt x="7014" y="17550"/>
                    <a:pt x="7073" y="17538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9" name="Google Shape;18729;p143"/>
            <p:cNvSpPr/>
            <p:nvPr/>
          </p:nvSpPr>
          <p:spPr>
            <a:xfrm>
              <a:off x="2293425" y="1714325"/>
              <a:ext cx="141725" cy="60150"/>
            </a:xfrm>
            <a:custGeom>
              <a:avLst/>
              <a:gdLst/>
              <a:ahLst/>
              <a:cxnLst/>
              <a:rect l="l" t="t" r="r" b="b"/>
              <a:pathLst>
                <a:path w="5669" h="2406" extrusionOk="0">
                  <a:moveTo>
                    <a:pt x="60" y="1"/>
                  </a:moveTo>
                  <a:cubicBezTo>
                    <a:pt x="60" y="120"/>
                    <a:pt x="48" y="251"/>
                    <a:pt x="1" y="370"/>
                  </a:cubicBezTo>
                  <a:lnTo>
                    <a:pt x="5620" y="2406"/>
                  </a:lnTo>
                  <a:cubicBezTo>
                    <a:pt x="5620" y="2287"/>
                    <a:pt x="5644" y="2156"/>
                    <a:pt x="5668" y="2037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0" name="Google Shape;18730;p143"/>
            <p:cNvSpPr/>
            <p:nvPr/>
          </p:nvSpPr>
          <p:spPr>
            <a:xfrm>
              <a:off x="1976725" y="1600625"/>
              <a:ext cx="267625" cy="103300"/>
            </a:xfrm>
            <a:custGeom>
              <a:avLst/>
              <a:gdLst/>
              <a:ahLst/>
              <a:cxnLst/>
              <a:rect l="l" t="t" r="r" b="b"/>
              <a:pathLst>
                <a:path w="10705" h="4132" extrusionOk="0">
                  <a:moveTo>
                    <a:pt x="108" y="0"/>
                  </a:moveTo>
                  <a:cubicBezTo>
                    <a:pt x="108" y="120"/>
                    <a:pt x="60" y="239"/>
                    <a:pt x="0" y="334"/>
                  </a:cubicBezTo>
                  <a:lnTo>
                    <a:pt x="10490" y="4132"/>
                  </a:lnTo>
                  <a:cubicBezTo>
                    <a:pt x="10561" y="4013"/>
                    <a:pt x="10621" y="3906"/>
                    <a:pt x="10704" y="3822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1" name="Google Shape;18731;p143"/>
            <p:cNvSpPr/>
            <p:nvPr/>
          </p:nvSpPr>
          <p:spPr>
            <a:xfrm>
              <a:off x="1969275" y="1610450"/>
              <a:ext cx="477475" cy="573900"/>
            </a:xfrm>
            <a:custGeom>
              <a:avLst/>
              <a:gdLst/>
              <a:ahLst/>
              <a:cxnLst/>
              <a:rect l="l" t="t" r="r" b="b"/>
              <a:pathLst>
                <a:path w="19099" h="22956" extrusionOk="0">
                  <a:moveTo>
                    <a:pt x="275" y="0"/>
                  </a:moveTo>
                  <a:cubicBezTo>
                    <a:pt x="203" y="108"/>
                    <a:pt x="108" y="179"/>
                    <a:pt x="1" y="262"/>
                  </a:cubicBezTo>
                  <a:lnTo>
                    <a:pt x="18825" y="22956"/>
                  </a:lnTo>
                  <a:cubicBezTo>
                    <a:pt x="18896" y="22848"/>
                    <a:pt x="18991" y="22777"/>
                    <a:pt x="19098" y="22717"/>
                  </a:cubicBezTo>
                  <a:lnTo>
                    <a:pt x="18682" y="22229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2" name="Google Shape;18732;p143"/>
            <p:cNvSpPr/>
            <p:nvPr/>
          </p:nvSpPr>
          <p:spPr>
            <a:xfrm>
              <a:off x="1726400" y="1324400"/>
              <a:ext cx="224450" cy="261075"/>
            </a:xfrm>
            <a:custGeom>
              <a:avLst/>
              <a:gdLst/>
              <a:ahLst/>
              <a:cxnLst/>
              <a:rect l="l" t="t" r="r" b="b"/>
              <a:pathLst>
                <a:path w="8978" h="10443" extrusionOk="0">
                  <a:moveTo>
                    <a:pt x="0" y="0"/>
                  </a:moveTo>
                  <a:lnTo>
                    <a:pt x="8680" y="10442"/>
                  </a:lnTo>
                  <a:cubicBezTo>
                    <a:pt x="8763" y="10359"/>
                    <a:pt x="8870" y="10287"/>
                    <a:pt x="8978" y="10240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3" name="Google Shape;18733;p143"/>
            <p:cNvSpPr/>
            <p:nvPr/>
          </p:nvSpPr>
          <p:spPr>
            <a:xfrm>
              <a:off x="1592450" y="1416675"/>
              <a:ext cx="110450" cy="205100"/>
            </a:xfrm>
            <a:custGeom>
              <a:avLst/>
              <a:gdLst/>
              <a:ahLst/>
              <a:cxnLst/>
              <a:rect l="l" t="t" r="r" b="b"/>
              <a:pathLst>
                <a:path w="4418" h="8204" extrusionOk="0">
                  <a:moveTo>
                    <a:pt x="334" y="0"/>
                  </a:moveTo>
                  <a:cubicBezTo>
                    <a:pt x="239" y="60"/>
                    <a:pt x="155" y="108"/>
                    <a:pt x="48" y="131"/>
                  </a:cubicBezTo>
                  <a:cubicBezTo>
                    <a:pt x="44" y="127"/>
                    <a:pt x="39" y="126"/>
                    <a:pt x="33" y="126"/>
                  </a:cubicBezTo>
                  <a:cubicBezTo>
                    <a:pt x="22" y="126"/>
                    <a:pt x="8" y="131"/>
                    <a:pt x="0" y="131"/>
                  </a:cubicBezTo>
                  <a:lnTo>
                    <a:pt x="4108" y="8204"/>
                  </a:lnTo>
                  <a:cubicBezTo>
                    <a:pt x="4203" y="8132"/>
                    <a:pt x="4299" y="8073"/>
                    <a:pt x="4418" y="8025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4" name="Google Shape;18734;p143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5" name="Google Shape;18735;p143"/>
            <p:cNvSpPr/>
            <p:nvPr/>
          </p:nvSpPr>
          <p:spPr>
            <a:xfrm>
              <a:off x="1593350" y="1324400"/>
              <a:ext cx="59850" cy="58675"/>
            </a:xfrm>
            <a:custGeom>
              <a:avLst/>
              <a:gdLst/>
              <a:ahLst/>
              <a:cxnLst/>
              <a:rect l="l" t="t" r="r" b="b"/>
              <a:pathLst>
                <a:path w="2394" h="2347" extrusionOk="0">
                  <a:moveTo>
                    <a:pt x="1905" y="0"/>
                  </a:moveTo>
                  <a:lnTo>
                    <a:pt x="0" y="2191"/>
                  </a:lnTo>
                  <a:cubicBezTo>
                    <a:pt x="119" y="2215"/>
                    <a:pt x="238" y="2275"/>
                    <a:pt x="334" y="2346"/>
                  </a:cubicBezTo>
                  <a:lnTo>
                    <a:pt x="2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6" name="Google Shape;18736;p143"/>
            <p:cNvSpPr/>
            <p:nvPr/>
          </p:nvSpPr>
          <p:spPr>
            <a:xfrm>
              <a:off x="134510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7" name="Google Shape;18737;p143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8" name="Google Shape;18738;p143"/>
            <p:cNvSpPr/>
            <p:nvPr/>
          </p:nvSpPr>
          <p:spPr>
            <a:xfrm>
              <a:off x="1354625" y="1406550"/>
              <a:ext cx="219700" cy="254225"/>
            </a:xfrm>
            <a:custGeom>
              <a:avLst/>
              <a:gdLst/>
              <a:ahLst/>
              <a:cxnLst/>
              <a:rect l="l" t="t" r="r" b="b"/>
              <a:pathLst>
                <a:path w="8788" h="10169" extrusionOk="0">
                  <a:moveTo>
                    <a:pt x="8573" y="1"/>
                  </a:moveTo>
                  <a:lnTo>
                    <a:pt x="215" y="9561"/>
                  </a:lnTo>
                  <a:lnTo>
                    <a:pt x="0" y="10169"/>
                  </a:lnTo>
                  <a:lnTo>
                    <a:pt x="0" y="10169"/>
                  </a:lnTo>
                  <a:lnTo>
                    <a:pt x="167" y="10157"/>
                  </a:lnTo>
                  <a:lnTo>
                    <a:pt x="8787" y="322"/>
                  </a:lnTo>
                  <a:cubicBezTo>
                    <a:pt x="8692" y="227"/>
                    <a:pt x="8620" y="120"/>
                    <a:pt x="857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9" name="Google Shape;18739;p143"/>
            <p:cNvSpPr/>
            <p:nvPr/>
          </p:nvSpPr>
          <p:spPr>
            <a:xfrm>
              <a:off x="1345700" y="16696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"/>
                  </a:moveTo>
                  <a:cubicBezTo>
                    <a:pt x="0" y="13"/>
                    <a:pt x="24" y="13"/>
                    <a:pt x="24" y="13"/>
                  </a:cubicBezTo>
                  <a:cubicBezTo>
                    <a:pt x="24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0" name="Google Shape;18740;p143"/>
            <p:cNvSpPr/>
            <p:nvPr/>
          </p:nvSpPr>
          <p:spPr>
            <a:xfrm>
              <a:off x="1348675" y="1635750"/>
              <a:ext cx="339650" cy="34250"/>
            </a:xfrm>
            <a:custGeom>
              <a:avLst/>
              <a:gdLst/>
              <a:ahLst/>
              <a:cxnLst/>
              <a:rect l="l" t="t" r="r" b="b"/>
              <a:pathLst>
                <a:path w="13586" h="1370" extrusionOk="0">
                  <a:moveTo>
                    <a:pt x="13550" y="0"/>
                  </a:moveTo>
                  <a:lnTo>
                    <a:pt x="393" y="989"/>
                  </a:lnTo>
                  <a:lnTo>
                    <a:pt x="226" y="1001"/>
                  </a:lnTo>
                  <a:lnTo>
                    <a:pt x="131" y="1274"/>
                  </a:lnTo>
                  <a:lnTo>
                    <a:pt x="131" y="1286"/>
                  </a:lnTo>
                  <a:cubicBezTo>
                    <a:pt x="119" y="1298"/>
                    <a:pt x="119" y="1310"/>
                    <a:pt x="107" y="1334"/>
                  </a:cubicBezTo>
                  <a:lnTo>
                    <a:pt x="95" y="1346"/>
                  </a:lnTo>
                  <a:cubicBezTo>
                    <a:pt x="75" y="1356"/>
                    <a:pt x="63" y="1358"/>
                    <a:pt x="52" y="1366"/>
                  </a:cubicBezTo>
                  <a:lnTo>
                    <a:pt x="52" y="1366"/>
                  </a:lnTo>
                  <a:lnTo>
                    <a:pt x="13585" y="346"/>
                  </a:lnTo>
                  <a:cubicBezTo>
                    <a:pt x="13585" y="334"/>
                    <a:pt x="13585" y="334"/>
                    <a:pt x="13573" y="322"/>
                  </a:cubicBezTo>
                  <a:cubicBezTo>
                    <a:pt x="13550" y="227"/>
                    <a:pt x="13538" y="119"/>
                    <a:pt x="13550" y="0"/>
                  </a:cubicBezTo>
                  <a:close/>
                  <a:moveTo>
                    <a:pt x="52" y="1366"/>
                  </a:moveTo>
                  <a:lnTo>
                    <a:pt x="0" y="1370"/>
                  </a:lnTo>
                  <a:lnTo>
                    <a:pt x="48" y="1370"/>
                  </a:lnTo>
                  <a:cubicBezTo>
                    <a:pt x="49" y="1368"/>
                    <a:pt x="51" y="1367"/>
                    <a:pt x="52" y="1366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1" name="Google Shape;18741;p143"/>
            <p:cNvSpPr/>
            <p:nvPr/>
          </p:nvSpPr>
          <p:spPr>
            <a:xfrm>
              <a:off x="1346575" y="166997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9" y="24"/>
                  </a:moveTo>
                  <a:cubicBezTo>
                    <a:pt x="25" y="24"/>
                    <a:pt x="13" y="24"/>
                    <a:pt x="1" y="1"/>
                  </a:cubicBezTo>
                  <a:cubicBezTo>
                    <a:pt x="13" y="24"/>
                    <a:pt x="25" y="24"/>
                    <a:pt x="49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2" name="Google Shape;18742;p143"/>
            <p:cNvSpPr/>
            <p:nvPr/>
          </p:nvSpPr>
          <p:spPr>
            <a:xfrm>
              <a:off x="1346575" y="1669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3" name="Google Shape;18743;p143"/>
            <p:cNvSpPr/>
            <p:nvPr/>
          </p:nvSpPr>
          <p:spPr>
            <a:xfrm>
              <a:off x="1345100" y="1669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0" y="1"/>
                  </a:lnTo>
                  <a:lnTo>
                    <a:pt x="12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4" name="Google Shape;18744;p143"/>
            <p:cNvSpPr/>
            <p:nvPr/>
          </p:nvSpPr>
          <p:spPr>
            <a:xfrm>
              <a:off x="1349275" y="1670125"/>
              <a:ext cx="300" cy="475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0" y="1"/>
                  </a:moveTo>
                  <a:cubicBezTo>
                    <a:pt x="9" y="1"/>
                    <a:pt x="6" y="7"/>
                    <a:pt x="0" y="18"/>
                  </a:cubicBezTo>
                  <a:lnTo>
                    <a:pt x="12" y="18"/>
                  </a:lnTo>
                  <a:cubicBezTo>
                    <a:pt x="12" y="7"/>
                    <a:pt x="12" y="1"/>
                    <a:pt x="1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5" name="Google Shape;18745;p143"/>
            <p:cNvSpPr/>
            <p:nvPr/>
          </p:nvSpPr>
          <p:spPr>
            <a:xfrm>
              <a:off x="1351050" y="1669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lnTo>
                    <a:pt x="0" y="13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6" name="Google Shape;18746;p143"/>
            <p:cNvSpPr/>
            <p:nvPr/>
          </p:nvSpPr>
          <p:spPr>
            <a:xfrm>
              <a:off x="992675" y="1324400"/>
              <a:ext cx="353050" cy="345000"/>
            </a:xfrm>
            <a:custGeom>
              <a:avLst/>
              <a:gdLst/>
              <a:ahLst/>
              <a:cxnLst/>
              <a:rect l="l" t="t" r="r" b="b"/>
              <a:pathLst>
                <a:path w="14122" h="13800" extrusionOk="0">
                  <a:moveTo>
                    <a:pt x="0" y="0"/>
                  </a:moveTo>
                  <a:lnTo>
                    <a:pt x="14085" y="13800"/>
                  </a:lnTo>
                  <a:cubicBezTo>
                    <a:pt x="14038" y="13752"/>
                    <a:pt x="14026" y="13681"/>
                    <a:pt x="14038" y="13609"/>
                  </a:cubicBezTo>
                  <a:lnTo>
                    <a:pt x="14121" y="13335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7" name="Google Shape;18747;p143"/>
            <p:cNvSpPr/>
            <p:nvPr/>
          </p:nvSpPr>
          <p:spPr>
            <a:xfrm>
              <a:off x="1346275" y="1669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8" name="Google Shape;18748;p143"/>
            <p:cNvSpPr/>
            <p:nvPr/>
          </p:nvSpPr>
          <p:spPr>
            <a:xfrm>
              <a:off x="1348075" y="1670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9" name="Google Shape;18749;p143"/>
            <p:cNvSpPr/>
            <p:nvPr/>
          </p:nvSpPr>
          <p:spPr>
            <a:xfrm>
              <a:off x="1351050" y="1669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0" name="Google Shape;18750;p143"/>
            <p:cNvSpPr/>
            <p:nvPr/>
          </p:nvSpPr>
          <p:spPr>
            <a:xfrm>
              <a:off x="1351950" y="16676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cubicBezTo>
                    <a:pt x="0" y="0"/>
                    <a:pt x="0" y="12"/>
                    <a:pt x="0" y="0"/>
                  </a:cubicBezTo>
                  <a:cubicBezTo>
                    <a:pt x="0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1" name="Google Shape;18751;p143"/>
            <p:cNvSpPr/>
            <p:nvPr/>
          </p:nvSpPr>
          <p:spPr>
            <a:xfrm>
              <a:off x="1343300" y="1324400"/>
              <a:ext cx="127425" cy="346500"/>
            </a:xfrm>
            <a:custGeom>
              <a:avLst/>
              <a:gdLst/>
              <a:ahLst/>
              <a:cxnLst/>
              <a:rect l="l" t="t" r="r" b="b"/>
              <a:pathLst>
                <a:path w="5097" h="13860" extrusionOk="0">
                  <a:moveTo>
                    <a:pt x="4716" y="0"/>
                  </a:moveTo>
                  <a:lnTo>
                    <a:pt x="120" y="13335"/>
                  </a:lnTo>
                  <a:lnTo>
                    <a:pt x="25" y="13609"/>
                  </a:lnTo>
                  <a:cubicBezTo>
                    <a:pt x="1" y="13681"/>
                    <a:pt x="25" y="13752"/>
                    <a:pt x="72" y="13800"/>
                  </a:cubicBezTo>
                  <a:lnTo>
                    <a:pt x="84" y="13812"/>
                  </a:lnTo>
                  <a:cubicBezTo>
                    <a:pt x="84" y="13812"/>
                    <a:pt x="96" y="13812"/>
                    <a:pt x="96" y="13824"/>
                  </a:cubicBezTo>
                  <a:cubicBezTo>
                    <a:pt x="96" y="13824"/>
                    <a:pt x="120" y="13824"/>
                    <a:pt x="120" y="13847"/>
                  </a:cubicBezTo>
                  <a:lnTo>
                    <a:pt x="132" y="13847"/>
                  </a:lnTo>
                  <a:cubicBezTo>
                    <a:pt x="144" y="13847"/>
                    <a:pt x="156" y="13859"/>
                    <a:pt x="180" y="13859"/>
                  </a:cubicBezTo>
                  <a:cubicBezTo>
                    <a:pt x="180" y="13847"/>
                    <a:pt x="180" y="13847"/>
                    <a:pt x="191" y="13847"/>
                  </a:cubicBezTo>
                  <a:lnTo>
                    <a:pt x="251" y="13847"/>
                  </a:lnTo>
                  <a:cubicBezTo>
                    <a:pt x="263" y="13847"/>
                    <a:pt x="275" y="13824"/>
                    <a:pt x="299" y="13812"/>
                  </a:cubicBezTo>
                  <a:lnTo>
                    <a:pt x="310" y="13800"/>
                  </a:lnTo>
                  <a:cubicBezTo>
                    <a:pt x="322" y="13788"/>
                    <a:pt x="322" y="13764"/>
                    <a:pt x="334" y="13752"/>
                  </a:cubicBezTo>
                  <a:lnTo>
                    <a:pt x="334" y="13740"/>
                  </a:lnTo>
                  <a:lnTo>
                    <a:pt x="430" y="13466"/>
                  </a:lnTo>
                  <a:lnTo>
                    <a:pt x="632" y="12847"/>
                  </a:lnTo>
                  <a:lnTo>
                    <a:pt x="509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2" name="Google Shape;18752;p143"/>
            <p:cNvSpPr/>
            <p:nvPr/>
          </p:nvSpPr>
          <p:spPr>
            <a:xfrm>
              <a:off x="2236875" y="1685475"/>
              <a:ext cx="58075" cy="57750"/>
            </a:xfrm>
            <a:custGeom>
              <a:avLst/>
              <a:gdLst/>
              <a:ahLst/>
              <a:cxnLst/>
              <a:rect l="l" t="t" r="r" b="b"/>
              <a:pathLst>
                <a:path w="2323" h="2310" extrusionOk="0">
                  <a:moveTo>
                    <a:pt x="1174" y="0"/>
                  </a:moveTo>
                  <a:cubicBezTo>
                    <a:pt x="1081" y="0"/>
                    <a:pt x="987" y="12"/>
                    <a:pt x="893" y="35"/>
                  </a:cubicBezTo>
                  <a:cubicBezTo>
                    <a:pt x="774" y="71"/>
                    <a:pt x="655" y="119"/>
                    <a:pt x="572" y="190"/>
                  </a:cubicBezTo>
                  <a:cubicBezTo>
                    <a:pt x="465" y="250"/>
                    <a:pt x="370" y="333"/>
                    <a:pt x="298" y="428"/>
                  </a:cubicBezTo>
                  <a:cubicBezTo>
                    <a:pt x="227" y="512"/>
                    <a:pt x="155" y="631"/>
                    <a:pt x="108" y="738"/>
                  </a:cubicBezTo>
                  <a:cubicBezTo>
                    <a:pt x="12" y="964"/>
                    <a:pt x="0" y="1202"/>
                    <a:pt x="60" y="1440"/>
                  </a:cubicBezTo>
                  <a:cubicBezTo>
                    <a:pt x="200" y="1948"/>
                    <a:pt x="665" y="2309"/>
                    <a:pt x="1168" y="2309"/>
                  </a:cubicBezTo>
                  <a:cubicBezTo>
                    <a:pt x="1219" y="2309"/>
                    <a:pt x="1270" y="2305"/>
                    <a:pt x="1322" y="2298"/>
                  </a:cubicBezTo>
                  <a:cubicBezTo>
                    <a:pt x="1370" y="2298"/>
                    <a:pt x="1417" y="2286"/>
                    <a:pt x="1465" y="2274"/>
                  </a:cubicBezTo>
                  <a:lnTo>
                    <a:pt x="1477" y="2274"/>
                  </a:lnTo>
                  <a:cubicBezTo>
                    <a:pt x="1596" y="2238"/>
                    <a:pt x="1715" y="2202"/>
                    <a:pt x="1798" y="2119"/>
                  </a:cubicBezTo>
                  <a:cubicBezTo>
                    <a:pt x="2025" y="1976"/>
                    <a:pt x="2191" y="1762"/>
                    <a:pt x="2263" y="1512"/>
                  </a:cubicBezTo>
                  <a:cubicBezTo>
                    <a:pt x="2310" y="1393"/>
                    <a:pt x="2322" y="1274"/>
                    <a:pt x="2322" y="1143"/>
                  </a:cubicBezTo>
                  <a:cubicBezTo>
                    <a:pt x="2322" y="1071"/>
                    <a:pt x="2310" y="964"/>
                    <a:pt x="2298" y="869"/>
                  </a:cubicBezTo>
                  <a:cubicBezTo>
                    <a:pt x="2157" y="345"/>
                    <a:pt x="1684" y="0"/>
                    <a:pt x="117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3" name="Google Shape;18753;p143"/>
            <p:cNvSpPr/>
            <p:nvPr/>
          </p:nvSpPr>
          <p:spPr>
            <a:xfrm>
              <a:off x="2434225" y="1733500"/>
              <a:ext cx="85450" cy="81450"/>
            </a:xfrm>
            <a:custGeom>
              <a:avLst/>
              <a:gdLst/>
              <a:ahLst/>
              <a:cxnLst/>
              <a:rect l="l" t="t" r="r" b="b"/>
              <a:pathLst>
                <a:path w="3418" h="3258" extrusionOk="0">
                  <a:moveTo>
                    <a:pt x="1610" y="0"/>
                  </a:moveTo>
                  <a:cubicBezTo>
                    <a:pt x="1558" y="0"/>
                    <a:pt x="1505" y="3"/>
                    <a:pt x="1453" y="8"/>
                  </a:cubicBezTo>
                  <a:cubicBezTo>
                    <a:pt x="1381" y="19"/>
                    <a:pt x="1310" y="19"/>
                    <a:pt x="1227" y="55"/>
                  </a:cubicBezTo>
                  <a:cubicBezTo>
                    <a:pt x="1191" y="67"/>
                    <a:pt x="1155" y="79"/>
                    <a:pt x="1108" y="79"/>
                  </a:cubicBezTo>
                  <a:cubicBezTo>
                    <a:pt x="560" y="281"/>
                    <a:pt x="179" y="722"/>
                    <a:pt x="36" y="1258"/>
                  </a:cubicBezTo>
                  <a:cubicBezTo>
                    <a:pt x="12" y="1377"/>
                    <a:pt x="0" y="1496"/>
                    <a:pt x="0" y="1627"/>
                  </a:cubicBezTo>
                  <a:cubicBezTo>
                    <a:pt x="0" y="1770"/>
                    <a:pt x="12" y="1901"/>
                    <a:pt x="36" y="2032"/>
                  </a:cubicBezTo>
                  <a:cubicBezTo>
                    <a:pt x="203" y="2686"/>
                    <a:pt x="750" y="3151"/>
                    <a:pt x="1381" y="3234"/>
                  </a:cubicBezTo>
                  <a:cubicBezTo>
                    <a:pt x="1501" y="3258"/>
                    <a:pt x="1620" y="3258"/>
                    <a:pt x="1739" y="3258"/>
                  </a:cubicBezTo>
                  <a:cubicBezTo>
                    <a:pt x="1822" y="3258"/>
                    <a:pt x="1929" y="3234"/>
                    <a:pt x="2012" y="3210"/>
                  </a:cubicBezTo>
                  <a:cubicBezTo>
                    <a:pt x="2882" y="2984"/>
                    <a:pt x="3417" y="2091"/>
                    <a:pt x="3191" y="1210"/>
                  </a:cubicBezTo>
                  <a:cubicBezTo>
                    <a:pt x="3084" y="817"/>
                    <a:pt x="2834" y="484"/>
                    <a:pt x="2524" y="281"/>
                  </a:cubicBezTo>
                  <a:cubicBezTo>
                    <a:pt x="2417" y="198"/>
                    <a:pt x="2310" y="162"/>
                    <a:pt x="2191" y="115"/>
                  </a:cubicBezTo>
                  <a:cubicBezTo>
                    <a:pt x="2020" y="39"/>
                    <a:pt x="1818" y="0"/>
                    <a:pt x="161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4" name="Google Shape;18754;p143"/>
            <p:cNvSpPr/>
            <p:nvPr/>
          </p:nvSpPr>
          <p:spPr>
            <a:xfrm>
              <a:off x="2630075" y="1418625"/>
              <a:ext cx="41100" cy="40925"/>
            </a:xfrm>
            <a:custGeom>
              <a:avLst/>
              <a:gdLst/>
              <a:ahLst/>
              <a:cxnLst/>
              <a:rect l="l" t="t" r="r" b="b"/>
              <a:pathLst>
                <a:path w="1644" h="1637" extrusionOk="0">
                  <a:moveTo>
                    <a:pt x="848" y="0"/>
                  </a:moveTo>
                  <a:cubicBezTo>
                    <a:pt x="779" y="0"/>
                    <a:pt x="706" y="10"/>
                    <a:pt x="632" y="30"/>
                  </a:cubicBezTo>
                  <a:cubicBezTo>
                    <a:pt x="525" y="53"/>
                    <a:pt x="417" y="101"/>
                    <a:pt x="334" y="161"/>
                  </a:cubicBezTo>
                  <a:cubicBezTo>
                    <a:pt x="239" y="232"/>
                    <a:pt x="167" y="315"/>
                    <a:pt x="108" y="411"/>
                  </a:cubicBezTo>
                  <a:cubicBezTo>
                    <a:pt x="48" y="518"/>
                    <a:pt x="24" y="637"/>
                    <a:pt x="1" y="756"/>
                  </a:cubicBezTo>
                  <a:cubicBezTo>
                    <a:pt x="1" y="851"/>
                    <a:pt x="1" y="923"/>
                    <a:pt x="36" y="1006"/>
                  </a:cubicBezTo>
                  <a:cubicBezTo>
                    <a:pt x="84" y="1173"/>
                    <a:pt x="155" y="1327"/>
                    <a:pt x="274" y="1423"/>
                  </a:cubicBezTo>
                  <a:cubicBezTo>
                    <a:pt x="358" y="1506"/>
                    <a:pt x="465" y="1577"/>
                    <a:pt x="584" y="1601"/>
                  </a:cubicBezTo>
                  <a:cubicBezTo>
                    <a:pt x="650" y="1625"/>
                    <a:pt x="721" y="1637"/>
                    <a:pt x="794" y="1637"/>
                  </a:cubicBezTo>
                  <a:cubicBezTo>
                    <a:pt x="867" y="1637"/>
                    <a:pt x="941" y="1625"/>
                    <a:pt x="1013" y="1601"/>
                  </a:cubicBezTo>
                  <a:cubicBezTo>
                    <a:pt x="1358" y="1530"/>
                    <a:pt x="1596" y="1232"/>
                    <a:pt x="1632" y="887"/>
                  </a:cubicBezTo>
                  <a:cubicBezTo>
                    <a:pt x="1644" y="803"/>
                    <a:pt x="1632" y="708"/>
                    <a:pt x="1596" y="625"/>
                  </a:cubicBezTo>
                  <a:cubicBezTo>
                    <a:pt x="1584" y="589"/>
                    <a:pt x="1584" y="565"/>
                    <a:pt x="1572" y="530"/>
                  </a:cubicBezTo>
                  <a:cubicBezTo>
                    <a:pt x="1548" y="446"/>
                    <a:pt x="1489" y="351"/>
                    <a:pt x="1417" y="268"/>
                  </a:cubicBezTo>
                  <a:cubicBezTo>
                    <a:pt x="1322" y="172"/>
                    <a:pt x="1227" y="101"/>
                    <a:pt x="1120" y="53"/>
                  </a:cubicBezTo>
                  <a:cubicBezTo>
                    <a:pt x="1037" y="19"/>
                    <a:pt x="945" y="0"/>
                    <a:pt x="84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5" name="Google Shape;18755;p143"/>
            <p:cNvSpPr/>
            <p:nvPr/>
          </p:nvSpPr>
          <p:spPr>
            <a:xfrm>
              <a:off x="2338375" y="1395450"/>
              <a:ext cx="32475" cy="28775"/>
            </a:xfrm>
            <a:custGeom>
              <a:avLst/>
              <a:gdLst/>
              <a:ahLst/>
              <a:cxnLst/>
              <a:rect l="l" t="t" r="r" b="b"/>
              <a:pathLst>
                <a:path w="1299" h="1151" extrusionOk="0">
                  <a:moveTo>
                    <a:pt x="645" y="0"/>
                  </a:moveTo>
                  <a:cubicBezTo>
                    <a:pt x="601" y="0"/>
                    <a:pt x="557" y="5"/>
                    <a:pt x="512" y="16"/>
                  </a:cubicBezTo>
                  <a:cubicBezTo>
                    <a:pt x="191" y="87"/>
                    <a:pt x="1" y="421"/>
                    <a:pt x="96" y="718"/>
                  </a:cubicBezTo>
                  <a:cubicBezTo>
                    <a:pt x="157" y="982"/>
                    <a:pt x="399" y="1151"/>
                    <a:pt x="653" y="1151"/>
                  </a:cubicBezTo>
                  <a:cubicBezTo>
                    <a:pt x="698" y="1151"/>
                    <a:pt x="742" y="1146"/>
                    <a:pt x="786" y="1135"/>
                  </a:cubicBezTo>
                  <a:cubicBezTo>
                    <a:pt x="1108" y="1064"/>
                    <a:pt x="1298" y="730"/>
                    <a:pt x="1203" y="433"/>
                  </a:cubicBezTo>
                  <a:cubicBezTo>
                    <a:pt x="1132" y="169"/>
                    <a:pt x="897" y="0"/>
                    <a:pt x="6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6" name="Google Shape;18756;p143"/>
            <p:cNvSpPr/>
            <p:nvPr/>
          </p:nvSpPr>
          <p:spPr>
            <a:xfrm>
              <a:off x="3084300" y="1355525"/>
              <a:ext cx="30375" cy="29150"/>
            </a:xfrm>
            <a:custGeom>
              <a:avLst/>
              <a:gdLst/>
              <a:ahLst/>
              <a:cxnLst/>
              <a:rect l="l" t="t" r="r" b="b"/>
              <a:pathLst>
                <a:path w="1215" h="1166" extrusionOk="0">
                  <a:moveTo>
                    <a:pt x="581" y="1"/>
                  </a:moveTo>
                  <a:cubicBezTo>
                    <a:pt x="531" y="1"/>
                    <a:pt x="483" y="9"/>
                    <a:pt x="441" y="18"/>
                  </a:cubicBezTo>
                  <a:cubicBezTo>
                    <a:pt x="310" y="53"/>
                    <a:pt x="191" y="137"/>
                    <a:pt x="108" y="244"/>
                  </a:cubicBezTo>
                  <a:lnTo>
                    <a:pt x="108" y="256"/>
                  </a:lnTo>
                  <a:cubicBezTo>
                    <a:pt x="48" y="339"/>
                    <a:pt x="24" y="434"/>
                    <a:pt x="1" y="530"/>
                  </a:cubicBezTo>
                  <a:cubicBezTo>
                    <a:pt x="1" y="589"/>
                    <a:pt x="1" y="660"/>
                    <a:pt x="24" y="732"/>
                  </a:cubicBezTo>
                  <a:cubicBezTo>
                    <a:pt x="36" y="791"/>
                    <a:pt x="48" y="839"/>
                    <a:pt x="84" y="887"/>
                  </a:cubicBezTo>
                  <a:cubicBezTo>
                    <a:pt x="96" y="899"/>
                    <a:pt x="96" y="911"/>
                    <a:pt x="108" y="934"/>
                  </a:cubicBezTo>
                  <a:cubicBezTo>
                    <a:pt x="191" y="1030"/>
                    <a:pt x="286" y="1113"/>
                    <a:pt x="405" y="1137"/>
                  </a:cubicBezTo>
                  <a:cubicBezTo>
                    <a:pt x="429" y="1137"/>
                    <a:pt x="453" y="1149"/>
                    <a:pt x="465" y="1149"/>
                  </a:cubicBezTo>
                  <a:cubicBezTo>
                    <a:pt x="508" y="1159"/>
                    <a:pt x="546" y="1165"/>
                    <a:pt x="583" y="1165"/>
                  </a:cubicBezTo>
                  <a:cubicBezTo>
                    <a:pt x="629" y="1165"/>
                    <a:pt x="674" y="1156"/>
                    <a:pt x="727" y="1137"/>
                  </a:cubicBezTo>
                  <a:cubicBezTo>
                    <a:pt x="786" y="1125"/>
                    <a:pt x="822" y="1113"/>
                    <a:pt x="870" y="1077"/>
                  </a:cubicBezTo>
                  <a:cubicBezTo>
                    <a:pt x="1096" y="946"/>
                    <a:pt x="1215" y="696"/>
                    <a:pt x="1132" y="434"/>
                  </a:cubicBezTo>
                  <a:cubicBezTo>
                    <a:pt x="1108" y="339"/>
                    <a:pt x="1048" y="232"/>
                    <a:pt x="977" y="160"/>
                  </a:cubicBezTo>
                  <a:cubicBezTo>
                    <a:pt x="882" y="77"/>
                    <a:pt x="763" y="18"/>
                    <a:pt x="644" y="6"/>
                  </a:cubicBezTo>
                  <a:cubicBezTo>
                    <a:pt x="623" y="2"/>
                    <a:pt x="602" y="1"/>
                    <a:pt x="5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7" name="Google Shape;18757;p143"/>
            <p:cNvSpPr/>
            <p:nvPr/>
          </p:nvSpPr>
          <p:spPr>
            <a:xfrm>
              <a:off x="1937425" y="1579200"/>
              <a:ext cx="42300" cy="40575"/>
            </a:xfrm>
            <a:custGeom>
              <a:avLst/>
              <a:gdLst/>
              <a:ahLst/>
              <a:cxnLst/>
              <a:rect l="l" t="t" r="r" b="b"/>
              <a:pathLst>
                <a:path w="1692" h="1623" extrusionOk="0">
                  <a:moveTo>
                    <a:pt x="863" y="1"/>
                  </a:moveTo>
                  <a:cubicBezTo>
                    <a:pt x="799" y="1"/>
                    <a:pt x="734" y="8"/>
                    <a:pt x="668" y="24"/>
                  </a:cubicBezTo>
                  <a:lnTo>
                    <a:pt x="537" y="60"/>
                  </a:lnTo>
                  <a:cubicBezTo>
                    <a:pt x="418" y="107"/>
                    <a:pt x="322" y="179"/>
                    <a:pt x="239" y="274"/>
                  </a:cubicBezTo>
                  <a:cubicBezTo>
                    <a:pt x="72" y="465"/>
                    <a:pt x="1" y="738"/>
                    <a:pt x="72" y="1000"/>
                  </a:cubicBezTo>
                  <a:cubicBezTo>
                    <a:pt x="163" y="1363"/>
                    <a:pt x="492" y="1623"/>
                    <a:pt x="857" y="1623"/>
                  </a:cubicBezTo>
                  <a:cubicBezTo>
                    <a:pt x="924" y="1623"/>
                    <a:pt x="992" y="1614"/>
                    <a:pt x="1060" y="1596"/>
                  </a:cubicBezTo>
                  <a:cubicBezTo>
                    <a:pt x="1132" y="1584"/>
                    <a:pt x="1203" y="1548"/>
                    <a:pt x="1263" y="1524"/>
                  </a:cubicBezTo>
                  <a:cubicBezTo>
                    <a:pt x="1382" y="1453"/>
                    <a:pt x="1477" y="1358"/>
                    <a:pt x="1549" y="1250"/>
                  </a:cubicBezTo>
                  <a:cubicBezTo>
                    <a:pt x="1561" y="1238"/>
                    <a:pt x="1572" y="1215"/>
                    <a:pt x="1596" y="1191"/>
                  </a:cubicBezTo>
                  <a:cubicBezTo>
                    <a:pt x="1656" y="1096"/>
                    <a:pt x="1680" y="977"/>
                    <a:pt x="1691" y="857"/>
                  </a:cubicBezTo>
                  <a:cubicBezTo>
                    <a:pt x="1691" y="762"/>
                    <a:pt x="1691" y="691"/>
                    <a:pt x="1668" y="596"/>
                  </a:cubicBezTo>
                  <a:cubicBezTo>
                    <a:pt x="1656" y="536"/>
                    <a:pt x="1620" y="476"/>
                    <a:pt x="1596" y="417"/>
                  </a:cubicBezTo>
                  <a:cubicBezTo>
                    <a:pt x="1537" y="322"/>
                    <a:pt x="1453" y="215"/>
                    <a:pt x="1358" y="155"/>
                  </a:cubicBezTo>
                  <a:cubicBezTo>
                    <a:pt x="1209" y="59"/>
                    <a:pt x="1041" y="1"/>
                    <a:pt x="8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8" name="Google Shape;18758;p143"/>
            <p:cNvSpPr/>
            <p:nvPr/>
          </p:nvSpPr>
          <p:spPr>
            <a:xfrm>
              <a:off x="2435125" y="2175825"/>
              <a:ext cx="44075" cy="41075"/>
            </a:xfrm>
            <a:custGeom>
              <a:avLst/>
              <a:gdLst/>
              <a:ahLst/>
              <a:cxnLst/>
              <a:rect l="l" t="t" r="r" b="b"/>
              <a:pathLst>
                <a:path w="1763" h="1643" extrusionOk="0">
                  <a:moveTo>
                    <a:pt x="867" y="0"/>
                  </a:moveTo>
                  <a:cubicBezTo>
                    <a:pt x="796" y="0"/>
                    <a:pt x="723" y="8"/>
                    <a:pt x="655" y="31"/>
                  </a:cubicBezTo>
                  <a:cubicBezTo>
                    <a:pt x="643" y="31"/>
                    <a:pt x="643" y="31"/>
                    <a:pt x="631" y="43"/>
                  </a:cubicBezTo>
                  <a:cubicBezTo>
                    <a:pt x="583" y="55"/>
                    <a:pt x="524" y="67"/>
                    <a:pt x="476" y="102"/>
                  </a:cubicBezTo>
                  <a:cubicBezTo>
                    <a:pt x="369" y="162"/>
                    <a:pt x="274" y="233"/>
                    <a:pt x="191" y="341"/>
                  </a:cubicBezTo>
                  <a:cubicBezTo>
                    <a:pt x="60" y="531"/>
                    <a:pt x="0" y="769"/>
                    <a:pt x="60" y="1019"/>
                  </a:cubicBezTo>
                  <a:cubicBezTo>
                    <a:pt x="150" y="1390"/>
                    <a:pt x="484" y="1642"/>
                    <a:pt x="843" y="1642"/>
                  </a:cubicBezTo>
                  <a:cubicBezTo>
                    <a:pt x="911" y="1642"/>
                    <a:pt x="980" y="1633"/>
                    <a:pt x="1048" y="1615"/>
                  </a:cubicBezTo>
                  <a:cubicBezTo>
                    <a:pt x="1476" y="1519"/>
                    <a:pt x="1762" y="1067"/>
                    <a:pt x="1643" y="638"/>
                  </a:cubicBezTo>
                  <a:cubicBezTo>
                    <a:pt x="1607" y="519"/>
                    <a:pt x="1548" y="400"/>
                    <a:pt x="1476" y="305"/>
                  </a:cubicBezTo>
                  <a:cubicBezTo>
                    <a:pt x="1381" y="210"/>
                    <a:pt x="1298" y="126"/>
                    <a:pt x="1179" y="67"/>
                  </a:cubicBezTo>
                  <a:cubicBezTo>
                    <a:pt x="1119" y="43"/>
                    <a:pt x="1048" y="31"/>
                    <a:pt x="988" y="7"/>
                  </a:cubicBezTo>
                  <a:cubicBezTo>
                    <a:pt x="949" y="3"/>
                    <a:pt x="908" y="0"/>
                    <a:pt x="8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9" name="Google Shape;18759;p143"/>
            <p:cNvSpPr/>
            <p:nvPr/>
          </p:nvSpPr>
          <p:spPr>
            <a:xfrm>
              <a:off x="874500" y="1324400"/>
              <a:ext cx="61050" cy="39475"/>
            </a:xfrm>
            <a:custGeom>
              <a:avLst/>
              <a:gdLst/>
              <a:ahLst/>
              <a:cxnLst/>
              <a:rect l="l" t="t" r="r" b="b"/>
              <a:pathLst>
                <a:path w="2442" h="1579" extrusionOk="0">
                  <a:moveTo>
                    <a:pt x="120" y="0"/>
                  </a:moveTo>
                  <a:cubicBezTo>
                    <a:pt x="12" y="215"/>
                    <a:pt x="1" y="465"/>
                    <a:pt x="60" y="715"/>
                  </a:cubicBezTo>
                  <a:cubicBezTo>
                    <a:pt x="182" y="1234"/>
                    <a:pt x="670" y="1579"/>
                    <a:pt x="1188" y="1579"/>
                  </a:cubicBezTo>
                  <a:cubicBezTo>
                    <a:pt x="1276" y="1579"/>
                    <a:pt x="1365" y="1569"/>
                    <a:pt x="1453" y="1548"/>
                  </a:cubicBezTo>
                  <a:cubicBezTo>
                    <a:pt x="2060" y="1394"/>
                    <a:pt x="2441" y="762"/>
                    <a:pt x="2287" y="143"/>
                  </a:cubicBezTo>
                  <a:cubicBezTo>
                    <a:pt x="2275" y="108"/>
                    <a:pt x="2263" y="48"/>
                    <a:pt x="22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0" name="Google Shape;18760;p143"/>
            <p:cNvSpPr/>
            <p:nvPr/>
          </p:nvSpPr>
          <p:spPr>
            <a:xfrm>
              <a:off x="1687100" y="1615750"/>
              <a:ext cx="48250" cy="45975"/>
            </a:xfrm>
            <a:custGeom>
              <a:avLst/>
              <a:gdLst/>
              <a:ahLst/>
              <a:cxnLst/>
              <a:rect l="l" t="t" r="r" b="b"/>
              <a:pathLst>
                <a:path w="1930" h="1839" extrusionOk="0">
                  <a:moveTo>
                    <a:pt x="912" y="0"/>
                  </a:moveTo>
                  <a:cubicBezTo>
                    <a:pt x="839" y="0"/>
                    <a:pt x="765" y="9"/>
                    <a:pt x="691" y="26"/>
                  </a:cubicBezTo>
                  <a:cubicBezTo>
                    <a:pt x="679" y="26"/>
                    <a:pt x="655" y="50"/>
                    <a:pt x="632" y="50"/>
                  </a:cubicBezTo>
                  <a:cubicBezTo>
                    <a:pt x="513" y="86"/>
                    <a:pt x="417" y="146"/>
                    <a:pt x="322" y="229"/>
                  </a:cubicBezTo>
                  <a:cubicBezTo>
                    <a:pt x="155" y="372"/>
                    <a:pt x="36" y="586"/>
                    <a:pt x="13" y="800"/>
                  </a:cubicBezTo>
                  <a:cubicBezTo>
                    <a:pt x="1" y="908"/>
                    <a:pt x="1" y="1027"/>
                    <a:pt x="24" y="1146"/>
                  </a:cubicBezTo>
                  <a:cubicBezTo>
                    <a:pt x="24" y="1158"/>
                    <a:pt x="24" y="1158"/>
                    <a:pt x="36" y="1181"/>
                  </a:cubicBezTo>
                  <a:cubicBezTo>
                    <a:pt x="158" y="1566"/>
                    <a:pt x="529" y="1839"/>
                    <a:pt x="930" y="1839"/>
                  </a:cubicBezTo>
                  <a:cubicBezTo>
                    <a:pt x="1001" y="1839"/>
                    <a:pt x="1072" y="1830"/>
                    <a:pt x="1144" y="1812"/>
                  </a:cubicBezTo>
                  <a:cubicBezTo>
                    <a:pt x="1620" y="1693"/>
                    <a:pt x="1929" y="1193"/>
                    <a:pt x="1810" y="705"/>
                  </a:cubicBezTo>
                  <a:cubicBezTo>
                    <a:pt x="1699" y="279"/>
                    <a:pt x="1328" y="0"/>
                    <a:pt x="9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1" name="Google Shape;18761;p143"/>
            <p:cNvSpPr/>
            <p:nvPr/>
          </p:nvSpPr>
          <p:spPr>
            <a:xfrm>
              <a:off x="2480650" y="1385525"/>
              <a:ext cx="17900" cy="16475"/>
            </a:xfrm>
            <a:custGeom>
              <a:avLst/>
              <a:gdLst/>
              <a:ahLst/>
              <a:cxnLst/>
              <a:rect l="l" t="t" r="r" b="b"/>
              <a:pathLst>
                <a:path w="716" h="659" extrusionOk="0">
                  <a:moveTo>
                    <a:pt x="365" y="1"/>
                  </a:moveTo>
                  <a:cubicBezTo>
                    <a:pt x="342" y="1"/>
                    <a:pt x="320" y="3"/>
                    <a:pt x="298" y="8"/>
                  </a:cubicBezTo>
                  <a:cubicBezTo>
                    <a:pt x="239" y="32"/>
                    <a:pt x="191" y="56"/>
                    <a:pt x="144" y="92"/>
                  </a:cubicBezTo>
                  <a:cubicBezTo>
                    <a:pt x="84" y="103"/>
                    <a:pt x="72" y="127"/>
                    <a:pt x="60" y="163"/>
                  </a:cubicBezTo>
                  <a:cubicBezTo>
                    <a:pt x="13" y="234"/>
                    <a:pt x="1" y="330"/>
                    <a:pt x="25" y="413"/>
                  </a:cubicBezTo>
                  <a:cubicBezTo>
                    <a:pt x="25" y="425"/>
                    <a:pt x="48" y="437"/>
                    <a:pt x="48" y="461"/>
                  </a:cubicBezTo>
                  <a:cubicBezTo>
                    <a:pt x="99" y="573"/>
                    <a:pt x="203" y="659"/>
                    <a:pt x="336" y="659"/>
                  </a:cubicBezTo>
                  <a:cubicBezTo>
                    <a:pt x="358" y="659"/>
                    <a:pt x="382" y="656"/>
                    <a:pt x="406" y="651"/>
                  </a:cubicBezTo>
                  <a:lnTo>
                    <a:pt x="441" y="651"/>
                  </a:lnTo>
                  <a:cubicBezTo>
                    <a:pt x="620" y="603"/>
                    <a:pt x="715" y="449"/>
                    <a:pt x="703" y="282"/>
                  </a:cubicBezTo>
                  <a:lnTo>
                    <a:pt x="703" y="246"/>
                  </a:lnTo>
                  <a:cubicBezTo>
                    <a:pt x="652" y="93"/>
                    <a:pt x="504" y="1"/>
                    <a:pt x="3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2" name="Google Shape;18762;p143"/>
            <p:cNvSpPr/>
            <p:nvPr/>
          </p:nvSpPr>
          <p:spPr>
            <a:xfrm>
              <a:off x="1565650" y="1378450"/>
              <a:ext cx="45875" cy="41525"/>
            </a:xfrm>
            <a:custGeom>
              <a:avLst/>
              <a:gdLst/>
              <a:ahLst/>
              <a:cxnLst/>
              <a:rect l="l" t="t" r="r" b="b"/>
              <a:pathLst>
                <a:path w="1835" h="1661" extrusionOk="0">
                  <a:moveTo>
                    <a:pt x="929" y="1"/>
                  </a:moveTo>
                  <a:cubicBezTo>
                    <a:pt x="856" y="1"/>
                    <a:pt x="787" y="10"/>
                    <a:pt x="715" y="29"/>
                  </a:cubicBezTo>
                  <a:cubicBezTo>
                    <a:pt x="275" y="124"/>
                    <a:pt x="1" y="589"/>
                    <a:pt x="120" y="1041"/>
                  </a:cubicBezTo>
                  <a:cubicBezTo>
                    <a:pt x="120" y="1065"/>
                    <a:pt x="132" y="1089"/>
                    <a:pt x="156" y="1113"/>
                  </a:cubicBezTo>
                  <a:cubicBezTo>
                    <a:pt x="191" y="1232"/>
                    <a:pt x="275" y="1351"/>
                    <a:pt x="358" y="1422"/>
                  </a:cubicBezTo>
                  <a:cubicBezTo>
                    <a:pt x="516" y="1570"/>
                    <a:pt x="730" y="1661"/>
                    <a:pt x="948" y="1661"/>
                  </a:cubicBezTo>
                  <a:cubicBezTo>
                    <a:pt x="993" y="1661"/>
                    <a:pt x="1039" y="1657"/>
                    <a:pt x="1084" y="1648"/>
                  </a:cubicBezTo>
                  <a:cubicBezTo>
                    <a:pt x="1108" y="1648"/>
                    <a:pt x="1120" y="1648"/>
                    <a:pt x="1144" y="1637"/>
                  </a:cubicBezTo>
                  <a:cubicBezTo>
                    <a:pt x="1251" y="1601"/>
                    <a:pt x="1334" y="1565"/>
                    <a:pt x="1430" y="1506"/>
                  </a:cubicBezTo>
                  <a:cubicBezTo>
                    <a:pt x="1692" y="1303"/>
                    <a:pt x="1834" y="970"/>
                    <a:pt x="1751" y="625"/>
                  </a:cubicBezTo>
                  <a:cubicBezTo>
                    <a:pt x="1715" y="422"/>
                    <a:pt x="1608" y="279"/>
                    <a:pt x="1453" y="172"/>
                  </a:cubicBezTo>
                  <a:cubicBezTo>
                    <a:pt x="1358" y="101"/>
                    <a:pt x="1239" y="41"/>
                    <a:pt x="1120" y="17"/>
                  </a:cubicBezTo>
                  <a:cubicBezTo>
                    <a:pt x="1050" y="7"/>
                    <a:pt x="988" y="1"/>
                    <a:pt x="92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7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8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65" name="Google Shape;18765;p145"/>
          <p:cNvGrpSpPr/>
          <p:nvPr/>
        </p:nvGrpSpPr>
        <p:grpSpPr>
          <a:xfrm rot="10800000">
            <a:off x="-59408" y="283"/>
            <a:ext cx="5584597" cy="2809558"/>
            <a:chOff x="4905075" y="2588800"/>
            <a:chExt cx="982875" cy="494475"/>
          </a:xfrm>
        </p:grpSpPr>
        <p:sp>
          <p:nvSpPr>
            <p:cNvPr id="18766" name="Google Shape;18766;p145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7" name="Google Shape;18767;p145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8" name="Google Shape;18768;p145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9" name="Google Shape;18769;p145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0" name="Google Shape;18770;p145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1" name="Google Shape;18771;p145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2" name="Google Shape;18772;p145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3" name="Google Shape;18773;p145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4" name="Google Shape;18774;p145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5" name="Google Shape;18775;p145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6" name="Google Shape;18776;p145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7" name="Google Shape;18777;p145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8" name="Google Shape;18778;p145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9" name="Google Shape;18779;p145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0" name="Google Shape;18780;p145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1" name="Google Shape;18781;p145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2" name="Google Shape;18782;p145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3" name="Google Shape;18783;p145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4" name="Google Shape;18784;p145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5" name="Google Shape;18785;p145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6" name="Google Shape;18786;p145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7" name="Google Shape;18787;p145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8" name="Google Shape;18788;p145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9" name="Google Shape;18789;p145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0" name="Google Shape;18790;p145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1" name="Google Shape;18791;p145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2" name="Google Shape;18792;p145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3" name="Google Shape;18793;p145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4" name="Google Shape;18794;p145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5" name="Google Shape;18795;p145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6" name="Google Shape;18796;p145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7" name="Google Shape;18797;p145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8" name="Google Shape;18798;p145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9" name="Google Shape;18799;p145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0" name="Google Shape;18800;p145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1" name="Google Shape;18801;p145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2" name="Google Shape;18802;p145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3" name="Google Shape;18803;p145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4" name="Google Shape;18804;p145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5" name="Google Shape;18805;p145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6" name="Google Shape;18806;p145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7" name="Google Shape;18807;p145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8" name="Google Shape;18808;p145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9" name="Google Shape;18809;p145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0" name="Google Shape;18810;p145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1" name="Google Shape;18811;p145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2" name="Google Shape;18812;p145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3" name="Google Shape;18813;p145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4" name="Google Shape;18814;p145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5" name="Google Shape;18815;p145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6" name="Google Shape;18816;p145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7" name="Google Shape;18817;p145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8" name="Google Shape;18818;p145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9" name="Google Shape;18819;p145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20" name="Google Shape;18820;p145"/>
          <p:cNvGrpSpPr/>
          <p:nvPr/>
        </p:nvGrpSpPr>
        <p:grpSpPr>
          <a:xfrm rot="10800000" flipH="1">
            <a:off x="18799618" y="283"/>
            <a:ext cx="5584597" cy="2809558"/>
            <a:chOff x="4905075" y="2588800"/>
            <a:chExt cx="982875" cy="494475"/>
          </a:xfrm>
        </p:grpSpPr>
        <p:sp>
          <p:nvSpPr>
            <p:cNvPr id="18821" name="Google Shape;18821;p145"/>
            <p:cNvSpPr/>
            <p:nvPr/>
          </p:nvSpPr>
          <p:spPr>
            <a:xfrm>
              <a:off x="5082475" y="3000200"/>
              <a:ext cx="30675" cy="83075"/>
            </a:xfrm>
            <a:custGeom>
              <a:avLst/>
              <a:gdLst/>
              <a:ahLst/>
              <a:cxnLst/>
              <a:rect l="l" t="t" r="r" b="b"/>
              <a:pathLst>
                <a:path w="1227" h="3323" extrusionOk="0">
                  <a:moveTo>
                    <a:pt x="1048" y="1"/>
                  </a:moveTo>
                  <a:lnTo>
                    <a:pt x="0" y="3322"/>
                  </a:lnTo>
                  <a:lnTo>
                    <a:pt x="191" y="3322"/>
                  </a:lnTo>
                  <a:lnTo>
                    <a:pt x="1227" y="48"/>
                  </a:lnTo>
                  <a:cubicBezTo>
                    <a:pt x="1167" y="48"/>
                    <a:pt x="1108" y="36"/>
                    <a:pt x="10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2" name="Google Shape;18822;p145"/>
            <p:cNvSpPr/>
            <p:nvPr/>
          </p:nvSpPr>
          <p:spPr>
            <a:xfrm>
              <a:off x="4905075" y="30832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fill="none" extrusionOk="0">
                  <a:moveTo>
                    <a:pt x="12" y="0"/>
                  </a:move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3" name="Google Shape;18823;p145"/>
            <p:cNvSpPr/>
            <p:nvPr/>
          </p:nvSpPr>
          <p:spPr>
            <a:xfrm>
              <a:off x="5122050" y="2993050"/>
              <a:ext cx="87550" cy="45875"/>
            </a:xfrm>
            <a:custGeom>
              <a:avLst/>
              <a:gdLst/>
              <a:ahLst/>
              <a:cxnLst/>
              <a:rect l="l" t="t" r="r" b="b"/>
              <a:pathLst>
                <a:path w="3502" h="1835" extrusionOk="0">
                  <a:moveTo>
                    <a:pt x="72" y="1"/>
                  </a:moveTo>
                  <a:cubicBezTo>
                    <a:pt x="60" y="60"/>
                    <a:pt x="36" y="108"/>
                    <a:pt x="1" y="156"/>
                  </a:cubicBezTo>
                  <a:lnTo>
                    <a:pt x="3501" y="1834"/>
                  </a:lnTo>
                  <a:lnTo>
                    <a:pt x="3442" y="1608"/>
                  </a:lnTo>
                  <a:lnTo>
                    <a:pt x="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4" name="Google Shape;18824;p145"/>
            <p:cNvSpPr/>
            <p:nvPr/>
          </p:nvSpPr>
          <p:spPr>
            <a:xfrm>
              <a:off x="5213425" y="3035925"/>
              <a:ext cx="97675" cy="47050"/>
            </a:xfrm>
            <a:custGeom>
              <a:avLst/>
              <a:gdLst/>
              <a:ahLst/>
              <a:cxnLst/>
              <a:rect l="l" t="t" r="r" b="b"/>
              <a:pathLst>
                <a:path w="3907" h="1882" extrusionOk="0">
                  <a:moveTo>
                    <a:pt x="1" y="0"/>
                  </a:moveTo>
                  <a:lnTo>
                    <a:pt x="61" y="227"/>
                  </a:lnTo>
                  <a:lnTo>
                    <a:pt x="3501" y="1881"/>
                  </a:lnTo>
                  <a:lnTo>
                    <a:pt x="3906" y="188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5" name="Google Shape;18825;p145"/>
            <p:cNvSpPr/>
            <p:nvPr/>
          </p:nvSpPr>
          <p:spPr>
            <a:xfrm>
              <a:off x="4919950" y="2993050"/>
              <a:ext cx="185175" cy="90225"/>
            </a:xfrm>
            <a:custGeom>
              <a:avLst/>
              <a:gdLst/>
              <a:ahLst/>
              <a:cxnLst/>
              <a:rect l="l" t="t" r="r" b="b"/>
              <a:pathLst>
                <a:path w="7407" h="3609" extrusionOk="0">
                  <a:moveTo>
                    <a:pt x="7335" y="1"/>
                  </a:moveTo>
                  <a:lnTo>
                    <a:pt x="0" y="3608"/>
                  </a:lnTo>
                  <a:lnTo>
                    <a:pt x="417" y="3608"/>
                  </a:lnTo>
                  <a:lnTo>
                    <a:pt x="7406" y="179"/>
                  </a:lnTo>
                  <a:cubicBezTo>
                    <a:pt x="7394" y="167"/>
                    <a:pt x="7394" y="156"/>
                    <a:pt x="7382" y="156"/>
                  </a:cubicBezTo>
                  <a:cubicBezTo>
                    <a:pt x="7370" y="96"/>
                    <a:pt x="7347" y="48"/>
                    <a:pt x="733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6" name="Google Shape;18826;p145"/>
            <p:cNvSpPr/>
            <p:nvPr/>
          </p:nvSpPr>
          <p:spPr>
            <a:xfrm>
              <a:off x="4909525" y="2607000"/>
              <a:ext cx="182500" cy="476275"/>
            </a:xfrm>
            <a:custGeom>
              <a:avLst/>
              <a:gdLst/>
              <a:ahLst/>
              <a:cxnLst/>
              <a:rect l="l" t="t" r="r" b="b"/>
              <a:pathLst>
                <a:path w="7300" h="19051" extrusionOk="0">
                  <a:moveTo>
                    <a:pt x="7121" y="0"/>
                  </a:moveTo>
                  <a:lnTo>
                    <a:pt x="1" y="19050"/>
                  </a:lnTo>
                  <a:lnTo>
                    <a:pt x="191" y="19050"/>
                  </a:lnTo>
                  <a:lnTo>
                    <a:pt x="7299" y="60"/>
                  </a:lnTo>
                  <a:cubicBezTo>
                    <a:pt x="7240" y="48"/>
                    <a:pt x="7192" y="24"/>
                    <a:pt x="712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7" name="Google Shape;18827;p145"/>
            <p:cNvSpPr/>
            <p:nvPr/>
          </p:nvSpPr>
          <p:spPr>
            <a:xfrm>
              <a:off x="5113425" y="2823400"/>
              <a:ext cx="33075" cy="158075"/>
            </a:xfrm>
            <a:custGeom>
              <a:avLst/>
              <a:gdLst/>
              <a:ahLst/>
              <a:cxnLst/>
              <a:rect l="l" t="t" r="r" b="b"/>
              <a:pathLst>
                <a:path w="1323" h="6323" extrusionOk="0">
                  <a:moveTo>
                    <a:pt x="1143" y="0"/>
                  </a:moveTo>
                  <a:lnTo>
                    <a:pt x="0" y="6299"/>
                  </a:lnTo>
                  <a:cubicBezTo>
                    <a:pt x="60" y="6299"/>
                    <a:pt x="120" y="6311"/>
                    <a:pt x="179" y="6322"/>
                  </a:cubicBezTo>
                  <a:lnTo>
                    <a:pt x="1322" y="36"/>
                  </a:lnTo>
                  <a:cubicBezTo>
                    <a:pt x="1263" y="36"/>
                    <a:pt x="1203" y="24"/>
                    <a:pt x="114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8" name="Google Shape;18828;p145"/>
            <p:cNvSpPr/>
            <p:nvPr/>
          </p:nvSpPr>
          <p:spPr>
            <a:xfrm>
              <a:off x="5201525" y="2989775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3" y="1"/>
                  </a:moveTo>
                  <a:cubicBezTo>
                    <a:pt x="13" y="13"/>
                    <a:pt x="1" y="37"/>
                    <a:pt x="1" y="48"/>
                  </a:cubicBezTo>
                  <a:lnTo>
                    <a:pt x="36" y="48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9" name="Google Shape;18829;p145"/>
            <p:cNvSpPr/>
            <p:nvPr/>
          </p:nvSpPr>
          <p:spPr>
            <a:xfrm>
              <a:off x="5156275" y="2820425"/>
              <a:ext cx="44975" cy="165800"/>
            </a:xfrm>
            <a:custGeom>
              <a:avLst/>
              <a:gdLst/>
              <a:ahLst/>
              <a:cxnLst/>
              <a:rect l="l" t="t" r="r" b="b"/>
              <a:pathLst>
                <a:path w="1799" h="6632" extrusionOk="0">
                  <a:moveTo>
                    <a:pt x="144" y="0"/>
                  </a:moveTo>
                  <a:cubicBezTo>
                    <a:pt x="132" y="24"/>
                    <a:pt x="120" y="36"/>
                    <a:pt x="96" y="36"/>
                  </a:cubicBezTo>
                  <a:cubicBezTo>
                    <a:pt x="72" y="48"/>
                    <a:pt x="25" y="84"/>
                    <a:pt x="1" y="95"/>
                  </a:cubicBezTo>
                  <a:lnTo>
                    <a:pt x="1608" y="6584"/>
                  </a:lnTo>
                  <a:cubicBezTo>
                    <a:pt x="1627" y="6573"/>
                    <a:pt x="1649" y="6568"/>
                    <a:pt x="1671" y="6568"/>
                  </a:cubicBezTo>
                  <a:cubicBezTo>
                    <a:pt x="1718" y="6568"/>
                    <a:pt x="1766" y="6591"/>
                    <a:pt x="1799" y="6632"/>
                  </a:cubicBezTo>
                  <a:lnTo>
                    <a:pt x="156" y="48"/>
                  </a:lnTo>
                  <a:cubicBezTo>
                    <a:pt x="156" y="36"/>
                    <a:pt x="144" y="12"/>
                    <a:pt x="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0" name="Google Shape;18830;p145"/>
            <p:cNvSpPr/>
            <p:nvPr/>
          </p:nvSpPr>
          <p:spPr>
            <a:xfrm>
              <a:off x="5198850" y="2995450"/>
              <a:ext cx="26525" cy="87825"/>
            </a:xfrm>
            <a:custGeom>
              <a:avLst/>
              <a:gdLst/>
              <a:ahLst/>
              <a:cxnLst/>
              <a:rect l="l" t="t" r="r" b="b"/>
              <a:pathLst>
                <a:path w="1061" h="3513" extrusionOk="0">
                  <a:moveTo>
                    <a:pt x="1" y="0"/>
                  </a:moveTo>
                  <a:lnTo>
                    <a:pt x="382" y="1512"/>
                  </a:lnTo>
                  <a:lnTo>
                    <a:pt x="441" y="1750"/>
                  </a:lnTo>
                  <a:lnTo>
                    <a:pt x="870" y="3512"/>
                  </a:lnTo>
                  <a:lnTo>
                    <a:pt x="1060" y="3512"/>
                  </a:lnTo>
                  <a:lnTo>
                    <a:pt x="644" y="1857"/>
                  </a:lnTo>
                  <a:lnTo>
                    <a:pt x="584" y="1619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1" name="Google Shape;18831;p145"/>
            <p:cNvSpPr/>
            <p:nvPr/>
          </p:nvSpPr>
          <p:spPr>
            <a:xfrm>
              <a:off x="5123550" y="2988600"/>
              <a:ext cx="175625" cy="8950"/>
            </a:xfrm>
            <a:custGeom>
              <a:avLst/>
              <a:gdLst/>
              <a:ahLst/>
              <a:cxnLst/>
              <a:rect l="l" t="t" r="r" b="b"/>
              <a:pathLst>
                <a:path w="7025" h="358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60"/>
                    <a:pt x="12" y="119"/>
                    <a:pt x="0" y="179"/>
                  </a:cubicBezTo>
                  <a:lnTo>
                    <a:pt x="24" y="179"/>
                  </a:lnTo>
                  <a:lnTo>
                    <a:pt x="3001" y="262"/>
                  </a:lnTo>
                  <a:lnTo>
                    <a:pt x="3191" y="262"/>
                  </a:lnTo>
                  <a:lnTo>
                    <a:pt x="6989" y="357"/>
                  </a:lnTo>
                  <a:lnTo>
                    <a:pt x="6977" y="286"/>
                  </a:lnTo>
                  <a:lnTo>
                    <a:pt x="6977" y="274"/>
                  </a:lnTo>
                  <a:lnTo>
                    <a:pt x="6977" y="262"/>
                  </a:lnTo>
                  <a:lnTo>
                    <a:pt x="6977" y="238"/>
                  </a:lnTo>
                  <a:lnTo>
                    <a:pt x="6977" y="226"/>
                  </a:lnTo>
                  <a:cubicBezTo>
                    <a:pt x="6977" y="226"/>
                    <a:pt x="6977" y="215"/>
                    <a:pt x="6989" y="215"/>
                  </a:cubicBezTo>
                  <a:lnTo>
                    <a:pt x="7025" y="167"/>
                  </a:lnTo>
                  <a:lnTo>
                    <a:pt x="3155" y="60"/>
                  </a:lnTo>
                  <a:lnTo>
                    <a:pt x="3120" y="95"/>
                  </a:lnTo>
                  <a:cubicBezTo>
                    <a:pt x="3108" y="119"/>
                    <a:pt x="3096" y="131"/>
                    <a:pt x="3060" y="155"/>
                  </a:cubicBezTo>
                  <a:cubicBezTo>
                    <a:pt x="3038" y="166"/>
                    <a:pt x="3013" y="171"/>
                    <a:pt x="2986" y="171"/>
                  </a:cubicBezTo>
                  <a:cubicBezTo>
                    <a:pt x="2927" y="171"/>
                    <a:pt x="2863" y="145"/>
                    <a:pt x="2822" y="95"/>
                  </a:cubicBezTo>
                  <a:lnTo>
                    <a:pt x="2822" y="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2" name="Google Shape;18832;p145"/>
            <p:cNvSpPr/>
            <p:nvPr/>
          </p:nvSpPr>
          <p:spPr>
            <a:xfrm>
              <a:off x="5302725" y="2995150"/>
              <a:ext cx="138750" cy="88125"/>
            </a:xfrm>
            <a:custGeom>
              <a:avLst/>
              <a:gdLst/>
              <a:ahLst/>
              <a:cxnLst/>
              <a:rect l="l" t="t" r="r" b="b"/>
              <a:pathLst>
                <a:path w="5550" h="3525" extrusionOk="0">
                  <a:moveTo>
                    <a:pt x="37" y="0"/>
                  </a:moveTo>
                  <a:lnTo>
                    <a:pt x="1" y="36"/>
                  </a:lnTo>
                  <a:lnTo>
                    <a:pt x="37" y="214"/>
                  </a:lnTo>
                  <a:lnTo>
                    <a:pt x="5216" y="3524"/>
                  </a:lnTo>
                  <a:lnTo>
                    <a:pt x="5549" y="3524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3" name="Google Shape;18833;p145"/>
            <p:cNvSpPr/>
            <p:nvPr/>
          </p:nvSpPr>
          <p:spPr>
            <a:xfrm>
              <a:off x="5297675" y="2995725"/>
              <a:ext cx="21750" cy="84275"/>
            </a:xfrm>
            <a:custGeom>
              <a:avLst/>
              <a:gdLst/>
              <a:ahLst/>
              <a:cxnLst/>
              <a:rect l="l" t="t" r="r" b="b"/>
              <a:pathLst>
                <a:path w="870" h="3371" extrusionOk="0">
                  <a:moveTo>
                    <a:pt x="191" y="1"/>
                  </a:moveTo>
                  <a:lnTo>
                    <a:pt x="179" y="49"/>
                  </a:lnTo>
                  <a:cubicBezTo>
                    <a:pt x="156" y="72"/>
                    <a:pt x="122" y="90"/>
                    <a:pt x="89" y="90"/>
                  </a:cubicBezTo>
                  <a:cubicBezTo>
                    <a:pt x="71" y="90"/>
                    <a:pt x="53" y="85"/>
                    <a:pt x="36" y="72"/>
                  </a:cubicBezTo>
                  <a:cubicBezTo>
                    <a:pt x="12" y="60"/>
                    <a:pt x="12" y="37"/>
                    <a:pt x="0" y="13"/>
                  </a:cubicBezTo>
                  <a:lnTo>
                    <a:pt x="0" y="13"/>
                  </a:lnTo>
                  <a:lnTo>
                    <a:pt x="12" y="96"/>
                  </a:lnTo>
                  <a:lnTo>
                    <a:pt x="691" y="3370"/>
                  </a:lnTo>
                  <a:cubicBezTo>
                    <a:pt x="751" y="3335"/>
                    <a:pt x="810" y="3335"/>
                    <a:pt x="870" y="3335"/>
                  </a:cubicBezTo>
                  <a:lnTo>
                    <a:pt x="215" y="180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4" name="Google Shape;18834;p145"/>
            <p:cNvSpPr/>
            <p:nvPr/>
          </p:nvSpPr>
          <p:spPr>
            <a:xfrm>
              <a:off x="5349175" y="2817450"/>
              <a:ext cx="69375" cy="103300"/>
            </a:xfrm>
            <a:custGeom>
              <a:avLst/>
              <a:gdLst/>
              <a:ahLst/>
              <a:cxnLst/>
              <a:rect l="l" t="t" r="r" b="b"/>
              <a:pathLst>
                <a:path w="2775" h="4132" extrusionOk="0">
                  <a:moveTo>
                    <a:pt x="2620" y="0"/>
                  </a:moveTo>
                  <a:lnTo>
                    <a:pt x="0" y="3977"/>
                  </a:lnTo>
                  <a:lnTo>
                    <a:pt x="119" y="4132"/>
                  </a:lnTo>
                  <a:lnTo>
                    <a:pt x="2774" y="95"/>
                  </a:lnTo>
                  <a:cubicBezTo>
                    <a:pt x="2715" y="72"/>
                    <a:pt x="2667" y="36"/>
                    <a:pt x="26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5" name="Google Shape;18835;p145"/>
            <p:cNvSpPr/>
            <p:nvPr/>
          </p:nvSpPr>
          <p:spPr>
            <a:xfrm>
              <a:off x="5297975" y="2921625"/>
              <a:ext cx="51825" cy="76825"/>
            </a:xfrm>
            <a:custGeom>
              <a:avLst/>
              <a:gdLst/>
              <a:ahLst/>
              <a:cxnLst/>
              <a:rect l="l" t="t" r="r" b="b"/>
              <a:pathLst>
                <a:path w="2073" h="3073" extrusionOk="0">
                  <a:moveTo>
                    <a:pt x="1953" y="0"/>
                  </a:moveTo>
                  <a:lnTo>
                    <a:pt x="48" y="2882"/>
                  </a:lnTo>
                  <a:lnTo>
                    <a:pt x="12" y="2917"/>
                  </a:lnTo>
                  <a:cubicBezTo>
                    <a:pt x="12" y="2917"/>
                    <a:pt x="12" y="2941"/>
                    <a:pt x="0" y="2941"/>
                  </a:cubicBezTo>
                  <a:lnTo>
                    <a:pt x="0" y="2953"/>
                  </a:lnTo>
                  <a:lnTo>
                    <a:pt x="0" y="2965"/>
                  </a:lnTo>
                  <a:lnTo>
                    <a:pt x="0" y="2977"/>
                  </a:lnTo>
                  <a:lnTo>
                    <a:pt x="0" y="3001"/>
                  </a:lnTo>
                  <a:cubicBezTo>
                    <a:pt x="0" y="3024"/>
                    <a:pt x="12" y="3036"/>
                    <a:pt x="48" y="3060"/>
                  </a:cubicBezTo>
                  <a:cubicBezTo>
                    <a:pt x="60" y="3068"/>
                    <a:pt x="74" y="3072"/>
                    <a:pt x="90" y="3072"/>
                  </a:cubicBezTo>
                  <a:cubicBezTo>
                    <a:pt x="121" y="3072"/>
                    <a:pt x="155" y="3056"/>
                    <a:pt x="179" y="3024"/>
                  </a:cubicBezTo>
                  <a:lnTo>
                    <a:pt x="191" y="2989"/>
                  </a:lnTo>
                  <a:lnTo>
                    <a:pt x="227" y="2953"/>
                  </a:lnTo>
                  <a:lnTo>
                    <a:pt x="2072" y="155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6" name="Google Shape;18836;p145"/>
            <p:cNvSpPr/>
            <p:nvPr/>
          </p:nvSpPr>
          <p:spPr>
            <a:xfrm>
              <a:off x="5247975" y="2787475"/>
              <a:ext cx="2700" cy="1425"/>
            </a:xfrm>
            <a:custGeom>
              <a:avLst/>
              <a:gdLst/>
              <a:ahLst/>
              <a:cxnLst/>
              <a:rect l="l" t="t" r="r" b="b"/>
              <a:pathLst>
                <a:path w="108" h="57" extrusionOk="0">
                  <a:moveTo>
                    <a:pt x="48" y="1"/>
                  </a:moveTo>
                  <a:cubicBezTo>
                    <a:pt x="32" y="1"/>
                    <a:pt x="15" y="4"/>
                    <a:pt x="0" y="8"/>
                  </a:cubicBezTo>
                  <a:lnTo>
                    <a:pt x="48" y="56"/>
                  </a:lnTo>
                  <a:cubicBezTo>
                    <a:pt x="60" y="44"/>
                    <a:pt x="95" y="44"/>
                    <a:pt x="107" y="20"/>
                  </a:cubicBezTo>
                  <a:cubicBezTo>
                    <a:pt x="93" y="6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7" name="Google Shape;18837;p145"/>
            <p:cNvSpPr/>
            <p:nvPr/>
          </p:nvSpPr>
          <p:spPr>
            <a:xfrm>
              <a:off x="5264925" y="2810300"/>
              <a:ext cx="211375" cy="272375"/>
            </a:xfrm>
            <a:custGeom>
              <a:avLst/>
              <a:gdLst/>
              <a:ahLst/>
              <a:cxnLst/>
              <a:rect l="l" t="t" r="r" b="b"/>
              <a:pathLst>
                <a:path w="8455" h="10895" extrusionOk="0">
                  <a:moveTo>
                    <a:pt x="132" y="0"/>
                  </a:moveTo>
                  <a:cubicBezTo>
                    <a:pt x="84" y="48"/>
                    <a:pt x="36" y="96"/>
                    <a:pt x="1" y="119"/>
                  </a:cubicBezTo>
                  <a:lnTo>
                    <a:pt x="3287" y="4429"/>
                  </a:lnTo>
                  <a:lnTo>
                    <a:pt x="3406" y="4572"/>
                  </a:lnTo>
                  <a:lnTo>
                    <a:pt x="8228" y="10895"/>
                  </a:lnTo>
                  <a:lnTo>
                    <a:pt x="8454" y="10895"/>
                  </a:lnTo>
                  <a:lnTo>
                    <a:pt x="3489" y="4406"/>
                  </a:lnTo>
                  <a:lnTo>
                    <a:pt x="3370" y="4263"/>
                  </a:ln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8" name="Google Shape;18838;p145"/>
            <p:cNvSpPr/>
            <p:nvPr/>
          </p:nvSpPr>
          <p:spPr>
            <a:xfrm>
              <a:off x="5094375" y="2607000"/>
              <a:ext cx="50025" cy="177725"/>
            </a:xfrm>
            <a:custGeom>
              <a:avLst/>
              <a:gdLst/>
              <a:ahLst/>
              <a:cxnLst/>
              <a:rect l="l" t="t" r="r" b="b"/>
              <a:pathLst>
                <a:path w="2001" h="7109" extrusionOk="0">
                  <a:moveTo>
                    <a:pt x="179" y="0"/>
                  </a:moveTo>
                  <a:cubicBezTo>
                    <a:pt x="120" y="48"/>
                    <a:pt x="60" y="60"/>
                    <a:pt x="0" y="60"/>
                  </a:cubicBezTo>
                  <a:lnTo>
                    <a:pt x="1822" y="7108"/>
                  </a:lnTo>
                  <a:cubicBezTo>
                    <a:pt x="1882" y="7085"/>
                    <a:pt x="1941" y="7073"/>
                    <a:pt x="2001" y="7073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9" name="Google Shape;18839;p145"/>
            <p:cNvSpPr/>
            <p:nvPr/>
          </p:nvSpPr>
          <p:spPr>
            <a:xfrm>
              <a:off x="5098850" y="2605500"/>
              <a:ext cx="150325" cy="186375"/>
            </a:xfrm>
            <a:custGeom>
              <a:avLst/>
              <a:gdLst/>
              <a:ahLst/>
              <a:cxnLst/>
              <a:rect l="l" t="t" r="r" b="b"/>
              <a:pathLst>
                <a:path w="6013" h="7455" extrusionOk="0">
                  <a:moveTo>
                    <a:pt x="60" y="1"/>
                  </a:moveTo>
                  <a:cubicBezTo>
                    <a:pt x="48" y="13"/>
                    <a:pt x="12" y="25"/>
                    <a:pt x="0" y="49"/>
                  </a:cubicBezTo>
                  <a:lnTo>
                    <a:pt x="5882" y="7454"/>
                  </a:lnTo>
                  <a:cubicBezTo>
                    <a:pt x="5906" y="7407"/>
                    <a:pt x="5965" y="7371"/>
                    <a:pt x="6013" y="7335"/>
                  </a:cubicBezTo>
                  <a:lnTo>
                    <a:pt x="5965" y="7276"/>
                  </a:lnTo>
                  <a:lnTo>
                    <a:pt x="322" y="17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0" name="Google Shape;18840;p145"/>
            <p:cNvSpPr/>
            <p:nvPr/>
          </p:nvSpPr>
          <p:spPr>
            <a:xfrm>
              <a:off x="5270300" y="2802250"/>
              <a:ext cx="141400" cy="10750"/>
            </a:xfrm>
            <a:custGeom>
              <a:avLst/>
              <a:gdLst/>
              <a:ahLst/>
              <a:cxnLst/>
              <a:rect l="l" t="t" r="r" b="b"/>
              <a:pathLst>
                <a:path w="5656" h="430" extrusionOk="0">
                  <a:moveTo>
                    <a:pt x="48" y="1"/>
                  </a:moveTo>
                  <a:lnTo>
                    <a:pt x="0" y="179"/>
                  </a:lnTo>
                  <a:lnTo>
                    <a:pt x="5656" y="430"/>
                  </a:lnTo>
                  <a:cubicBezTo>
                    <a:pt x="5644" y="370"/>
                    <a:pt x="5644" y="310"/>
                    <a:pt x="5656" y="251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1" name="Google Shape;18841;p145"/>
            <p:cNvSpPr/>
            <p:nvPr/>
          </p:nvSpPr>
          <p:spPr>
            <a:xfrm>
              <a:off x="5167300" y="2797500"/>
              <a:ext cx="75625" cy="7750"/>
            </a:xfrm>
            <a:custGeom>
              <a:avLst/>
              <a:gdLst/>
              <a:ahLst/>
              <a:cxnLst/>
              <a:rect l="l" t="t" r="r" b="b"/>
              <a:pathLst>
                <a:path w="3025" h="310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60"/>
                    <a:pt x="36" y="119"/>
                    <a:pt x="36" y="179"/>
                  </a:cubicBezTo>
                  <a:lnTo>
                    <a:pt x="3025" y="310"/>
                  </a:lnTo>
                  <a:cubicBezTo>
                    <a:pt x="3013" y="262"/>
                    <a:pt x="3013" y="191"/>
                    <a:pt x="3013" y="13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2" name="Google Shape;18842;p145"/>
            <p:cNvSpPr/>
            <p:nvPr/>
          </p:nvSpPr>
          <p:spPr>
            <a:xfrm>
              <a:off x="5100325" y="2601350"/>
              <a:ext cx="313750" cy="206300"/>
            </a:xfrm>
            <a:custGeom>
              <a:avLst/>
              <a:gdLst/>
              <a:ahLst/>
              <a:cxnLst/>
              <a:rect l="l" t="t" r="r" b="b"/>
              <a:pathLst>
                <a:path w="12550" h="8252" extrusionOk="0">
                  <a:moveTo>
                    <a:pt x="108" y="0"/>
                  </a:moveTo>
                  <a:cubicBezTo>
                    <a:pt x="96" y="60"/>
                    <a:pt x="48" y="107"/>
                    <a:pt x="1" y="155"/>
                  </a:cubicBezTo>
                  <a:lnTo>
                    <a:pt x="286" y="345"/>
                  </a:lnTo>
                  <a:lnTo>
                    <a:pt x="12455" y="8251"/>
                  </a:lnTo>
                  <a:cubicBezTo>
                    <a:pt x="12478" y="8192"/>
                    <a:pt x="12502" y="8132"/>
                    <a:pt x="12550" y="8085"/>
                  </a:cubicBez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3" name="Google Shape;18843;p145"/>
            <p:cNvSpPr/>
            <p:nvPr/>
          </p:nvSpPr>
          <p:spPr>
            <a:xfrm>
              <a:off x="5428950" y="2814475"/>
              <a:ext cx="164325" cy="108950"/>
            </a:xfrm>
            <a:custGeom>
              <a:avLst/>
              <a:gdLst/>
              <a:ahLst/>
              <a:cxnLst/>
              <a:rect l="l" t="t" r="r" b="b"/>
              <a:pathLst>
                <a:path w="6573" h="4358" extrusionOk="0">
                  <a:moveTo>
                    <a:pt x="107" y="0"/>
                  </a:moveTo>
                  <a:cubicBezTo>
                    <a:pt x="72" y="60"/>
                    <a:pt x="48" y="107"/>
                    <a:pt x="0" y="155"/>
                  </a:cubicBezTo>
                  <a:lnTo>
                    <a:pt x="6501" y="4358"/>
                  </a:lnTo>
                  <a:cubicBezTo>
                    <a:pt x="6513" y="4322"/>
                    <a:pt x="6513" y="4286"/>
                    <a:pt x="6549" y="4251"/>
                  </a:cubicBezTo>
                  <a:cubicBezTo>
                    <a:pt x="6549" y="4227"/>
                    <a:pt x="6560" y="4215"/>
                    <a:pt x="6572" y="4203"/>
                  </a:cubicBezTo>
                  <a:lnTo>
                    <a:pt x="10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4" name="Google Shape;18844;p145"/>
            <p:cNvSpPr/>
            <p:nvPr/>
          </p:nvSpPr>
          <p:spPr>
            <a:xfrm>
              <a:off x="5542350" y="2760000"/>
              <a:ext cx="82775" cy="84250"/>
            </a:xfrm>
            <a:custGeom>
              <a:avLst/>
              <a:gdLst/>
              <a:ahLst/>
              <a:cxnLst/>
              <a:rect l="l" t="t" r="r" b="b"/>
              <a:pathLst>
                <a:path w="3311" h="3370" extrusionOk="0">
                  <a:moveTo>
                    <a:pt x="119" y="0"/>
                  </a:moveTo>
                  <a:cubicBezTo>
                    <a:pt x="84" y="36"/>
                    <a:pt x="48" y="95"/>
                    <a:pt x="0" y="131"/>
                  </a:cubicBezTo>
                  <a:lnTo>
                    <a:pt x="3167" y="3370"/>
                  </a:lnTo>
                  <a:cubicBezTo>
                    <a:pt x="3191" y="3334"/>
                    <a:pt x="3227" y="3298"/>
                    <a:pt x="3275" y="3274"/>
                  </a:cubicBezTo>
                  <a:cubicBezTo>
                    <a:pt x="3287" y="3274"/>
                    <a:pt x="3287" y="3251"/>
                    <a:pt x="3310" y="3251"/>
                  </a:cubicBez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5" name="Google Shape;18845;p145"/>
            <p:cNvSpPr/>
            <p:nvPr/>
          </p:nvSpPr>
          <p:spPr>
            <a:xfrm>
              <a:off x="5525375" y="2931750"/>
              <a:ext cx="73550" cy="151525"/>
            </a:xfrm>
            <a:custGeom>
              <a:avLst/>
              <a:gdLst/>
              <a:ahLst/>
              <a:cxnLst/>
              <a:rect l="l" t="t" r="r" b="b"/>
              <a:pathLst>
                <a:path w="2942" h="6061" extrusionOk="0">
                  <a:moveTo>
                    <a:pt x="2763" y="0"/>
                  </a:moveTo>
                  <a:lnTo>
                    <a:pt x="1" y="6060"/>
                  </a:lnTo>
                  <a:lnTo>
                    <a:pt x="203" y="6060"/>
                  </a:lnTo>
                  <a:lnTo>
                    <a:pt x="2942" y="72"/>
                  </a:lnTo>
                  <a:cubicBezTo>
                    <a:pt x="2882" y="72"/>
                    <a:pt x="2834" y="60"/>
                    <a:pt x="2775" y="36"/>
                  </a:cubicBezTo>
                  <a:cubicBezTo>
                    <a:pt x="2763" y="12"/>
                    <a:pt x="2763" y="0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6" name="Google Shape;18846;p145"/>
            <p:cNvSpPr/>
            <p:nvPr/>
          </p:nvSpPr>
          <p:spPr>
            <a:xfrm>
              <a:off x="5603675" y="2928475"/>
              <a:ext cx="78000" cy="52400"/>
            </a:xfrm>
            <a:custGeom>
              <a:avLst/>
              <a:gdLst/>
              <a:ahLst/>
              <a:cxnLst/>
              <a:rect l="l" t="t" r="r" b="b"/>
              <a:pathLst>
                <a:path w="3120" h="2096" extrusionOk="0">
                  <a:moveTo>
                    <a:pt x="119" y="0"/>
                  </a:moveTo>
                  <a:cubicBezTo>
                    <a:pt x="107" y="12"/>
                    <a:pt x="107" y="24"/>
                    <a:pt x="95" y="60"/>
                  </a:cubicBezTo>
                  <a:lnTo>
                    <a:pt x="0" y="143"/>
                  </a:lnTo>
                  <a:lnTo>
                    <a:pt x="3072" y="2096"/>
                  </a:lnTo>
                  <a:lnTo>
                    <a:pt x="3120" y="191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7" name="Google Shape;18847;p145"/>
            <p:cNvSpPr/>
            <p:nvPr/>
          </p:nvSpPr>
          <p:spPr>
            <a:xfrm>
              <a:off x="5600700" y="2860600"/>
              <a:ext cx="29775" cy="58950"/>
            </a:xfrm>
            <a:custGeom>
              <a:avLst/>
              <a:gdLst/>
              <a:ahLst/>
              <a:cxnLst/>
              <a:rect l="l" t="t" r="r" b="b"/>
              <a:pathLst>
                <a:path w="1191" h="2358" extrusionOk="0">
                  <a:moveTo>
                    <a:pt x="1000" y="1"/>
                  </a:moveTo>
                  <a:lnTo>
                    <a:pt x="0" y="2263"/>
                  </a:lnTo>
                  <a:cubicBezTo>
                    <a:pt x="36" y="2287"/>
                    <a:pt x="83" y="2287"/>
                    <a:pt x="107" y="2310"/>
                  </a:cubicBezTo>
                  <a:cubicBezTo>
                    <a:pt x="143" y="2322"/>
                    <a:pt x="155" y="2346"/>
                    <a:pt x="167" y="2358"/>
                  </a:cubicBezTo>
                  <a:lnTo>
                    <a:pt x="1191" y="36"/>
                  </a:lnTo>
                  <a:cubicBezTo>
                    <a:pt x="1131" y="36"/>
                    <a:pt x="1060" y="36"/>
                    <a:pt x="100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8" name="Google Shape;18848;p145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9" name="Google Shape;18849;p145"/>
            <p:cNvSpPr/>
            <p:nvPr/>
          </p:nvSpPr>
          <p:spPr>
            <a:xfrm>
              <a:off x="5634325" y="2690050"/>
              <a:ext cx="68475" cy="154200"/>
            </a:xfrm>
            <a:custGeom>
              <a:avLst/>
              <a:gdLst/>
              <a:ahLst/>
              <a:cxnLst/>
              <a:rect l="l" t="t" r="r" b="b"/>
              <a:pathLst>
                <a:path w="2739" h="6168" extrusionOk="0">
                  <a:moveTo>
                    <a:pt x="2739" y="0"/>
                  </a:moveTo>
                  <a:lnTo>
                    <a:pt x="2656" y="24"/>
                  </a:lnTo>
                  <a:lnTo>
                    <a:pt x="0" y="6049"/>
                  </a:lnTo>
                  <a:cubicBezTo>
                    <a:pt x="60" y="6084"/>
                    <a:pt x="108" y="6132"/>
                    <a:pt x="143" y="6168"/>
                  </a:cubicBezTo>
                  <a:lnTo>
                    <a:pt x="2727" y="322"/>
                  </a:lnTo>
                  <a:lnTo>
                    <a:pt x="27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0" name="Google Shape;18850;p145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1" name="Google Shape;18851;p145"/>
            <p:cNvSpPr/>
            <p:nvPr/>
          </p:nvSpPr>
          <p:spPr>
            <a:xfrm>
              <a:off x="5705475" y="26844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2" name="Google Shape;18852;p145"/>
            <p:cNvSpPr/>
            <p:nvPr/>
          </p:nvSpPr>
          <p:spPr>
            <a:xfrm>
              <a:off x="5544725" y="2684975"/>
              <a:ext cx="159275" cy="67000"/>
            </a:xfrm>
            <a:custGeom>
              <a:avLst/>
              <a:gdLst/>
              <a:ahLst/>
              <a:cxnLst/>
              <a:rect l="l" t="t" r="r" b="b"/>
              <a:pathLst>
                <a:path w="6371" h="2680" extrusionOk="0">
                  <a:moveTo>
                    <a:pt x="6370" y="1"/>
                  </a:moveTo>
                  <a:cubicBezTo>
                    <a:pt x="6360" y="1"/>
                    <a:pt x="6352" y="5"/>
                    <a:pt x="6346" y="11"/>
                  </a:cubicBezTo>
                  <a:lnTo>
                    <a:pt x="6346" y="11"/>
                  </a:lnTo>
                  <a:lnTo>
                    <a:pt x="6370" y="1"/>
                  </a:lnTo>
                  <a:close/>
                  <a:moveTo>
                    <a:pt x="6346" y="11"/>
                  </a:moveTo>
                  <a:lnTo>
                    <a:pt x="1" y="2537"/>
                  </a:lnTo>
                  <a:lnTo>
                    <a:pt x="1" y="2549"/>
                  </a:lnTo>
                  <a:cubicBezTo>
                    <a:pt x="60" y="2561"/>
                    <a:pt x="72" y="2620"/>
                    <a:pt x="84" y="2680"/>
                  </a:cubicBezTo>
                  <a:lnTo>
                    <a:pt x="6251" y="227"/>
                  </a:lnTo>
                  <a:lnTo>
                    <a:pt x="6323" y="203"/>
                  </a:lnTo>
                  <a:lnTo>
                    <a:pt x="6323" y="60"/>
                  </a:lnTo>
                  <a:lnTo>
                    <a:pt x="6323" y="48"/>
                  </a:lnTo>
                  <a:lnTo>
                    <a:pt x="6323" y="37"/>
                  </a:lnTo>
                  <a:cubicBezTo>
                    <a:pt x="6323" y="25"/>
                    <a:pt x="6335" y="25"/>
                    <a:pt x="6335" y="25"/>
                  </a:cubicBezTo>
                  <a:cubicBezTo>
                    <a:pt x="6335" y="25"/>
                    <a:pt x="6339" y="17"/>
                    <a:pt x="6346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3" name="Google Shape;18853;p145"/>
            <p:cNvSpPr/>
            <p:nvPr/>
          </p:nvSpPr>
          <p:spPr>
            <a:xfrm>
              <a:off x="57057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4" name="Google Shape;18854;p145"/>
            <p:cNvSpPr/>
            <p:nvPr/>
          </p:nvSpPr>
          <p:spPr>
            <a:xfrm>
              <a:off x="5706050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5" name="Google Shape;18855;p145"/>
            <p:cNvSpPr/>
            <p:nvPr/>
          </p:nvSpPr>
          <p:spPr>
            <a:xfrm>
              <a:off x="5705475" y="26844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6" name="Google Shape;18856;p145"/>
            <p:cNvSpPr/>
            <p:nvPr/>
          </p:nvSpPr>
          <p:spPr>
            <a:xfrm>
              <a:off x="5706350" y="2684400"/>
              <a:ext cx="181600" cy="98250"/>
            </a:xfrm>
            <a:custGeom>
              <a:avLst/>
              <a:gdLst/>
              <a:ahLst/>
              <a:cxnLst/>
              <a:rect l="l" t="t" r="r" b="b"/>
              <a:pathLst>
                <a:path w="7264" h="3930" extrusionOk="0">
                  <a:moveTo>
                    <a:pt x="1" y="0"/>
                  </a:moveTo>
                  <a:lnTo>
                    <a:pt x="18" y="9"/>
                  </a:lnTo>
                  <a:lnTo>
                    <a:pt x="18" y="9"/>
                  </a:lnTo>
                  <a:cubicBezTo>
                    <a:pt x="13" y="5"/>
                    <a:pt x="7" y="2"/>
                    <a:pt x="1" y="0"/>
                  </a:cubicBezTo>
                  <a:close/>
                  <a:moveTo>
                    <a:pt x="18" y="9"/>
                  </a:moveTo>
                  <a:cubicBezTo>
                    <a:pt x="40" y="25"/>
                    <a:pt x="48" y="54"/>
                    <a:pt x="48" y="83"/>
                  </a:cubicBezTo>
                  <a:lnTo>
                    <a:pt x="48" y="238"/>
                  </a:lnTo>
                  <a:lnTo>
                    <a:pt x="7264" y="3929"/>
                  </a:lnTo>
                  <a:lnTo>
                    <a:pt x="7264" y="3715"/>
                  </a:lnTo>
                  <a:lnTo>
                    <a:pt x="18" y="9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7" name="Google Shape;18857;p145"/>
            <p:cNvSpPr/>
            <p:nvPr/>
          </p:nvSpPr>
          <p:spPr>
            <a:xfrm>
              <a:off x="5703075" y="268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" y="13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8" name="Google Shape;18858;p145"/>
            <p:cNvSpPr/>
            <p:nvPr/>
          </p:nvSpPr>
          <p:spPr>
            <a:xfrm>
              <a:off x="5704575" y="2684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9" name="Google Shape;18859;p145"/>
            <p:cNvSpPr/>
            <p:nvPr/>
          </p:nvSpPr>
          <p:spPr>
            <a:xfrm>
              <a:off x="5703375" y="2685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0" name="Google Shape;18860;p145"/>
            <p:cNvSpPr/>
            <p:nvPr/>
          </p:nvSpPr>
          <p:spPr>
            <a:xfrm>
              <a:off x="5806975" y="2990975"/>
              <a:ext cx="80975" cy="92300"/>
            </a:xfrm>
            <a:custGeom>
              <a:avLst/>
              <a:gdLst/>
              <a:ahLst/>
              <a:cxnLst/>
              <a:rect l="l" t="t" r="r" b="b"/>
              <a:pathLst>
                <a:path w="3239" h="3692" extrusionOk="0">
                  <a:moveTo>
                    <a:pt x="3239" y="0"/>
                  </a:moveTo>
                  <a:lnTo>
                    <a:pt x="0" y="3691"/>
                  </a:lnTo>
                  <a:lnTo>
                    <a:pt x="250" y="3691"/>
                  </a:lnTo>
                  <a:lnTo>
                    <a:pt x="3239" y="262"/>
                  </a:lnTo>
                  <a:lnTo>
                    <a:pt x="3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1" name="Google Shape;18861;p145"/>
            <p:cNvSpPr/>
            <p:nvPr/>
          </p:nvSpPr>
          <p:spPr>
            <a:xfrm>
              <a:off x="5690575" y="3002575"/>
              <a:ext cx="6875" cy="80700"/>
            </a:xfrm>
            <a:custGeom>
              <a:avLst/>
              <a:gdLst/>
              <a:ahLst/>
              <a:cxnLst/>
              <a:rect l="l" t="t" r="r" b="b"/>
              <a:pathLst>
                <a:path w="275" h="3228" extrusionOk="0">
                  <a:moveTo>
                    <a:pt x="96" y="1"/>
                  </a:moveTo>
                  <a:lnTo>
                    <a:pt x="1" y="3227"/>
                  </a:lnTo>
                  <a:lnTo>
                    <a:pt x="179" y="3227"/>
                  </a:lnTo>
                  <a:lnTo>
                    <a:pt x="275" y="60"/>
                  </a:lnTo>
                  <a:cubicBezTo>
                    <a:pt x="215" y="37"/>
                    <a:pt x="155" y="25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2" name="Google Shape;18862;p145"/>
            <p:cNvSpPr/>
            <p:nvPr/>
          </p:nvSpPr>
          <p:spPr>
            <a:xfrm>
              <a:off x="5695050" y="2684400"/>
              <a:ext cx="12825" cy="278925"/>
            </a:xfrm>
            <a:custGeom>
              <a:avLst/>
              <a:gdLst/>
              <a:ahLst/>
              <a:cxnLst/>
              <a:rect l="l" t="t" r="r" b="b"/>
              <a:pathLst>
                <a:path w="513" h="11157" extrusionOk="0">
                  <a:moveTo>
                    <a:pt x="393" y="0"/>
                  </a:moveTo>
                  <a:cubicBezTo>
                    <a:pt x="381" y="0"/>
                    <a:pt x="381" y="0"/>
                    <a:pt x="369" y="12"/>
                  </a:cubicBezTo>
                  <a:cubicBezTo>
                    <a:pt x="357" y="12"/>
                    <a:pt x="357" y="24"/>
                    <a:pt x="357" y="24"/>
                  </a:cubicBezTo>
                  <a:cubicBezTo>
                    <a:pt x="357" y="24"/>
                    <a:pt x="357" y="48"/>
                    <a:pt x="334" y="48"/>
                  </a:cubicBezTo>
                  <a:lnTo>
                    <a:pt x="334" y="60"/>
                  </a:lnTo>
                  <a:lnTo>
                    <a:pt x="334" y="191"/>
                  </a:lnTo>
                  <a:lnTo>
                    <a:pt x="322" y="524"/>
                  </a:lnTo>
                  <a:lnTo>
                    <a:pt x="0" y="11156"/>
                  </a:lnTo>
                  <a:lnTo>
                    <a:pt x="179" y="11120"/>
                  </a:lnTo>
                  <a:lnTo>
                    <a:pt x="512" y="202"/>
                  </a:lnTo>
                  <a:lnTo>
                    <a:pt x="512" y="60"/>
                  </a:lnTo>
                  <a:cubicBezTo>
                    <a:pt x="500" y="60"/>
                    <a:pt x="488" y="12"/>
                    <a:pt x="4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3" name="Google Shape;18863;p145"/>
            <p:cNvSpPr/>
            <p:nvPr/>
          </p:nvSpPr>
          <p:spPr>
            <a:xfrm>
              <a:off x="5680150" y="2962925"/>
              <a:ext cx="44675" cy="40925"/>
            </a:xfrm>
            <a:custGeom>
              <a:avLst/>
              <a:gdLst/>
              <a:ahLst/>
              <a:cxnLst/>
              <a:rect l="l" t="t" r="r" b="b"/>
              <a:pathLst>
                <a:path w="1787" h="1637" extrusionOk="0">
                  <a:moveTo>
                    <a:pt x="818" y="1"/>
                  </a:moveTo>
                  <a:cubicBezTo>
                    <a:pt x="796" y="1"/>
                    <a:pt x="773" y="2"/>
                    <a:pt x="751" y="3"/>
                  </a:cubicBezTo>
                  <a:cubicBezTo>
                    <a:pt x="692" y="3"/>
                    <a:pt x="632" y="15"/>
                    <a:pt x="572" y="51"/>
                  </a:cubicBezTo>
                  <a:cubicBezTo>
                    <a:pt x="513" y="63"/>
                    <a:pt x="453" y="99"/>
                    <a:pt x="394" y="122"/>
                  </a:cubicBezTo>
                  <a:cubicBezTo>
                    <a:pt x="239" y="229"/>
                    <a:pt x="132" y="360"/>
                    <a:pt x="72" y="527"/>
                  </a:cubicBezTo>
                  <a:cubicBezTo>
                    <a:pt x="37" y="587"/>
                    <a:pt x="25" y="646"/>
                    <a:pt x="25" y="706"/>
                  </a:cubicBezTo>
                  <a:cubicBezTo>
                    <a:pt x="1" y="884"/>
                    <a:pt x="37" y="1075"/>
                    <a:pt x="144" y="1242"/>
                  </a:cubicBezTo>
                  <a:cubicBezTo>
                    <a:pt x="227" y="1384"/>
                    <a:pt x="370" y="1492"/>
                    <a:pt x="525" y="1563"/>
                  </a:cubicBezTo>
                  <a:cubicBezTo>
                    <a:pt x="596" y="1599"/>
                    <a:pt x="644" y="1611"/>
                    <a:pt x="715" y="1623"/>
                  </a:cubicBezTo>
                  <a:cubicBezTo>
                    <a:pt x="764" y="1632"/>
                    <a:pt x="813" y="1636"/>
                    <a:pt x="861" y="1636"/>
                  </a:cubicBezTo>
                  <a:cubicBezTo>
                    <a:pt x="1002" y="1636"/>
                    <a:pt x="1142" y="1598"/>
                    <a:pt x="1275" y="1527"/>
                  </a:cubicBezTo>
                  <a:cubicBezTo>
                    <a:pt x="1656" y="1289"/>
                    <a:pt x="1787" y="777"/>
                    <a:pt x="1537" y="396"/>
                  </a:cubicBezTo>
                  <a:cubicBezTo>
                    <a:pt x="1371" y="142"/>
                    <a:pt x="1103" y="1"/>
                    <a:pt x="81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4" name="Google Shape;18864;p145"/>
            <p:cNvSpPr/>
            <p:nvPr/>
          </p:nvSpPr>
          <p:spPr>
            <a:xfrm>
              <a:off x="5242300" y="2786925"/>
              <a:ext cx="29500" cy="28675"/>
            </a:xfrm>
            <a:custGeom>
              <a:avLst/>
              <a:gdLst/>
              <a:ahLst/>
              <a:cxnLst/>
              <a:rect l="l" t="t" r="r" b="b"/>
              <a:pathLst>
                <a:path w="1180" h="1147" extrusionOk="0">
                  <a:moveTo>
                    <a:pt x="590" y="1"/>
                  </a:moveTo>
                  <a:cubicBezTo>
                    <a:pt x="504" y="1"/>
                    <a:pt x="417" y="18"/>
                    <a:pt x="334" y="54"/>
                  </a:cubicBezTo>
                  <a:cubicBezTo>
                    <a:pt x="322" y="66"/>
                    <a:pt x="287" y="66"/>
                    <a:pt x="275" y="78"/>
                  </a:cubicBezTo>
                  <a:cubicBezTo>
                    <a:pt x="215" y="114"/>
                    <a:pt x="168" y="150"/>
                    <a:pt x="144" y="197"/>
                  </a:cubicBezTo>
                  <a:cubicBezTo>
                    <a:pt x="49" y="304"/>
                    <a:pt x="1" y="423"/>
                    <a:pt x="1" y="554"/>
                  </a:cubicBezTo>
                  <a:cubicBezTo>
                    <a:pt x="1" y="614"/>
                    <a:pt x="25" y="673"/>
                    <a:pt x="37" y="733"/>
                  </a:cubicBezTo>
                  <a:cubicBezTo>
                    <a:pt x="49" y="781"/>
                    <a:pt x="72" y="828"/>
                    <a:pt x="96" y="864"/>
                  </a:cubicBezTo>
                  <a:cubicBezTo>
                    <a:pt x="213" y="1051"/>
                    <a:pt x="407" y="1146"/>
                    <a:pt x="603" y="1146"/>
                  </a:cubicBezTo>
                  <a:cubicBezTo>
                    <a:pt x="707" y="1146"/>
                    <a:pt x="811" y="1120"/>
                    <a:pt x="906" y="1066"/>
                  </a:cubicBezTo>
                  <a:cubicBezTo>
                    <a:pt x="965" y="1031"/>
                    <a:pt x="1001" y="983"/>
                    <a:pt x="1037" y="947"/>
                  </a:cubicBezTo>
                  <a:cubicBezTo>
                    <a:pt x="1084" y="900"/>
                    <a:pt x="1108" y="840"/>
                    <a:pt x="1120" y="792"/>
                  </a:cubicBezTo>
                  <a:lnTo>
                    <a:pt x="1168" y="614"/>
                  </a:lnTo>
                  <a:cubicBezTo>
                    <a:pt x="1180" y="495"/>
                    <a:pt x="1156" y="376"/>
                    <a:pt x="1084" y="269"/>
                  </a:cubicBezTo>
                  <a:cubicBezTo>
                    <a:pt x="976" y="94"/>
                    <a:pt x="787" y="1"/>
                    <a:pt x="59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5" name="Google Shape;18865;p145"/>
            <p:cNvSpPr/>
            <p:nvPr/>
          </p:nvSpPr>
          <p:spPr>
            <a:xfrm>
              <a:off x="5124150" y="2783375"/>
              <a:ext cx="44375" cy="41000"/>
            </a:xfrm>
            <a:custGeom>
              <a:avLst/>
              <a:gdLst/>
              <a:ahLst/>
              <a:cxnLst/>
              <a:rect l="l" t="t" r="r" b="b"/>
              <a:pathLst>
                <a:path w="1775" h="1640" extrusionOk="0">
                  <a:moveTo>
                    <a:pt x="916" y="0"/>
                  </a:moveTo>
                  <a:cubicBezTo>
                    <a:pt x="884" y="0"/>
                    <a:pt x="853" y="2"/>
                    <a:pt x="822" y="6"/>
                  </a:cubicBezTo>
                  <a:lnTo>
                    <a:pt x="643" y="53"/>
                  </a:lnTo>
                  <a:cubicBezTo>
                    <a:pt x="595" y="65"/>
                    <a:pt x="548" y="101"/>
                    <a:pt x="512" y="113"/>
                  </a:cubicBezTo>
                  <a:cubicBezTo>
                    <a:pt x="119" y="351"/>
                    <a:pt x="0" y="863"/>
                    <a:pt x="238" y="1244"/>
                  </a:cubicBezTo>
                  <a:cubicBezTo>
                    <a:pt x="345" y="1423"/>
                    <a:pt x="524" y="1542"/>
                    <a:pt x="703" y="1601"/>
                  </a:cubicBezTo>
                  <a:cubicBezTo>
                    <a:pt x="762" y="1613"/>
                    <a:pt x="822" y="1637"/>
                    <a:pt x="881" y="1637"/>
                  </a:cubicBezTo>
                  <a:cubicBezTo>
                    <a:pt x="904" y="1639"/>
                    <a:pt x="926" y="1640"/>
                    <a:pt x="949" y="1640"/>
                  </a:cubicBezTo>
                  <a:cubicBezTo>
                    <a:pt x="1057" y="1640"/>
                    <a:pt x="1164" y="1617"/>
                    <a:pt x="1262" y="1577"/>
                  </a:cubicBezTo>
                  <a:cubicBezTo>
                    <a:pt x="1298" y="1566"/>
                    <a:pt x="1346" y="1542"/>
                    <a:pt x="1369" y="1518"/>
                  </a:cubicBezTo>
                  <a:cubicBezTo>
                    <a:pt x="1381" y="1506"/>
                    <a:pt x="1405" y="1482"/>
                    <a:pt x="1417" y="1482"/>
                  </a:cubicBezTo>
                  <a:cubicBezTo>
                    <a:pt x="1655" y="1304"/>
                    <a:pt x="1774" y="1042"/>
                    <a:pt x="1762" y="756"/>
                  </a:cubicBezTo>
                  <a:cubicBezTo>
                    <a:pt x="1762" y="696"/>
                    <a:pt x="1738" y="637"/>
                    <a:pt x="1727" y="577"/>
                  </a:cubicBezTo>
                  <a:cubicBezTo>
                    <a:pt x="1715" y="518"/>
                    <a:pt x="1679" y="458"/>
                    <a:pt x="1643" y="399"/>
                  </a:cubicBezTo>
                  <a:cubicBezTo>
                    <a:pt x="1483" y="142"/>
                    <a:pt x="1197" y="0"/>
                    <a:pt x="9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6" name="Google Shape;18866;p145"/>
            <p:cNvSpPr/>
            <p:nvPr/>
          </p:nvSpPr>
          <p:spPr>
            <a:xfrm>
              <a:off x="5311075" y="3079075"/>
              <a:ext cx="15800" cy="3900"/>
            </a:xfrm>
            <a:custGeom>
              <a:avLst/>
              <a:gdLst/>
              <a:ahLst/>
              <a:cxnLst/>
              <a:rect l="l" t="t" r="r" b="b"/>
              <a:pathLst>
                <a:path w="632" h="156" extrusionOk="0">
                  <a:moveTo>
                    <a:pt x="346" y="1"/>
                  </a:moveTo>
                  <a:cubicBezTo>
                    <a:pt x="310" y="1"/>
                    <a:pt x="238" y="13"/>
                    <a:pt x="179" y="36"/>
                  </a:cubicBezTo>
                  <a:cubicBezTo>
                    <a:pt x="143" y="48"/>
                    <a:pt x="131" y="48"/>
                    <a:pt x="95" y="60"/>
                  </a:cubicBezTo>
                  <a:cubicBezTo>
                    <a:pt x="60" y="96"/>
                    <a:pt x="24" y="108"/>
                    <a:pt x="0" y="155"/>
                  </a:cubicBezTo>
                  <a:lnTo>
                    <a:pt x="631" y="155"/>
                  </a:lnTo>
                  <a:cubicBezTo>
                    <a:pt x="560" y="60"/>
                    <a:pt x="453" y="1"/>
                    <a:pt x="34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7" name="Google Shape;18867;p145"/>
            <p:cNvSpPr/>
            <p:nvPr/>
          </p:nvSpPr>
          <p:spPr>
            <a:xfrm>
              <a:off x="5102400" y="2980750"/>
              <a:ext cx="21475" cy="20375"/>
            </a:xfrm>
            <a:custGeom>
              <a:avLst/>
              <a:gdLst/>
              <a:ahLst/>
              <a:cxnLst/>
              <a:rect l="l" t="t" r="r" b="b"/>
              <a:pathLst>
                <a:path w="859" h="815" extrusionOk="0">
                  <a:moveTo>
                    <a:pt x="486" y="0"/>
                  </a:moveTo>
                  <a:cubicBezTo>
                    <a:pt x="471" y="0"/>
                    <a:pt x="456" y="2"/>
                    <a:pt x="441" y="5"/>
                  </a:cubicBezTo>
                  <a:cubicBezTo>
                    <a:pt x="370" y="5"/>
                    <a:pt x="287" y="17"/>
                    <a:pt x="227" y="64"/>
                  </a:cubicBezTo>
                  <a:cubicBezTo>
                    <a:pt x="84" y="159"/>
                    <a:pt x="1" y="326"/>
                    <a:pt x="37" y="493"/>
                  </a:cubicBezTo>
                  <a:cubicBezTo>
                    <a:pt x="49" y="540"/>
                    <a:pt x="72" y="588"/>
                    <a:pt x="96" y="624"/>
                  </a:cubicBezTo>
                  <a:cubicBezTo>
                    <a:pt x="108" y="648"/>
                    <a:pt x="108" y="659"/>
                    <a:pt x="132" y="659"/>
                  </a:cubicBezTo>
                  <a:cubicBezTo>
                    <a:pt x="156" y="707"/>
                    <a:pt x="203" y="731"/>
                    <a:pt x="251" y="767"/>
                  </a:cubicBezTo>
                  <a:cubicBezTo>
                    <a:pt x="311" y="790"/>
                    <a:pt x="370" y="814"/>
                    <a:pt x="430" y="814"/>
                  </a:cubicBezTo>
                  <a:cubicBezTo>
                    <a:pt x="501" y="814"/>
                    <a:pt x="584" y="790"/>
                    <a:pt x="668" y="755"/>
                  </a:cubicBezTo>
                  <a:cubicBezTo>
                    <a:pt x="703" y="719"/>
                    <a:pt x="751" y="695"/>
                    <a:pt x="787" y="648"/>
                  </a:cubicBezTo>
                  <a:cubicBezTo>
                    <a:pt x="811" y="600"/>
                    <a:pt x="846" y="540"/>
                    <a:pt x="858" y="493"/>
                  </a:cubicBezTo>
                  <a:cubicBezTo>
                    <a:pt x="858" y="433"/>
                    <a:pt x="858" y="374"/>
                    <a:pt x="846" y="314"/>
                  </a:cubicBezTo>
                  <a:cubicBezTo>
                    <a:pt x="822" y="278"/>
                    <a:pt x="811" y="243"/>
                    <a:pt x="799" y="195"/>
                  </a:cubicBezTo>
                  <a:cubicBezTo>
                    <a:pt x="751" y="124"/>
                    <a:pt x="692" y="64"/>
                    <a:pt x="620" y="40"/>
                  </a:cubicBezTo>
                  <a:cubicBezTo>
                    <a:pt x="575" y="14"/>
                    <a:pt x="531" y="0"/>
                    <a:pt x="4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8" name="Google Shape;18868;p145"/>
            <p:cNvSpPr/>
            <p:nvPr/>
          </p:nvSpPr>
          <p:spPr>
            <a:xfrm>
              <a:off x="5251825" y="2953700"/>
              <a:ext cx="16700" cy="14600"/>
            </a:xfrm>
            <a:custGeom>
              <a:avLst/>
              <a:gdLst/>
              <a:ahLst/>
              <a:cxnLst/>
              <a:rect l="l" t="t" r="r" b="b"/>
              <a:pathLst>
                <a:path w="668" h="584" extrusionOk="0">
                  <a:moveTo>
                    <a:pt x="336" y="1"/>
                  </a:moveTo>
                  <a:cubicBezTo>
                    <a:pt x="282" y="1"/>
                    <a:pt x="227" y="16"/>
                    <a:pt x="179" y="51"/>
                  </a:cubicBezTo>
                  <a:cubicBezTo>
                    <a:pt x="49" y="134"/>
                    <a:pt x="1" y="313"/>
                    <a:pt x="84" y="444"/>
                  </a:cubicBezTo>
                  <a:cubicBezTo>
                    <a:pt x="146" y="536"/>
                    <a:pt x="241" y="583"/>
                    <a:pt x="337" y="583"/>
                  </a:cubicBezTo>
                  <a:cubicBezTo>
                    <a:pt x="390" y="583"/>
                    <a:pt x="442" y="569"/>
                    <a:pt x="489" y="539"/>
                  </a:cubicBezTo>
                  <a:cubicBezTo>
                    <a:pt x="620" y="444"/>
                    <a:pt x="668" y="265"/>
                    <a:pt x="584" y="134"/>
                  </a:cubicBezTo>
                  <a:cubicBezTo>
                    <a:pt x="531" y="50"/>
                    <a:pt x="434" y="1"/>
                    <a:pt x="3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9" name="Google Shape;18869;p145"/>
            <p:cNvSpPr/>
            <p:nvPr/>
          </p:nvSpPr>
          <p:spPr>
            <a:xfrm>
              <a:off x="5411075" y="2800425"/>
              <a:ext cx="21175" cy="20450"/>
            </a:xfrm>
            <a:custGeom>
              <a:avLst/>
              <a:gdLst/>
              <a:ahLst/>
              <a:cxnLst/>
              <a:rect l="l" t="t" r="r" b="b"/>
              <a:pathLst>
                <a:path w="847" h="818" extrusionOk="0">
                  <a:moveTo>
                    <a:pt x="425" y="1"/>
                  </a:moveTo>
                  <a:cubicBezTo>
                    <a:pt x="350" y="1"/>
                    <a:pt x="274" y="20"/>
                    <a:pt x="203" y="62"/>
                  </a:cubicBezTo>
                  <a:cubicBezTo>
                    <a:pt x="179" y="74"/>
                    <a:pt x="144" y="98"/>
                    <a:pt x="120" y="133"/>
                  </a:cubicBezTo>
                  <a:cubicBezTo>
                    <a:pt x="72" y="181"/>
                    <a:pt x="48" y="241"/>
                    <a:pt x="25" y="300"/>
                  </a:cubicBezTo>
                  <a:cubicBezTo>
                    <a:pt x="25" y="312"/>
                    <a:pt x="25" y="324"/>
                    <a:pt x="13" y="324"/>
                  </a:cubicBezTo>
                  <a:cubicBezTo>
                    <a:pt x="1" y="383"/>
                    <a:pt x="1" y="443"/>
                    <a:pt x="13" y="503"/>
                  </a:cubicBezTo>
                  <a:cubicBezTo>
                    <a:pt x="25" y="550"/>
                    <a:pt x="48" y="586"/>
                    <a:pt x="60" y="622"/>
                  </a:cubicBezTo>
                  <a:cubicBezTo>
                    <a:pt x="72" y="657"/>
                    <a:pt x="108" y="681"/>
                    <a:pt x="120" y="705"/>
                  </a:cubicBezTo>
                  <a:cubicBezTo>
                    <a:pt x="167" y="741"/>
                    <a:pt x="227" y="776"/>
                    <a:pt x="263" y="788"/>
                  </a:cubicBezTo>
                  <a:cubicBezTo>
                    <a:pt x="312" y="808"/>
                    <a:pt x="362" y="818"/>
                    <a:pt x="411" y="818"/>
                  </a:cubicBezTo>
                  <a:cubicBezTo>
                    <a:pt x="479" y="818"/>
                    <a:pt x="546" y="799"/>
                    <a:pt x="608" y="764"/>
                  </a:cubicBezTo>
                  <a:cubicBezTo>
                    <a:pt x="620" y="741"/>
                    <a:pt x="656" y="729"/>
                    <a:pt x="667" y="717"/>
                  </a:cubicBezTo>
                  <a:cubicBezTo>
                    <a:pt x="739" y="669"/>
                    <a:pt x="787" y="622"/>
                    <a:pt x="798" y="562"/>
                  </a:cubicBezTo>
                  <a:cubicBezTo>
                    <a:pt x="846" y="443"/>
                    <a:pt x="846" y="312"/>
                    <a:pt x="775" y="193"/>
                  </a:cubicBezTo>
                  <a:cubicBezTo>
                    <a:pt x="697" y="69"/>
                    <a:pt x="56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0" name="Google Shape;18870;p145"/>
            <p:cNvSpPr/>
            <p:nvPr/>
          </p:nvSpPr>
          <p:spPr>
            <a:xfrm>
              <a:off x="5081275" y="2588800"/>
              <a:ext cx="22950" cy="20300"/>
            </a:xfrm>
            <a:custGeom>
              <a:avLst/>
              <a:gdLst/>
              <a:ahLst/>
              <a:cxnLst/>
              <a:rect l="l" t="t" r="r" b="b"/>
              <a:pathLst>
                <a:path w="918" h="812" extrusionOk="0">
                  <a:moveTo>
                    <a:pt x="476" y="0"/>
                  </a:moveTo>
                  <a:cubicBezTo>
                    <a:pt x="403" y="0"/>
                    <a:pt x="329" y="20"/>
                    <a:pt x="263" y="62"/>
                  </a:cubicBezTo>
                  <a:cubicBezTo>
                    <a:pt x="60" y="181"/>
                    <a:pt x="1" y="431"/>
                    <a:pt x="120" y="621"/>
                  </a:cubicBezTo>
                  <a:cubicBezTo>
                    <a:pt x="155" y="681"/>
                    <a:pt x="203" y="728"/>
                    <a:pt x="263" y="752"/>
                  </a:cubicBezTo>
                  <a:cubicBezTo>
                    <a:pt x="322" y="788"/>
                    <a:pt x="358" y="812"/>
                    <a:pt x="441" y="812"/>
                  </a:cubicBezTo>
                  <a:lnTo>
                    <a:pt x="536" y="812"/>
                  </a:lnTo>
                  <a:cubicBezTo>
                    <a:pt x="584" y="776"/>
                    <a:pt x="644" y="752"/>
                    <a:pt x="703" y="728"/>
                  </a:cubicBezTo>
                  <a:cubicBezTo>
                    <a:pt x="739" y="717"/>
                    <a:pt x="751" y="693"/>
                    <a:pt x="763" y="681"/>
                  </a:cubicBezTo>
                  <a:cubicBezTo>
                    <a:pt x="810" y="633"/>
                    <a:pt x="834" y="574"/>
                    <a:pt x="870" y="538"/>
                  </a:cubicBezTo>
                  <a:cubicBezTo>
                    <a:pt x="917" y="419"/>
                    <a:pt x="894" y="300"/>
                    <a:pt x="822" y="193"/>
                  </a:cubicBezTo>
                  <a:cubicBezTo>
                    <a:pt x="745" y="69"/>
                    <a:pt x="612" y="0"/>
                    <a:pt x="47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1" name="Google Shape;18871;p145"/>
            <p:cNvSpPr/>
            <p:nvPr/>
          </p:nvSpPr>
          <p:spPr>
            <a:xfrm>
              <a:off x="5522700" y="2742050"/>
              <a:ext cx="24425" cy="23250"/>
            </a:xfrm>
            <a:custGeom>
              <a:avLst/>
              <a:gdLst/>
              <a:ahLst/>
              <a:cxnLst/>
              <a:rect l="l" t="t" r="r" b="b"/>
              <a:pathLst>
                <a:path w="977" h="930" extrusionOk="0">
                  <a:moveTo>
                    <a:pt x="525" y="0"/>
                  </a:moveTo>
                  <a:cubicBezTo>
                    <a:pt x="442" y="0"/>
                    <a:pt x="359" y="24"/>
                    <a:pt x="286" y="75"/>
                  </a:cubicBezTo>
                  <a:cubicBezTo>
                    <a:pt x="72" y="206"/>
                    <a:pt x="1" y="492"/>
                    <a:pt x="132" y="706"/>
                  </a:cubicBezTo>
                  <a:cubicBezTo>
                    <a:pt x="216" y="853"/>
                    <a:pt x="367" y="930"/>
                    <a:pt x="523" y="930"/>
                  </a:cubicBezTo>
                  <a:cubicBezTo>
                    <a:pt x="608" y="930"/>
                    <a:pt x="695" y="907"/>
                    <a:pt x="774" y="861"/>
                  </a:cubicBezTo>
                  <a:cubicBezTo>
                    <a:pt x="786" y="861"/>
                    <a:pt x="786" y="849"/>
                    <a:pt x="798" y="849"/>
                  </a:cubicBezTo>
                  <a:cubicBezTo>
                    <a:pt x="834" y="813"/>
                    <a:pt x="858" y="778"/>
                    <a:pt x="905" y="718"/>
                  </a:cubicBezTo>
                  <a:cubicBezTo>
                    <a:pt x="965" y="623"/>
                    <a:pt x="977" y="504"/>
                    <a:pt x="965" y="385"/>
                  </a:cubicBezTo>
                  <a:cubicBezTo>
                    <a:pt x="953" y="325"/>
                    <a:pt x="941" y="278"/>
                    <a:pt x="905" y="218"/>
                  </a:cubicBezTo>
                  <a:lnTo>
                    <a:pt x="905" y="206"/>
                  </a:lnTo>
                  <a:cubicBezTo>
                    <a:pt x="821" y="76"/>
                    <a:pt x="674" y="0"/>
                    <a:pt x="52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2" name="Google Shape;18872;p145"/>
            <p:cNvSpPr/>
            <p:nvPr/>
          </p:nvSpPr>
          <p:spPr>
            <a:xfrm>
              <a:off x="5589975" y="2916675"/>
              <a:ext cx="17875" cy="16275"/>
            </a:xfrm>
            <a:custGeom>
              <a:avLst/>
              <a:gdLst/>
              <a:ahLst/>
              <a:cxnLst/>
              <a:rect l="l" t="t" r="r" b="b"/>
              <a:pathLst>
                <a:path w="715" h="651" extrusionOk="0">
                  <a:moveTo>
                    <a:pt x="368" y="1"/>
                  </a:moveTo>
                  <a:cubicBezTo>
                    <a:pt x="286" y="1"/>
                    <a:pt x="195" y="37"/>
                    <a:pt x="119" y="103"/>
                  </a:cubicBezTo>
                  <a:lnTo>
                    <a:pt x="72" y="139"/>
                  </a:lnTo>
                  <a:cubicBezTo>
                    <a:pt x="48" y="174"/>
                    <a:pt x="48" y="222"/>
                    <a:pt x="36" y="258"/>
                  </a:cubicBezTo>
                  <a:cubicBezTo>
                    <a:pt x="0" y="377"/>
                    <a:pt x="60" y="520"/>
                    <a:pt x="167" y="591"/>
                  </a:cubicBezTo>
                  <a:lnTo>
                    <a:pt x="179" y="603"/>
                  </a:lnTo>
                  <a:cubicBezTo>
                    <a:pt x="227" y="639"/>
                    <a:pt x="286" y="651"/>
                    <a:pt x="346" y="651"/>
                  </a:cubicBezTo>
                  <a:cubicBezTo>
                    <a:pt x="417" y="651"/>
                    <a:pt x="489" y="639"/>
                    <a:pt x="548" y="591"/>
                  </a:cubicBezTo>
                  <a:cubicBezTo>
                    <a:pt x="596" y="591"/>
                    <a:pt x="631" y="555"/>
                    <a:pt x="643" y="508"/>
                  </a:cubicBezTo>
                  <a:cubicBezTo>
                    <a:pt x="655" y="496"/>
                    <a:pt x="655" y="484"/>
                    <a:pt x="667" y="460"/>
                  </a:cubicBezTo>
                  <a:cubicBezTo>
                    <a:pt x="715" y="341"/>
                    <a:pt x="691" y="186"/>
                    <a:pt x="596" y="103"/>
                  </a:cubicBezTo>
                  <a:cubicBezTo>
                    <a:pt x="584" y="79"/>
                    <a:pt x="572" y="67"/>
                    <a:pt x="536" y="55"/>
                  </a:cubicBezTo>
                  <a:cubicBezTo>
                    <a:pt x="512" y="44"/>
                    <a:pt x="465" y="20"/>
                    <a:pt x="429" y="8"/>
                  </a:cubicBezTo>
                  <a:cubicBezTo>
                    <a:pt x="410" y="3"/>
                    <a:pt x="389" y="1"/>
                    <a:pt x="3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3" name="Google Shape;18873;p145"/>
            <p:cNvSpPr/>
            <p:nvPr/>
          </p:nvSpPr>
          <p:spPr>
            <a:xfrm>
              <a:off x="5193500" y="2984600"/>
              <a:ext cx="9250" cy="8725"/>
            </a:xfrm>
            <a:custGeom>
              <a:avLst/>
              <a:gdLst/>
              <a:ahLst/>
              <a:cxnLst/>
              <a:rect l="l" t="t" r="r" b="b"/>
              <a:pathLst>
                <a:path w="370" h="349" extrusionOk="0">
                  <a:moveTo>
                    <a:pt x="180" y="1"/>
                  </a:moveTo>
                  <a:cubicBezTo>
                    <a:pt x="158" y="1"/>
                    <a:pt x="138" y="6"/>
                    <a:pt x="119" y="17"/>
                  </a:cubicBezTo>
                  <a:cubicBezTo>
                    <a:pt x="119" y="17"/>
                    <a:pt x="96" y="17"/>
                    <a:pt x="96" y="29"/>
                  </a:cubicBezTo>
                  <a:cubicBezTo>
                    <a:pt x="24" y="77"/>
                    <a:pt x="0" y="160"/>
                    <a:pt x="36" y="255"/>
                  </a:cubicBezTo>
                  <a:lnTo>
                    <a:pt x="36" y="267"/>
                  </a:lnTo>
                  <a:cubicBezTo>
                    <a:pt x="77" y="316"/>
                    <a:pt x="134" y="349"/>
                    <a:pt x="194" y="349"/>
                  </a:cubicBezTo>
                  <a:cubicBezTo>
                    <a:pt x="221" y="349"/>
                    <a:pt x="248" y="342"/>
                    <a:pt x="274" y="327"/>
                  </a:cubicBezTo>
                  <a:cubicBezTo>
                    <a:pt x="310" y="315"/>
                    <a:pt x="322" y="303"/>
                    <a:pt x="334" y="267"/>
                  </a:cubicBezTo>
                  <a:cubicBezTo>
                    <a:pt x="346" y="255"/>
                    <a:pt x="346" y="244"/>
                    <a:pt x="346" y="220"/>
                  </a:cubicBezTo>
                  <a:cubicBezTo>
                    <a:pt x="369" y="184"/>
                    <a:pt x="346" y="136"/>
                    <a:pt x="334" y="89"/>
                  </a:cubicBezTo>
                  <a:cubicBezTo>
                    <a:pt x="334" y="77"/>
                    <a:pt x="322" y="77"/>
                    <a:pt x="322" y="77"/>
                  </a:cubicBezTo>
                  <a:cubicBezTo>
                    <a:pt x="281" y="28"/>
                    <a:pt x="228" y="1"/>
                    <a:pt x="18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4" name="Google Shape;18874;p145"/>
            <p:cNvSpPr/>
            <p:nvPr/>
          </p:nvSpPr>
          <p:spPr>
            <a:xfrm>
              <a:off x="5617950" y="2840125"/>
              <a:ext cx="23550" cy="21200"/>
            </a:xfrm>
            <a:custGeom>
              <a:avLst/>
              <a:gdLst/>
              <a:ahLst/>
              <a:cxnLst/>
              <a:rect l="l" t="t" r="r" b="b"/>
              <a:pathLst>
                <a:path w="942" h="848" extrusionOk="0">
                  <a:moveTo>
                    <a:pt x="468" y="1"/>
                  </a:moveTo>
                  <a:cubicBezTo>
                    <a:pt x="402" y="1"/>
                    <a:pt x="334" y="16"/>
                    <a:pt x="263" y="46"/>
                  </a:cubicBezTo>
                  <a:cubicBezTo>
                    <a:pt x="251" y="46"/>
                    <a:pt x="251" y="69"/>
                    <a:pt x="239" y="69"/>
                  </a:cubicBezTo>
                  <a:cubicBezTo>
                    <a:pt x="191" y="93"/>
                    <a:pt x="143" y="129"/>
                    <a:pt x="120" y="165"/>
                  </a:cubicBezTo>
                  <a:cubicBezTo>
                    <a:pt x="12" y="308"/>
                    <a:pt x="1" y="498"/>
                    <a:pt x="108" y="641"/>
                  </a:cubicBezTo>
                  <a:cubicBezTo>
                    <a:pt x="143" y="736"/>
                    <a:pt x="227" y="784"/>
                    <a:pt x="310" y="820"/>
                  </a:cubicBezTo>
                  <a:cubicBezTo>
                    <a:pt x="362" y="837"/>
                    <a:pt x="408" y="848"/>
                    <a:pt x="453" y="848"/>
                  </a:cubicBezTo>
                  <a:cubicBezTo>
                    <a:pt x="469" y="848"/>
                    <a:pt x="485" y="847"/>
                    <a:pt x="501" y="843"/>
                  </a:cubicBezTo>
                  <a:cubicBezTo>
                    <a:pt x="560" y="843"/>
                    <a:pt x="620" y="808"/>
                    <a:pt x="679" y="784"/>
                  </a:cubicBezTo>
                  <a:cubicBezTo>
                    <a:pt x="882" y="665"/>
                    <a:pt x="941" y="403"/>
                    <a:pt x="822" y="200"/>
                  </a:cubicBezTo>
                  <a:cubicBezTo>
                    <a:pt x="822" y="188"/>
                    <a:pt x="798" y="165"/>
                    <a:pt x="798" y="165"/>
                  </a:cubicBezTo>
                  <a:cubicBezTo>
                    <a:pt x="763" y="105"/>
                    <a:pt x="715" y="81"/>
                    <a:pt x="655" y="46"/>
                  </a:cubicBezTo>
                  <a:cubicBezTo>
                    <a:pt x="596" y="16"/>
                    <a:pt x="533" y="1"/>
                    <a:pt x="46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5" name="Google Shape;18875;p145"/>
          <p:cNvGrpSpPr/>
          <p:nvPr/>
        </p:nvGrpSpPr>
        <p:grpSpPr>
          <a:xfrm rot="-5400000">
            <a:off x="981689" y="9933316"/>
            <a:ext cx="2809551" cy="4891212"/>
            <a:chOff x="1083450" y="1318750"/>
            <a:chExt cx="624525" cy="1087250"/>
          </a:xfrm>
        </p:grpSpPr>
        <p:sp>
          <p:nvSpPr>
            <p:cNvPr id="18876" name="Google Shape;18876;p145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7" name="Google Shape;18877;p145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8" name="Google Shape;18878;p145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9" name="Google Shape;18879;p145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0" name="Google Shape;18880;p145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1" name="Google Shape;18881;p145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2" name="Google Shape;18882;p145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3" name="Google Shape;18883;p145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4" name="Google Shape;18884;p145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5" name="Google Shape;18885;p145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6" name="Google Shape;18886;p145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7" name="Google Shape;18887;p145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8" name="Google Shape;18888;p145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9" name="Google Shape;18889;p145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0" name="Google Shape;18890;p145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1" name="Google Shape;18891;p145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2" name="Google Shape;18892;p145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3" name="Google Shape;18893;p145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4" name="Google Shape;18894;p145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5" name="Google Shape;18895;p1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6" name="Google Shape;18896;p145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7" name="Google Shape;18897;p145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8" name="Google Shape;18898;p145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9" name="Google Shape;18899;p145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0" name="Google Shape;18900;p1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1" name="Google Shape;18901;p145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2" name="Google Shape;18902;p145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3" name="Google Shape;18903;p145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4" name="Google Shape;18904;p145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5" name="Google Shape;18905;p145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6" name="Google Shape;18906;p145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7" name="Google Shape;18907;p145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8" name="Google Shape;18908;p145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9" name="Google Shape;18909;p145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0" name="Google Shape;18910;p145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1" name="Google Shape;18911;p145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2" name="Google Shape;18912;p145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13" name="Google Shape;18913;p145"/>
          <p:cNvGrpSpPr/>
          <p:nvPr/>
        </p:nvGrpSpPr>
        <p:grpSpPr>
          <a:xfrm rot="5400000" flipH="1">
            <a:off x="20533565" y="9933316"/>
            <a:ext cx="2809551" cy="4891212"/>
            <a:chOff x="1083450" y="1318750"/>
            <a:chExt cx="624525" cy="1087250"/>
          </a:xfrm>
        </p:grpSpPr>
        <p:sp>
          <p:nvSpPr>
            <p:cNvPr id="18914" name="Google Shape;18914;p145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5" name="Google Shape;18915;p145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6" name="Google Shape;18916;p145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7" name="Google Shape;18917;p145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8" name="Google Shape;18918;p145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9" name="Google Shape;18919;p145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0" name="Google Shape;18920;p145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1" name="Google Shape;18921;p145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2" name="Google Shape;18922;p145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3" name="Google Shape;18923;p145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4" name="Google Shape;18924;p145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5" name="Google Shape;18925;p145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6" name="Google Shape;18926;p145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7" name="Google Shape;18927;p145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8" name="Google Shape;18928;p145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9" name="Google Shape;18929;p145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0" name="Google Shape;18930;p145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1" name="Google Shape;18931;p145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2" name="Google Shape;18932;p145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3" name="Google Shape;18933;p1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4" name="Google Shape;18934;p145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5" name="Google Shape;18935;p145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6" name="Google Shape;18936;p145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7" name="Google Shape;18937;p145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8" name="Google Shape;18938;p145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9" name="Google Shape;18939;p145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0" name="Google Shape;18940;p145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1" name="Google Shape;18941;p145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2" name="Google Shape;18942;p145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3" name="Google Shape;18943;p145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4" name="Google Shape;18944;p145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5" name="Google Shape;18945;p145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6" name="Google Shape;18946;p145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7" name="Google Shape;18947;p145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8" name="Google Shape;18948;p145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9" name="Google Shape;18949;p145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0" name="Google Shape;18950;p145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951" name="Google Shape;18951;p145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8952" name="Google Shape;18952;p145"/>
          <p:cNvSpPr txBox="1">
            <a:spLocks noGrp="1"/>
          </p:cNvSpPr>
          <p:nvPr>
            <p:ph type="title" idx="2"/>
          </p:nvPr>
        </p:nvSpPr>
        <p:spPr>
          <a:xfrm>
            <a:off x="4270424" y="3515267"/>
            <a:ext cx="7921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53" name="Google Shape;18953;p145"/>
          <p:cNvSpPr txBox="1">
            <a:spLocks noGrp="1"/>
          </p:cNvSpPr>
          <p:nvPr>
            <p:ph type="subTitle" idx="1"/>
          </p:nvPr>
        </p:nvSpPr>
        <p:spPr>
          <a:xfrm>
            <a:off x="4270433" y="43516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54" name="Google Shape;18954;p145"/>
          <p:cNvSpPr txBox="1">
            <a:spLocks noGrp="1"/>
          </p:cNvSpPr>
          <p:nvPr>
            <p:ph type="title" idx="3"/>
          </p:nvPr>
        </p:nvSpPr>
        <p:spPr>
          <a:xfrm>
            <a:off x="4270000" y="9476933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55" name="Google Shape;18955;p145"/>
          <p:cNvSpPr txBox="1">
            <a:spLocks noGrp="1"/>
          </p:cNvSpPr>
          <p:nvPr>
            <p:ph type="subTitle" idx="4"/>
          </p:nvPr>
        </p:nvSpPr>
        <p:spPr>
          <a:xfrm>
            <a:off x="4270033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56" name="Google Shape;18956;p145"/>
          <p:cNvSpPr txBox="1">
            <a:spLocks noGrp="1"/>
          </p:cNvSpPr>
          <p:nvPr>
            <p:ph type="title" idx="5"/>
          </p:nvPr>
        </p:nvSpPr>
        <p:spPr>
          <a:xfrm>
            <a:off x="4270518" y="6496067"/>
            <a:ext cx="9157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57" name="Google Shape;18957;p145"/>
          <p:cNvSpPr txBox="1">
            <a:spLocks noGrp="1"/>
          </p:cNvSpPr>
          <p:nvPr>
            <p:ph type="subTitle" idx="6"/>
          </p:nvPr>
        </p:nvSpPr>
        <p:spPr>
          <a:xfrm>
            <a:off x="4270433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58" name="Google Shape;18958;p145"/>
          <p:cNvSpPr txBox="1">
            <a:spLocks noGrp="1"/>
          </p:cNvSpPr>
          <p:nvPr>
            <p:ph type="title" idx="7"/>
          </p:nvPr>
        </p:nvSpPr>
        <p:spPr>
          <a:xfrm>
            <a:off x="15333595" y="3565400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59" name="Google Shape;18959;p145"/>
          <p:cNvSpPr txBox="1">
            <a:spLocks noGrp="1"/>
          </p:cNvSpPr>
          <p:nvPr>
            <p:ph type="subTitle" idx="8"/>
          </p:nvPr>
        </p:nvSpPr>
        <p:spPr>
          <a:xfrm>
            <a:off x="15333601" y="4414880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60" name="Google Shape;18960;p145"/>
          <p:cNvSpPr txBox="1">
            <a:spLocks noGrp="1"/>
          </p:cNvSpPr>
          <p:nvPr>
            <p:ph type="title" idx="9" hasCustomPrompt="1"/>
          </p:nvPr>
        </p:nvSpPr>
        <p:spPr>
          <a:xfrm>
            <a:off x="2046000" y="39500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8961" name="Google Shape;18961;p145"/>
          <p:cNvSpPr txBox="1">
            <a:spLocks noGrp="1"/>
          </p:cNvSpPr>
          <p:nvPr>
            <p:ph type="title" idx="13" hasCustomPrompt="1"/>
          </p:nvPr>
        </p:nvSpPr>
        <p:spPr>
          <a:xfrm>
            <a:off x="2046000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8962" name="Google Shape;18962;p145"/>
          <p:cNvSpPr txBox="1">
            <a:spLocks noGrp="1"/>
          </p:cNvSpPr>
          <p:nvPr>
            <p:ph type="title" idx="14" hasCustomPrompt="1"/>
          </p:nvPr>
        </p:nvSpPr>
        <p:spPr>
          <a:xfrm>
            <a:off x="2046000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8963" name="Google Shape;18963;p145"/>
          <p:cNvSpPr txBox="1">
            <a:spLocks noGrp="1"/>
          </p:cNvSpPr>
          <p:nvPr>
            <p:ph type="title" idx="15" hasCustomPrompt="1"/>
          </p:nvPr>
        </p:nvSpPr>
        <p:spPr>
          <a:xfrm>
            <a:off x="13109567" y="40001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8964" name="Google Shape;18964;p145"/>
          <p:cNvSpPr txBox="1">
            <a:spLocks noGrp="1"/>
          </p:cNvSpPr>
          <p:nvPr>
            <p:ph type="title" idx="16"/>
          </p:nvPr>
        </p:nvSpPr>
        <p:spPr>
          <a:xfrm>
            <a:off x="15333595" y="9476935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65" name="Google Shape;18965;p145"/>
          <p:cNvSpPr txBox="1">
            <a:spLocks noGrp="1"/>
          </p:cNvSpPr>
          <p:nvPr>
            <p:ph type="subTitle" idx="17"/>
          </p:nvPr>
        </p:nvSpPr>
        <p:spPr>
          <a:xfrm>
            <a:off x="15333600" y="10313333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66" name="Google Shape;18966;p145"/>
          <p:cNvSpPr txBox="1">
            <a:spLocks noGrp="1"/>
          </p:cNvSpPr>
          <p:nvPr>
            <p:ph type="title" idx="18"/>
          </p:nvPr>
        </p:nvSpPr>
        <p:spPr>
          <a:xfrm>
            <a:off x="15333966" y="6496084"/>
            <a:ext cx="700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18967" name="Google Shape;18967;p145"/>
          <p:cNvSpPr txBox="1">
            <a:spLocks noGrp="1"/>
          </p:cNvSpPr>
          <p:nvPr>
            <p:ph type="subTitle" idx="19"/>
          </p:nvPr>
        </p:nvSpPr>
        <p:spPr>
          <a:xfrm>
            <a:off x="15334000" y="7332467"/>
            <a:ext cx="7004100" cy="1631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18968" name="Google Shape;18968;p145"/>
          <p:cNvSpPr txBox="1">
            <a:spLocks noGrp="1"/>
          </p:cNvSpPr>
          <p:nvPr>
            <p:ph type="title" idx="20" hasCustomPrompt="1"/>
          </p:nvPr>
        </p:nvSpPr>
        <p:spPr>
          <a:xfrm>
            <a:off x="13109567" y="9911733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  <p:sp>
        <p:nvSpPr>
          <p:cNvPr id="18969" name="Google Shape;18969;p145"/>
          <p:cNvSpPr txBox="1">
            <a:spLocks noGrp="1"/>
          </p:cNvSpPr>
          <p:nvPr>
            <p:ph type="title" idx="21" hasCustomPrompt="1"/>
          </p:nvPr>
        </p:nvSpPr>
        <p:spPr>
          <a:xfrm>
            <a:off x="13109567" y="6930867"/>
            <a:ext cx="2223900" cy="169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18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71" name="Google Shape;18971;p146"/>
          <p:cNvGrpSpPr/>
          <p:nvPr/>
        </p:nvGrpSpPr>
        <p:grpSpPr>
          <a:xfrm rot="5400000">
            <a:off x="1743750" y="4589712"/>
            <a:ext cx="7382564" cy="10870595"/>
            <a:chOff x="2525900" y="1699450"/>
            <a:chExt cx="1076050" cy="1584450"/>
          </a:xfrm>
        </p:grpSpPr>
        <p:sp>
          <p:nvSpPr>
            <p:cNvPr id="18972" name="Google Shape;18972;p146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3" name="Google Shape;18973;p146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4" name="Google Shape;18974;p146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5" name="Google Shape;18975;p146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6" name="Google Shape;18976;p146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7" name="Google Shape;18977;p146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8" name="Google Shape;18978;p146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9" name="Google Shape;18979;p146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0" name="Google Shape;18980;p146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1" name="Google Shape;18981;p146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2" name="Google Shape;18982;p146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3" name="Google Shape;18983;p146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4" name="Google Shape;18984;p146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5" name="Google Shape;18985;p146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6" name="Google Shape;18986;p146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7" name="Google Shape;18987;p146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8" name="Google Shape;18988;p146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9" name="Google Shape;18989;p146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0" name="Google Shape;18990;p146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1" name="Google Shape;18991;p146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2" name="Google Shape;18992;p146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3" name="Google Shape;18993;p146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4" name="Google Shape;18994;p146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5" name="Google Shape;18995;p146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6" name="Google Shape;18996;p146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7" name="Google Shape;18997;p146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8" name="Google Shape;18998;p146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9" name="Google Shape;18999;p146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0" name="Google Shape;19000;p146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1" name="Google Shape;19001;p146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2" name="Google Shape;19002;p146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3" name="Google Shape;19003;p146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4" name="Google Shape;19004;p146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5" name="Google Shape;19005;p146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6" name="Google Shape;19006;p146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7" name="Google Shape;19007;p146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8" name="Google Shape;19008;p146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9" name="Google Shape;19009;p146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0" name="Google Shape;19010;p146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1" name="Google Shape;19011;p146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2" name="Google Shape;19012;p146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3" name="Google Shape;19013;p146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4" name="Google Shape;19014;p146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5" name="Google Shape;19015;p146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6" name="Google Shape;19016;p146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7" name="Google Shape;19017;p146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8" name="Google Shape;19018;p146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9" name="Google Shape;19019;p146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0" name="Google Shape;19020;p146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1" name="Google Shape;19021;p146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2" name="Google Shape;19022;p146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3" name="Google Shape;19023;p146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4" name="Google Shape;19024;p146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5" name="Google Shape;19025;p146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6" name="Google Shape;19026;p146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7" name="Google Shape;19027;p146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8" name="Google Shape;19028;p146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9" name="Google Shape;19029;p146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0" name="Google Shape;19030;p146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1" name="Google Shape;19031;p146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2" name="Google Shape;19032;p146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3" name="Google Shape;19033;p146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4" name="Google Shape;19034;p146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5" name="Google Shape;19035;p146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6" name="Google Shape;19036;p146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7" name="Google Shape;19037;p146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8" name="Google Shape;19038;p146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9" name="Google Shape;19039;p146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040" name="Google Shape;19040;p146"/>
          <p:cNvGrpSpPr/>
          <p:nvPr/>
        </p:nvGrpSpPr>
        <p:grpSpPr>
          <a:xfrm>
            <a:off x="8368932" y="141"/>
            <a:ext cx="16015949" cy="3895226"/>
            <a:chOff x="3877250" y="939525"/>
            <a:chExt cx="2541125" cy="618025"/>
          </a:xfrm>
        </p:grpSpPr>
        <p:sp>
          <p:nvSpPr>
            <p:cNvPr id="19041" name="Google Shape;19041;p146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2" name="Google Shape;19042;p146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3" name="Google Shape;19043;p146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4" name="Google Shape;19044;p146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5" name="Google Shape;19045;p146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6" name="Google Shape;19046;p146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7" name="Google Shape;19047;p146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8" name="Google Shape;19048;p146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9" name="Google Shape;19049;p146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0" name="Google Shape;19050;p146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1" name="Google Shape;19051;p146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2" name="Google Shape;19052;p146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3" name="Google Shape;19053;p146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4" name="Google Shape;19054;p146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5" name="Google Shape;19055;p146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6" name="Google Shape;19056;p146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7" name="Google Shape;19057;p146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8" name="Google Shape;19058;p146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9" name="Google Shape;19059;p146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0" name="Google Shape;19060;p146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1" name="Google Shape;19061;p146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2" name="Google Shape;19062;p146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3" name="Google Shape;19063;p146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4" name="Google Shape;19064;p146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5" name="Google Shape;19065;p146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6" name="Google Shape;19066;p146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7" name="Google Shape;19067;p146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8" name="Google Shape;19068;p146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9" name="Google Shape;19069;p146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0" name="Google Shape;19070;p146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1" name="Google Shape;19071;p146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2" name="Google Shape;19072;p146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3" name="Google Shape;19073;p146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4" name="Google Shape;19074;p146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5" name="Google Shape;19075;p146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6" name="Google Shape;19076;p146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7" name="Google Shape;19077;p146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8" name="Google Shape;19078;p146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9" name="Google Shape;19079;p146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0" name="Google Shape;19080;p146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1" name="Google Shape;19081;p146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2" name="Google Shape;19082;p146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3" name="Google Shape;19083;p146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4" name="Google Shape;19084;p146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5" name="Google Shape;19085;p146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6" name="Google Shape;19086;p146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7" name="Google Shape;19087;p146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8" name="Google Shape;19088;p146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9" name="Google Shape;19089;p146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0" name="Google Shape;19090;p146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1" name="Google Shape;19091;p146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2" name="Google Shape;19092;p146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3" name="Google Shape;19093;p146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4" name="Google Shape;19094;p146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5" name="Google Shape;19095;p146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6" name="Google Shape;19096;p146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7" name="Google Shape;19097;p146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8" name="Google Shape;19098;p146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9" name="Google Shape;19099;p146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0" name="Google Shape;19100;p146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1" name="Google Shape;19101;p146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2" name="Google Shape;19102;p146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3" name="Google Shape;19103;p146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4" name="Google Shape;19104;p146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5" name="Google Shape;19105;p146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106" name="Google Shape;19106;p146"/>
          <p:cNvSpPr txBox="1">
            <a:spLocks noGrp="1"/>
          </p:cNvSpPr>
          <p:nvPr>
            <p:ph type="title"/>
          </p:nvPr>
        </p:nvSpPr>
        <p:spPr>
          <a:xfrm>
            <a:off x="11902533" y="4619503"/>
            <a:ext cx="10165500" cy="1969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9107" name="Google Shape;19107;p146"/>
          <p:cNvSpPr txBox="1">
            <a:spLocks noGrp="1"/>
          </p:cNvSpPr>
          <p:nvPr>
            <p:ph type="subTitle" idx="1"/>
          </p:nvPr>
        </p:nvSpPr>
        <p:spPr>
          <a:xfrm>
            <a:off x="11902533" y="6659732"/>
            <a:ext cx="10165500" cy="3196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_1">
    <p:spTree>
      <p:nvGrpSpPr>
        <p:cNvPr id="1" name="Shape 19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09" name="Google Shape;19109;p147"/>
          <p:cNvGrpSpPr/>
          <p:nvPr/>
        </p:nvGrpSpPr>
        <p:grpSpPr>
          <a:xfrm>
            <a:off x="136" y="10941750"/>
            <a:ext cx="10701074" cy="2774507"/>
            <a:chOff x="2582150" y="3714800"/>
            <a:chExt cx="2689050" cy="697200"/>
          </a:xfrm>
        </p:grpSpPr>
        <p:sp>
          <p:nvSpPr>
            <p:cNvPr id="19110" name="Google Shape;19110;p147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1" name="Google Shape;19111;p147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2" name="Google Shape;19112;p147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3" name="Google Shape;19113;p147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4" name="Google Shape;19114;p147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5" name="Google Shape;19115;p147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6" name="Google Shape;19116;p147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7" name="Google Shape;19117;p147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8" name="Google Shape;19118;p147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9" name="Google Shape;19119;p147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0" name="Google Shape;19120;p147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1" name="Google Shape;19121;p147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2" name="Google Shape;19122;p147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3" name="Google Shape;19123;p147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4" name="Google Shape;19124;p147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5" name="Google Shape;19125;p147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6" name="Google Shape;19126;p147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7" name="Google Shape;19127;p147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8" name="Google Shape;19128;p147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9" name="Google Shape;19129;p147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0" name="Google Shape;19130;p147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1" name="Google Shape;19131;p147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2" name="Google Shape;19132;p147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3" name="Google Shape;19133;p147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4" name="Google Shape;19134;p147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5" name="Google Shape;19135;p147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6" name="Google Shape;19136;p147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7" name="Google Shape;19137;p147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8" name="Google Shape;19138;p147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9" name="Google Shape;19139;p147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0" name="Google Shape;19140;p147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1" name="Google Shape;19141;p147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2" name="Google Shape;19142;p147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3" name="Google Shape;19143;p147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4" name="Google Shape;19144;p147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5" name="Google Shape;19145;p147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6" name="Google Shape;19146;p147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7" name="Google Shape;19147;p147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8" name="Google Shape;19148;p147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9" name="Google Shape;19149;p147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0" name="Google Shape;19150;p147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1" name="Google Shape;19151;p147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2" name="Google Shape;19152;p147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3" name="Google Shape;19153;p147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4" name="Google Shape;19154;p147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5" name="Google Shape;19155;p147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6" name="Google Shape;19156;p147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7" name="Google Shape;19157;p147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8" name="Google Shape;19158;p147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9" name="Google Shape;19159;p147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0" name="Google Shape;19160;p147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1" name="Google Shape;19161;p147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2" name="Google Shape;19162;p147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3" name="Google Shape;19163;p147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4" name="Google Shape;19164;p147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5" name="Google Shape;19165;p147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6" name="Google Shape;19166;p147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7" name="Google Shape;19167;p147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8" name="Google Shape;19168;p147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9" name="Google Shape;19169;p147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0" name="Google Shape;19170;p147"/>
          <p:cNvGrpSpPr/>
          <p:nvPr/>
        </p:nvGrpSpPr>
        <p:grpSpPr>
          <a:xfrm>
            <a:off x="13305257" y="67"/>
            <a:ext cx="11151301" cy="3384482"/>
            <a:chOff x="4846107" y="26"/>
            <a:chExt cx="4325395" cy="1312782"/>
          </a:xfrm>
        </p:grpSpPr>
        <p:sp>
          <p:nvSpPr>
            <p:cNvPr id="19171" name="Google Shape;19171;p147"/>
            <p:cNvSpPr/>
            <p:nvPr/>
          </p:nvSpPr>
          <p:spPr>
            <a:xfrm>
              <a:off x="6903427" y="1643"/>
              <a:ext cx="354163" cy="123640"/>
            </a:xfrm>
            <a:custGeom>
              <a:avLst/>
              <a:gdLst/>
              <a:ahLst/>
              <a:cxnLst/>
              <a:rect l="l" t="t" r="r" b="b"/>
              <a:pathLst>
                <a:path w="7883" h="2752" extrusionOk="0">
                  <a:moveTo>
                    <a:pt x="7704" y="1"/>
                  </a:moveTo>
                  <a:lnTo>
                    <a:pt x="0" y="2358"/>
                  </a:lnTo>
                  <a:cubicBezTo>
                    <a:pt x="84" y="2465"/>
                    <a:pt x="131" y="2608"/>
                    <a:pt x="131" y="2751"/>
                  </a:cubicBezTo>
                  <a:lnTo>
                    <a:pt x="7847" y="382"/>
                  </a:lnTo>
                  <a:lnTo>
                    <a:pt x="7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2" name="Google Shape;19172;p147"/>
            <p:cNvSpPr/>
            <p:nvPr/>
          </p:nvSpPr>
          <p:spPr>
            <a:xfrm>
              <a:off x="7275202" y="1643"/>
              <a:ext cx="36930" cy="11277"/>
            </a:xfrm>
            <a:custGeom>
              <a:avLst/>
              <a:gdLst/>
              <a:ahLst/>
              <a:cxnLst/>
              <a:rect l="l" t="t" r="r" b="b"/>
              <a:pathLst>
                <a:path w="822" h="251" extrusionOk="0">
                  <a:moveTo>
                    <a:pt x="24" y="1"/>
                  </a:moveTo>
                  <a:lnTo>
                    <a:pt x="0" y="251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3" name="Google Shape;19173;p147"/>
            <p:cNvSpPr/>
            <p:nvPr/>
          </p:nvSpPr>
          <p:spPr>
            <a:xfrm>
              <a:off x="8882618" y="26"/>
              <a:ext cx="288884" cy="170365"/>
            </a:xfrm>
            <a:custGeom>
              <a:avLst/>
              <a:gdLst/>
              <a:ahLst/>
              <a:cxnLst/>
              <a:rect l="l" t="t" r="r" b="b"/>
              <a:pathLst>
                <a:path w="6430" h="3792" extrusionOk="0">
                  <a:moveTo>
                    <a:pt x="5620" y="1"/>
                  </a:moveTo>
                  <a:lnTo>
                    <a:pt x="24" y="3370"/>
                  </a:lnTo>
                  <a:cubicBezTo>
                    <a:pt x="48" y="3430"/>
                    <a:pt x="48" y="3490"/>
                    <a:pt x="48" y="3537"/>
                  </a:cubicBezTo>
                  <a:cubicBezTo>
                    <a:pt x="48" y="3620"/>
                    <a:pt x="24" y="3716"/>
                    <a:pt x="1" y="3787"/>
                  </a:cubicBezTo>
                  <a:cubicBezTo>
                    <a:pt x="12" y="3790"/>
                    <a:pt x="25" y="3792"/>
                    <a:pt x="38" y="3792"/>
                  </a:cubicBezTo>
                  <a:cubicBezTo>
                    <a:pt x="76" y="3792"/>
                    <a:pt x="117" y="3778"/>
                    <a:pt x="143" y="3751"/>
                  </a:cubicBezTo>
                  <a:lnTo>
                    <a:pt x="6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4" name="Google Shape;19174;p147"/>
            <p:cNvSpPr/>
            <p:nvPr/>
          </p:nvSpPr>
          <p:spPr>
            <a:xfrm>
              <a:off x="8360561" y="191552"/>
              <a:ext cx="471829" cy="839875"/>
            </a:xfrm>
            <a:custGeom>
              <a:avLst/>
              <a:gdLst/>
              <a:ahLst/>
              <a:cxnLst/>
              <a:rect l="l" t="t" r="r" b="b"/>
              <a:pathLst>
                <a:path w="10502" h="18694" extrusionOk="0">
                  <a:moveTo>
                    <a:pt x="10132" y="0"/>
                  </a:moveTo>
                  <a:lnTo>
                    <a:pt x="0" y="18586"/>
                  </a:lnTo>
                  <a:cubicBezTo>
                    <a:pt x="36" y="18574"/>
                    <a:pt x="95" y="18562"/>
                    <a:pt x="143" y="18562"/>
                  </a:cubicBezTo>
                  <a:cubicBezTo>
                    <a:pt x="250" y="18562"/>
                    <a:pt x="333" y="18622"/>
                    <a:pt x="393" y="18693"/>
                  </a:cubicBezTo>
                  <a:lnTo>
                    <a:pt x="10501" y="179"/>
                  </a:lnTo>
                  <a:cubicBezTo>
                    <a:pt x="10370" y="143"/>
                    <a:pt x="10239" y="84"/>
                    <a:pt x="1013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5" name="Google Shape;19175;p147"/>
            <p:cNvSpPr/>
            <p:nvPr/>
          </p:nvSpPr>
          <p:spPr>
            <a:xfrm>
              <a:off x="7991975" y="886940"/>
              <a:ext cx="368630" cy="156258"/>
            </a:xfrm>
            <a:custGeom>
              <a:avLst/>
              <a:gdLst/>
              <a:ahLst/>
              <a:cxnLst/>
              <a:rect l="l" t="t" r="r" b="b"/>
              <a:pathLst>
                <a:path w="8205" h="3478" extrusionOk="0">
                  <a:moveTo>
                    <a:pt x="191" y="1"/>
                  </a:moveTo>
                  <a:cubicBezTo>
                    <a:pt x="167" y="143"/>
                    <a:pt x="108" y="262"/>
                    <a:pt x="1" y="370"/>
                  </a:cubicBezTo>
                  <a:lnTo>
                    <a:pt x="8002" y="3477"/>
                  </a:lnTo>
                  <a:cubicBezTo>
                    <a:pt x="8002" y="3453"/>
                    <a:pt x="7990" y="3441"/>
                    <a:pt x="7990" y="3406"/>
                  </a:cubicBezTo>
                  <a:cubicBezTo>
                    <a:pt x="8002" y="3263"/>
                    <a:pt x="8097" y="3156"/>
                    <a:pt x="8204" y="3108"/>
                  </a:cubicBez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6" name="Google Shape;19176;p147"/>
            <p:cNvSpPr/>
            <p:nvPr/>
          </p:nvSpPr>
          <p:spPr>
            <a:xfrm>
              <a:off x="8754754" y="1643"/>
              <a:ext cx="76017" cy="123101"/>
            </a:xfrm>
            <a:custGeom>
              <a:avLst/>
              <a:gdLst/>
              <a:ahLst/>
              <a:cxnLst/>
              <a:rect l="l" t="t" r="r" b="b"/>
              <a:pathLst>
                <a:path w="1692" h="2740" extrusionOk="0">
                  <a:moveTo>
                    <a:pt x="1" y="1"/>
                  </a:moveTo>
                  <a:lnTo>
                    <a:pt x="1323" y="2739"/>
                  </a:lnTo>
                  <a:cubicBezTo>
                    <a:pt x="1430" y="2644"/>
                    <a:pt x="1561" y="2584"/>
                    <a:pt x="1692" y="2561"/>
                  </a:cubicBezTo>
                  <a:lnTo>
                    <a:pt x="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7" name="Google Shape;19177;p147"/>
            <p:cNvSpPr/>
            <p:nvPr/>
          </p:nvSpPr>
          <p:spPr>
            <a:xfrm>
              <a:off x="8196845" y="1643"/>
              <a:ext cx="296387" cy="132177"/>
            </a:xfrm>
            <a:custGeom>
              <a:avLst/>
              <a:gdLst/>
              <a:ahLst/>
              <a:cxnLst/>
              <a:rect l="l" t="t" r="r" b="b"/>
              <a:pathLst>
                <a:path w="6597" h="2942" extrusionOk="0">
                  <a:moveTo>
                    <a:pt x="5620" y="1"/>
                  </a:moveTo>
                  <a:lnTo>
                    <a:pt x="1" y="2572"/>
                  </a:lnTo>
                  <a:cubicBezTo>
                    <a:pt x="96" y="2680"/>
                    <a:pt x="156" y="2799"/>
                    <a:pt x="191" y="2942"/>
                  </a:cubicBezTo>
                  <a:lnTo>
                    <a:pt x="659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8" name="Google Shape;19178;p147"/>
            <p:cNvSpPr/>
            <p:nvPr/>
          </p:nvSpPr>
          <p:spPr>
            <a:xfrm>
              <a:off x="7575812" y="151971"/>
              <a:ext cx="554226" cy="272306"/>
            </a:xfrm>
            <a:custGeom>
              <a:avLst/>
              <a:gdLst/>
              <a:ahLst/>
              <a:cxnLst/>
              <a:rect l="l" t="t" r="r" b="b"/>
              <a:pathLst>
                <a:path w="12336" h="6061" extrusionOk="0">
                  <a:moveTo>
                    <a:pt x="12181" y="0"/>
                  </a:moveTo>
                  <a:lnTo>
                    <a:pt x="24" y="5668"/>
                  </a:lnTo>
                  <a:cubicBezTo>
                    <a:pt x="24" y="5703"/>
                    <a:pt x="24" y="5727"/>
                    <a:pt x="1" y="5763"/>
                  </a:cubicBezTo>
                  <a:cubicBezTo>
                    <a:pt x="96" y="5834"/>
                    <a:pt x="155" y="5942"/>
                    <a:pt x="155" y="6061"/>
                  </a:cubicBezTo>
                  <a:lnTo>
                    <a:pt x="12335" y="369"/>
                  </a:lnTo>
                  <a:cubicBezTo>
                    <a:pt x="12264" y="262"/>
                    <a:pt x="12204" y="131"/>
                    <a:pt x="1218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9" name="Google Shape;19179;p147"/>
            <p:cNvSpPr/>
            <p:nvPr/>
          </p:nvSpPr>
          <p:spPr>
            <a:xfrm>
              <a:off x="8166878" y="1643"/>
              <a:ext cx="42861" cy="104906"/>
            </a:xfrm>
            <a:custGeom>
              <a:avLst/>
              <a:gdLst/>
              <a:ahLst/>
              <a:cxnLst/>
              <a:rect l="l" t="t" r="r" b="b"/>
              <a:pathLst>
                <a:path w="954" h="2335" extrusionOk="0">
                  <a:moveTo>
                    <a:pt x="537" y="1"/>
                  </a:moveTo>
                  <a:lnTo>
                    <a:pt x="1" y="2227"/>
                  </a:lnTo>
                  <a:cubicBezTo>
                    <a:pt x="156" y="2227"/>
                    <a:pt x="287" y="2275"/>
                    <a:pt x="406" y="2334"/>
                  </a:cubicBezTo>
                  <a:lnTo>
                    <a:pt x="95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0" name="Google Shape;19180;p147"/>
            <p:cNvSpPr/>
            <p:nvPr/>
          </p:nvSpPr>
          <p:spPr>
            <a:xfrm>
              <a:off x="7972746" y="182971"/>
              <a:ext cx="191526" cy="675665"/>
            </a:xfrm>
            <a:custGeom>
              <a:avLst/>
              <a:gdLst/>
              <a:ahLst/>
              <a:cxnLst/>
              <a:rect l="l" t="t" r="r" b="b"/>
              <a:pathLst>
                <a:path w="4263" h="15039" extrusionOk="0">
                  <a:moveTo>
                    <a:pt x="3870" y="1"/>
                  </a:moveTo>
                  <a:lnTo>
                    <a:pt x="0" y="14919"/>
                  </a:lnTo>
                  <a:lnTo>
                    <a:pt x="12" y="14919"/>
                  </a:lnTo>
                  <a:cubicBezTo>
                    <a:pt x="143" y="14919"/>
                    <a:pt x="274" y="14967"/>
                    <a:pt x="381" y="15038"/>
                  </a:cubicBezTo>
                  <a:lnTo>
                    <a:pt x="4262" y="84"/>
                  </a:lnTo>
                  <a:lnTo>
                    <a:pt x="4251" y="84"/>
                  </a:lnTo>
                  <a:cubicBezTo>
                    <a:pt x="4096" y="84"/>
                    <a:pt x="3989" y="60"/>
                    <a:pt x="38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1" name="Google Shape;19181;p147"/>
            <p:cNvSpPr/>
            <p:nvPr/>
          </p:nvSpPr>
          <p:spPr>
            <a:xfrm>
              <a:off x="7874849" y="908325"/>
              <a:ext cx="101671" cy="323164"/>
            </a:xfrm>
            <a:custGeom>
              <a:avLst/>
              <a:gdLst/>
              <a:ahLst/>
              <a:cxnLst/>
              <a:rect l="l" t="t" r="r" b="b"/>
              <a:pathLst>
                <a:path w="2263" h="7193" extrusionOk="0">
                  <a:moveTo>
                    <a:pt x="1846" y="1"/>
                  </a:moveTo>
                  <a:lnTo>
                    <a:pt x="0" y="7109"/>
                  </a:lnTo>
                  <a:lnTo>
                    <a:pt x="72" y="7109"/>
                  </a:lnTo>
                  <a:cubicBezTo>
                    <a:pt x="191" y="7109"/>
                    <a:pt x="310" y="7144"/>
                    <a:pt x="417" y="7192"/>
                  </a:cubicBezTo>
                  <a:lnTo>
                    <a:pt x="2262" y="72"/>
                  </a:lnTo>
                  <a:cubicBezTo>
                    <a:pt x="2227" y="72"/>
                    <a:pt x="2191" y="84"/>
                    <a:pt x="2155" y="84"/>
                  </a:cubicBezTo>
                  <a:cubicBezTo>
                    <a:pt x="2036" y="72"/>
                    <a:pt x="1941" y="48"/>
                    <a:pt x="1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2" name="Google Shape;19182;p147"/>
            <p:cNvSpPr/>
            <p:nvPr/>
          </p:nvSpPr>
          <p:spPr>
            <a:xfrm>
              <a:off x="7710594" y="770308"/>
              <a:ext cx="237577" cy="113487"/>
            </a:xfrm>
            <a:custGeom>
              <a:avLst/>
              <a:gdLst/>
              <a:ahLst/>
              <a:cxnLst/>
              <a:rect l="l" t="t" r="r" b="b"/>
              <a:pathLst>
                <a:path w="5288" h="2526" extrusionOk="0">
                  <a:moveTo>
                    <a:pt x="108" y="1"/>
                  </a:moveTo>
                  <a:cubicBezTo>
                    <a:pt x="96" y="25"/>
                    <a:pt x="108" y="37"/>
                    <a:pt x="108" y="60"/>
                  </a:cubicBezTo>
                  <a:cubicBezTo>
                    <a:pt x="108" y="203"/>
                    <a:pt x="72" y="322"/>
                    <a:pt x="1" y="406"/>
                  </a:cubicBezTo>
                  <a:lnTo>
                    <a:pt x="5168" y="2525"/>
                  </a:lnTo>
                  <a:lnTo>
                    <a:pt x="5168" y="2477"/>
                  </a:lnTo>
                  <a:cubicBezTo>
                    <a:pt x="5168" y="2346"/>
                    <a:pt x="5216" y="2227"/>
                    <a:pt x="5287" y="2120"/>
                  </a:cubicBezTo>
                  <a:lnTo>
                    <a:pt x="1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3" name="Google Shape;19183;p147"/>
            <p:cNvSpPr/>
            <p:nvPr/>
          </p:nvSpPr>
          <p:spPr>
            <a:xfrm>
              <a:off x="7278931" y="423692"/>
              <a:ext cx="279808" cy="120406"/>
            </a:xfrm>
            <a:custGeom>
              <a:avLst/>
              <a:gdLst/>
              <a:ahLst/>
              <a:cxnLst/>
              <a:rect l="l" t="t" r="r" b="b"/>
              <a:pathLst>
                <a:path w="6228" h="2680" extrusionOk="0">
                  <a:moveTo>
                    <a:pt x="6001" y="1"/>
                  </a:moveTo>
                  <a:lnTo>
                    <a:pt x="1" y="2287"/>
                  </a:lnTo>
                  <a:cubicBezTo>
                    <a:pt x="60" y="2406"/>
                    <a:pt x="108" y="2537"/>
                    <a:pt x="132" y="2680"/>
                  </a:cubicBezTo>
                  <a:lnTo>
                    <a:pt x="6228" y="358"/>
                  </a:lnTo>
                  <a:cubicBezTo>
                    <a:pt x="6097" y="298"/>
                    <a:pt x="6001" y="155"/>
                    <a:pt x="600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4" name="Google Shape;19184;p147"/>
            <p:cNvSpPr/>
            <p:nvPr/>
          </p:nvSpPr>
          <p:spPr>
            <a:xfrm>
              <a:off x="7689748" y="793311"/>
              <a:ext cx="177643" cy="443524"/>
            </a:xfrm>
            <a:custGeom>
              <a:avLst/>
              <a:gdLst/>
              <a:ahLst/>
              <a:cxnLst/>
              <a:rect l="l" t="t" r="r" b="b"/>
              <a:pathLst>
                <a:path w="3954" h="9872" extrusionOk="0">
                  <a:moveTo>
                    <a:pt x="370" y="1"/>
                  </a:moveTo>
                  <a:cubicBezTo>
                    <a:pt x="263" y="84"/>
                    <a:pt x="143" y="168"/>
                    <a:pt x="1" y="180"/>
                  </a:cubicBezTo>
                  <a:lnTo>
                    <a:pt x="3584" y="9871"/>
                  </a:lnTo>
                  <a:cubicBezTo>
                    <a:pt x="3692" y="9788"/>
                    <a:pt x="3823" y="9728"/>
                    <a:pt x="3953" y="9704"/>
                  </a:cubicBezTo>
                  <a:lnTo>
                    <a:pt x="3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5" name="Google Shape;19185;p147"/>
            <p:cNvSpPr/>
            <p:nvPr/>
          </p:nvSpPr>
          <p:spPr>
            <a:xfrm>
              <a:off x="7564041" y="431195"/>
              <a:ext cx="124135" cy="315661"/>
            </a:xfrm>
            <a:custGeom>
              <a:avLst/>
              <a:gdLst/>
              <a:ahLst/>
              <a:cxnLst/>
              <a:rect l="l" t="t" r="r" b="b"/>
              <a:pathLst>
                <a:path w="2763" h="7026" extrusionOk="0">
                  <a:moveTo>
                    <a:pt x="370" y="0"/>
                  </a:moveTo>
                  <a:cubicBezTo>
                    <a:pt x="310" y="143"/>
                    <a:pt x="179" y="215"/>
                    <a:pt x="13" y="215"/>
                  </a:cubicBezTo>
                  <a:lnTo>
                    <a:pt x="1" y="215"/>
                  </a:lnTo>
                  <a:lnTo>
                    <a:pt x="2370" y="7025"/>
                  </a:lnTo>
                  <a:cubicBezTo>
                    <a:pt x="2453" y="6973"/>
                    <a:pt x="2572" y="6939"/>
                    <a:pt x="2688" y="6939"/>
                  </a:cubicBezTo>
                  <a:cubicBezTo>
                    <a:pt x="2705" y="6939"/>
                    <a:pt x="2722" y="6940"/>
                    <a:pt x="2739" y="6942"/>
                  </a:cubicBezTo>
                  <a:cubicBezTo>
                    <a:pt x="2743" y="6938"/>
                    <a:pt x="2747" y="6936"/>
                    <a:pt x="2751" y="6936"/>
                  </a:cubicBezTo>
                  <a:cubicBezTo>
                    <a:pt x="2758" y="6936"/>
                    <a:pt x="2763" y="6942"/>
                    <a:pt x="2763" y="6942"/>
                  </a:cubicBezTo>
                  <a:lnTo>
                    <a:pt x="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6" name="Google Shape;19186;p147"/>
            <p:cNvSpPr/>
            <p:nvPr/>
          </p:nvSpPr>
          <p:spPr>
            <a:xfrm>
              <a:off x="7500379" y="1643"/>
              <a:ext cx="77096" cy="409245"/>
            </a:xfrm>
            <a:custGeom>
              <a:avLst/>
              <a:gdLst/>
              <a:ahLst/>
              <a:cxnLst/>
              <a:rect l="l" t="t" r="r" b="b"/>
              <a:pathLst>
                <a:path w="1716" h="9109" extrusionOk="0">
                  <a:moveTo>
                    <a:pt x="1" y="1"/>
                  </a:moveTo>
                  <a:lnTo>
                    <a:pt x="1310" y="9049"/>
                  </a:lnTo>
                  <a:cubicBezTo>
                    <a:pt x="1358" y="9026"/>
                    <a:pt x="1418" y="9014"/>
                    <a:pt x="1477" y="9014"/>
                  </a:cubicBezTo>
                  <a:cubicBezTo>
                    <a:pt x="1549" y="9014"/>
                    <a:pt x="1644" y="9049"/>
                    <a:pt x="1703" y="9109"/>
                  </a:cubicBezTo>
                  <a:cubicBezTo>
                    <a:pt x="1715" y="9073"/>
                    <a:pt x="1715" y="9049"/>
                    <a:pt x="1715" y="9014"/>
                  </a:cubicBezTo>
                  <a:lnTo>
                    <a:pt x="1715" y="9002"/>
                  </a:lnTo>
                  <a:lnTo>
                    <a:pt x="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7" name="Google Shape;19187;p147"/>
            <p:cNvSpPr/>
            <p:nvPr/>
          </p:nvSpPr>
          <p:spPr>
            <a:xfrm>
              <a:off x="7207811" y="1643"/>
              <a:ext cx="68514" cy="481488"/>
            </a:xfrm>
            <a:custGeom>
              <a:avLst/>
              <a:gdLst/>
              <a:ahLst/>
              <a:cxnLst/>
              <a:rect l="l" t="t" r="r" b="b"/>
              <a:pathLst>
                <a:path w="1525" h="10717" extrusionOk="0">
                  <a:moveTo>
                    <a:pt x="1107" y="1"/>
                  </a:moveTo>
                  <a:lnTo>
                    <a:pt x="1072" y="382"/>
                  </a:lnTo>
                  <a:lnTo>
                    <a:pt x="0" y="10657"/>
                  </a:lnTo>
                  <a:lnTo>
                    <a:pt x="12" y="10657"/>
                  </a:lnTo>
                  <a:cubicBezTo>
                    <a:pt x="143" y="10657"/>
                    <a:pt x="274" y="10681"/>
                    <a:pt x="393" y="10716"/>
                  </a:cubicBezTo>
                  <a:lnTo>
                    <a:pt x="1500" y="251"/>
                  </a:lnTo>
                  <a:lnTo>
                    <a:pt x="15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8" name="Google Shape;19188;p147"/>
            <p:cNvSpPr/>
            <p:nvPr/>
          </p:nvSpPr>
          <p:spPr>
            <a:xfrm>
              <a:off x="6888466" y="143390"/>
              <a:ext cx="276574" cy="358477"/>
            </a:xfrm>
            <a:custGeom>
              <a:avLst/>
              <a:gdLst/>
              <a:ahLst/>
              <a:cxnLst/>
              <a:rect l="l" t="t" r="r" b="b"/>
              <a:pathLst>
                <a:path w="6156" h="7979" extrusionOk="0">
                  <a:moveTo>
                    <a:pt x="333" y="1"/>
                  </a:moveTo>
                  <a:cubicBezTo>
                    <a:pt x="238" y="120"/>
                    <a:pt x="143" y="191"/>
                    <a:pt x="0" y="239"/>
                  </a:cubicBezTo>
                  <a:lnTo>
                    <a:pt x="5822" y="7978"/>
                  </a:lnTo>
                  <a:cubicBezTo>
                    <a:pt x="5929" y="7883"/>
                    <a:pt x="6037" y="7811"/>
                    <a:pt x="6156" y="7740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9" name="Google Shape;19189;p147"/>
            <p:cNvSpPr/>
            <p:nvPr/>
          </p:nvSpPr>
          <p:spPr>
            <a:xfrm>
              <a:off x="6775024" y="1643"/>
              <a:ext cx="94752" cy="108096"/>
            </a:xfrm>
            <a:custGeom>
              <a:avLst/>
              <a:gdLst/>
              <a:ahLst/>
              <a:cxnLst/>
              <a:rect l="l" t="t" r="r" b="b"/>
              <a:pathLst>
                <a:path w="2109" h="2406" extrusionOk="0">
                  <a:moveTo>
                    <a:pt x="1" y="1"/>
                  </a:moveTo>
                  <a:lnTo>
                    <a:pt x="1787" y="2406"/>
                  </a:lnTo>
                  <a:cubicBezTo>
                    <a:pt x="1858" y="2287"/>
                    <a:pt x="1977" y="2203"/>
                    <a:pt x="2108" y="2156"/>
                  </a:cubicBezTo>
                  <a:lnTo>
                    <a:pt x="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0" name="Google Shape;19190;p147"/>
            <p:cNvSpPr/>
            <p:nvPr/>
          </p:nvSpPr>
          <p:spPr>
            <a:xfrm>
              <a:off x="6261009" y="116119"/>
              <a:ext cx="591650" cy="145565"/>
            </a:xfrm>
            <a:custGeom>
              <a:avLst/>
              <a:gdLst/>
              <a:ahLst/>
              <a:cxnLst/>
              <a:rect l="l" t="t" r="r" b="b"/>
              <a:pathLst>
                <a:path w="13169" h="3240" extrusionOk="0">
                  <a:moveTo>
                    <a:pt x="13097" y="1"/>
                  </a:moveTo>
                  <a:lnTo>
                    <a:pt x="786" y="2644"/>
                  </a:lnTo>
                  <a:lnTo>
                    <a:pt x="0" y="3239"/>
                  </a:lnTo>
                  <a:lnTo>
                    <a:pt x="13133" y="394"/>
                  </a:lnTo>
                  <a:cubicBezTo>
                    <a:pt x="13121" y="334"/>
                    <a:pt x="13109" y="274"/>
                    <a:pt x="13121" y="203"/>
                  </a:cubicBezTo>
                  <a:cubicBezTo>
                    <a:pt x="13121" y="132"/>
                    <a:pt x="13133" y="60"/>
                    <a:pt x="1316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1" name="Google Shape;19191;p147"/>
            <p:cNvSpPr/>
            <p:nvPr/>
          </p:nvSpPr>
          <p:spPr>
            <a:xfrm>
              <a:off x="5973203" y="1643"/>
              <a:ext cx="50319" cy="38054"/>
            </a:xfrm>
            <a:custGeom>
              <a:avLst/>
              <a:gdLst/>
              <a:ahLst/>
              <a:cxnLst/>
              <a:rect l="l" t="t" r="r" b="b"/>
              <a:pathLst>
                <a:path w="1120" h="847" extrusionOk="0">
                  <a:moveTo>
                    <a:pt x="0" y="1"/>
                  </a:moveTo>
                  <a:lnTo>
                    <a:pt x="905" y="846"/>
                  </a:lnTo>
                  <a:lnTo>
                    <a:pt x="1120" y="489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2" name="Google Shape;19192;p147"/>
            <p:cNvSpPr/>
            <p:nvPr/>
          </p:nvSpPr>
          <p:spPr>
            <a:xfrm>
              <a:off x="6027745" y="36417"/>
              <a:ext cx="228995" cy="216685"/>
            </a:xfrm>
            <a:custGeom>
              <a:avLst/>
              <a:gdLst/>
              <a:ahLst/>
              <a:cxnLst/>
              <a:rect l="l" t="t" r="r" b="b"/>
              <a:pathLst>
                <a:path w="5097" h="4823" extrusionOk="0">
                  <a:moveTo>
                    <a:pt x="215" y="1"/>
                  </a:moveTo>
                  <a:lnTo>
                    <a:pt x="1" y="358"/>
                  </a:lnTo>
                  <a:lnTo>
                    <a:pt x="4763" y="4823"/>
                  </a:lnTo>
                  <a:lnTo>
                    <a:pt x="5097" y="4561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3" name="Google Shape;19193;p147"/>
            <p:cNvSpPr/>
            <p:nvPr/>
          </p:nvSpPr>
          <p:spPr>
            <a:xfrm>
              <a:off x="5634045" y="1643"/>
              <a:ext cx="973624" cy="724860"/>
            </a:xfrm>
            <a:custGeom>
              <a:avLst/>
              <a:gdLst/>
              <a:ahLst/>
              <a:cxnLst/>
              <a:rect l="l" t="t" r="r" b="b"/>
              <a:pathLst>
                <a:path w="21671" h="16134" extrusionOk="0">
                  <a:moveTo>
                    <a:pt x="20992" y="1"/>
                  </a:moveTo>
                  <a:lnTo>
                    <a:pt x="13860" y="5335"/>
                  </a:lnTo>
                  <a:lnTo>
                    <a:pt x="13538" y="5597"/>
                  </a:lnTo>
                  <a:lnTo>
                    <a:pt x="203" y="15586"/>
                  </a:lnTo>
                  <a:lnTo>
                    <a:pt x="1" y="15919"/>
                  </a:lnTo>
                  <a:cubicBezTo>
                    <a:pt x="60" y="15979"/>
                    <a:pt x="120" y="16062"/>
                    <a:pt x="156" y="16134"/>
                  </a:cubicBezTo>
                  <a:lnTo>
                    <a:pt x="13979" y="5787"/>
                  </a:lnTo>
                  <a:lnTo>
                    <a:pt x="14765" y="5192"/>
                  </a:lnTo>
                  <a:lnTo>
                    <a:pt x="2167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4" name="Google Shape;19194;p147"/>
            <p:cNvSpPr/>
            <p:nvPr/>
          </p:nvSpPr>
          <p:spPr>
            <a:xfrm>
              <a:off x="5616389" y="1643"/>
              <a:ext cx="441368" cy="715246"/>
            </a:xfrm>
            <a:custGeom>
              <a:avLst/>
              <a:gdLst/>
              <a:ahLst/>
              <a:cxnLst/>
              <a:rect l="l" t="t" r="r" b="b"/>
              <a:pathLst>
                <a:path w="9824" h="15920" extrusionOk="0">
                  <a:moveTo>
                    <a:pt x="9347" y="1"/>
                  </a:moveTo>
                  <a:lnTo>
                    <a:pt x="9050" y="489"/>
                  </a:lnTo>
                  <a:lnTo>
                    <a:pt x="8835" y="846"/>
                  </a:lnTo>
                  <a:lnTo>
                    <a:pt x="1" y="15741"/>
                  </a:lnTo>
                  <a:cubicBezTo>
                    <a:pt x="144" y="15765"/>
                    <a:pt x="263" y="15824"/>
                    <a:pt x="370" y="15919"/>
                  </a:cubicBezTo>
                  <a:lnTo>
                    <a:pt x="572" y="15586"/>
                  </a:lnTo>
                  <a:lnTo>
                    <a:pt x="9145" y="1132"/>
                  </a:lnTo>
                  <a:lnTo>
                    <a:pt x="9359" y="775"/>
                  </a:lnTo>
                  <a:lnTo>
                    <a:pt x="982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5" name="Google Shape;19195;p147"/>
            <p:cNvSpPr/>
            <p:nvPr/>
          </p:nvSpPr>
          <p:spPr>
            <a:xfrm>
              <a:off x="4969702" y="287292"/>
              <a:ext cx="625346" cy="441907"/>
            </a:xfrm>
            <a:custGeom>
              <a:avLst/>
              <a:gdLst/>
              <a:ahLst/>
              <a:cxnLst/>
              <a:rect l="l" t="t" r="r" b="b"/>
              <a:pathLst>
                <a:path w="13919" h="9836" extrusionOk="0">
                  <a:moveTo>
                    <a:pt x="250" y="1"/>
                  </a:moveTo>
                  <a:cubicBezTo>
                    <a:pt x="191" y="120"/>
                    <a:pt x="107" y="239"/>
                    <a:pt x="0" y="310"/>
                  </a:cubicBezTo>
                  <a:lnTo>
                    <a:pt x="13693" y="9835"/>
                  </a:lnTo>
                  <a:cubicBezTo>
                    <a:pt x="13740" y="9716"/>
                    <a:pt x="13812" y="9597"/>
                    <a:pt x="13919" y="950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6" name="Google Shape;19196;p147"/>
            <p:cNvSpPr/>
            <p:nvPr/>
          </p:nvSpPr>
          <p:spPr>
            <a:xfrm>
              <a:off x="4959549" y="1643"/>
              <a:ext cx="181372" cy="238610"/>
            </a:xfrm>
            <a:custGeom>
              <a:avLst/>
              <a:gdLst/>
              <a:ahLst/>
              <a:cxnLst/>
              <a:rect l="l" t="t" r="r" b="b"/>
              <a:pathLst>
                <a:path w="4037" h="5311" extrusionOk="0">
                  <a:moveTo>
                    <a:pt x="3536" y="1"/>
                  </a:moveTo>
                  <a:lnTo>
                    <a:pt x="0" y="5085"/>
                  </a:lnTo>
                  <a:cubicBezTo>
                    <a:pt x="131" y="5132"/>
                    <a:pt x="250" y="5204"/>
                    <a:pt x="345" y="5311"/>
                  </a:cubicBezTo>
                  <a:lnTo>
                    <a:pt x="40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7" name="Google Shape;19197;p147"/>
            <p:cNvSpPr/>
            <p:nvPr/>
          </p:nvSpPr>
          <p:spPr>
            <a:xfrm>
              <a:off x="5312589" y="2183"/>
              <a:ext cx="238610" cy="146598"/>
            </a:xfrm>
            <a:custGeom>
              <a:avLst/>
              <a:gdLst/>
              <a:ahLst/>
              <a:cxnLst/>
              <a:rect l="l" t="t" r="r" b="b"/>
              <a:pathLst>
                <a:path w="5311" h="3263" extrusionOk="0">
                  <a:moveTo>
                    <a:pt x="4560" y="1"/>
                  </a:moveTo>
                  <a:lnTo>
                    <a:pt x="0" y="2906"/>
                  </a:lnTo>
                  <a:cubicBezTo>
                    <a:pt x="107" y="2989"/>
                    <a:pt x="179" y="3120"/>
                    <a:pt x="215" y="3263"/>
                  </a:cubicBezTo>
                  <a:lnTo>
                    <a:pt x="4417" y="560"/>
                  </a:lnTo>
                  <a:cubicBezTo>
                    <a:pt x="4406" y="524"/>
                    <a:pt x="4394" y="465"/>
                    <a:pt x="4394" y="405"/>
                  </a:cubicBezTo>
                  <a:cubicBezTo>
                    <a:pt x="4394" y="205"/>
                    <a:pt x="4550" y="46"/>
                    <a:pt x="4736" y="46"/>
                  </a:cubicBezTo>
                  <a:cubicBezTo>
                    <a:pt x="4749" y="46"/>
                    <a:pt x="4762" y="47"/>
                    <a:pt x="4775" y="48"/>
                  </a:cubicBezTo>
                  <a:cubicBezTo>
                    <a:pt x="4894" y="48"/>
                    <a:pt x="4989" y="108"/>
                    <a:pt x="5048" y="179"/>
                  </a:cubicBezTo>
                  <a:lnTo>
                    <a:pt x="5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8" name="Google Shape;19198;p147"/>
            <p:cNvSpPr/>
            <p:nvPr/>
          </p:nvSpPr>
          <p:spPr>
            <a:xfrm>
              <a:off x="5243580" y="1643"/>
              <a:ext cx="53509" cy="125752"/>
            </a:xfrm>
            <a:custGeom>
              <a:avLst/>
              <a:gdLst/>
              <a:ahLst/>
              <a:cxnLst/>
              <a:rect l="l" t="t" r="r" b="b"/>
              <a:pathLst>
                <a:path w="1191" h="2799" extrusionOk="0">
                  <a:moveTo>
                    <a:pt x="0" y="1"/>
                  </a:moveTo>
                  <a:lnTo>
                    <a:pt x="798" y="2799"/>
                  </a:lnTo>
                  <a:cubicBezTo>
                    <a:pt x="881" y="2751"/>
                    <a:pt x="1000" y="2727"/>
                    <a:pt x="1120" y="2727"/>
                  </a:cubicBezTo>
                  <a:cubicBezTo>
                    <a:pt x="1155" y="2727"/>
                    <a:pt x="1167" y="2727"/>
                    <a:pt x="1191" y="2739"/>
                  </a:cubicBez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9" name="Google Shape;19199;p147"/>
            <p:cNvSpPr/>
            <p:nvPr/>
          </p:nvSpPr>
          <p:spPr>
            <a:xfrm>
              <a:off x="4846107" y="1643"/>
              <a:ext cx="92056" cy="233803"/>
            </a:xfrm>
            <a:custGeom>
              <a:avLst/>
              <a:gdLst/>
              <a:ahLst/>
              <a:cxnLst/>
              <a:rect l="l" t="t" r="r" b="b"/>
              <a:pathLst>
                <a:path w="2049" h="5204" extrusionOk="0">
                  <a:moveTo>
                    <a:pt x="1" y="1"/>
                  </a:moveTo>
                  <a:lnTo>
                    <a:pt x="1656" y="5204"/>
                  </a:lnTo>
                  <a:cubicBezTo>
                    <a:pt x="1787" y="5132"/>
                    <a:pt x="1894" y="5073"/>
                    <a:pt x="2049" y="5061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0" name="Google Shape;19200;p147"/>
            <p:cNvSpPr/>
            <p:nvPr/>
          </p:nvSpPr>
          <p:spPr>
            <a:xfrm>
              <a:off x="7120606" y="480346"/>
              <a:ext cx="166951" cy="165423"/>
            </a:xfrm>
            <a:custGeom>
              <a:avLst/>
              <a:gdLst/>
              <a:ahLst/>
              <a:cxnLst/>
              <a:rect l="l" t="t" r="r" b="b"/>
              <a:pathLst>
                <a:path w="3716" h="3682" extrusionOk="0">
                  <a:moveTo>
                    <a:pt x="1866" y="1"/>
                  </a:moveTo>
                  <a:cubicBezTo>
                    <a:pt x="1554" y="1"/>
                    <a:pt x="1245" y="84"/>
                    <a:pt x="989" y="240"/>
                  </a:cubicBezTo>
                  <a:cubicBezTo>
                    <a:pt x="870" y="311"/>
                    <a:pt x="739" y="383"/>
                    <a:pt x="655" y="478"/>
                  </a:cubicBezTo>
                  <a:cubicBezTo>
                    <a:pt x="298" y="799"/>
                    <a:pt x="60" y="1252"/>
                    <a:pt x="48" y="1776"/>
                  </a:cubicBezTo>
                  <a:cubicBezTo>
                    <a:pt x="0" y="2788"/>
                    <a:pt x="810" y="3633"/>
                    <a:pt x="1810" y="3681"/>
                  </a:cubicBezTo>
                  <a:cubicBezTo>
                    <a:pt x="1832" y="3682"/>
                    <a:pt x="1854" y="3682"/>
                    <a:pt x="1875" y="3682"/>
                  </a:cubicBezTo>
                  <a:cubicBezTo>
                    <a:pt x="2859" y="3682"/>
                    <a:pt x="3680" y="2897"/>
                    <a:pt x="3715" y="1907"/>
                  </a:cubicBezTo>
                  <a:cubicBezTo>
                    <a:pt x="3715" y="1728"/>
                    <a:pt x="3703" y="1561"/>
                    <a:pt x="3679" y="1395"/>
                  </a:cubicBezTo>
                  <a:cubicBezTo>
                    <a:pt x="3644" y="1264"/>
                    <a:pt x="3596" y="1133"/>
                    <a:pt x="3548" y="1014"/>
                  </a:cubicBezTo>
                  <a:cubicBezTo>
                    <a:pt x="3286" y="549"/>
                    <a:pt x="2858" y="192"/>
                    <a:pt x="2334" y="61"/>
                  </a:cubicBezTo>
                  <a:cubicBezTo>
                    <a:pt x="2215" y="26"/>
                    <a:pt x="2084" y="2"/>
                    <a:pt x="1953" y="2"/>
                  </a:cubicBezTo>
                  <a:lnTo>
                    <a:pt x="1929" y="2"/>
                  </a:lnTo>
                  <a:cubicBezTo>
                    <a:pt x="1908" y="1"/>
                    <a:pt x="1887" y="1"/>
                    <a:pt x="186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1" name="Google Shape;19201;p147"/>
            <p:cNvSpPr/>
            <p:nvPr/>
          </p:nvSpPr>
          <p:spPr>
            <a:xfrm>
              <a:off x="7833651" y="1227131"/>
              <a:ext cx="86710" cy="85677"/>
            </a:xfrm>
            <a:custGeom>
              <a:avLst/>
              <a:gdLst/>
              <a:ahLst/>
              <a:cxnLst/>
              <a:rect l="l" t="t" r="r" b="b"/>
              <a:pathLst>
                <a:path w="1930" h="1907" extrusionOk="0">
                  <a:moveTo>
                    <a:pt x="989" y="1"/>
                  </a:moveTo>
                  <a:cubicBezTo>
                    <a:pt x="965" y="1"/>
                    <a:pt x="941" y="1"/>
                    <a:pt x="917" y="13"/>
                  </a:cubicBezTo>
                  <a:cubicBezTo>
                    <a:pt x="858" y="13"/>
                    <a:pt x="810" y="37"/>
                    <a:pt x="750" y="37"/>
                  </a:cubicBezTo>
                  <a:cubicBezTo>
                    <a:pt x="620" y="60"/>
                    <a:pt x="489" y="120"/>
                    <a:pt x="381" y="191"/>
                  </a:cubicBezTo>
                  <a:cubicBezTo>
                    <a:pt x="155" y="358"/>
                    <a:pt x="12" y="608"/>
                    <a:pt x="12" y="930"/>
                  </a:cubicBezTo>
                  <a:cubicBezTo>
                    <a:pt x="0" y="1442"/>
                    <a:pt x="393" y="1894"/>
                    <a:pt x="929" y="1906"/>
                  </a:cubicBezTo>
                  <a:cubicBezTo>
                    <a:pt x="937" y="1906"/>
                    <a:pt x="945" y="1906"/>
                    <a:pt x="952" y="1906"/>
                  </a:cubicBezTo>
                  <a:cubicBezTo>
                    <a:pt x="1466" y="1906"/>
                    <a:pt x="1882" y="1517"/>
                    <a:pt x="1917" y="989"/>
                  </a:cubicBezTo>
                  <a:cubicBezTo>
                    <a:pt x="1929" y="584"/>
                    <a:pt x="1691" y="227"/>
                    <a:pt x="1334" y="72"/>
                  </a:cubicBezTo>
                  <a:cubicBezTo>
                    <a:pt x="1227" y="37"/>
                    <a:pt x="1108" y="1"/>
                    <a:pt x="9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2" name="Google Shape;19202;p147"/>
            <p:cNvSpPr/>
            <p:nvPr/>
          </p:nvSpPr>
          <p:spPr>
            <a:xfrm>
              <a:off x="8798109" y="115040"/>
              <a:ext cx="86710" cy="85722"/>
            </a:xfrm>
            <a:custGeom>
              <a:avLst/>
              <a:gdLst/>
              <a:ahLst/>
              <a:cxnLst/>
              <a:rect l="l" t="t" r="r" b="b"/>
              <a:pathLst>
                <a:path w="1930" h="1908" extrusionOk="0">
                  <a:moveTo>
                    <a:pt x="1000" y="1"/>
                  </a:moveTo>
                  <a:cubicBezTo>
                    <a:pt x="917" y="1"/>
                    <a:pt x="822" y="25"/>
                    <a:pt x="750" y="37"/>
                  </a:cubicBezTo>
                  <a:cubicBezTo>
                    <a:pt x="619" y="60"/>
                    <a:pt x="477" y="120"/>
                    <a:pt x="381" y="215"/>
                  </a:cubicBezTo>
                  <a:cubicBezTo>
                    <a:pt x="167" y="382"/>
                    <a:pt x="36" y="632"/>
                    <a:pt x="24" y="930"/>
                  </a:cubicBezTo>
                  <a:cubicBezTo>
                    <a:pt x="0" y="1239"/>
                    <a:pt x="155" y="1537"/>
                    <a:pt x="393" y="1715"/>
                  </a:cubicBezTo>
                  <a:cubicBezTo>
                    <a:pt x="500" y="1811"/>
                    <a:pt x="631" y="1870"/>
                    <a:pt x="762" y="1894"/>
                  </a:cubicBezTo>
                  <a:cubicBezTo>
                    <a:pt x="822" y="1906"/>
                    <a:pt x="870" y="1906"/>
                    <a:pt x="929" y="1906"/>
                  </a:cubicBezTo>
                  <a:cubicBezTo>
                    <a:pt x="946" y="1907"/>
                    <a:pt x="962" y="1907"/>
                    <a:pt x="979" y="1907"/>
                  </a:cubicBezTo>
                  <a:cubicBezTo>
                    <a:pt x="1386" y="1907"/>
                    <a:pt x="1732" y="1629"/>
                    <a:pt x="1870" y="1251"/>
                  </a:cubicBezTo>
                  <a:cubicBezTo>
                    <a:pt x="1893" y="1168"/>
                    <a:pt x="1905" y="1096"/>
                    <a:pt x="1905" y="1001"/>
                  </a:cubicBezTo>
                  <a:cubicBezTo>
                    <a:pt x="1929" y="930"/>
                    <a:pt x="1905" y="870"/>
                    <a:pt x="1905" y="810"/>
                  </a:cubicBezTo>
                  <a:cubicBezTo>
                    <a:pt x="1834" y="358"/>
                    <a:pt x="1477" y="25"/>
                    <a:pt x="10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3" name="Google Shape;19203;p147"/>
            <p:cNvSpPr/>
            <p:nvPr/>
          </p:nvSpPr>
          <p:spPr>
            <a:xfrm>
              <a:off x="8121951" y="101158"/>
              <a:ext cx="86171" cy="85632"/>
            </a:xfrm>
            <a:custGeom>
              <a:avLst/>
              <a:gdLst/>
              <a:ahLst/>
              <a:cxnLst/>
              <a:rect l="l" t="t" r="r" b="b"/>
              <a:pathLst>
                <a:path w="1918" h="1906" extrusionOk="0">
                  <a:moveTo>
                    <a:pt x="967" y="0"/>
                  </a:moveTo>
                  <a:cubicBezTo>
                    <a:pt x="453" y="0"/>
                    <a:pt x="24" y="401"/>
                    <a:pt x="1" y="929"/>
                  </a:cubicBezTo>
                  <a:cubicBezTo>
                    <a:pt x="1" y="1000"/>
                    <a:pt x="1" y="1060"/>
                    <a:pt x="25" y="1131"/>
                  </a:cubicBezTo>
                  <a:cubicBezTo>
                    <a:pt x="48" y="1262"/>
                    <a:pt x="108" y="1393"/>
                    <a:pt x="179" y="1500"/>
                  </a:cubicBezTo>
                  <a:cubicBezTo>
                    <a:pt x="275" y="1631"/>
                    <a:pt x="394" y="1739"/>
                    <a:pt x="549" y="1822"/>
                  </a:cubicBezTo>
                  <a:cubicBezTo>
                    <a:pt x="668" y="1881"/>
                    <a:pt x="787" y="1905"/>
                    <a:pt x="930" y="1905"/>
                  </a:cubicBezTo>
                  <a:lnTo>
                    <a:pt x="941" y="1905"/>
                  </a:lnTo>
                  <a:cubicBezTo>
                    <a:pt x="1465" y="1893"/>
                    <a:pt x="1882" y="1489"/>
                    <a:pt x="1918" y="988"/>
                  </a:cubicBezTo>
                  <a:cubicBezTo>
                    <a:pt x="1918" y="893"/>
                    <a:pt x="1894" y="798"/>
                    <a:pt x="1882" y="715"/>
                  </a:cubicBezTo>
                  <a:cubicBezTo>
                    <a:pt x="1858" y="584"/>
                    <a:pt x="1775" y="465"/>
                    <a:pt x="1703" y="346"/>
                  </a:cubicBezTo>
                  <a:cubicBezTo>
                    <a:pt x="1632" y="238"/>
                    <a:pt x="1525" y="167"/>
                    <a:pt x="1406" y="107"/>
                  </a:cubicBezTo>
                  <a:cubicBezTo>
                    <a:pt x="1287" y="48"/>
                    <a:pt x="1156" y="0"/>
                    <a:pt x="1001" y="0"/>
                  </a:cubicBezTo>
                  <a:lnTo>
                    <a:pt x="989" y="0"/>
                  </a:lnTo>
                  <a:cubicBezTo>
                    <a:pt x="982" y="0"/>
                    <a:pt x="974" y="0"/>
                    <a:pt x="9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4" name="Google Shape;19204;p147"/>
            <p:cNvSpPr/>
            <p:nvPr/>
          </p:nvSpPr>
          <p:spPr>
            <a:xfrm>
              <a:off x="8352519" y="1025496"/>
              <a:ext cx="30012" cy="28394"/>
            </a:xfrm>
            <a:custGeom>
              <a:avLst/>
              <a:gdLst/>
              <a:ahLst/>
              <a:cxnLst/>
              <a:rect l="l" t="t" r="r" b="b"/>
              <a:pathLst>
                <a:path w="668" h="632" extrusionOk="0">
                  <a:moveTo>
                    <a:pt x="322" y="0"/>
                  </a:moveTo>
                  <a:cubicBezTo>
                    <a:pt x="274" y="0"/>
                    <a:pt x="215" y="12"/>
                    <a:pt x="191" y="24"/>
                  </a:cubicBezTo>
                  <a:cubicBezTo>
                    <a:pt x="72" y="72"/>
                    <a:pt x="0" y="179"/>
                    <a:pt x="0" y="310"/>
                  </a:cubicBezTo>
                  <a:cubicBezTo>
                    <a:pt x="0" y="334"/>
                    <a:pt x="0" y="369"/>
                    <a:pt x="12" y="381"/>
                  </a:cubicBezTo>
                  <a:cubicBezTo>
                    <a:pt x="36" y="536"/>
                    <a:pt x="155" y="631"/>
                    <a:pt x="322" y="631"/>
                  </a:cubicBezTo>
                  <a:cubicBezTo>
                    <a:pt x="501" y="631"/>
                    <a:pt x="655" y="500"/>
                    <a:pt x="667" y="322"/>
                  </a:cubicBezTo>
                  <a:cubicBezTo>
                    <a:pt x="667" y="250"/>
                    <a:pt x="655" y="179"/>
                    <a:pt x="608" y="131"/>
                  </a:cubicBezTo>
                  <a:cubicBezTo>
                    <a:pt x="512" y="60"/>
                    <a:pt x="429" y="0"/>
                    <a:pt x="3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5" name="Google Shape;19205;p147"/>
            <p:cNvSpPr/>
            <p:nvPr/>
          </p:nvSpPr>
          <p:spPr>
            <a:xfrm>
              <a:off x="4902311" y="228437"/>
              <a:ext cx="84014" cy="83026"/>
            </a:xfrm>
            <a:custGeom>
              <a:avLst/>
              <a:gdLst/>
              <a:ahLst/>
              <a:cxnLst/>
              <a:rect l="l" t="t" r="r" b="b"/>
              <a:pathLst>
                <a:path w="1870" h="1848" extrusionOk="0">
                  <a:moveTo>
                    <a:pt x="976" y="1"/>
                  </a:moveTo>
                  <a:cubicBezTo>
                    <a:pt x="917" y="1"/>
                    <a:pt x="857" y="1"/>
                    <a:pt x="798" y="13"/>
                  </a:cubicBezTo>
                  <a:cubicBezTo>
                    <a:pt x="667" y="25"/>
                    <a:pt x="536" y="84"/>
                    <a:pt x="417" y="156"/>
                  </a:cubicBezTo>
                  <a:cubicBezTo>
                    <a:pt x="179" y="322"/>
                    <a:pt x="24" y="596"/>
                    <a:pt x="24" y="894"/>
                  </a:cubicBezTo>
                  <a:cubicBezTo>
                    <a:pt x="0" y="1394"/>
                    <a:pt x="417" y="1823"/>
                    <a:pt x="917" y="1846"/>
                  </a:cubicBezTo>
                  <a:cubicBezTo>
                    <a:pt x="930" y="1847"/>
                    <a:pt x="943" y="1847"/>
                    <a:pt x="955" y="1847"/>
                  </a:cubicBezTo>
                  <a:cubicBezTo>
                    <a:pt x="1166" y="1847"/>
                    <a:pt x="1355" y="1756"/>
                    <a:pt x="1512" y="1644"/>
                  </a:cubicBezTo>
                  <a:cubicBezTo>
                    <a:pt x="1619" y="1549"/>
                    <a:pt x="1703" y="1442"/>
                    <a:pt x="1762" y="1323"/>
                  </a:cubicBezTo>
                  <a:cubicBezTo>
                    <a:pt x="1822" y="1203"/>
                    <a:pt x="1858" y="1084"/>
                    <a:pt x="1858" y="953"/>
                  </a:cubicBezTo>
                  <a:cubicBezTo>
                    <a:pt x="1869" y="680"/>
                    <a:pt x="1762" y="441"/>
                    <a:pt x="1607" y="275"/>
                  </a:cubicBezTo>
                  <a:cubicBezTo>
                    <a:pt x="1512" y="180"/>
                    <a:pt x="1393" y="96"/>
                    <a:pt x="1262" y="60"/>
                  </a:cubicBezTo>
                  <a:cubicBezTo>
                    <a:pt x="1167" y="25"/>
                    <a:pt x="1060" y="13"/>
                    <a:pt x="9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6" name="Google Shape;19206;p147"/>
            <p:cNvSpPr/>
            <p:nvPr/>
          </p:nvSpPr>
          <p:spPr>
            <a:xfrm>
              <a:off x="7656052" y="742947"/>
              <a:ext cx="59439" cy="58451"/>
            </a:xfrm>
            <a:custGeom>
              <a:avLst/>
              <a:gdLst/>
              <a:ahLst/>
              <a:cxnLst/>
              <a:rect l="l" t="t" r="r" b="b"/>
              <a:pathLst>
                <a:path w="1323" h="1301" extrusionOk="0">
                  <a:moveTo>
                    <a:pt x="662" y="1"/>
                  </a:moveTo>
                  <a:cubicBezTo>
                    <a:pt x="543" y="1"/>
                    <a:pt x="419" y="45"/>
                    <a:pt x="334" y="98"/>
                  </a:cubicBezTo>
                  <a:cubicBezTo>
                    <a:pt x="155" y="193"/>
                    <a:pt x="36" y="408"/>
                    <a:pt x="12" y="634"/>
                  </a:cubicBezTo>
                  <a:cubicBezTo>
                    <a:pt x="1" y="991"/>
                    <a:pt x="286" y="1301"/>
                    <a:pt x="643" y="1301"/>
                  </a:cubicBezTo>
                  <a:cubicBezTo>
                    <a:pt x="679" y="1301"/>
                    <a:pt x="715" y="1301"/>
                    <a:pt x="751" y="1289"/>
                  </a:cubicBezTo>
                  <a:cubicBezTo>
                    <a:pt x="893" y="1265"/>
                    <a:pt x="1013" y="1205"/>
                    <a:pt x="1120" y="1110"/>
                  </a:cubicBezTo>
                  <a:cubicBezTo>
                    <a:pt x="1167" y="1086"/>
                    <a:pt x="1179" y="1050"/>
                    <a:pt x="1215" y="1015"/>
                  </a:cubicBezTo>
                  <a:cubicBezTo>
                    <a:pt x="1286" y="908"/>
                    <a:pt x="1310" y="789"/>
                    <a:pt x="1322" y="669"/>
                  </a:cubicBezTo>
                  <a:lnTo>
                    <a:pt x="1322" y="634"/>
                  </a:lnTo>
                  <a:cubicBezTo>
                    <a:pt x="1322" y="300"/>
                    <a:pt x="1060" y="38"/>
                    <a:pt x="727" y="3"/>
                  </a:cubicBezTo>
                  <a:lnTo>
                    <a:pt x="703" y="3"/>
                  </a:lnTo>
                  <a:cubicBezTo>
                    <a:pt x="689" y="1"/>
                    <a:pt x="676" y="1"/>
                    <a:pt x="66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7" name="Google Shape;19207;p147"/>
            <p:cNvSpPr/>
            <p:nvPr/>
          </p:nvSpPr>
          <p:spPr>
            <a:xfrm>
              <a:off x="5263349" y="123082"/>
              <a:ext cx="58900" cy="58900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68" y="0"/>
                  </a:moveTo>
                  <a:cubicBezTo>
                    <a:pt x="560" y="24"/>
                    <a:pt x="441" y="48"/>
                    <a:pt x="358" y="96"/>
                  </a:cubicBezTo>
                  <a:cubicBezTo>
                    <a:pt x="156" y="203"/>
                    <a:pt x="25" y="405"/>
                    <a:pt x="13" y="643"/>
                  </a:cubicBezTo>
                  <a:cubicBezTo>
                    <a:pt x="1" y="1001"/>
                    <a:pt x="275" y="1310"/>
                    <a:pt x="632" y="1310"/>
                  </a:cubicBezTo>
                  <a:cubicBezTo>
                    <a:pt x="989" y="1310"/>
                    <a:pt x="1287" y="1036"/>
                    <a:pt x="1311" y="691"/>
                  </a:cubicBezTo>
                  <a:cubicBezTo>
                    <a:pt x="1311" y="643"/>
                    <a:pt x="1311" y="584"/>
                    <a:pt x="1287" y="536"/>
                  </a:cubicBezTo>
                  <a:cubicBezTo>
                    <a:pt x="1263" y="405"/>
                    <a:pt x="1191" y="274"/>
                    <a:pt x="1084" y="179"/>
                  </a:cubicBezTo>
                  <a:cubicBezTo>
                    <a:pt x="989" y="96"/>
                    <a:pt x="870" y="36"/>
                    <a:pt x="739" y="24"/>
                  </a:cubicBezTo>
                  <a:cubicBezTo>
                    <a:pt x="715" y="24"/>
                    <a:pt x="691" y="0"/>
                    <a:pt x="6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8" name="Google Shape;19208;p147"/>
            <p:cNvSpPr/>
            <p:nvPr/>
          </p:nvSpPr>
          <p:spPr>
            <a:xfrm>
              <a:off x="5583232" y="708218"/>
              <a:ext cx="58900" cy="58945"/>
            </a:xfrm>
            <a:custGeom>
              <a:avLst/>
              <a:gdLst/>
              <a:ahLst/>
              <a:cxnLst/>
              <a:rect l="l" t="t" r="r" b="b"/>
              <a:pathLst>
                <a:path w="1311" h="1312" extrusionOk="0">
                  <a:moveTo>
                    <a:pt x="649" y="0"/>
                  </a:moveTo>
                  <a:cubicBezTo>
                    <a:pt x="502" y="0"/>
                    <a:pt x="383" y="57"/>
                    <a:pt x="275" y="133"/>
                  </a:cubicBezTo>
                  <a:cubicBezTo>
                    <a:pt x="167" y="228"/>
                    <a:pt x="72" y="347"/>
                    <a:pt x="48" y="478"/>
                  </a:cubicBezTo>
                  <a:cubicBezTo>
                    <a:pt x="37" y="526"/>
                    <a:pt x="25" y="585"/>
                    <a:pt x="25" y="645"/>
                  </a:cubicBezTo>
                  <a:cubicBezTo>
                    <a:pt x="1" y="1002"/>
                    <a:pt x="287" y="1312"/>
                    <a:pt x="644" y="1312"/>
                  </a:cubicBezTo>
                  <a:cubicBezTo>
                    <a:pt x="1001" y="1312"/>
                    <a:pt x="1299" y="1026"/>
                    <a:pt x="1310" y="692"/>
                  </a:cubicBezTo>
                  <a:cubicBezTo>
                    <a:pt x="1310" y="585"/>
                    <a:pt x="1299" y="490"/>
                    <a:pt x="1263" y="407"/>
                  </a:cubicBezTo>
                  <a:cubicBezTo>
                    <a:pt x="1239" y="335"/>
                    <a:pt x="1180" y="252"/>
                    <a:pt x="1120" y="192"/>
                  </a:cubicBezTo>
                  <a:cubicBezTo>
                    <a:pt x="1013" y="97"/>
                    <a:pt x="882" y="38"/>
                    <a:pt x="751" y="14"/>
                  </a:cubicBezTo>
                  <a:cubicBezTo>
                    <a:pt x="739" y="14"/>
                    <a:pt x="703" y="14"/>
                    <a:pt x="691" y="2"/>
                  </a:cubicBezTo>
                  <a:cubicBezTo>
                    <a:pt x="677" y="1"/>
                    <a:pt x="663" y="0"/>
                    <a:pt x="64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9" name="Google Shape;19209;p147"/>
            <p:cNvSpPr/>
            <p:nvPr/>
          </p:nvSpPr>
          <p:spPr>
            <a:xfrm>
              <a:off x="6850457" y="96351"/>
              <a:ext cx="58900" cy="58316"/>
            </a:xfrm>
            <a:custGeom>
              <a:avLst/>
              <a:gdLst/>
              <a:ahLst/>
              <a:cxnLst/>
              <a:rect l="l" t="t" r="r" b="b"/>
              <a:pathLst>
                <a:path w="1311" h="1298" extrusionOk="0">
                  <a:moveTo>
                    <a:pt x="691" y="0"/>
                  </a:moveTo>
                  <a:cubicBezTo>
                    <a:pt x="596" y="0"/>
                    <a:pt x="525" y="24"/>
                    <a:pt x="429" y="36"/>
                  </a:cubicBezTo>
                  <a:cubicBezTo>
                    <a:pt x="298" y="83"/>
                    <a:pt x="191" y="167"/>
                    <a:pt x="108" y="286"/>
                  </a:cubicBezTo>
                  <a:cubicBezTo>
                    <a:pt x="72" y="333"/>
                    <a:pt x="60" y="381"/>
                    <a:pt x="48" y="417"/>
                  </a:cubicBezTo>
                  <a:cubicBezTo>
                    <a:pt x="13" y="476"/>
                    <a:pt x="1" y="560"/>
                    <a:pt x="1" y="631"/>
                  </a:cubicBezTo>
                  <a:cubicBezTo>
                    <a:pt x="1" y="703"/>
                    <a:pt x="1" y="762"/>
                    <a:pt x="13" y="822"/>
                  </a:cubicBezTo>
                  <a:cubicBezTo>
                    <a:pt x="96" y="1095"/>
                    <a:pt x="334" y="1298"/>
                    <a:pt x="632" y="1298"/>
                  </a:cubicBezTo>
                  <a:cubicBezTo>
                    <a:pt x="703" y="1298"/>
                    <a:pt x="775" y="1286"/>
                    <a:pt x="834" y="1274"/>
                  </a:cubicBezTo>
                  <a:cubicBezTo>
                    <a:pt x="965" y="1238"/>
                    <a:pt x="1084" y="1167"/>
                    <a:pt x="1179" y="1048"/>
                  </a:cubicBezTo>
                  <a:cubicBezTo>
                    <a:pt x="1251" y="941"/>
                    <a:pt x="1298" y="822"/>
                    <a:pt x="1310" y="691"/>
                  </a:cubicBezTo>
                  <a:lnTo>
                    <a:pt x="1310" y="643"/>
                  </a:lnTo>
                  <a:cubicBezTo>
                    <a:pt x="1310" y="500"/>
                    <a:pt x="1263" y="357"/>
                    <a:pt x="1179" y="262"/>
                  </a:cubicBezTo>
                  <a:cubicBezTo>
                    <a:pt x="1060" y="107"/>
                    <a:pt x="882" y="24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0" name="Google Shape;19210;p147"/>
            <p:cNvSpPr/>
            <p:nvPr/>
          </p:nvSpPr>
          <p:spPr>
            <a:xfrm>
              <a:off x="7942241" y="853244"/>
              <a:ext cx="59933" cy="58900"/>
            </a:xfrm>
            <a:custGeom>
              <a:avLst/>
              <a:gdLst/>
              <a:ahLst/>
              <a:cxnLst/>
              <a:rect l="l" t="t" r="r" b="b"/>
              <a:pathLst>
                <a:path w="1334" h="1311" extrusionOk="0">
                  <a:moveTo>
                    <a:pt x="655" y="0"/>
                  </a:moveTo>
                  <a:cubicBezTo>
                    <a:pt x="441" y="0"/>
                    <a:pt x="238" y="108"/>
                    <a:pt x="119" y="286"/>
                  </a:cubicBezTo>
                  <a:cubicBezTo>
                    <a:pt x="48" y="393"/>
                    <a:pt x="0" y="512"/>
                    <a:pt x="0" y="643"/>
                  </a:cubicBezTo>
                  <a:lnTo>
                    <a:pt x="0" y="691"/>
                  </a:lnTo>
                  <a:cubicBezTo>
                    <a:pt x="0" y="929"/>
                    <a:pt x="143" y="1132"/>
                    <a:pt x="334" y="1239"/>
                  </a:cubicBezTo>
                  <a:cubicBezTo>
                    <a:pt x="417" y="1286"/>
                    <a:pt x="524" y="1310"/>
                    <a:pt x="631" y="1310"/>
                  </a:cubicBezTo>
                  <a:cubicBezTo>
                    <a:pt x="655" y="1310"/>
                    <a:pt x="703" y="1310"/>
                    <a:pt x="739" y="1298"/>
                  </a:cubicBezTo>
                  <a:cubicBezTo>
                    <a:pt x="870" y="1286"/>
                    <a:pt x="1000" y="1203"/>
                    <a:pt x="1108" y="1120"/>
                  </a:cubicBezTo>
                  <a:cubicBezTo>
                    <a:pt x="1215" y="1024"/>
                    <a:pt x="1274" y="893"/>
                    <a:pt x="1298" y="751"/>
                  </a:cubicBezTo>
                  <a:cubicBezTo>
                    <a:pt x="1310" y="715"/>
                    <a:pt x="1310" y="703"/>
                    <a:pt x="1310" y="679"/>
                  </a:cubicBezTo>
                  <a:cubicBezTo>
                    <a:pt x="1334" y="453"/>
                    <a:pt x="1227" y="239"/>
                    <a:pt x="1048" y="119"/>
                  </a:cubicBezTo>
                  <a:cubicBezTo>
                    <a:pt x="941" y="48"/>
                    <a:pt x="822" y="0"/>
                    <a:pt x="6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1" name="Google Shape;19211;p147"/>
            <p:cNvSpPr/>
            <p:nvPr/>
          </p:nvSpPr>
          <p:spPr>
            <a:xfrm>
              <a:off x="5509416" y="2722"/>
              <a:ext cx="33201" cy="34280"/>
            </a:xfrm>
            <a:custGeom>
              <a:avLst/>
              <a:gdLst/>
              <a:ahLst/>
              <a:cxnLst/>
              <a:rect l="l" t="t" r="r" b="b"/>
              <a:pathLst>
                <a:path w="739" h="763" extrusionOk="0">
                  <a:moveTo>
                    <a:pt x="382" y="1"/>
                  </a:moveTo>
                  <a:cubicBezTo>
                    <a:pt x="179" y="24"/>
                    <a:pt x="13" y="167"/>
                    <a:pt x="1" y="382"/>
                  </a:cubicBezTo>
                  <a:cubicBezTo>
                    <a:pt x="1" y="441"/>
                    <a:pt x="13" y="501"/>
                    <a:pt x="25" y="536"/>
                  </a:cubicBezTo>
                  <a:cubicBezTo>
                    <a:pt x="84" y="679"/>
                    <a:pt x="203" y="763"/>
                    <a:pt x="358" y="763"/>
                  </a:cubicBezTo>
                  <a:cubicBezTo>
                    <a:pt x="560" y="763"/>
                    <a:pt x="739" y="596"/>
                    <a:pt x="739" y="405"/>
                  </a:cubicBezTo>
                  <a:cubicBezTo>
                    <a:pt x="739" y="298"/>
                    <a:pt x="715" y="215"/>
                    <a:pt x="656" y="143"/>
                  </a:cubicBezTo>
                  <a:cubicBezTo>
                    <a:pt x="596" y="60"/>
                    <a:pt x="489" y="1"/>
                    <a:pt x="38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2" name="Google Shape;19212;p147"/>
            <p:cNvSpPr/>
            <p:nvPr/>
          </p:nvSpPr>
          <p:spPr>
            <a:xfrm>
              <a:off x="6911963" y="26264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751" h="751" extrusionOk="0">
                  <a:moveTo>
                    <a:pt x="394" y="0"/>
                  </a:moveTo>
                  <a:cubicBezTo>
                    <a:pt x="180" y="0"/>
                    <a:pt x="1" y="155"/>
                    <a:pt x="1" y="358"/>
                  </a:cubicBezTo>
                  <a:cubicBezTo>
                    <a:pt x="1" y="572"/>
                    <a:pt x="156" y="727"/>
                    <a:pt x="358" y="750"/>
                  </a:cubicBezTo>
                  <a:cubicBezTo>
                    <a:pt x="572" y="750"/>
                    <a:pt x="751" y="596"/>
                    <a:pt x="751" y="393"/>
                  </a:cubicBezTo>
                  <a:cubicBezTo>
                    <a:pt x="751" y="179"/>
                    <a:pt x="596" y="0"/>
                    <a:pt x="3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3" name="Google Shape;19213;p147"/>
            <p:cNvSpPr/>
            <p:nvPr/>
          </p:nvSpPr>
          <p:spPr>
            <a:xfrm>
              <a:off x="7304090" y="451503"/>
              <a:ext cx="33201" cy="33741"/>
            </a:xfrm>
            <a:custGeom>
              <a:avLst/>
              <a:gdLst/>
              <a:ahLst/>
              <a:cxnLst/>
              <a:rect l="l" t="t" r="r" b="b"/>
              <a:pathLst>
                <a:path w="739" h="751" extrusionOk="0">
                  <a:moveTo>
                    <a:pt x="358" y="0"/>
                  </a:moveTo>
                  <a:cubicBezTo>
                    <a:pt x="165" y="0"/>
                    <a:pt x="0" y="141"/>
                    <a:pt x="0" y="358"/>
                  </a:cubicBezTo>
                  <a:cubicBezTo>
                    <a:pt x="0" y="572"/>
                    <a:pt x="143" y="751"/>
                    <a:pt x="357" y="751"/>
                  </a:cubicBezTo>
                  <a:cubicBezTo>
                    <a:pt x="560" y="751"/>
                    <a:pt x="738" y="584"/>
                    <a:pt x="738" y="394"/>
                  </a:cubicBezTo>
                  <a:cubicBezTo>
                    <a:pt x="738" y="179"/>
                    <a:pt x="596" y="1"/>
                    <a:pt x="381" y="1"/>
                  </a:cubicBezTo>
                  <a:cubicBezTo>
                    <a:pt x="373" y="0"/>
                    <a:pt x="366" y="0"/>
                    <a:pt x="35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4" name="Google Shape;19214;p147"/>
            <p:cNvSpPr/>
            <p:nvPr/>
          </p:nvSpPr>
          <p:spPr>
            <a:xfrm>
              <a:off x="7549080" y="406575"/>
              <a:ext cx="33741" cy="34280"/>
            </a:xfrm>
            <a:custGeom>
              <a:avLst/>
              <a:gdLst/>
              <a:ahLst/>
              <a:cxnLst/>
              <a:rect l="l" t="t" r="r" b="b"/>
              <a:pathLst>
                <a:path w="751" h="763" extrusionOk="0">
                  <a:moveTo>
                    <a:pt x="393" y="1"/>
                  </a:moveTo>
                  <a:cubicBezTo>
                    <a:pt x="334" y="1"/>
                    <a:pt x="274" y="25"/>
                    <a:pt x="226" y="36"/>
                  </a:cubicBezTo>
                  <a:cubicBezTo>
                    <a:pt x="96" y="96"/>
                    <a:pt x="0" y="215"/>
                    <a:pt x="0" y="358"/>
                  </a:cubicBezTo>
                  <a:lnTo>
                    <a:pt x="0" y="382"/>
                  </a:lnTo>
                  <a:cubicBezTo>
                    <a:pt x="0" y="536"/>
                    <a:pt x="96" y="679"/>
                    <a:pt x="226" y="739"/>
                  </a:cubicBezTo>
                  <a:cubicBezTo>
                    <a:pt x="274" y="751"/>
                    <a:pt x="298" y="763"/>
                    <a:pt x="346" y="763"/>
                  </a:cubicBezTo>
                  <a:lnTo>
                    <a:pt x="357" y="763"/>
                  </a:lnTo>
                  <a:cubicBezTo>
                    <a:pt x="512" y="763"/>
                    <a:pt x="643" y="679"/>
                    <a:pt x="703" y="560"/>
                  </a:cubicBezTo>
                  <a:cubicBezTo>
                    <a:pt x="738" y="513"/>
                    <a:pt x="750" y="453"/>
                    <a:pt x="750" y="406"/>
                  </a:cubicBezTo>
                  <a:cubicBezTo>
                    <a:pt x="750" y="286"/>
                    <a:pt x="703" y="167"/>
                    <a:pt x="619" y="96"/>
                  </a:cubicBezTo>
                  <a:cubicBezTo>
                    <a:pt x="560" y="48"/>
                    <a:pt x="477" y="1"/>
                    <a:pt x="39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5" name="Google Shape;19215;p147"/>
            <p:cNvSpPr/>
            <p:nvPr/>
          </p:nvSpPr>
          <p:spPr>
            <a:xfrm>
              <a:off x="6200536" y="299064"/>
              <a:ext cx="34280" cy="33785"/>
            </a:xfrm>
            <a:custGeom>
              <a:avLst/>
              <a:gdLst/>
              <a:ahLst/>
              <a:cxnLst/>
              <a:rect l="l" t="t" r="r" b="b"/>
              <a:pathLst>
                <a:path w="763" h="752" extrusionOk="0">
                  <a:moveTo>
                    <a:pt x="394" y="1"/>
                  </a:moveTo>
                  <a:cubicBezTo>
                    <a:pt x="179" y="1"/>
                    <a:pt x="1" y="155"/>
                    <a:pt x="1" y="358"/>
                  </a:cubicBezTo>
                  <a:cubicBezTo>
                    <a:pt x="1" y="560"/>
                    <a:pt x="155" y="751"/>
                    <a:pt x="358" y="751"/>
                  </a:cubicBezTo>
                  <a:cubicBezTo>
                    <a:pt x="365" y="751"/>
                    <a:pt x="371" y="751"/>
                    <a:pt x="378" y="751"/>
                  </a:cubicBezTo>
                  <a:cubicBezTo>
                    <a:pt x="573" y="751"/>
                    <a:pt x="751" y="589"/>
                    <a:pt x="751" y="393"/>
                  </a:cubicBezTo>
                  <a:cubicBezTo>
                    <a:pt x="763" y="179"/>
                    <a:pt x="596" y="1"/>
                    <a:pt x="3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16" name="Google Shape;19216;p147"/>
          <p:cNvSpPr txBox="1">
            <a:spLocks noGrp="1"/>
          </p:cNvSpPr>
          <p:nvPr>
            <p:ph type="title"/>
          </p:nvPr>
        </p:nvSpPr>
        <p:spPr>
          <a:xfrm>
            <a:off x="1800100" y="2997267"/>
            <a:ext cx="12643200" cy="43296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9217" name="Google Shape;19217;p147"/>
          <p:cNvSpPr txBox="1">
            <a:spLocks noGrp="1"/>
          </p:cNvSpPr>
          <p:nvPr>
            <p:ph type="subTitle" idx="1"/>
          </p:nvPr>
        </p:nvSpPr>
        <p:spPr>
          <a:xfrm>
            <a:off x="1800100" y="8157267"/>
            <a:ext cx="12643200" cy="2679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9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19" name="Google Shape;19219;p148"/>
          <p:cNvGrpSpPr/>
          <p:nvPr/>
        </p:nvGrpSpPr>
        <p:grpSpPr>
          <a:xfrm rot="-5400000">
            <a:off x="161952" y="8591072"/>
            <a:ext cx="4819951" cy="5144021"/>
            <a:chOff x="4060900" y="1586625"/>
            <a:chExt cx="982000" cy="1048025"/>
          </a:xfrm>
        </p:grpSpPr>
        <p:sp>
          <p:nvSpPr>
            <p:cNvPr id="19220" name="Google Shape;19220;p148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1" name="Google Shape;19221;p148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2" name="Google Shape;19222;p148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3" name="Google Shape;19223;p148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4" name="Google Shape;19224;p148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5" name="Google Shape;19225;p148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6" name="Google Shape;19226;p148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7" name="Google Shape;19227;p148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8" name="Google Shape;19228;p148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9" name="Google Shape;19229;p148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0" name="Google Shape;19230;p148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1" name="Google Shape;19231;p148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2" name="Google Shape;19232;p148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3" name="Google Shape;19233;p148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4" name="Google Shape;19234;p148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5" name="Google Shape;19235;p148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6" name="Google Shape;19236;p148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7" name="Google Shape;19237;p148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8" name="Google Shape;19238;p148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9" name="Google Shape;19239;p148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0" name="Google Shape;19240;p148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1" name="Google Shape;19241;p148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2" name="Google Shape;19242;p148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3" name="Google Shape;19243;p148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4" name="Google Shape;19244;p148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5" name="Google Shape;19245;p148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6" name="Google Shape;19246;p148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7" name="Google Shape;19247;p148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8" name="Google Shape;19248;p148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9" name="Google Shape;19249;p148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0" name="Google Shape;19250;p148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1" name="Google Shape;19251;p148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2" name="Google Shape;19252;p148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3" name="Google Shape;19253;p148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4" name="Google Shape;19254;p148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5" name="Google Shape;19255;p148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6" name="Google Shape;19256;p148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7" name="Google Shape;19257;p148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8" name="Google Shape;19258;p148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9" name="Google Shape;19259;p148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260" name="Google Shape;19260;p148"/>
          <p:cNvGrpSpPr/>
          <p:nvPr/>
        </p:nvGrpSpPr>
        <p:grpSpPr>
          <a:xfrm rot="5400000" flipH="1">
            <a:off x="19256746" y="8454545"/>
            <a:ext cx="4819951" cy="5144021"/>
            <a:chOff x="4060900" y="1586625"/>
            <a:chExt cx="982000" cy="1048025"/>
          </a:xfrm>
        </p:grpSpPr>
        <p:sp>
          <p:nvSpPr>
            <p:cNvPr id="19261" name="Google Shape;19261;p148"/>
            <p:cNvSpPr/>
            <p:nvPr/>
          </p:nvSpPr>
          <p:spPr>
            <a:xfrm>
              <a:off x="4535675" y="1586625"/>
              <a:ext cx="155700" cy="223875"/>
            </a:xfrm>
            <a:custGeom>
              <a:avLst/>
              <a:gdLst/>
              <a:ahLst/>
              <a:cxnLst/>
              <a:rect l="l" t="t" r="r" b="b"/>
              <a:pathLst>
                <a:path w="6228" h="8955" extrusionOk="0">
                  <a:moveTo>
                    <a:pt x="0" y="1"/>
                  </a:moveTo>
                  <a:lnTo>
                    <a:pt x="5918" y="8859"/>
                  </a:lnTo>
                  <a:lnTo>
                    <a:pt x="6037" y="8954"/>
                  </a:lnTo>
                  <a:cubicBezTo>
                    <a:pt x="6096" y="8907"/>
                    <a:pt x="6156" y="8871"/>
                    <a:pt x="6227" y="884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2" name="Google Shape;19262;p148"/>
            <p:cNvSpPr/>
            <p:nvPr/>
          </p:nvSpPr>
          <p:spPr>
            <a:xfrm>
              <a:off x="4392200" y="1586625"/>
              <a:ext cx="25025" cy="13125"/>
            </a:xfrm>
            <a:custGeom>
              <a:avLst/>
              <a:gdLst/>
              <a:ahLst/>
              <a:cxnLst/>
              <a:rect l="l" t="t" r="r" b="b"/>
              <a:pathLst>
                <a:path w="1001" h="525" extrusionOk="0">
                  <a:moveTo>
                    <a:pt x="525" y="1"/>
                  </a:moveTo>
                  <a:lnTo>
                    <a:pt x="1" y="358"/>
                  </a:lnTo>
                  <a:lnTo>
                    <a:pt x="239" y="52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3" name="Google Shape;19263;p148"/>
            <p:cNvSpPr/>
            <p:nvPr/>
          </p:nvSpPr>
          <p:spPr>
            <a:xfrm>
              <a:off x="4244875" y="1599725"/>
              <a:ext cx="147950" cy="103625"/>
            </a:xfrm>
            <a:custGeom>
              <a:avLst/>
              <a:gdLst/>
              <a:ahLst/>
              <a:cxnLst/>
              <a:rect l="l" t="t" r="r" b="b"/>
              <a:pathLst>
                <a:path w="5918" h="4145" extrusionOk="0">
                  <a:moveTo>
                    <a:pt x="5679" y="1"/>
                  </a:moveTo>
                  <a:lnTo>
                    <a:pt x="0" y="3918"/>
                  </a:lnTo>
                  <a:cubicBezTo>
                    <a:pt x="60" y="3977"/>
                    <a:pt x="119" y="4049"/>
                    <a:pt x="155" y="4144"/>
                  </a:cubicBezTo>
                  <a:lnTo>
                    <a:pt x="5917" y="179"/>
                  </a:lnTo>
                  <a:lnTo>
                    <a:pt x="56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4" name="Google Shape;19264;p148"/>
            <p:cNvSpPr/>
            <p:nvPr/>
          </p:nvSpPr>
          <p:spPr>
            <a:xfrm>
              <a:off x="4368975" y="1586625"/>
              <a:ext cx="317625" cy="228925"/>
            </a:xfrm>
            <a:custGeom>
              <a:avLst/>
              <a:gdLst/>
              <a:ahLst/>
              <a:cxnLst/>
              <a:rect l="l" t="t" r="r" b="b"/>
              <a:pathLst>
                <a:path w="12705" h="9157" extrusionOk="0">
                  <a:moveTo>
                    <a:pt x="1" y="1"/>
                  </a:moveTo>
                  <a:lnTo>
                    <a:pt x="715" y="525"/>
                  </a:lnTo>
                  <a:lnTo>
                    <a:pt x="930" y="691"/>
                  </a:lnTo>
                  <a:lnTo>
                    <a:pt x="12538" y="9157"/>
                  </a:lnTo>
                  <a:cubicBezTo>
                    <a:pt x="12538" y="9145"/>
                    <a:pt x="12550" y="9145"/>
                    <a:pt x="12550" y="9133"/>
                  </a:cubicBezTo>
                  <a:cubicBezTo>
                    <a:pt x="12598" y="9050"/>
                    <a:pt x="12645" y="8990"/>
                    <a:pt x="12705" y="8954"/>
                  </a:cubicBezTo>
                  <a:lnTo>
                    <a:pt x="12586" y="8859"/>
                  </a:lnTo>
                  <a:lnTo>
                    <a:pt x="1168" y="525"/>
                  </a:lnTo>
                  <a:lnTo>
                    <a:pt x="930" y="358"/>
                  </a:lnTo>
                  <a:lnTo>
                    <a:pt x="4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5" name="Google Shape;19265;p148"/>
            <p:cNvSpPr/>
            <p:nvPr/>
          </p:nvSpPr>
          <p:spPr>
            <a:xfrm>
              <a:off x="4224025" y="1586625"/>
              <a:ext cx="14025" cy="106900"/>
            </a:xfrm>
            <a:custGeom>
              <a:avLst/>
              <a:gdLst/>
              <a:ahLst/>
              <a:cxnLst/>
              <a:rect l="l" t="t" r="r" b="b"/>
              <a:pathLst>
                <a:path w="561" h="4276" extrusionOk="0">
                  <a:moveTo>
                    <a:pt x="1" y="1"/>
                  </a:moveTo>
                  <a:lnTo>
                    <a:pt x="286" y="4275"/>
                  </a:lnTo>
                  <a:cubicBezTo>
                    <a:pt x="334" y="4269"/>
                    <a:pt x="379" y="4266"/>
                    <a:pt x="423" y="4266"/>
                  </a:cubicBezTo>
                  <a:cubicBezTo>
                    <a:pt x="468" y="4266"/>
                    <a:pt x="513" y="4269"/>
                    <a:pt x="560" y="4275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6" name="Google Shape;19266;p148"/>
            <p:cNvSpPr/>
            <p:nvPr/>
          </p:nvSpPr>
          <p:spPr>
            <a:xfrm>
              <a:off x="4149025" y="1586625"/>
              <a:ext cx="80975" cy="110475"/>
            </a:xfrm>
            <a:custGeom>
              <a:avLst/>
              <a:gdLst/>
              <a:ahLst/>
              <a:cxnLst/>
              <a:rect l="l" t="t" r="r" b="b"/>
              <a:pathLst>
                <a:path w="3239" h="4419" extrusionOk="0">
                  <a:moveTo>
                    <a:pt x="0" y="1"/>
                  </a:moveTo>
                  <a:lnTo>
                    <a:pt x="3001" y="4418"/>
                  </a:lnTo>
                  <a:cubicBezTo>
                    <a:pt x="3084" y="4370"/>
                    <a:pt x="3155" y="4323"/>
                    <a:pt x="3239" y="4287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7" name="Google Shape;19267;p148"/>
            <p:cNvSpPr/>
            <p:nvPr/>
          </p:nvSpPr>
          <p:spPr>
            <a:xfrm>
              <a:off x="4705925" y="1827450"/>
              <a:ext cx="298275" cy="234875"/>
            </a:xfrm>
            <a:custGeom>
              <a:avLst/>
              <a:gdLst/>
              <a:ahLst/>
              <a:cxnLst/>
              <a:rect l="l" t="t" r="r" b="b"/>
              <a:pathLst>
                <a:path w="11931" h="9395" extrusionOk="0">
                  <a:moveTo>
                    <a:pt x="144" y="0"/>
                  </a:moveTo>
                  <a:lnTo>
                    <a:pt x="108" y="95"/>
                  </a:lnTo>
                  <a:cubicBezTo>
                    <a:pt x="96" y="131"/>
                    <a:pt x="48" y="191"/>
                    <a:pt x="1" y="226"/>
                  </a:cubicBezTo>
                  <a:lnTo>
                    <a:pt x="11776" y="9394"/>
                  </a:lnTo>
                  <a:cubicBezTo>
                    <a:pt x="11776" y="9394"/>
                    <a:pt x="11776" y="9382"/>
                    <a:pt x="11788" y="9382"/>
                  </a:cubicBezTo>
                  <a:cubicBezTo>
                    <a:pt x="11836" y="9299"/>
                    <a:pt x="11871" y="9239"/>
                    <a:pt x="11931" y="9180"/>
                  </a:cubicBezTo>
                  <a:lnTo>
                    <a:pt x="1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8" name="Google Shape;19268;p148"/>
            <p:cNvSpPr/>
            <p:nvPr/>
          </p:nvSpPr>
          <p:spPr>
            <a:xfrm>
              <a:off x="4240700" y="1717600"/>
              <a:ext cx="163125" cy="235475"/>
            </a:xfrm>
            <a:custGeom>
              <a:avLst/>
              <a:gdLst/>
              <a:ahLst/>
              <a:cxnLst/>
              <a:rect l="l" t="t" r="r" b="b"/>
              <a:pathLst>
                <a:path w="6525" h="9419" extrusionOk="0">
                  <a:moveTo>
                    <a:pt x="215" y="1"/>
                  </a:moveTo>
                  <a:cubicBezTo>
                    <a:pt x="155" y="84"/>
                    <a:pt x="84" y="120"/>
                    <a:pt x="0" y="167"/>
                  </a:cubicBezTo>
                  <a:lnTo>
                    <a:pt x="6287" y="9418"/>
                  </a:lnTo>
                  <a:cubicBezTo>
                    <a:pt x="6299" y="9407"/>
                    <a:pt x="6334" y="9383"/>
                    <a:pt x="6358" y="9371"/>
                  </a:cubicBezTo>
                  <a:cubicBezTo>
                    <a:pt x="6418" y="9323"/>
                    <a:pt x="6465" y="9311"/>
                    <a:pt x="6525" y="9287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9" name="Google Shape;19269;p148"/>
            <p:cNvSpPr/>
            <p:nvPr/>
          </p:nvSpPr>
          <p:spPr>
            <a:xfrm>
              <a:off x="4165400" y="1884000"/>
              <a:ext cx="124725" cy="117300"/>
            </a:xfrm>
            <a:custGeom>
              <a:avLst/>
              <a:gdLst/>
              <a:ahLst/>
              <a:cxnLst/>
              <a:rect l="l" t="t" r="r" b="b"/>
              <a:pathLst>
                <a:path w="4989" h="4692" extrusionOk="0">
                  <a:moveTo>
                    <a:pt x="191" y="0"/>
                  </a:moveTo>
                  <a:cubicBezTo>
                    <a:pt x="143" y="72"/>
                    <a:pt x="72" y="131"/>
                    <a:pt x="0" y="179"/>
                  </a:cubicBezTo>
                  <a:lnTo>
                    <a:pt x="4822" y="4691"/>
                  </a:lnTo>
                  <a:cubicBezTo>
                    <a:pt x="4822" y="4679"/>
                    <a:pt x="4834" y="4656"/>
                    <a:pt x="4834" y="4656"/>
                  </a:cubicBezTo>
                  <a:cubicBezTo>
                    <a:pt x="4882" y="4584"/>
                    <a:pt x="4917" y="4536"/>
                    <a:pt x="4989" y="4501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0" name="Google Shape;19270;p148"/>
            <p:cNvSpPr/>
            <p:nvPr/>
          </p:nvSpPr>
          <p:spPr>
            <a:xfrm>
              <a:off x="4415725" y="1825350"/>
              <a:ext cx="268800" cy="134875"/>
            </a:xfrm>
            <a:custGeom>
              <a:avLst/>
              <a:gdLst/>
              <a:ahLst/>
              <a:cxnLst/>
              <a:rect l="l" t="t" r="r" b="b"/>
              <a:pathLst>
                <a:path w="10752" h="5395" extrusionOk="0">
                  <a:moveTo>
                    <a:pt x="10633" y="1"/>
                  </a:moveTo>
                  <a:lnTo>
                    <a:pt x="0" y="5144"/>
                  </a:lnTo>
                  <a:cubicBezTo>
                    <a:pt x="12" y="5156"/>
                    <a:pt x="12" y="5180"/>
                    <a:pt x="36" y="5180"/>
                  </a:cubicBezTo>
                  <a:cubicBezTo>
                    <a:pt x="72" y="5251"/>
                    <a:pt x="107" y="5323"/>
                    <a:pt x="107" y="5394"/>
                  </a:cubicBezTo>
                  <a:lnTo>
                    <a:pt x="10752" y="239"/>
                  </a:lnTo>
                  <a:cubicBezTo>
                    <a:pt x="10680" y="155"/>
                    <a:pt x="10656" y="84"/>
                    <a:pt x="1063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1" name="Google Shape;19271;p148"/>
            <p:cNvSpPr/>
            <p:nvPr/>
          </p:nvSpPr>
          <p:spPr>
            <a:xfrm>
              <a:off x="4410950" y="1967925"/>
              <a:ext cx="78325" cy="111950"/>
            </a:xfrm>
            <a:custGeom>
              <a:avLst/>
              <a:gdLst/>
              <a:ahLst/>
              <a:cxnLst/>
              <a:rect l="l" t="t" r="r" b="b"/>
              <a:pathLst>
                <a:path w="3133" h="4478" extrusionOk="0">
                  <a:moveTo>
                    <a:pt x="203" y="1"/>
                  </a:moveTo>
                  <a:cubicBezTo>
                    <a:pt x="179" y="48"/>
                    <a:pt x="132" y="96"/>
                    <a:pt x="72" y="144"/>
                  </a:cubicBezTo>
                  <a:cubicBezTo>
                    <a:pt x="36" y="156"/>
                    <a:pt x="25" y="167"/>
                    <a:pt x="1" y="179"/>
                  </a:cubicBezTo>
                  <a:lnTo>
                    <a:pt x="2870" y="4477"/>
                  </a:lnTo>
                  <a:cubicBezTo>
                    <a:pt x="2965" y="4442"/>
                    <a:pt x="3049" y="4418"/>
                    <a:pt x="3132" y="4394"/>
                  </a:cubicBez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2" name="Google Shape;19272;p148"/>
            <p:cNvSpPr/>
            <p:nvPr/>
          </p:nvSpPr>
          <p:spPr>
            <a:xfrm>
              <a:off x="4061200" y="2123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3" name="Google Shape;19273;p148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4" name="Google Shape;19274;p148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5" name="Google Shape;19275;p148"/>
            <p:cNvSpPr/>
            <p:nvPr/>
          </p:nvSpPr>
          <p:spPr>
            <a:xfrm>
              <a:off x="4313325" y="1964350"/>
              <a:ext cx="84550" cy="44675"/>
            </a:xfrm>
            <a:custGeom>
              <a:avLst/>
              <a:gdLst/>
              <a:ahLst/>
              <a:cxnLst/>
              <a:rect l="l" t="t" r="r" b="b"/>
              <a:pathLst>
                <a:path w="3382" h="1787" extrusionOk="0">
                  <a:moveTo>
                    <a:pt x="3263" y="1"/>
                  </a:moveTo>
                  <a:lnTo>
                    <a:pt x="0" y="1513"/>
                  </a:lnTo>
                  <a:cubicBezTo>
                    <a:pt x="48" y="1608"/>
                    <a:pt x="60" y="1703"/>
                    <a:pt x="48" y="1787"/>
                  </a:cubicBezTo>
                  <a:lnTo>
                    <a:pt x="3382" y="227"/>
                  </a:lnTo>
                  <a:cubicBezTo>
                    <a:pt x="3358" y="191"/>
                    <a:pt x="3334" y="179"/>
                    <a:pt x="3322" y="144"/>
                  </a:cubicBezTo>
                  <a:cubicBezTo>
                    <a:pt x="3287" y="108"/>
                    <a:pt x="3263" y="49"/>
                    <a:pt x="3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6" name="Google Shape;19276;p148"/>
            <p:cNvSpPr/>
            <p:nvPr/>
          </p:nvSpPr>
          <p:spPr>
            <a:xfrm>
              <a:off x="4068650" y="2015250"/>
              <a:ext cx="221775" cy="104225"/>
            </a:xfrm>
            <a:custGeom>
              <a:avLst/>
              <a:gdLst/>
              <a:ahLst/>
              <a:cxnLst/>
              <a:rect l="l" t="t" r="r" b="b"/>
              <a:pathLst>
                <a:path w="8871" h="4169" extrusionOk="0">
                  <a:moveTo>
                    <a:pt x="8692" y="1"/>
                  </a:moveTo>
                  <a:lnTo>
                    <a:pt x="48" y="4049"/>
                  </a:lnTo>
                  <a:lnTo>
                    <a:pt x="1" y="4168"/>
                  </a:lnTo>
                  <a:lnTo>
                    <a:pt x="1" y="4168"/>
                  </a:lnTo>
                  <a:lnTo>
                    <a:pt x="477" y="4144"/>
                  </a:lnTo>
                  <a:lnTo>
                    <a:pt x="8871" y="215"/>
                  </a:lnTo>
                  <a:cubicBezTo>
                    <a:pt x="8787" y="156"/>
                    <a:pt x="8740" y="84"/>
                    <a:pt x="869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7" name="Google Shape;19277;p148"/>
            <p:cNvSpPr/>
            <p:nvPr/>
          </p:nvSpPr>
          <p:spPr>
            <a:xfrm>
              <a:off x="4060900" y="2122125"/>
              <a:ext cx="25" cy="900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36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8" name="Google Shape;19278;p148"/>
            <p:cNvSpPr/>
            <p:nvPr/>
          </p:nvSpPr>
          <p:spPr>
            <a:xfrm>
              <a:off x="4060900" y="2123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9" name="Google Shape;19279;p148"/>
            <p:cNvSpPr/>
            <p:nvPr/>
          </p:nvSpPr>
          <p:spPr>
            <a:xfrm>
              <a:off x="4060900" y="2123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0" name="Google Shape;19280;p148"/>
            <p:cNvSpPr/>
            <p:nvPr/>
          </p:nvSpPr>
          <p:spPr>
            <a:xfrm>
              <a:off x="4060900" y="1888450"/>
              <a:ext cx="92900" cy="233400"/>
            </a:xfrm>
            <a:custGeom>
              <a:avLst/>
              <a:gdLst/>
              <a:ahLst/>
              <a:cxnLst/>
              <a:rect l="l" t="t" r="r" b="b"/>
              <a:pathLst>
                <a:path w="3716" h="9336" extrusionOk="0">
                  <a:moveTo>
                    <a:pt x="3466" y="1"/>
                  </a:moveTo>
                  <a:lnTo>
                    <a:pt x="22" y="9278"/>
                  </a:lnTo>
                  <a:lnTo>
                    <a:pt x="37" y="9264"/>
                  </a:lnTo>
                  <a:lnTo>
                    <a:pt x="108" y="9264"/>
                  </a:lnTo>
                  <a:lnTo>
                    <a:pt x="322" y="9240"/>
                  </a:lnTo>
                  <a:lnTo>
                    <a:pt x="370" y="9121"/>
                  </a:lnTo>
                  <a:lnTo>
                    <a:pt x="3716" y="108"/>
                  </a:lnTo>
                  <a:cubicBezTo>
                    <a:pt x="3644" y="84"/>
                    <a:pt x="3549" y="60"/>
                    <a:pt x="3478" y="13"/>
                  </a:cubicBezTo>
                  <a:cubicBezTo>
                    <a:pt x="3478" y="13"/>
                    <a:pt x="3466" y="13"/>
                    <a:pt x="3466" y="1"/>
                  </a:cubicBezTo>
                  <a:close/>
                  <a:moveTo>
                    <a:pt x="22" y="9278"/>
                  </a:moveTo>
                  <a:lnTo>
                    <a:pt x="13" y="9288"/>
                  </a:lnTo>
                  <a:lnTo>
                    <a:pt x="13" y="9300"/>
                  </a:lnTo>
                  <a:cubicBezTo>
                    <a:pt x="13" y="9300"/>
                    <a:pt x="1" y="9323"/>
                    <a:pt x="1" y="9335"/>
                  </a:cubicBezTo>
                  <a:lnTo>
                    <a:pt x="22" y="9278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1" name="Google Shape;19281;p148"/>
            <p:cNvSpPr/>
            <p:nvPr/>
          </p:nvSpPr>
          <p:spPr>
            <a:xfrm>
              <a:off x="4060900" y="2123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ubicBezTo>
                    <a:pt x="13" y="13"/>
                    <a:pt x="13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2" name="Google Shape;19282;p148"/>
            <p:cNvSpPr/>
            <p:nvPr/>
          </p:nvSpPr>
          <p:spPr>
            <a:xfrm>
              <a:off x="4061200" y="2124500"/>
              <a:ext cx="217925" cy="393825"/>
            </a:xfrm>
            <a:custGeom>
              <a:avLst/>
              <a:gdLst/>
              <a:ahLst/>
              <a:cxnLst/>
              <a:rect l="l" t="t" r="r" b="b"/>
              <a:pathLst>
                <a:path w="8717" h="15753" extrusionOk="0">
                  <a:moveTo>
                    <a:pt x="1" y="0"/>
                  </a:moveTo>
                  <a:cubicBezTo>
                    <a:pt x="3" y="8"/>
                    <a:pt x="7" y="15"/>
                    <a:pt x="13" y="22"/>
                  </a:cubicBezTo>
                  <a:lnTo>
                    <a:pt x="13" y="22"/>
                  </a:lnTo>
                  <a:lnTo>
                    <a:pt x="1" y="0"/>
                  </a:lnTo>
                  <a:close/>
                  <a:moveTo>
                    <a:pt x="13" y="22"/>
                  </a:moveTo>
                  <a:lnTo>
                    <a:pt x="8478" y="15752"/>
                  </a:lnTo>
                  <a:cubicBezTo>
                    <a:pt x="8561" y="15717"/>
                    <a:pt x="8633" y="15669"/>
                    <a:pt x="8716" y="15633"/>
                  </a:cubicBezTo>
                  <a:lnTo>
                    <a:pt x="322" y="60"/>
                  </a:lnTo>
                  <a:lnTo>
                    <a:pt x="120" y="72"/>
                  </a:lnTo>
                  <a:cubicBezTo>
                    <a:pt x="73" y="72"/>
                    <a:pt x="33" y="49"/>
                    <a:pt x="13" y="2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3" name="Google Shape;19283;p148"/>
            <p:cNvSpPr/>
            <p:nvPr/>
          </p:nvSpPr>
          <p:spPr>
            <a:xfrm>
              <a:off x="4060900" y="21218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4" name="Google Shape;19284;p148"/>
            <p:cNvSpPr/>
            <p:nvPr/>
          </p:nvSpPr>
          <p:spPr>
            <a:xfrm>
              <a:off x="4060900" y="21230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5" name="Google Shape;19285;p148"/>
            <p:cNvSpPr/>
            <p:nvPr/>
          </p:nvSpPr>
          <p:spPr>
            <a:xfrm>
              <a:off x="4062400" y="2119775"/>
              <a:ext cx="325" cy="275"/>
            </a:xfrm>
            <a:custGeom>
              <a:avLst/>
              <a:gdLst/>
              <a:ahLst/>
              <a:cxnLst/>
              <a:rect l="l" t="t" r="r" b="b"/>
              <a:pathLst>
                <a:path w="13" h="11" extrusionOk="0">
                  <a:moveTo>
                    <a:pt x="12" y="0"/>
                  </a:moveTo>
                  <a:cubicBezTo>
                    <a:pt x="11" y="0"/>
                    <a:pt x="8" y="11"/>
                    <a:pt x="1" y="11"/>
                  </a:cubicBezTo>
                  <a:lnTo>
                    <a:pt x="12" y="11"/>
                  </a:lnTo>
                  <a:cubicBezTo>
                    <a:pt x="12" y="3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6" name="Google Shape;19286;p148"/>
            <p:cNvSpPr/>
            <p:nvPr/>
          </p:nvSpPr>
          <p:spPr>
            <a:xfrm>
              <a:off x="4061200" y="21206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"/>
                    <a:pt x="1" y="13"/>
                  </a:cubicBez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7" name="Google Shape;19287;p148"/>
            <p:cNvSpPr/>
            <p:nvPr/>
          </p:nvSpPr>
          <p:spPr>
            <a:xfrm>
              <a:off x="4062400" y="212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8" name="Google Shape;19288;p148"/>
            <p:cNvSpPr/>
            <p:nvPr/>
          </p:nvSpPr>
          <p:spPr>
            <a:xfrm>
              <a:off x="4063000" y="21194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9" name="Google Shape;19289;p148"/>
            <p:cNvSpPr/>
            <p:nvPr/>
          </p:nvSpPr>
          <p:spPr>
            <a:xfrm>
              <a:off x="4348750" y="2085200"/>
              <a:ext cx="488175" cy="446225"/>
            </a:xfrm>
            <a:custGeom>
              <a:avLst/>
              <a:gdLst/>
              <a:ahLst/>
              <a:cxnLst/>
              <a:rect l="l" t="t" r="r" b="b"/>
              <a:pathLst>
                <a:path w="19527" h="17849" extrusionOk="0">
                  <a:moveTo>
                    <a:pt x="19515" y="1"/>
                  </a:moveTo>
                  <a:lnTo>
                    <a:pt x="19217" y="25"/>
                  </a:lnTo>
                  <a:lnTo>
                    <a:pt x="0" y="17658"/>
                  </a:lnTo>
                  <a:cubicBezTo>
                    <a:pt x="60" y="17717"/>
                    <a:pt x="119" y="17777"/>
                    <a:pt x="179" y="17848"/>
                  </a:cubicBezTo>
                  <a:lnTo>
                    <a:pt x="19479" y="144"/>
                  </a:lnTo>
                  <a:cubicBezTo>
                    <a:pt x="19527" y="108"/>
                    <a:pt x="19527" y="48"/>
                    <a:pt x="1951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0" name="Google Shape;19290;p148"/>
            <p:cNvSpPr/>
            <p:nvPr/>
          </p:nvSpPr>
          <p:spPr>
            <a:xfrm>
              <a:off x="4521375" y="2069725"/>
              <a:ext cx="477175" cy="31875"/>
            </a:xfrm>
            <a:custGeom>
              <a:avLst/>
              <a:gdLst/>
              <a:ahLst/>
              <a:cxnLst/>
              <a:rect l="l" t="t" r="r" b="b"/>
              <a:pathLst>
                <a:path w="19087" h="1275" extrusionOk="0">
                  <a:moveTo>
                    <a:pt x="19063" y="1"/>
                  </a:moveTo>
                  <a:lnTo>
                    <a:pt x="1" y="1013"/>
                  </a:lnTo>
                  <a:cubicBezTo>
                    <a:pt x="37" y="1096"/>
                    <a:pt x="60" y="1191"/>
                    <a:pt x="72" y="1275"/>
                  </a:cubicBezTo>
                  <a:lnTo>
                    <a:pt x="12324" y="620"/>
                  </a:lnTo>
                  <a:lnTo>
                    <a:pt x="12622" y="608"/>
                  </a:lnTo>
                  <a:lnTo>
                    <a:pt x="19087" y="263"/>
                  </a:lnTo>
                  <a:cubicBezTo>
                    <a:pt x="19063" y="179"/>
                    <a:pt x="19063" y="84"/>
                    <a:pt x="190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1" name="Google Shape;19291;p148"/>
            <p:cNvSpPr/>
            <p:nvPr/>
          </p:nvSpPr>
          <p:spPr>
            <a:xfrm>
              <a:off x="4060900" y="2098000"/>
              <a:ext cx="405150" cy="28075"/>
            </a:xfrm>
            <a:custGeom>
              <a:avLst/>
              <a:gdLst/>
              <a:ahLst/>
              <a:cxnLst/>
              <a:rect l="l" t="t" r="r" b="b"/>
              <a:pathLst>
                <a:path w="16206" h="1123" extrusionOk="0">
                  <a:moveTo>
                    <a:pt x="16205" y="1"/>
                  </a:moveTo>
                  <a:lnTo>
                    <a:pt x="799" y="810"/>
                  </a:lnTo>
                  <a:lnTo>
                    <a:pt x="322" y="846"/>
                  </a:lnTo>
                  <a:lnTo>
                    <a:pt x="120" y="858"/>
                  </a:lnTo>
                  <a:lnTo>
                    <a:pt x="72" y="858"/>
                  </a:lnTo>
                  <a:cubicBezTo>
                    <a:pt x="61" y="858"/>
                    <a:pt x="61" y="858"/>
                    <a:pt x="37" y="882"/>
                  </a:cubicBezTo>
                  <a:lnTo>
                    <a:pt x="13" y="906"/>
                  </a:lnTo>
                  <a:lnTo>
                    <a:pt x="13" y="918"/>
                  </a:lnTo>
                  <a:cubicBezTo>
                    <a:pt x="13" y="941"/>
                    <a:pt x="1" y="941"/>
                    <a:pt x="1" y="953"/>
                  </a:cubicBezTo>
                  <a:lnTo>
                    <a:pt x="1" y="977"/>
                  </a:lnTo>
                  <a:lnTo>
                    <a:pt x="1" y="1001"/>
                  </a:lnTo>
                  <a:lnTo>
                    <a:pt x="1" y="1013"/>
                  </a:lnTo>
                  <a:lnTo>
                    <a:pt x="1" y="1025"/>
                  </a:lnTo>
                  <a:cubicBezTo>
                    <a:pt x="22" y="1087"/>
                    <a:pt x="70" y="1122"/>
                    <a:pt x="113" y="1122"/>
                  </a:cubicBezTo>
                  <a:cubicBezTo>
                    <a:pt x="120" y="1122"/>
                    <a:pt x="126" y="1121"/>
                    <a:pt x="132" y="1120"/>
                  </a:cubicBezTo>
                  <a:lnTo>
                    <a:pt x="334" y="1096"/>
                  </a:lnTo>
                  <a:lnTo>
                    <a:pt x="16146" y="263"/>
                  </a:lnTo>
                  <a:cubicBezTo>
                    <a:pt x="16146" y="179"/>
                    <a:pt x="16170" y="84"/>
                    <a:pt x="1620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2" name="Google Shape;19292;p148"/>
            <p:cNvSpPr/>
            <p:nvPr/>
          </p:nvSpPr>
          <p:spPr>
            <a:xfrm>
              <a:off x="4238325" y="2509150"/>
              <a:ext cx="136050" cy="125500"/>
            </a:xfrm>
            <a:custGeom>
              <a:avLst/>
              <a:gdLst/>
              <a:ahLst/>
              <a:cxnLst/>
              <a:rect l="l" t="t" r="r" b="b"/>
              <a:pathLst>
                <a:path w="5442" h="5020" extrusionOk="0">
                  <a:moveTo>
                    <a:pt x="2687" y="1"/>
                  </a:moveTo>
                  <a:cubicBezTo>
                    <a:pt x="2496" y="1"/>
                    <a:pt x="2302" y="23"/>
                    <a:pt x="2108" y="69"/>
                  </a:cubicBezTo>
                  <a:cubicBezTo>
                    <a:pt x="1953" y="116"/>
                    <a:pt x="1786" y="164"/>
                    <a:pt x="1631" y="235"/>
                  </a:cubicBezTo>
                  <a:cubicBezTo>
                    <a:pt x="1560" y="283"/>
                    <a:pt x="1476" y="307"/>
                    <a:pt x="1393" y="354"/>
                  </a:cubicBezTo>
                  <a:cubicBezTo>
                    <a:pt x="488" y="902"/>
                    <a:pt x="0" y="1998"/>
                    <a:pt x="250" y="3093"/>
                  </a:cubicBezTo>
                  <a:cubicBezTo>
                    <a:pt x="535" y="4252"/>
                    <a:pt x="1557" y="5020"/>
                    <a:pt x="2687" y="5020"/>
                  </a:cubicBezTo>
                  <a:cubicBezTo>
                    <a:pt x="2881" y="5020"/>
                    <a:pt x="3077" y="4997"/>
                    <a:pt x="3274" y="4950"/>
                  </a:cubicBezTo>
                  <a:cubicBezTo>
                    <a:pt x="4620" y="4629"/>
                    <a:pt x="5441" y="3271"/>
                    <a:pt x="5132" y="1938"/>
                  </a:cubicBezTo>
                  <a:cubicBezTo>
                    <a:pt x="5048" y="1533"/>
                    <a:pt x="4846" y="1188"/>
                    <a:pt x="4596" y="890"/>
                  </a:cubicBezTo>
                  <a:cubicBezTo>
                    <a:pt x="4548" y="819"/>
                    <a:pt x="4489" y="759"/>
                    <a:pt x="4417" y="700"/>
                  </a:cubicBezTo>
                  <a:cubicBezTo>
                    <a:pt x="3957" y="258"/>
                    <a:pt x="3340" y="1"/>
                    <a:pt x="26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3" name="Google Shape;19293;p148"/>
            <p:cNvSpPr/>
            <p:nvPr/>
          </p:nvSpPr>
          <p:spPr>
            <a:xfrm>
              <a:off x="4463650" y="2077450"/>
              <a:ext cx="61025" cy="59300"/>
            </a:xfrm>
            <a:custGeom>
              <a:avLst/>
              <a:gdLst/>
              <a:ahLst/>
              <a:cxnLst/>
              <a:rect l="l" t="t" r="r" b="b"/>
              <a:pathLst>
                <a:path w="2441" h="2372" extrusionOk="0">
                  <a:moveTo>
                    <a:pt x="1220" y="0"/>
                  </a:moveTo>
                  <a:cubicBezTo>
                    <a:pt x="1158" y="0"/>
                    <a:pt x="1097" y="5"/>
                    <a:pt x="1036" y="13"/>
                  </a:cubicBezTo>
                  <a:cubicBezTo>
                    <a:pt x="941" y="37"/>
                    <a:pt x="857" y="61"/>
                    <a:pt x="762" y="96"/>
                  </a:cubicBezTo>
                  <a:cubicBezTo>
                    <a:pt x="524" y="180"/>
                    <a:pt x="334" y="358"/>
                    <a:pt x="203" y="585"/>
                  </a:cubicBezTo>
                  <a:cubicBezTo>
                    <a:pt x="155" y="656"/>
                    <a:pt x="119" y="751"/>
                    <a:pt x="95" y="823"/>
                  </a:cubicBezTo>
                  <a:cubicBezTo>
                    <a:pt x="60" y="906"/>
                    <a:pt x="48" y="1001"/>
                    <a:pt x="36" y="1085"/>
                  </a:cubicBezTo>
                  <a:cubicBezTo>
                    <a:pt x="0" y="1537"/>
                    <a:pt x="214" y="1966"/>
                    <a:pt x="619" y="2204"/>
                  </a:cubicBezTo>
                  <a:cubicBezTo>
                    <a:pt x="809" y="2317"/>
                    <a:pt x="1018" y="2371"/>
                    <a:pt x="1224" y="2371"/>
                  </a:cubicBezTo>
                  <a:cubicBezTo>
                    <a:pt x="1627" y="2371"/>
                    <a:pt x="2022" y="2165"/>
                    <a:pt x="2250" y="1787"/>
                  </a:cubicBezTo>
                  <a:cubicBezTo>
                    <a:pt x="2405" y="1537"/>
                    <a:pt x="2441" y="1239"/>
                    <a:pt x="2405" y="966"/>
                  </a:cubicBezTo>
                  <a:cubicBezTo>
                    <a:pt x="2381" y="882"/>
                    <a:pt x="2358" y="787"/>
                    <a:pt x="2322" y="704"/>
                  </a:cubicBezTo>
                  <a:cubicBezTo>
                    <a:pt x="2203" y="489"/>
                    <a:pt x="2048" y="299"/>
                    <a:pt x="1822" y="168"/>
                  </a:cubicBezTo>
                  <a:cubicBezTo>
                    <a:pt x="1630" y="49"/>
                    <a:pt x="1424" y="0"/>
                    <a:pt x="122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4" name="Google Shape;19294;p148"/>
            <p:cNvSpPr/>
            <p:nvPr/>
          </p:nvSpPr>
          <p:spPr>
            <a:xfrm>
              <a:off x="4997625" y="2051475"/>
              <a:ext cx="45275" cy="42075"/>
            </a:xfrm>
            <a:custGeom>
              <a:avLst/>
              <a:gdLst/>
              <a:ahLst/>
              <a:cxnLst/>
              <a:rect l="l" t="t" r="r" b="b"/>
              <a:pathLst>
                <a:path w="1811" h="1683" extrusionOk="0">
                  <a:moveTo>
                    <a:pt x="852" y="1"/>
                  </a:moveTo>
                  <a:cubicBezTo>
                    <a:pt x="643" y="1"/>
                    <a:pt x="440" y="79"/>
                    <a:pt x="287" y="219"/>
                  </a:cubicBezTo>
                  <a:cubicBezTo>
                    <a:pt x="227" y="278"/>
                    <a:pt x="180" y="338"/>
                    <a:pt x="132" y="421"/>
                  </a:cubicBezTo>
                  <a:cubicBezTo>
                    <a:pt x="120" y="421"/>
                    <a:pt x="120" y="433"/>
                    <a:pt x="120" y="433"/>
                  </a:cubicBezTo>
                  <a:cubicBezTo>
                    <a:pt x="60" y="516"/>
                    <a:pt x="37" y="624"/>
                    <a:pt x="13" y="731"/>
                  </a:cubicBezTo>
                  <a:cubicBezTo>
                    <a:pt x="1" y="814"/>
                    <a:pt x="13" y="909"/>
                    <a:pt x="25" y="993"/>
                  </a:cubicBezTo>
                  <a:cubicBezTo>
                    <a:pt x="72" y="1219"/>
                    <a:pt x="203" y="1433"/>
                    <a:pt x="430" y="1564"/>
                  </a:cubicBezTo>
                  <a:cubicBezTo>
                    <a:pt x="566" y="1644"/>
                    <a:pt x="716" y="1683"/>
                    <a:pt x="864" y="1683"/>
                  </a:cubicBezTo>
                  <a:cubicBezTo>
                    <a:pt x="1154" y="1683"/>
                    <a:pt x="1435" y="1535"/>
                    <a:pt x="1584" y="1266"/>
                  </a:cubicBezTo>
                  <a:cubicBezTo>
                    <a:pt x="1811" y="874"/>
                    <a:pt x="1680" y="362"/>
                    <a:pt x="1287" y="123"/>
                  </a:cubicBezTo>
                  <a:cubicBezTo>
                    <a:pt x="1149" y="40"/>
                    <a:pt x="999" y="1"/>
                    <a:pt x="8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5" name="Google Shape;19295;p148"/>
            <p:cNvSpPr/>
            <p:nvPr/>
          </p:nvSpPr>
          <p:spPr>
            <a:xfrm>
              <a:off x="4680925" y="1807100"/>
              <a:ext cx="31875" cy="29875"/>
            </a:xfrm>
            <a:custGeom>
              <a:avLst/>
              <a:gdLst/>
              <a:ahLst/>
              <a:cxnLst/>
              <a:rect l="l" t="t" r="r" b="b"/>
              <a:pathLst>
                <a:path w="1275" h="1195" extrusionOk="0">
                  <a:moveTo>
                    <a:pt x="613" y="1"/>
                  </a:moveTo>
                  <a:cubicBezTo>
                    <a:pt x="553" y="1"/>
                    <a:pt x="494" y="10"/>
                    <a:pt x="441" y="28"/>
                  </a:cubicBezTo>
                  <a:cubicBezTo>
                    <a:pt x="358" y="40"/>
                    <a:pt x="298" y="88"/>
                    <a:pt x="239" y="135"/>
                  </a:cubicBezTo>
                  <a:cubicBezTo>
                    <a:pt x="179" y="171"/>
                    <a:pt x="120" y="231"/>
                    <a:pt x="96" y="314"/>
                  </a:cubicBezTo>
                  <a:cubicBezTo>
                    <a:pt x="96" y="326"/>
                    <a:pt x="84" y="326"/>
                    <a:pt x="84" y="338"/>
                  </a:cubicBezTo>
                  <a:cubicBezTo>
                    <a:pt x="25" y="469"/>
                    <a:pt x="1" y="612"/>
                    <a:pt x="36" y="743"/>
                  </a:cubicBezTo>
                  <a:cubicBezTo>
                    <a:pt x="48" y="826"/>
                    <a:pt x="96" y="909"/>
                    <a:pt x="155" y="981"/>
                  </a:cubicBezTo>
                  <a:cubicBezTo>
                    <a:pt x="203" y="1040"/>
                    <a:pt x="263" y="1076"/>
                    <a:pt x="322" y="1112"/>
                  </a:cubicBezTo>
                  <a:cubicBezTo>
                    <a:pt x="423" y="1167"/>
                    <a:pt x="530" y="1195"/>
                    <a:pt x="634" y="1195"/>
                  </a:cubicBezTo>
                  <a:cubicBezTo>
                    <a:pt x="775" y="1195"/>
                    <a:pt x="910" y="1143"/>
                    <a:pt x="1013" y="1040"/>
                  </a:cubicBezTo>
                  <a:cubicBezTo>
                    <a:pt x="1060" y="993"/>
                    <a:pt x="1096" y="945"/>
                    <a:pt x="1120" y="909"/>
                  </a:cubicBezTo>
                  <a:lnTo>
                    <a:pt x="1168" y="814"/>
                  </a:lnTo>
                  <a:cubicBezTo>
                    <a:pt x="1275" y="540"/>
                    <a:pt x="1168" y="231"/>
                    <a:pt x="917" y="88"/>
                  </a:cubicBezTo>
                  <a:cubicBezTo>
                    <a:pt x="820" y="28"/>
                    <a:pt x="714" y="1"/>
                    <a:pt x="6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6" name="Google Shape;19296;p148"/>
            <p:cNvSpPr/>
            <p:nvPr/>
          </p:nvSpPr>
          <p:spPr>
            <a:xfrm>
              <a:off x="4217475" y="1692975"/>
              <a:ext cx="32775" cy="29775"/>
            </a:xfrm>
            <a:custGeom>
              <a:avLst/>
              <a:gdLst/>
              <a:ahLst/>
              <a:cxnLst/>
              <a:rect l="l" t="t" r="r" b="b"/>
              <a:pathLst>
                <a:path w="1311" h="1191" extrusionOk="0">
                  <a:moveTo>
                    <a:pt x="667" y="0"/>
                  </a:moveTo>
                  <a:cubicBezTo>
                    <a:pt x="623" y="0"/>
                    <a:pt x="578" y="3"/>
                    <a:pt x="536" y="9"/>
                  </a:cubicBezTo>
                  <a:cubicBezTo>
                    <a:pt x="525" y="9"/>
                    <a:pt x="501" y="21"/>
                    <a:pt x="489" y="21"/>
                  </a:cubicBezTo>
                  <a:cubicBezTo>
                    <a:pt x="405" y="57"/>
                    <a:pt x="322" y="93"/>
                    <a:pt x="263" y="152"/>
                  </a:cubicBezTo>
                  <a:cubicBezTo>
                    <a:pt x="227" y="200"/>
                    <a:pt x="191" y="236"/>
                    <a:pt x="167" y="295"/>
                  </a:cubicBezTo>
                  <a:cubicBezTo>
                    <a:pt x="1" y="569"/>
                    <a:pt x="84" y="950"/>
                    <a:pt x="370" y="1105"/>
                  </a:cubicBezTo>
                  <a:cubicBezTo>
                    <a:pt x="468" y="1164"/>
                    <a:pt x="570" y="1190"/>
                    <a:pt x="672" y="1190"/>
                  </a:cubicBezTo>
                  <a:cubicBezTo>
                    <a:pt x="754" y="1190"/>
                    <a:pt x="837" y="1173"/>
                    <a:pt x="917" y="1140"/>
                  </a:cubicBezTo>
                  <a:cubicBezTo>
                    <a:pt x="1013" y="1105"/>
                    <a:pt x="1084" y="1045"/>
                    <a:pt x="1144" y="986"/>
                  </a:cubicBezTo>
                  <a:cubicBezTo>
                    <a:pt x="1156" y="962"/>
                    <a:pt x="1191" y="926"/>
                    <a:pt x="1203" y="902"/>
                  </a:cubicBezTo>
                  <a:cubicBezTo>
                    <a:pt x="1298" y="736"/>
                    <a:pt x="1310" y="557"/>
                    <a:pt x="1251" y="390"/>
                  </a:cubicBezTo>
                  <a:cubicBezTo>
                    <a:pt x="1215" y="307"/>
                    <a:pt x="1179" y="236"/>
                    <a:pt x="1096" y="176"/>
                  </a:cubicBezTo>
                  <a:cubicBezTo>
                    <a:pt x="1072" y="140"/>
                    <a:pt x="1025" y="116"/>
                    <a:pt x="977" y="81"/>
                  </a:cubicBezTo>
                  <a:cubicBezTo>
                    <a:pt x="917" y="57"/>
                    <a:pt x="858" y="21"/>
                    <a:pt x="798" y="9"/>
                  </a:cubicBezTo>
                  <a:cubicBezTo>
                    <a:pt x="757" y="3"/>
                    <a:pt x="712" y="0"/>
                    <a:pt x="6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7" name="Google Shape;19297;p148"/>
            <p:cNvSpPr/>
            <p:nvPr/>
          </p:nvSpPr>
          <p:spPr>
            <a:xfrm>
              <a:off x="4181750" y="2480200"/>
              <a:ext cx="48250" cy="41975"/>
            </a:xfrm>
            <a:custGeom>
              <a:avLst/>
              <a:gdLst/>
              <a:ahLst/>
              <a:cxnLst/>
              <a:rect l="l" t="t" r="r" b="b"/>
              <a:pathLst>
                <a:path w="1930" h="1679" extrusionOk="0">
                  <a:moveTo>
                    <a:pt x="951" y="1"/>
                  </a:moveTo>
                  <a:cubicBezTo>
                    <a:pt x="664" y="1"/>
                    <a:pt x="389" y="149"/>
                    <a:pt x="239" y="417"/>
                  </a:cubicBezTo>
                  <a:cubicBezTo>
                    <a:pt x="1" y="810"/>
                    <a:pt x="132" y="1334"/>
                    <a:pt x="537" y="1560"/>
                  </a:cubicBezTo>
                  <a:cubicBezTo>
                    <a:pt x="673" y="1640"/>
                    <a:pt x="822" y="1679"/>
                    <a:pt x="968" y="1679"/>
                  </a:cubicBezTo>
                  <a:cubicBezTo>
                    <a:pt x="1254" y="1679"/>
                    <a:pt x="1530" y="1531"/>
                    <a:pt x="1680" y="1262"/>
                  </a:cubicBezTo>
                  <a:cubicBezTo>
                    <a:pt x="1930" y="870"/>
                    <a:pt x="1799" y="358"/>
                    <a:pt x="1382" y="119"/>
                  </a:cubicBezTo>
                  <a:cubicBezTo>
                    <a:pt x="1246" y="39"/>
                    <a:pt x="1097" y="1"/>
                    <a:pt x="9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8" name="Google Shape;19298;p148"/>
            <p:cNvSpPr/>
            <p:nvPr/>
          </p:nvSpPr>
          <p:spPr>
            <a:xfrm>
              <a:off x="4137400" y="1857875"/>
              <a:ext cx="38125" cy="33450"/>
            </a:xfrm>
            <a:custGeom>
              <a:avLst/>
              <a:gdLst/>
              <a:ahLst/>
              <a:cxnLst/>
              <a:rect l="l" t="t" r="r" b="b"/>
              <a:pathLst>
                <a:path w="1525" h="1338" extrusionOk="0">
                  <a:moveTo>
                    <a:pt x="772" y="1"/>
                  </a:moveTo>
                  <a:cubicBezTo>
                    <a:pt x="539" y="1"/>
                    <a:pt x="311" y="123"/>
                    <a:pt x="191" y="331"/>
                  </a:cubicBezTo>
                  <a:cubicBezTo>
                    <a:pt x="1" y="640"/>
                    <a:pt x="120" y="1045"/>
                    <a:pt x="418" y="1236"/>
                  </a:cubicBezTo>
                  <a:cubicBezTo>
                    <a:pt x="418" y="1236"/>
                    <a:pt x="430" y="1236"/>
                    <a:pt x="430" y="1260"/>
                  </a:cubicBezTo>
                  <a:cubicBezTo>
                    <a:pt x="489" y="1283"/>
                    <a:pt x="584" y="1319"/>
                    <a:pt x="656" y="1331"/>
                  </a:cubicBezTo>
                  <a:cubicBezTo>
                    <a:pt x="685" y="1335"/>
                    <a:pt x="714" y="1337"/>
                    <a:pt x="743" y="1337"/>
                  </a:cubicBezTo>
                  <a:cubicBezTo>
                    <a:pt x="879" y="1337"/>
                    <a:pt x="1012" y="1293"/>
                    <a:pt x="1120" y="1224"/>
                  </a:cubicBezTo>
                  <a:cubicBezTo>
                    <a:pt x="1192" y="1176"/>
                    <a:pt x="1251" y="1117"/>
                    <a:pt x="1311" y="1045"/>
                  </a:cubicBezTo>
                  <a:cubicBezTo>
                    <a:pt x="1322" y="1033"/>
                    <a:pt x="1322" y="1021"/>
                    <a:pt x="1346" y="998"/>
                  </a:cubicBezTo>
                  <a:cubicBezTo>
                    <a:pt x="1525" y="688"/>
                    <a:pt x="1418" y="271"/>
                    <a:pt x="1108" y="93"/>
                  </a:cubicBezTo>
                  <a:cubicBezTo>
                    <a:pt x="1003" y="30"/>
                    <a:pt x="887" y="1"/>
                    <a:pt x="77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9" name="Google Shape;19299;p148"/>
            <p:cNvSpPr/>
            <p:nvPr/>
          </p:nvSpPr>
          <p:spPr>
            <a:xfrm>
              <a:off x="4394275" y="1948925"/>
              <a:ext cx="24450" cy="24450"/>
            </a:xfrm>
            <a:custGeom>
              <a:avLst/>
              <a:gdLst/>
              <a:ahLst/>
              <a:cxnLst/>
              <a:rect l="l" t="t" r="r" b="b"/>
              <a:pathLst>
                <a:path w="978" h="978" extrusionOk="0">
                  <a:moveTo>
                    <a:pt x="494" y="1"/>
                  </a:moveTo>
                  <a:cubicBezTo>
                    <a:pt x="461" y="1"/>
                    <a:pt x="427" y="4"/>
                    <a:pt x="394" y="11"/>
                  </a:cubicBezTo>
                  <a:cubicBezTo>
                    <a:pt x="334" y="23"/>
                    <a:pt x="275" y="34"/>
                    <a:pt x="239" y="82"/>
                  </a:cubicBezTo>
                  <a:cubicBezTo>
                    <a:pt x="203" y="94"/>
                    <a:pt x="191" y="130"/>
                    <a:pt x="156" y="142"/>
                  </a:cubicBezTo>
                  <a:cubicBezTo>
                    <a:pt x="37" y="261"/>
                    <a:pt x="1" y="427"/>
                    <a:pt x="37" y="594"/>
                  </a:cubicBezTo>
                  <a:cubicBezTo>
                    <a:pt x="61" y="642"/>
                    <a:pt x="72" y="689"/>
                    <a:pt x="96" y="737"/>
                  </a:cubicBezTo>
                  <a:cubicBezTo>
                    <a:pt x="120" y="796"/>
                    <a:pt x="132" y="832"/>
                    <a:pt x="156" y="844"/>
                  </a:cubicBezTo>
                  <a:cubicBezTo>
                    <a:pt x="247" y="928"/>
                    <a:pt x="363" y="978"/>
                    <a:pt x="481" y="978"/>
                  </a:cubicBezTo>
                  <a:cubicBezTo>
                    <a:pt x="548" y="978"/>
                    <a:pt x="615" y="962"/>
                    <a:pt x="680" y="927"/>
                  </a:cubicBezTo>
                  <a:cubicBezTo>
                    <a:pt x="715" y="916"/>
                    <a:pt x="739" y="904"/>
                    <a:pt x="751" y="892"/>
                  </a:cubicBezTo>
                  <a:cubicBezTo>
                    <a:pt x="799" y="856"/>
                    <a:pt x="846" y="808"/>
                    <a:pt x="894" y="749"/>
                  </a:cubicBezTo>
                  <a:cubicBezTo>
                    <a:pt x="953" y="666"/>
                    <a:pt x="977" y="558"/>
                    <a:pt x="965" y="439"/>
                  </a:cubicBezTo>
                  <a:cubicBezTo>
                    <a:pt x="965" y="368"/>
                    <a:pt x="930" y="296"/>
                    <a:pt x="894" y="213"/>
                  </a:cubicBezTo>
                  <a:cubicBezTo>
                    <a:pt x="894" y="201"/>
                    <a:pt x="870" y="201"/>
                    <a:pt x="870" y="189"/>
                  </a:cubicBezTo>
                  <a:cubicBezTo>
                    <a:pt x="773" y="63"/>
                    <a:pt x="637" y="1"/>
                    <a:pt x="4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0" name="Google Shape;19300;p148"/>
            <p:cNvSpPr/>
            <p:nvPr/>
          </p:nvSpPr>
          <p:spPr>
            <a:xfrm>
              <a:off x="4283550" y="1992300"/>
              <a:ext cx="31000" cy="30675"/>
            </a:xfrm>
            <a:custGeom>
              <a:avLst/>
              <a:gdLst/>
              <a:ahLst/>
              <a:cxnLst/>
              <a:rect l="l" t="t" r="r" b="b"/>
              <a:pathLst>
                <a:path w="1240" h="1227" extrusionOk="0">
                  <a:moveTo>
                    <a:pt x="633" y="0"/>
                  </a:moveTo>
                  <a:cubicBezTo>
                    <a:pt x="500" y="0"/>
                    <a:pt x="370" y="46"/>
                    <a:pt x="263" y="133"/>
                  </a:cubicBezTo>
                  <a:cubicBezTo>
                    <a:pt x="191" y="193"/>
                    <a:pt x="156" y="252"/>
                    <a:pt x="108" y="324"/>
                  </a:cubicBezTo>
                  <a:cubicBezTo>
                    <a:pt x="108" y="347"/>
                    <a:pt x="96" y="359"/>
                    <a:pt x="96" y="359"/>
                  </a:cubicBezTo>
                  <a:cubicBezTo>
                    <a:pt x="1" y="538"/>
                    <a:pt x="1" y="740"/>
                    <a:pt x="96" y="907"/>
                  </a:cubicBezTo>
                  <a:cubicBezTo>
                    <a:pt x="144" y="978"/>
                    <a:pt x="203" y="1062"/>
                    <a:pt x="275" y="1109"/>
                  </a:cubicBezTo>
                  <a:cubicBezTo>
                    <a:pt x="287" y="1133"/>
                    <a:pt x="299" y="1133"/>
                    <a:pt x="322" y="1145"/>
                  </a:cubicBezTo>
                  <a:cubicBezTo>
                    <a:pt x="421" y="1200"/>
                    <a:pt x="527" y="1227"/>
                    <a:pt x="631" y="1227"/>
                  </a:cubicBezTo>
                  <a:cubicBezTo>
                    <a:pt x="842" y="1227"/>
                    <a:pt x="1044" y="1118"/>
                    <a:pt x="1156" y="919"/>
                  </a:cubicBezTo>
                  <a:cubicBezTo>
                    <a:pt x="1191" y="835"/>
                    <a:pt x="1227" y="740"/>
                    <a:pt x="1239" y="657"/>
                  </a:cubicBezTo>
                  <a:cubicBezTo>
                    <a:pt x="1239" y="562"/>
                    <a:pt x="1227" y="478"/>
                    <a:pt x="1191" y="383"/>
                  </a:cubicBezTo>
                  <a:cubicBezTo>
                    <a:pt x="1156" y="264"/>
                    <a:pt x="1061" y="157"/>
                    <a:pt x="941" y="85"/>
                  </a:cubicBezTo>
                  <a:cubicBezTo>
                    <a:pt x="842" y="28"/>
                    <a:pt x="737" y="0"/>
                    <a:pt x="63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01" name="Google Shape;19301;p148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19302" name="Google Shape;19302;p148"/>
          <p:cNvSpPr txBox="1">
            <a:spLocks noGrp="1"/>
          </p:cNvSpPr>
          <p:nvPr>
            <p:ph type="title"/>
          </p:nvPr>
        </p:nvSpPr>
        <p:spPr>
          <a:xfrm>
            <a:off x="5431667" y="8267467"/>
            <a:ext cx="13520700" cy="14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19303" name="Google Shape;19303;p148"/>
          <p:cNvSpPr txBox="1">
            <a:spLocks noGrp="1"/>
          </p:cNvSpPr>
          <p:nvPr>
            <p:ph type="subTitle" idx="1"/>
          </p:nvPr>
        </p:nvSpPr>
        <p:spPr>
          <a:xfrm>
            <a:off x="2813533" y="4030200"/>
            <a:ext cx="18756900" cy="3942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grpSp>
        <p:nvGrpSpPr>
          <p:cNvPr id="19304" name="Google Shape;19304;p148"/>
          <p:cNvGrpSpPr/>
          <p:nvPr/>
        </p:nvGrpSpPr>
        <p:grpSpPr>
          <a:xfrm rot="10800000" flipH="1">
            <a:off x="381" y="-562"/>
            <a:ext cx="11099592" cy="2877693"/>
            <a:chOff x="2582150" y="3714800"/>
            <a:chExt cx="2689050" cy="697200"/>
          </a:xfrm>
        </p:grpSpPr>
        <p:sp>
          <p:nvSpPr>
            <p:cNvPr id="19305" name="Google Shape;19305;p14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6" name="Google Shape;19306;p14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7" name="Google Shape;19307;p14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8" name="Google Shape;19308;p14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9" name="Google Shape;19309;p14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0" name="Google Shape;19310;p14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1" name="Google Shape;19311;p14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2" name="Google Shape;19312;p14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3" name="Google Shape;19313;p14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4" name="Google Shape;19314;p14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5" name="Google Shape;19315;p14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6" name="Google Shape;19316;p14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7" name="Google Shape;19317;p14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8" name="Google Shape;19318;p14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9" name="Google Shape;19319;p14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0" name="Google Shape;19320;p14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1" name="Google Shape;19321;p14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2" name="Google Shape;19322;p14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3" name="Google Shape;19323;p14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4" name="Google Shape;19324;p14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5" name="Google Shape;19325;p14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6" name="Google Shape;19326;p14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7" name="Google Shape;19327;p14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8" name="Google Shape;19328;p14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9" name="Google Shape;19329;p14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0" name="Google Shape;19330;p14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1" name="Google Shape;19331;p14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2" name="Google Shape;19332;p14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3" name="Google Shape;19333;p14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4" name="Google Shape;19334;p14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5" name="Google Shape;19335;p14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6" name="Google Shape;19336;p14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7" name="Google Shape;19337;p14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8" name="Google Shape;19338;p14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9" name="Google Shape;19339;p14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0" name="Google Shape;19340;p14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1" name="Google Shape;19341;p14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2" name="Google Shape;19342;p14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3" name="Google Shape;19343;p14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4" name="Google Shape;19344;p14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5" name="Google Shape;19345;p14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6" name="Google Shape;19346;p14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7" name="Google Shape;19347;p14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8" name="Google Shape;19348;p14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9" name="Google Shape;19349;p14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0" name="Google Shape;19350;p14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1" name="Google Shape;19351;p14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2" name="Google Shape;19352;p14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3" name="Google Shape;19353;p14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4" name="Google Shape;19354;p14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5" name="Google Shape;19355;p14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6" name="Google Shape;19356;p14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7" name="Google Shape;19357;p14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8" name="Google Shape;19358;p14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9" name="Google Shape;19359;p14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0" name="Google Shape;19360;p14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1" name="Google Shape;19361;p14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2" name="Google Shape;19362;p14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3" name="Google Shape;19363;p14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4" name="Google Shape;19364;p14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65" name="Google Shape;19365;p148"/>
          <p:cNvGrpSpPr/>
          <p:nvPr/>
        </p:nvGrpSpPr>
        <p:grpSpPr>
          <a:xfrm rot="10800000">
            <a:off x="13284509" y="-562"/>
            <a:ext cx="11099592" cy="2877693"/>
            <a:chOff x="2582150" y="3714800"/>
            <a:chExt cx="2689050" cy="697200"/>
          </a:xfrm>
        </p:grpSpPr>
        <p:sp>
          <p:nvSpPr>
            <p:cNvPr id="19366" name="Google Shape;19366;p14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7" name="Google Shape;19367;p14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8" name="Google Shape;19368;p14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9" name="Google Shape;19369;p14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0" name="Google Shape;19370;p14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1" name="Google Shape;19371;p14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2" name="Google Shape;19372;p14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3" name="Google Shape;19373;p14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4" name="Google Shape;19374;p14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5" name="Google Shape;19375;p14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6" name="Google Shape;19376;p14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7" name="Google Shape;19377;p14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8" name="Google Shape;19378;p14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9" name="Google Shape;19379;p14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0" name="Google Shape;19380;p14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1" name="Google Shape;19381;p14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2" name="Google Shape;19382;p14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3" name="Google Shape;19383;p14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4" name="Google Shape;19384;p14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5" name="Google Shape;19385;p14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6" name="Google Shape;19386;p14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7" name="Google Shape;19387;p14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8" name="Google Shape;19388;p14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9" name="Google Shape;19389;p14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0" name="Google Shape;19390;p14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1" name="Google Shape;19391;p14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2" name="Google Shape;19392;p14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3" name="Google Shape;19393;p14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4" name="Google Shape;19394;p14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5" name="Google Shape;19395;p14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6" name="Google Shape;19396;p14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7" name="Google Shape;19397;p14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8" name="Google Shape;19398;p14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9" name="Google Shape;19399;p14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0" name="Google Shape;19400;p14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1" name="Google Shape;19401;p14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2" name="Google Shape;19402;p14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3" name="Google Shape;19403;p14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4" name="Google Shape;19404;p14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5" name="Google Shape;19405;p14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6" name="Google Shape;19406;p14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7" name="Google Shape;19407;p14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8" name="Google Shape;19408;p14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9" name="Google Shape;19409;p14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0" name="Google Shape;19410;p14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1" name="Google Shape;19411;p14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2" name="Google Shape;19412;p14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3" name="Google Shape;19413;p14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4" name="Google Shape;19414;p14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5" name="Google Shape;19415;p14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6" name="Google Shape;19416;p14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7" name="Google Shape;19417;p14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8" name="Google Shape;19418;p14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9" name="Google Shape;19419;p14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0" name="Google Shape;19420;p14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1" name="Google Shape;19421;p14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2" name="Google Shape;19422;p14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3" name="Google Shape;19423;p14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4" name="Google Shape;19424;p14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5" name="Google Shape;19425;p14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19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27" name="Google Shape;19427;p149"/>
          <p:cNvGrpSpPr/>
          <p:nvPr/>
        </p:nvGrpSpPr>
        <p:grpSpPr>
          <a:xfrm flipH="1">
            <a:off x="-445" y="10125519"/>
            <a:ext cx="8675209" cy="3590523"/>
            <a:chOff x="4145150" y="2643900"/>
            <a:chExt cx="1914550" cy="792400"/>
          </a:xfrm>
        </p:grpSpPr>
        <p:sp>
          <p:nvSpPr>
            <p:cNvPr id="19428" name="Google Shape;19428;p149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9" name="Google Shape;19429;p149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0" name="Google Shape;19430;p149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1" name="Google Shape;19431;p149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2" name="Google Shape;19432;p149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3" name="Google Shape;19433;p149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4" name="Google Shape;19434;p149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5" name="Google Shape;19435;p149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6" name="Google Shape;19436;p149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7" name="Google Shape;19437;p149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8" name="Google Shape;19438;p149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9" name="Google Shape;19439;p149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0" name="Google Shape;19440;p149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1" name="Google Shape;19441;p149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2" name="Google Shape;19442;p149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3" name="Google Shape;19443;p149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4" name="Google Shape;19444;p149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5" name="Google Shape;19445;p149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6" name="Google Shape;19446;p149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7" name="Google Shape;19447;p149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8" name="Google Shape;19448;p149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9" name="Google Shape;19449;p149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0" name="Google Shape;19450;p149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1" name="Google Shape;19451;p149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2" name="Google Shape;19452;p149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3" name="Google Shape;19453;p149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4" name="Google Shape;19454;p149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5" name="Google Shape;19455;p149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6" name="Google Shape;19456;p149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7" name="Google Shape;19457;p149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8" name="Google Shape;19458;p149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9" name="Google Shape;19459;p149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0" name="Google Shape;19460;p149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1" name="Google Shape;19461;p149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2" name="Google Shape;19462;p149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3" name="Google Shape;19463;p149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4" name="Google Shape;19464;p149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5" name="Google Shape;19465;p149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6" name="Google Shape;19466;p149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7" name="Google Shape;19467;p149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8" name="Google Shape;19468;p149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9" name="Google Shape;19469;p149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0" name="Google Shape;19470;p149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1" name="Google Shape;19471;p149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2" name="Google Shape;19472;p149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3" name="Google Shape;19473;p149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4" name="Google Shape;19474;p149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5" name="Google Shape;19475;p149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6" name="Google Shape;19476;p149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7" name="Google Shape;19477;p149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8" name="Google Shape;19478;p149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9" name="Google Shape;19479;p149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0" name="Google Shape;19480;p149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1" name="Google Shape;19481;p149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2" name="Google Shape;19482;p149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3" name="Google Shape;19483;p149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4" name="Google Shape;19484;p149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5" name="Google Shape;19485;p149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6" name="Google Shape;19486;p149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7" name="Google Shape;19487;p149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8" name="Google Shape;19488;p149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9" name="Google Shape;19489;p149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90" name="Google Shape;19490;p149"/>
          <p:cNvGrpSpPr/>
          <p:nvPr/>
        </p:nvGrpSpPr>
        <p:grpSpPr>
          <a:xfrm>
            <a:off x="11" y="-87"/>
            <a:ext cx="3366939" cy="5861582"/>
            <a:chOff x="1083450" y="1318750"/>
            <a:chExt cx="624525" cy="1087250"/>
          </a:xfrm>
        </p:grpSpPr>
        <p:sp>
          <p:nvSpPr>
            <p:cNvPr id="19491" name="Google Shape;19491;p149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2" name="Google Shape;19492;p149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3" name="Google Shape;19493;p149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4" name="Google Shape;19494;p149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5" name="Google Shape;19495;p149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6" name="Google Shape;19496;p149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7" name="Google Shape;19497;p149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8" name="Google Shape;19498;p149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9" name="Google Shape;19499;p149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0" name="Google Shape;19500;p149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1" name="Google Shape;19501;p149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2" name="Google Shape;19502;p149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3" name="Google Shape;19503;p149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4" name="Google Shape;19504;p149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5" name="Google Shape;19505;p149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6" name="Google Shape;19506;p149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7" name="Google Shape;19507;p149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8" name="Google Shape;19508;p149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9" name="Google Shape;19509;p149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0" name="Google Shape;19510;p14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1" name="Google Shape;19511;p149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2" name="Google Shape;19512;p149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3" name="Google Shape;19513;p149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4" name="Google Shape;19514;p149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5" name="Google Shape;19515;p14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6" name="Google Shape;19516;p149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7" name="Google Shape;19517;p149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8" name="Google Shape;19518;p149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9" name="Google Shape;19519;p149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0" name="Google Shape;19520;p149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1" name="Google Shape;19521;p149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2" name="Google Shape;19522;p149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3" name="Google Shape;19523;p149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4" name="Google Shape;19524;p149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5" name="Google Shape;19525;p149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6" name="Google Shape;19526;p149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7" name="Google Shape;19527;p149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28" name="Google Shape;19528;p149"/>
          <p:cNvGrpSpPr/>
          <p:nvPr/>
        </p:nvGrpSpPr>
        <p:grpSpPr>
          <a:xfrm flipH="1">
            <a:off x="21017078" y="-87"/>
            <a:ext cx="3366939" cy="5861582"/>
            <a:chOff x="1083450" y="1318750"/>
            <a:chExt cx="624525" cy="1087250"/>
          </a:xfrm>
        </p:grpSpPr>
        <p:sp>
          <p:nvSpPr>
            <p:cNvPr id="19529" name="Google Shape;19529;p149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0" name="Google Shape;19530;p149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1" name="Google Shape;19531;p149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2" name="Google Shape;19532;p149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3" name="Google Shape;19533;p149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4" name="Google Shape;19534;p149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5" name="Google Shape;19535;p149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6" name="Google Shape;19536;p149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7" name="Google Shape;19537;p149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8" name="Google Shape;19538;p149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9" name="Google Shape;19539;p149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0" name="Google Shape;19540;p149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1" name="Google Shape;19541;p149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2" name="Google Shape;19542;p149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3" name="Google Shape;19543;p149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4" name="Google Shape;19544;p149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5" name="Google Shape;19545;p149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6" name="Google Shape;19546;p149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7" name="Google Shape;19547;p149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8" name="Google Shape;19548;p14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9" name="Google Shape;19549;p149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0" name="Google Shape;19550;p149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1" name="Google Shape;19551;p149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2" name="Google Shape;19552;p149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3" name="Google Shape;19553;p149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4" name="Google Shape;19554;p149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5" name="Google Shape;19555;p149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6" name="Google Shape;19556;p149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7" name="Google Shape;19557;p149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8" name="Google Shape;19558;p149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9" name="Google Shape;19559;p149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0" name="Google Shape;19560;p149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1" name="Google Shape;19561;p149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2" name="Google Shape;19562;p149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3" name="Google Shape;19563;p149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4" name="Google Shape;19564;p149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5" name="Google Shape;19565;p149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6" name="Google Shape;19566;p149"/>
          <p:cNvGrpSpPr/>
          <p:nvPr/>
        </p:nvGrpSpPr>
        <p:grpSpPr>
          <a:xfrm>
            <a:off x="15708425" y="10125358"/>
            <a:ext cx="8675209" cy="3590523"/>
            <a:chOff x="4145150" y="2643900"/>
            <a:chExt cx="1914550" cy="792400"/>
          </a:xfrm>
        </p:grpSpPr>
        <p:sp>
          <p:nvSpPr>
            <p:cNvPr id="19567" name="Google Shape;19567;p149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8" name="Google Shape;19568;p149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9" name="Google Shape;19569;p149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0" name="Google Shape;19570;p149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1" name="Google Shape;19571;p149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2" name="Google Shape;19572;p149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3" name="Google Shape;19573;p149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4" name="Google Shape;19574;p149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5" name="Google Shape;19575;p149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6" name="Google Shape;19576;p149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7" name="Google Shape;19577;p149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8" name="Google Shape;19578;p149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9" name="Google Shape;19579;p149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0" name="Google Shape;19580;p149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1" name="Google Shape;19581;p149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2" name="Google Shape;19582;p149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3" name="Google Shape;19583;p149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4" name="Google Shape;19584;p149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5" name="Google Shape;19585;p149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6" name="Google Shape;19586;p149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7" name="Google Shape;19587;p149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8" name="Google Shape;19588;p149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9" name="Google Shape;19589;p149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0" name="Google Shape;19590;p149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1" name="Google Shape;19591;p149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2" name="Google Shape;19592;p149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3" name="Google Shape;19593;p149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4" name="Google Shape;19594;p149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5" name="Google Shape;19595;p149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6" name="Google Shape;19596;p149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7" name="Google Shape;19597;p149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8" name="Google Shape;19598;p149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9" name="Google Shape;19599;p149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0" name="Google Shape;19600;p149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1" name="Google Shape;19601;p149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2" name="Google Shape;19602;p149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3" name="Google Shape;19603;p149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4" name="Google Shape;19604;p149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5" name="Google Shape;19605;p149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6" name="Google Shape;19606;p149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7" name="Google Shape;19607;p149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8" name="Google Shape;19608;p149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9" name="Google Shape;19609;p149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0" name="Google Shape;19610;p149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1" name="Google Shape;19611;p149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2" name="Google Shape;19612;p149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3" name="Google Shape;19613;p149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4" name="Google Shape;19614;p149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5" name="Google Shape;19615;p149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6" name="Google Shape;19616;p149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7" name="Google Shape;19617;p149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8" name="Google Shape;19618;p149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9" name="Google Shape;19619;p149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0" name="Google Shape;19620;p149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1" name="Google Shape;19621;p149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2" name="Google Shape;19622;p149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3" name="Google Shape;19623;p149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4" name="Google Shape;19624;p149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5" name="Google Shape;19625;p149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6" name="Google Shape;19626;p149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7" name="Google Shape;19627;p149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8" name="Google Shape;19628;p149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29" name="Google Shape;19629;p149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">
    <p:spTree>
      <p:nvGrpSpPr>
        <p:cNvPr id="1" name="Shape 19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31" name="Google Shape;19631;p150"/>
          <p:cNvGrpSpPr/>
          <p:nvPr/>
        </p:nvGrpSpPr>
        <p:grpSpPr>
          <a:xfrm rot="-5400000" flipH="1">
            <a:off x="16012281" y="5409082"/>
            <a:ext cx="4890743" cy="11852864"/>
            <a:chOff x="5728375" y="1492875"/>
            <a:chExt cx="1308525" cy="3171250"/>
          </a:xfrm>
        </p:grpSpPr>
        <p:sp>
          <p:nvSpPr>
            <p:cNvPr id="19632" name="Google Shape;19632;p15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3" name="Google Shape;19633;p15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4" name="Google Shape;19634;p15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5" name="Google Shape;19635;p15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6" name="Google Shape;19636;p15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7" name="Google Shape;19637;p15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8" name="Google Shape;19638;p15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9" name="Google Shape;19639;p15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0" name="Google Shape;19640;p15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1" name="Google Shape;19641;p15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2" name="Google Shape;19642;p15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3" name="Google Shape;19643;p15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4" name="Google Shape;19644;p15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5" name="Google Shape;19645;p15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6" name="Google Shape;19646;p15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7" name="Google Shape;19647;p15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8" name="Google Shape;19648;p15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9" name="Google Shape;19649;p15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0" name="Google Shape;19650;p15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1" name="Google Shape;19651;p15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2" name="Google Shape;19652;p15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3" name="Google Shape;19653;p15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4" name="Google Shape;19654;p15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5" name="Google Shape;19655;p15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6" name="Google Shape;19656;p15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7" name="Google Shape;19657;p15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8" name="Google Shape;19658;p15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9" name="Google Shape;19659;p15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0" name="Google Shape;19660;p15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1" name="Google Shape;19661;p15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2" name="Google Shape;19662;p15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3" name="Google Shape;19663;p15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4" name="Google Shape;19664;p15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5" name="Google Shape;19665;p15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6" name="Google Shape;19666;p15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7" name="Google Shape;19667;p15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8" name="Google Shape;19668;p15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9" name="Google Shape;19669;p15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0" name="Google Shape;19670;p15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1" name="Google Shape;19671;p15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2" name="Google Shape;19672;p15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3" name="Google Shape;19673;p15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4" name="Google Shape;19674;p15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5" name="Google Shape;19675;p15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6" name="Google Shape;19676;p15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7" name="Google Shape;19677;p15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8" name="Google Shape;19678;p15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9" name="Google Shape;19679;p15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0" name="Google Shape;19680;p15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1" name="Google Shape;19681;p15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2" name="Google Shape;19682;p15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3" name="Google Shape;19683;p15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4" name="Google Shape;19684;p15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5" name="Google Shape;19685;p15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6" name="Google Shape;19686;p15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7" name="Google Shape;19687;p15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8" name="Google Shape;19688;p15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9" name="Google Shape;19689;p15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0" name="Google Shape;19690;p15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1" name="Google Shape;19691;p15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2" name="Google Shape;19692;p15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3" name="Google Shape;19693;p15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4" name="Google Shape;19694;p15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5" name="Google Shape;19695;p15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6" name="Google Shape;19696;p15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7" name="Google Shape;19697;p15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8" name="Google Shape;19698;p15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9" name="Google Shape;19699;p15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0" name="Google Shape;19700;p15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1" name="Google Shape;19701;p15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2" name="Google Shape;19702;p15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3" name="Google Shape;19703;p15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4" name="Google Shape;19704;p15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5" name="Google Shape;19705;p15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6" name="Google Shape;19706;p15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07" name="Google Shape;19707;p150"/>
          <p:cNvGrpSpPr/>
          <p:nvPr/>
        </p:nvGrpSpPr>
        <p:grpSpPr>
          <a:xfrm rot="5400000" flipH="1">
            <a:off x="3481081" y="-3481085"/>
            <a:ext cx="4890743" cy="11852864"/>
            <a:chOff x="5728375" y="1492875"/>
            <a:chExt cx="1308525" cy="3171250"/>
          </a:xfrm>
        </p:grpSpPr>
        <p:sp>
          <p:nvSpPr>
            <p:cNvPr id="19708" name="Google Shape;19708;p15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9" name="Google Shape;19709;p15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0" name="Google Shape;19710;p15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1" name="Google Shape;19711;p15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2" name="Google Shape;19712;p15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3" name="Google Shape;19713;p15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4" name="Google Shape;19714;p15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5" name="Google Shape;19715;p15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6" name="Google Shape;19716;p15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7" name="Google Shape;19717;p15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8" name="Google Shape;19718;p15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9" name="Google Shape;19719;p15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0" name="Google Shape;19720;p15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1" name="Google Shape;19721;p15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2" name="Google Shape;19722;p15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3" name="Google Shape;19723;p15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4" name="Google Shape;19724;p15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5" name="Google Shape;19725;p15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6" name="Google Shape;19726;p15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7" name="Google Shape;19727;p15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8" name="Google Shape;19728;p15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9" name="Google Shape;19729;p15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0" name="Google Shape;19730;p15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1" name="Google Shape;19731;p15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2" name="Google Shape;19732;p15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3" name="Google Shape;19733;p15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4" name="Google Shape;19734;p15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5" name="Google Shape;19735;p15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6" name="Google Shape;19736;p15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7" name="Google Shape;19737;p15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8" name="Google Shape;19738;p15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9" name="Google Shape;19739;p15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0" name="Google Shape;19740;p15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1" name="Google Shape;19741;p15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2" name="Google Shape;19742;p15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3" name="Google Shape;19743;p15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4" name="Google Shape;19744;p15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5" name="Google Shape;19745;p15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6" name="Google Shape;19746;p15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7" name="Google Shape;19747;p15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8" name="Google Shape;19748;p15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9" name="Google Shape;19749;p15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0" name="Google Shape;19750;p15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1" name="Google Shape;19751;p15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2" name="Google Shape;19752;p15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3" name="Google Shape;19753;p15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4" name="Google Shape;19754;p15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5" name="Google Shape;19755;p15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6" name="Google Shape;19756;p15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7" name="Google Shape;19757;p15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8" name="Google Shape;19758;p15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9" name="Google Shape;19759;p15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0" name="Google Shape;19760;p15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1" name="Google Shape;19761;p15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2" name="Google Shape;19762;p15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3" name="Google Shape;19763;p15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4" name="Google Shape;19764;p15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5" name="Google Shape;19765;p15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6" name="Google Shape;19766;p15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7" name="Google Shape;19767;p15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8" name="Google Shape;19768;p15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9" name="Google Shape;19769;p15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0" name="Google Shape;19770;p15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1" name="Google Shape;19771;p15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2" name="Google Shape;19772;p15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3" name="Google Shape;19773;p15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4" name="Google Shape;19774;p15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5" name="Google Shape;19775;p15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6" name="Google Shape;19776;p15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7" name="Google Shape;19777;p15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8" name="Google Shape;19778;p15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9" name="Google Shape;19779;p15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0" name="Google Shape;19780;p15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1" name="Google Shape;19781;p15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2" name="Google Shape;19782;p15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783" name="Google Shape;19783;p150"/>
          <p:cNvSpPr txBox="1">
            <a:spLocks noGrp="1"/>
          </p:cNvSpPr>
          <p:nvPr>
            <p:ph type="title"/>
          </p:nvPr>
        </p:nvSpPr>
        <p:spPr>
          <a:xfrm>
            <a:off x="1920000" y="4379600"/>
            <a:ext cx="92991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19784" name="Google Shape;19784;p150"/>
          <p:cNvSpPr txBox="1">
            <a:spLocks noGrp="1"/>
          </p:cNvSpPr>
          <p:nvPr>
            <p:ph type="subTitle" idx="1"/>
          </p:nvPr>
        </p:nvSpPr>
        <p:spPr>
          <a:xfrm>
            <a:off x="1920000" y="5906800"/>
            <a:ext cx="9299100" cy="2880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1">
    <p:spTree>
      <p:nvGrpSpPr>
        <p:cNvPr id="1" name="Shape 19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86" name="Google Shape;19786;p151"/>
          <p:cNvGrpSpPr/>
          <p:nvPr/>
        </p:nvGrpSpPr>
        <p:grpSpPr>
          <a:xfrm rot="10800000">
            <a:off x="-24" y="19"/>
            <a:ext cx="2537685" cy="3017634"/>
            <a:chOff x="3048875" y="2669025"/>
            <a:chExt cx="504550" cy="599975"/>
          </a:xfrm>
        </p:grpSpPr>
        <p:sp>
          <p:nvSpPr>
            <p:cNvPr id="19787" name="Google Shape;19787;p151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8" name="Google Shape;19788;p151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9" name="Google Shape;19789;p151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0" name="Google Shape;19790;p151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1" name="Google Shape;19791;p151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2" name="Google Shape;19792;p151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3" name="Google Shape;19793;p151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4" name="Google Shape;19794;p151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5" name="Google Shape;19795;p151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6" name="Google Shape;19796;p151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7" name="Google Shape;19797;p151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8" name="Google Shape;19798;p151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9" name="Google Shape;19799;p151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0" name="Google Shape;19800;p151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1" name="Google Shape;19801;p151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2" name="Google Shape;19802;p151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3" name="Google Shape;19803;p151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4" name="Google Shape;19804;p151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5" name="Google Shape;19805;p151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6" name="Google Shape;19806;p151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7" name="Google Shape;19807;p151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8" name="Google Shape;19808;p151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09" name="Google Shape;19809;p151"/>
          <p:cNvGrpSpPr/>
          <p:nvPr/>
        </p:nvGrpSpPr>
        <p:grpSpPr>
          <a:xfrm rot="10800000" flipH="1">
            <a:off x="21846309" y="19"/>
            <a:ext cx="2537685" cy="3017634"/>
            <a:chOff x="3048875" y="2669025"/>
            <a:chExt cx="504550" cy="599975"/>
          </a:xfrm>
        </p:grpSpPr>
        <p:sp>
          <p:nvSpPr>
            <p:cNvPr id="19810" name="Google Shape;19810;p151"/>
            <p:cNvSpPr/>
            <p:nvPr/>
          </p:nvSpPr>
          <p:spPr>
            <a:xfrm>
              <a:off x="3048875" y="3200825"/>
              <a:ext cx="57175" cy="68175"/>
            </a:xfrm>
            <a:custGeom>
              <a:avLst/>
              <a:gdLst/>
              <a:ahLst/>
              <a:cxnLst/>
              <a:rect l="l" t="t" r="r" b="b"/>
              <a:pathLst>
                <a:path w="2287" h="2727" extrusionOk="0">
                  <a:moveTo>
                    <a:pt x="2215" y="0"/>
                  </a:moveTo>
                  <a:cubicBezTo>
                    <a:pt x="2180" y="0"/>
                    <a:pt x="2156" y="12"/>
                    <a:pt x="2120" y="36"/>
                  </a:cubicBezTo>
                  <a:lnTo>
                    <a:pt x="1" y="2727"/>
                  </a:lnTo>
                  <a:lnTo>
                    <a:pt x="358" y="2727"/>
                  </a:lnTo>
                  <a:lnTo>
                    <a:pt x="2287" y="286"/>
                  </a:lnTo>
                  <a:cubicBezTo>
                    <a:pt x="2275" y="250"/>
                    <a:pt x="2251" y="203"/>
                    <a:pt x="2239" y="179"/>
                  </a:cubicBezTo>
                  <a:cubicBezTo>
                    <a:pt x="2227" y="119"/>
                    <a:pt x="2215" y="60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1" name="Google Shape;19811;p151"/>
            <p:cNvSpPr/>
            <p:nvPr/>
          </p:nvSpPr>
          <p:spPr>
            <a:xfrm>
              <a:off x="3117925" y="2833225"/>
              <a:ext cx="56300" cy="351550"/>
            </a:xfrm>
            <a:custGeom>
              <a:avLst/>
              <a:gdLst/>
              <a:ahLst/>
              <a:cxnLst/>
              <a:rect l="l" t="t" r="r" b="b"/>
              <a:pathLst>
                <a:path w="2252" h="14062" extrusionOk="0">
                  <a:moveTo>
                    <a:pt x="2251" y="0"/>
                  </a:moveTo>
                  <a:lnTo>
                    <a:pt x="2251" y="0"/>
                  </a:lnTo>
                  <a:cubicBezTo>
                    <a:pt x="2216" y="12"/>
                    <a:pt x="2204" y="36"/>
                    <a:pt x="2168" y="36"/>
                  </a:cubicBezTo>
                  <a:cubicBezTo>
                    <a:pt x="2140" y="50"/>
                    <a:pt x="2113" y="57"/>
                    <a:pt x="2088" y="57"/>
                  </a:cubicBezTo>
                  <a:cubicBezTo>
                    <a:pt x="2050" y="57"/>
                    <a:pt x="2013" y="41"/>
                    <a:pt x="1977" y="12"/>
                  </a:cubicBezTo>
                  <a:lnTo>
                    <a:pt x="1" y="14026"/>
                  </a:lnTo>
                  <a:cubicBezTo>
                    <a:pt x="72" y="14038"/>
                    <a:pt x="180" y="14049"/>
                    <a:pt x="275" y="14061"/>
                  </a:cubicBezTo>
                  <a:lnTo>
                    <a:pt x="225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2" name="Google Shape;19812;p151"/>
            <p:cNvSpPr/>
            <p:nvPr/>
          </p:nvSpPr>
          <p:spPr>
            <a:xfrm>
              <a:off x="3174200" y="2826975"/>
              <a:ext cx="144675" cy="8050"/>
            </a:xfrm>
            <a:custGeom>
              <a:avLst/>
              <a:gdLst/>
              <a:ahLst/>
              <a:cxnLst/>
              <a:rect l="l" t="t" r="r" b="b"/>
              <a:pathLst>
                <a:path w="5787" h="322" extrusionOk="0">
                  <a:moveTo>
                    <a:pt x="24" y="0"/>
                  </a:moveTo>
                  <a:lnTo>
                    <a:pt x="24" y="0"/>
                  </a:lnTo>
                  <a:cubicBezTo>
                    <a:pt x="48" y="12"/>
                    <a:pt x="48" y="24"/>
                    <a:pt x="60" y="36"/>
                  </a:cubicBezTo>
                  <a:cubicBezTo>
                    <a:pt x="72" y="119"/>
                    <a:pt x="60" y="203"/>
                    <a:pt x="0" y="262"/>
                  </a:cubicBezTo>
                  <a:lnTo>
                    <a:pt x="5763" y="322"/>
                  </a:lnTo>
                  <a:cubicBezTo>
                    <a:pt x="5739" y="226"/>
                    <a:pt x="5763" y="131"/>
                    <a:pt x="5787" y="60"/>
                  </a:cubicBez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3" name="Google Shape;19813;p151"/>
            <p:cNvSpPr/>
            <p:nvPr/>
          </p:nvSpPr>
          <p:spPr>
            <a:xfrm>
              <a:off x="3128650" y="3208250"/>
              <a:ext cx="68500" cy="60175"/>
            </a:xfrm>
            <a:custGeom>
              <a:avLst/>
              <a:gdLst/>
              <a:ahLst/>
              <a:cxnLst/>
              <a:rect l="l" t="t" r="r" b="b"/>
              <a:pathLst>
                <a:path w="2740" h="2407" extrusionOk="0">
                  <a:moveTo>
                    <a:pt x="203" y="1"/>
                  </a:moveTo>
                  <a:cubicBezTo>
                    <a:pt x="155" y="72"/>
                    <a:pt x="96" y="144"/>
                    <a:pt x="1" y="191"/>
                  </a:cubicBezTo>
                  <a:lnTo>
                    <a:pt x="2346" y="2406"/>
                  </a:lnTo>
                  <a:lnTo>
                    <a:pt x="273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4" name="Google Shape;19814;p151"/>
            <p:cNvSpPr/>
            <p:nvPr/>
          </p:nvSpPr>
          <p:spPr>
            <a:xfrm>
              <a:off x="3202775" y="3124925"/>
              <a:ext cx="147350" cy="144075"/>
            </a:xfrm>
            <a:custGeom>
              <a:avLst/>
              <a:gdLst/>
              <a:ahLst/>
              <a:cxnLst/>
              <a:rect l="l" t="t" r="r" b="b"/>
              <a:pathLst>
                <a:path w="5894" h="5763" extrusionOk="0">
                  <a:moveTo>
                    <a:pt x="5703" y="0"/>
                  </a:moveTo>
                  <a:lnTo>
                    <a:pt x="0" y="5763"/>
                  </a:lnTo>
                  <a:lnTo>
                    <a:pt x="393" y="5763"/>
                  </a:lnTo>
                  <a:lnTo>
                    <a:pt x="5894" y="191"/>
                  </a:lnTo>
                  <a:cubicBezTo>
                    <a:pt x="5822" y="143"/>
                    <a:pt x="5751" y="84"/>
                    <a:pt x="57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5" name="Google Shape;19815;p151"/>
            <p:cNvSpPr/>
            <p:nvPr/>
          </p:nvSpPr>
          <p:spPr>
            <a:xfrm>
              <a:off x="3367375" y="2941850"/>
              <a:ext cx="161950" cy="165825"/>
            </a:xfrm>
            <a:custGeom>
              <a:avLst/>
              <a:gdLst/>
              <a:ahLst/>
              <a:cxnLst/>
              <a:rect l="l" t="t" r="r" b="b"/>
              <a:pathLst>
                <a:path w="6478" h="6633" extrusionOk="0">
                  <a:moveTo>
                    <a:pt x="6311" y="1"/>
                  </a:moveTo>
                  <a:lnTo>
                    <a:pt x="0" y="6442"/>
                  </a:lnTo>
                  <a:cubicBezTo>
                    <a:pt x="72" y="6490"/>
                    <a:pt x="131" y="6561"/>
                    <a:pt x="191" y="6633"/>
                  </a:cubicBezTo>
                  <a:lnTo>
                    <a:pt x="6477" y="203"/>
                  </a:lnTo>
                  <a:cubicBezTo>
                    <a:pt x="6466" y="191"/>
                    <a:pt x="6466" y="156"/>
                    <a:pt x="6466" y="144"/>
                  </a:cubicBezTo>
                  <a:cubicBezTo>
                    <a:pt x="6382" y="132"/>
                    <a:pt x="6323" y="72"/>
                    <a:pt x="631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6" name="Google Shape;19816;p151"/>
            <p:cNvSpPr/>
            <p:nvPr/>
          </p:nvSpPr>
          <p:spPr>
            <a:xfrm>
              <a:off x="3356050" y="3130875"/>
              <a:ext cx="23850" cy="137550"/>
            </a:xfrm>
            <a:custGeom>
              <a:avLst/>
              <a:gdLst/>
              <a:ahLst/>
              <a:cxnLst/>
              <a:rect l="l" t="t" r="r" b="b"/>
              <a:pathLst>
                <a:path w="954" h="5502" extrusionOk="0">
                  <a:moveTo>
                    <a:pt x="287" y="0"/>
                  </a:moveTo>
                  <a:cubicBezTo>
                    <a:pt x="231" y="28"/>
                    <a:pt x="175" y="40"/>
                    <a:pt x="119" y="40"/>
                  </a:cubicBezTo>
                  <a:cubicBezTo>
                    <a:pt x="80" y="40"/>
                    <a:pt x="40" y="34"/>
                    <a:pt x="1" y="24"/>
                  </a:cubicBezTo>
                  <a:lnTo>
                    <a:pt x="1" y="24"/>
                  </a:lnTo>
                  <a:lnTo>
                    <a:pt x="668" y="5501"/>
                  </a:lnTo>
                  <a:lnTo>
                    <a:pt x="953" y="5501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7" name="Google Shape;19817;p151"/>
            <p:cNvSpPr/>
            <p:nvPr/>
          </p:nvSpPr>
          <p:spPr>
            <a:xfrm>
              <a:off x="3310225" y="2699575"/>
              <a:ext cx="19975" cy="123550"/>
            </a:xfrm>
            <a:custGeom>
              <a:avLst/>
              <a:gdLst/>
              <a:ahLst/>
              <a:cxnLst/>
              <a:rect l="l" t="t" r="r" b="b"/>
              <a:pathLst>
                <a:path w="799" h="4942" extrusionOk="0">
                  <a:moveTo>
                    <a:pt x="274" y="0"/>
                  </a:moveTo>
                  <a:cubicBezTo>
                    <a:pt x="262" y="0"/>
                    <a:pt x="239" y="12"/>
                    <a:pt x="227" y="12"/>
                  </a:cubicBezTo>
                  <a:cubicBezTo>
                    <a:pt x="155" y="48"/>
                    <a:pt x="84" y="48"/>
                    <a:pt x="0" y="48"/>
                  </a:cubicBezTo>
                  <a:lnTo>
                    <a:pt x="524" y="4941"/>
                  </a:lnTo>
                  <a:cubicBezTo>
                    <a:pt x="536" y="4929"/>
                    <a:pt x="572" y="4918"/>
                    <a:pt x="584" y="4918"/>
                  </a:cubicBezTo>
                  <a:cubicBezTo>
                    <a:pt x="629" y="4895"/>
                    <a:pt x="679" y="4887"/>
                    <a:pt x="725" y="4887"/>
                  </a:cubicBezTo>
                  <a:cubicBezTo>
                    <a:pt x="751" y="4887"/>
                    <a:pt x="776" y="4889"/>
                    <a:pt x="798" y="4894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8" name="Google Shape;19818;p151"/>
            <p:cNvSpPr/>
            <p:nvPr/>
          </p:nvSpPr>
          <p:spPr>
            <a:xfrm>
              <a:off x="3338500" y="2828750"/>
              <a:ext cx="94675" cy="9550"/>
            </a:xfrm>
            <a:custGeom>
              <a:avLst/>
              <a:gdLst/>
              <a:ahLst/>
              <a:cxnLst/>
              <a:rect l="l" t="t" r="r" b="b"/>
              <a:pathLst>
                <a:path w="3787" h="382" extrusionOk="0">
                  <a:moveTo>
                    <a:pt x="1" y="1"/>
                  </a:moveTo>
                  <a:cubicBezTo>
                    <a:pt x="1" y="12"/>
                    <a:pt x="24" y="12"/>
                    <a:pt x="24" y="24"/>
                  </a:cubicBezTo>
                  <a:cubicBezTo>
                    <a:pt x="48" y="120"/>
                    <a:pt x="48" y="191"/>
                    <a:pt x="36" y="286"/>
                  </a:cubicBezTo>
                  <a:lnTo>
                    <a:pt x="3787" y="382"/>
                  </a:lnTo>
                  <a:cubicBezTo>
                    <a:pt x="3775" y="370"/>
                    <a:pt x="3775" y="358"/>
                    <a:pt x="3775" y="346"/>
                  </a:cubicBezTo>
                  <a:cubicBezTo>
                    <a:pt x="3739" y="251"/>
                    <a:pt x="3739" y="179"/>
                    <a:pt x="3751" y="10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9" name="Google Shape;19819;p151"/>
            <p:cNvSpPr/>
            <p:nvPr/>
          </p:nvSpPr>
          <p:spPr>
            <a:xfrm>
              <a:off x="3531375" y="2913875"/>
              <a:ext cx="22050" cy="23850"/>
            </a:xfrm>
            <a:custGeom>
              <a:avLst/>
              <a:gdLst/>
              <a:ahLst/>
              <a:cxnLst/>
              <a:rect l="l" t="t" r="r" b="b"/>
              <a:pathLst>
                <a:path w="882" h="954" extrusionOk="0">
                  <a:moveTo>
                    <a:pt x="882" y="1"/>
                  </a:moveTo>
                  <a:lnTo>
                    <a:pt x="1" y="787"/>
                  </a:lnTo>
                  <a:cubicBezTo>
                    <a:pt x="84" y="787"/>
                    <a:pt x="179" y="846"/>
                    <a:pt x="227" y="953"/>
                  </a:cubicBezTo>
                  <a:lnTo>
                    <a:pt x="882" y="370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0" name="Google Shape;19820;p151"/>
            <p:cNvSpPr/>
            <p:nvPr/>
          </p:nvSpPr>
          <p:spPr>
            <a:xfrm>
              <a:off x="3319750" y="2693325"/>
              <a:ext cx="118200" cy="135750"/>
            </a:xfrm>
            <a:custGeom>
              <a:avLst/>
              <a:gdLst/>
              <a:ahLst/>
              <a:cxnLst/>
              <a:rect l="l" t="t" r="r" b="b"/>
              <a:pathLst>
                <a:path w="4728" h="5430" extrusionOk="0">
                  <a:moveTo>
                    <a:pt x="191" y="0"/>
                  </a:moveTo>
                  <a:cubicBezTo>
                    <a:pt x="143" y="72"/>
                    <a:pt x="72" y="143"/>
                    <a:pt x="0" y="191"/>
                  </a:cubicBezTo>
                  <a:lnTo>
                    <a:pt x="4537" y="5429"/>
                  </a:lnTo>
                  <a:cubicBezTo>
                    <a:pt x="4584" y="5346"/>
                    <a:pt x="4644" y="5287"/>
                    <a:pt x="4727" y="5239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1" name="Google Shape;19821;p151"/>
            <p:cNvSpPr/>
            <p:nvPr/>
          </p:nvSpPr>
          <p:spPr>
            <a:xfrm>
              <a:off x="3446250" y="2840650"/>
              <a:ext cx="82775" cy="98250"/>
            </a:xfrm>
            <a:custGeom>
              <a:avLst/>
              <a:gdLst/>
              <a:ahLst/>
              <a:cxnLst/>
              <a:rect l="l" t="t" r="r" b="b"/>
              <a:pathLst>
                <a:path w="3311" h="3930" extrusionOk="0">
                  <a:moveTo>
                    <a:pt x="215" y="1"/>
                  </a:moveTo>
                  <a:cubicBezTo>
                    <a:pt x="179" y="60"/>
                    <a:pt x="96" y="120"/>
                    <a:pt x="12" y="144"/>
                  </a:cubicBezTo>
                  <a:lnTo>
                    <a:pt x="1" y="144"/>
                  </a:lnTo>
                  <a:lnTo>
                    <a:pt x="3132" y="3930"/>
                  </a:lnTo>
                  <a:cubicBezTo>
                    <a:pt x="3156" y="3835"/>
                    <a:pt x="3215" y="3751"/>
                    <a:pt x="3311" y="3716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2" name="Google Shape;19822;p151"/>
            <p:cNvSpPr/>
            <p:nvPr/>
          </p:nvSpPr>
          <p:spPr>
            <a:xfrm>
              <a:off x="3528700" y="2944550"/>
              <a:ext cx="24725" cy="46750"/>
            </a:xfrm>
            <a:custGeom>
              <a:avLst/>
              <a:gdLst/>
              <a:ahLst/>
              <a:cxnLst/>
              <a:rect l="l" t="t" r="r" b="b"/>
              <a:pathLst>
                <a:path w="989" h="1870" extrusionOk="0">
                  <a:moveTo>
                    <a:pt x="274" y="0"/>
                  </a:moveTo>
                  <a:cubicBezTo>
                    <a:pt x="239" y="24"/>
                    <a:pt x="215" y="36"/>
                    <a:pt x="167" y="60"/>
                  </a:cubicBezTo>
                  <a:cubicBezTo>
                    <a:pt x="138" y="66"/>
                    <a:pt x="108" y="69"/>
                    <a:pt x="79" y="69"/>
                  </a:cubicBezTo>
                  <a:cubicBezTo>
                    <a:pt x="51" y="69"/>
                    <a:pt x="24" y="66"/>
                    <a:pt x="1" y="60"/>
                  </a:cubicBezTo>
                  <a:lnTo>
                    <a:pt x="1" y="60"/>
                  </a:lnTo>
                  <a:cubicBezTo>
                    <a:pt x="1" y="72"/>
                    <a:pt x="1" y="95"/>
                    <a:pt x="13" y="119"/>
                  </a:cubicBezTo>
                  <a:lnTo>
                    <a:pt x="989" y="1869"/>
                  </a:lnTo>
                  <a:lnTo>
                    <a:pt x="989" y="1310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3" name="Google Shape;19823;p151"/>
            <p:cNvSpPr/>
            <p:nvPr/>
          </p:nvSpPr>
          <p:spPr>
            <a:xfrm>
              <a:off x="3292950" y="2669025"/>
              <a:ext cx="34550" cy="31750"/>
            </a:xfrm>
            <a:custGeom>
              <a:avLst/>
              <a:gdLst/>
              <a:ahLst/>
              <a:cxnLst/>
              <a:rect l="l" t="t" r="r" b="b"/>
              <a:pathLst>
                <a:path w="1382" h="1270" extrusionOk="0">
                  <a:moveTo>
                    <a:pt x="694" y="1"/>
                  </a:moveTo>
                  <a:cubicBezTo>
                    <a:pt x="629" y="1"/>
                    <a:pt x="564" y="11"/>
                    <a:pt x="501" y="32"/>
                  </a:cubicBezTo>
                  <a:cubicBezTo>
                    <a:pt x="179" y="151"/>
                    <a:pt x="1" y="508"/>
                    <a:pt x="96" y="841"/>
                  </a:cubicBezTo>
                  <a:cubicBezTo>
                    <a:pt x="191" y="1091"/>
                    <a:pt x="429" y="1258"/>
                    <a:pt x="680" y="1270"/>
                  </a:cubicBezTo>
                  <a:cubicBezTo>
                    <a:pt x="751" y="1270"/>
                    <a:pt x="822" y="1270"/>
                    <a:pt x="906" y="1234"/>
                  </a:cubicBezTo>
                  <a:cubicBezTo>
                    <a:pt x="953" y="1234"/>
                    <a:pt x="965" y="1222"/>
                    <a:pt x="965" y="1222"/>
                  </a:cubicBezTo>
                  <a:lnTo>
                    <a:pt x="1049" y="1175"/>
                  </a:lnTo>
                  <a:cubicBezTo>
                    <a:pt x="1132" y="1139"/>
                    <a:pt x="1203" y="1056"/>
                    <a:pt x="1251" y="984"/>
                  </a:cubicBezTo>
                  <a:cubicBezTo>
                    <a:pt x="1346" y="841"/>
                    <a:pt x="1382" y="627"/>
                    <a:pt x="1311" y="436"/>
                  </a:cubicBezTo>
                  <a:cubicBezTo>
                    <a:pt x="1215" y="169"/>
                    <a:pt x="958" y="1"/>
                    <a:pt x="69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4" name="Google Shape;19824;p151"/>
            <p:cNvSpPr/>
            <p:nvPr/>
          </p:nvSpPr>
          <p:spPr>
            <a:xfrm>
              <a:off x="3103950" y="3184550"/>
              <a:ext cx="32475" cy="31650"/>
            </a:xfrm>
            <a:custGeom>
              <a:avLst/>
              <a:gdLst/>
              <a:ahLst/>
              <a:cxnLst/>
              <a:rect l="l" t="t" r="r" b="b"/>
              <a:pathLst>
                <a:path w="1299" h="1266" extrusionOk="0">
                  <a:moveTo>
                    <a:pt x="669" y="1"/>
                  </a:moveTo>
                  <a:cubicBezTo>
                    <a:pt x="631" y="1"/>
                    <a:pt x="594" y="3"/>
                    <a:pt x="560" y="8"/>
                  </a:cubicBezTo>
                  <a:cubicBezTo>
                    <a:pt x="512" y="8"/>
                    <a:pt x="489" y="20"/>
                    <a:pt x="441" y="44"/>
                  </a:cubicBezTo>
                  <a:cubicBezTo>
                    <a:pt x="179" y="127"/>
                    <a:pt x="0" y="401"/>
                    <a:pt x="12" y="663"/>
                  </a:cubicBezTo>
                  <a:cubicBezTo>
                    <a:pt x="12" y="723"/>
                    <a:pt x="24" y="782"/>
                    <a:pt x="36" y="842"/>
                  </a:cubicBezTo>
                  <a:cubicBezTo>
                    <a:pt x="60" y="854"/>
                    <a:pt x="72" y="901"/>
                    <a:pt x="84" y="937"/>
                  </a:cubicBezTo>
                  <a:cubicBezTo>
                    <a:pt x="204" y="1141"/>
                    <a:pt x="419" y="1266"/>
                    <a:pt x="649" y="1266"/>
                  </a:cubicBezTo>
                  <a:cubicBezTo>
                    <a:pt x="714" y="1266"/>
                    <a:pt x="780" y="1256"/>
                    <a:pt x="846" y="1235"/>
                  </a:cubicBezTo>
                  <a:cubicBezTo>
                    <a:pt x="905" y="1211"/>
                    <a:pt x="953" y="1187"/>
                    <a:pt x="989" y="1151"/>
                  </a:cubicBezTo>
                  <a:cubicBezTo>
                    <a:pt x="1072" y="1092"/>
                    <a:pt x="1143" y="1032"/>
                    <a:pt x="1191" y="961"/>
                  </a:cubicBezTo>
                  <a:cubicBezTo>
                    <a:pt x="1274" y="818"/>
                    <a:pt x="1298" y="616"/>
                    <a:pt x="1239" y="425"/>
                  </a:cubicBezTo>
                  <a:cubicBezTo>
                    <a:pt x="1167" y="235"/>
                    <a:pt x="1024" y="80"/>
                    <a:pt x="834" y="20"/>
                  </a:cubicBezTo>
                  <a:cubicBezTo>
                    <a:pt x="778" y="6"/>
                    <a:pt x="722" y="1"/>
                    <a:pt x="66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5" name="Google Shape;19825;p151"/>
            <p:cNvSpPr/>
            <p:nvPr/>
          </p:nvSpPr>
          <p:spPr>
            <a:xfrm>
              <a:off x="3340000" y="3100100"/>
              <a:ext cx="35125" cy="32400"/>
            </a:xfrm>
            <a:custGeom>
              <a:avLst/>
              <a:gdLst/>
              <a:ahLst/>
              <a:cxnLst/>
              <a:rect l="l" t="t" r="r" b="b"/>
              <a:pathLst>
                <a:path w="1405" h="1296" extrusionOk="0">
                  <a:moveTo>
                    <a:pt x="710" y="1"/>
                  </a:moveTo>
                  <a:cubicBezTo>
                    <a:pt x="644" y="1"/>
                    <a:pt x="575" y="14"/>
                    <a:pt x="512" y="41"/>
                  </a:cubicBezTo>
                  <a:lnTo>
                    <a:pt x="500" y="41"/>
                  </a:lnTo>
                  <a:cubicBezTo>
                    <a:pt x="167" y="172"/>
                    <a:pt x="0" y="517"/>
                    <a:pt x="107" y="838"/>
                  </a:cubicBezTo>
                  <a:cubicBezTo>
                    <a:pt x="119" y="898"/>
                    <a:pt x="155" y="946"/>
                    <a:pt x="179" y="1005"/>
                  </a:cubicBezTo>
                  <a:cubicBezTo>
                    <a:pt x="238" y="1077"/>
                    <a:pt x="298" y="1136"/>
                    <a:pt x="393" y="1196"/>
                  </a:cubicBezTo>
                  <a:cubicBezTo>
                    <a:pt x="464" y="1243"/>
                    <a:pt x="560" y="1267"/>
                    <a:pt x="631" y="1291"/>
                  </a:cubicBezTo>
                  <a:cubicBezTo>
                    <a:pt x="652" y="1294"/>
                    <a:pt x="673" y="1295"/>
                    <a:pt x="695" y="1295"/>
                  </a:cubicBezTo>
                  <a:cubicBezTo>
                    <a:pt x="761" y="1295"/>
                    <a:pt x="831" y="1282"/>
                    <a:pt x="893" y="1255"/>
                  </a:cubicBezTo>
                  <a:cubicBezTo>
                    <a:pt x="1226" y="1136"/>
                    <a:pt x="1405" y="779"/>
                    <a:pt x="1298" y="457"/>
                  </a:cubicBezTo>
                  <a:cubicBezTo>
                    <a:pt x="1286" y="410"/>
                    <a:pt x="1274" y="362"/>
                    <a:pt x="1238" y="338"/>
                  </a:cubicBezTo>
                  <a:cubicBezTo>
                    <a:pt x="1226" y="231"/>
                    <a:pt x="1155" y="160"/>
                    <a:pt x="1072" y="112"/>
                  </a:cubicBezTo>
                  <a:cubicBezTo>
                    <a:pt x="988" y="53"/>
                    <a:pt x="881" y="5"/>
                    <a:pt x="774" y="5"/>
                  </a:cubicBezTo>
                  <a:cubicBezTo>
                    <a:pt x="753" y="2"/>
                    <a:pt x="732" y="1"/>
                    <a:pt x="7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6" name="Google Shape;19826;p151"/>
            <p:cNvSpPr/>
            <p:nvPr/>
          </p:nvSpPr>
          <p:spPr>
            <a:xfrm>
              <a:off x="3163775" y="2824375"/>
              <a:ext cx="12225" cy="10675"/>
            </a:xfrm>
            <a:custGeom>
              <a:avLst/>
              <a:gdLst/>
              <a:ahLst/>
              <a:cxnLst/>
              <a:rect l="l" t="t" r="r" b="b"/>
              <a:pathLst>
                <a:path w="489" h="427" extrusionOk="0">
                  <a:moveTo>
                    <a:pt x="251" y="0"/>
                  </a:moveTo>
                  <a:cubicBezTo>
                    <a:pt x="228" y="0"/>
                    <a:pt x="204" y="3"/>
                    <a:pt x="179" y="9"/>
                  </a:cubicBezTo>
                  <a:cubicBezTo>
                    <a:pt x="60" y="56"/>
                    <a:pt x="1" y="176"/>
                    <a:pt x="36" y="295"/>
                  </a:cubicBezTo>
                  <a:cubicBezTo>
                    <a:pt x="60" y="330"/>
                    <a:pt x="84" y="378"/>
                    <a:pt x="132" y="402"/>
                  </a:cubicBezTo>
                  <a:cubicBezTo>
                    <a:pt x="168" y="416"/>
                    <a:pt x="205" y="427"/>
                    <a:pt x="245" y="427"/>
                  </a:cubicBezTo>
                  <a:cubicBezTo>
                    <a:pt x="269" y="427"/>
                    <a:pt x="295" y="423"/>
                    <a:pt x="322" y="414"/>
                  </a:cubicBezTo>
                  <a:cubicBezTo>
                    <a:pt x="358" y="390"/>
                    <a:pt x="382" y="378"/>
                    <a:pt x="405" y="366"/>
                  </a:cubicBezTo>
                  <a:cubicBezTo>
                    <a:pt x="465" y="307"/>
                    <a:pt x="489" y="223"/>
                    <a:pt x="465" y="140"/>
                  </a:cubicBezTo>
                  <a:cubicBezTo>
                    <a:pt x="465" y="128"/>
                    <a:pt x="441" y="116"/>
                    <a:pt x="429" y="104"/>
                  </a:cubicBezTo>
                  <a:cubicBezTo>
                    <a:pt x="384" y="31"/>
                    <a:pt x="324" y="0"/>
                    <a:pt x="25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7" name="Google Shape;19827;p151"/>
            <p:cNvSpPr/>
            <p:nvPr/>
          </p:nvSpPr>
          <p:spPr>
            <a:xfrm>
              <a:off x="3431975" y="2823200"/>
              <a:ext cx="22625" cy="21500"/>
            </a:xfrm>
            <a:custGeom>
              <a:avLst/>
              <a:gdLst/>
              <a:ahLst/>
              <a:cxnLst/>
              <a:rect l="l" t="t" r="r" b="b"/>
              <a:pathLst>
                <a:path w="905" h="860" extrusionOk="0">
                  <a:moveTo>
                    <a:pt x="452" y="1"/>
                  </a:moveTo>
                  <a:cubicBezTo>
                    <a:pt x="401" y="1"/>
                    <a:pt x="349" y="11"/>
                    <a:pt x="298" y="32"/>
                  </a:cubicBezTo>
                  <a:cubicBezTo>
                    <a:pt x="274" y="44"/>
                    <a:pt x="250" y="44"/>
                    <a:pt x="238" y="56"/>
                  </a:cubicBezTo>
                  <a:cubicBezTo>
                    <a:pt x="155" y="80"/>
                    <a:pt x="95" y="163"/>
                    <a:pt x="48" y="234"/>
                  </a:cubicBezTo>
                  <a:cubicBezTo>
                    <a:pt x="36" y="270"/>
                    <a:pt x="36" y="294"/>
                    <a:pt x="12" y="330"/>
                  </a:cubicBezTo>
                  <a:cubicBezTo>
                    <a:pt x="0" y="401"/>
                    <a:pt x="0" y="484"/>
                    <a:pt x="36" y="568"/>
                  </a:cubicBezTo>
                  <a:cubicBezTo>
                    <a:pt x="36" y="580"/>
                    <a:pt x="48" y="580"/>
                    <a:pt x="48" y="592"/>
                  </a:cubicBezTo>
                  <a:cubicBezTo>
                    <a:pt x="105" y="764"/>
                    <a:pt x="270" y="859"/>
                    <a:pt x="444" y="859"/>
                  </a:cubicBezTo>
                  <a:cubicBezTo>
                    <a:pt x="486" y="859"/>
                    <a:pt x="529" y="853"/>
                    <a:pt x="572" y="842"/>
                  </a:cubicBezTo>
                  <a:lnTo>
                    <a:pt x="583" y="842"/>
                  </a:lnTo>
                  <a:cubicBezTo>
                    <a:pt x="667" y="818"/>
                    <a:pt x="750" y="770"/>
                    <a:pt x="786" y="699"/>
                  </a:cubicBezTo>
                  <a:cubicBezTo>
                    <a:pt x="881" y="592"/>
                    <a:pt x="905" y="425"/>
                    <a:pt x="845" y="294"/>
                  </a:cubicBezTo>
                  <a:cubicBezTo>
                    <a:pt x="790" y="119"/>
                    <a:pt x="628" y="1"/>
                    <a:pt x="45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8" name="Google Shape;19828;p151"/>
            <p:cNvSpPr/>
            <p:nvPr/>
          </p:nvSpPr>
          <p:spPr>
            <a:xfrm>
              <a:off x="3317375" y="2821475"/>
              <a:ext cx="22350" cy="22125"/>
            </a:xfrm>
            <a:custGeom>
              <a:avLst/>
              <a:gdLst/>
              <a:ahLst/>
              <a:cxnLst/>
              <a:rect l="l" t="t" r="r" b="b"/>
              <a:pathLst>
                <a:path w="894" h="885" extrusionOk="0">
                  <a:moveTo>
                    <a:pt x="455" y="1"/>
                  </a:moveTo>
                  <a:cubicBezTo>
                    <a:pt x="405" y="1"/>
                    <a:pt x="348" y="9"/>
                    <a:pt x="298" y="18"/>
                  </a:cubicBezTo>
                  <a:cubicBezTo>
                    <a:pt x="274" y="30"/>
                    <a:pt x="250" y="30"/>
                    <a:pt x="238" y="53"/>
                  </a:cubicBezTo>
                  <a:cubicBezTo>
                    <a:pt x="155" y="89"/>
                    <a:pt x="95" y="172"/>
                    <a:pt x="48" y="256"/>
                  </a:cubicBezTo>
                  <a:cubicBezTo>
                    <a:pt x="12" y="351"/>
                    <a:pt x="0" y="446"/>
                    <a:pt x="12" y="542"/>
                  </a:cubicBezTo>
                  <a:cubicBezTo>
                    <a:pt x="12" y="553"/>
                    <a:pt x="12" y="577"/>
                    <a:pt x="36" y="589"/>
                  </a:cubicBezTo>
                  <a:cubicBezTo>
                    <a:pt x="72" y="732"/>
                    <a:pt x="191" y="827"/>
                    <a:pt x="334" y="863"/>
                  </a:cubicBezTo>
                  <a:cubicBezTo>
                    <a:pt x="368" y="878"/>
                    <a:pt x="405" y="885"/>
                    <a:pt x="443" y="885"/>
                  </a:cubicBezTo>
                  <a:cubicBezTo>
                    <a:pt x="495" y="885"/>
                    <a:pt x="547" y="872"/>
                    <a:pt x="595" y="851"/>
                  </a:cubicBezTo>
                  <a:lnTo>
                    <a:pt x="607" y="851"/>
                  </a:lnTo>
                  <a:cubicBezTo>
                    <a:pt x="750" y="804"/>
                    <a:pt x="846" y="684"/>
                    <a:pt x="881" y="553"/>
                  </a:cubicBezTo>
                  <a:cubicBezTo>
                    <a:pt x="893" y="482"/>
                    <a:pt x="893" y="387"/>
                    <a:pt x="869" y="303"/>
                  </a:cubicBezTo>
                  <a:cubicBezTo>
                    <a:pt x="869" y="292"/>
                    <a:pt x="846" y="292"/>
                    <a:pt x="846" y="268"/>
                  </a:cubicBezTo>
                  <a:cubicBezTo>
                    <a:pt x="786" y="125"/>
                    <a:pt x="655" y="18"/>
                    <a:pt x="512" y="6"/>
                  </a:cubicBezTo>
                  <a:cubicBezTo>
                    <a:pt x="495" y="2"/>
                    <a:pt x="475" y="1"/>
                    <a:pt x="45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9" name="Google Shape;19829;p151"/>
            <p:cNvSpPr/>
            <p:nvPr/>
          </p:nvSpPr>
          <p:spPr>
            <a:xfrm>
              <a:off x="3196225" y="3268725"/>
              <a:ext cx="925" cy="275"/>
            </a:xfrm>
            <a:custGeom>
              <a:avLst/>
              <a:gdLst/>
              <a:ahLst/>
              <a:cxnLst/>
              <a:rect l="l" t="t" r="r" b="b"/>
              <a:pathLst>
                <a:path w="37" h="11" extrusionOk="0">
                  <a:moveTo>
                    <a:pt x="24" y="0"/>
                  </a:moveTo>
                  <a:cubicBezTo>
                    <a:pt x="16" y="0"/>
                    <a:pt x="8" y="11"/>
                    <a:pt x="0" y="11"/>
                  </a:cubicBezTo>
                  <a:lnTo>
                    <a:pt x="36" y="11"/>
                  </a:lnTo>
                  <a:cubicBezTo>
                    <a:pt x="32" y="3"/>
                    <a:pt x="28" y="0"/>
                    <a:pt x="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0" name="Google Shape;19830;p151"/>
            <p:cNvSpPr/>
            <p:nvPr/>
          </p:nvSpPr>
          <p:spPr>
            <a:xfrm>
              <a:off x="3524525" y="2933525"/>
              <a:ext cx="14025" cy="12750"/>
            </a:xfrm>
            <a:custGeom>
              <a:avLst/>
              <a:gdLst/>
              <a:ahLst/>
              <a:cxnLst/>
              <a:rect l="l" t="t" r="r" b="b"/>
              <a:pathLst>
                <a:path w="561" h="510" extrusionOk="0">
                  <a:moveTo>
                    <a:pt x="287" y="1"/>
                  </a:moveTo>
                  <a:cubicBezTo>
                    <a:pt x="263" y="1"/>
                    <a:pt x="227" y="1"/>
                    <a:pt x="203" y="24"/>
                  </a:cubicBezTo>
                  <a:cubicBezTo>
                    <a:pt x="84" y="48"/>
                    <a:pt x="1" y="120"/>
                    <a:pt x="1" y="227"/>
                  </a:cubicBezTo>
                  <a:cubicBezTo>
                    <a:pt x="1" y="262"/>
                    <a:pt x="1" y="298"/>
                    <a:pt x="25" y="334"/>
                  </a:cubicBezTo>
                  <a:cubicBezTo>
                    <a:pt x="49" y="405"/>
                    <a:pt x="108" y="465"/>
                    <a:pt x="180" y="501"/>
                  </a:cubicBezTo>
                  <a:cubicBezTo>
                    <a:pt x="203" y="507"/>
                    <a:pt x="230" y="510"/>
                    <a:pt x="258" y="510"/>
                  </a:cubicBezTo>
                  <a:cubicBezTo>
                    <a:pt x="287" y="510"/>
                    <a:pt x="316" y="507"/>
                    <a:pt x="346" y="501"/>
                  </a:cubicBezTo>
                  <a:cubicBezTo>
                    <a:pt x="394" y="477"/>
                    <a:pt x="418" y="465"/>
                    <a:pt x="453" y="441"/>
                  </a:cubicBezTo>
                  <a:cubicBezTo>
                    <a:pt x="525" y="382"/>
                    <a:pt x="561" y="274"/>
                    <a:pt x="513" y="179"/>
                  </a:cubicBezTo>
                  <a:lnTo>
                    <a:pt x="513" y="167"/>
                  </a:lnTo>
                  <a:cubicBezTo>
                    <a:pt x="465" y="60"/>
                    <a:pt x="38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1" name="Google Shape;19831;p151"/>
            <p:cNvSpPr/>
            <p:nvPr/>
          </p:nvSpPr>
          <p:spPr>
            <a:xfrm>
              <a:off x="3325700" y="2843050"/>
              <a:ext cx="34250" cy="258075"/>
            </a:xfrm>
            <a:custGeom>
              <a:avLst/>
              <a:gdLst/>
              <a:ahLst/>
              <a:cxnLst/>
              <a:rect l="l" t="t" r="r" b="b"/>
              <a:pathLst>
                <a:path w="1370" h="10323" extrusionOk="0">
                  <a:moveTo>
                    <a:pt x="262" y="0"/>
                  </a:moveTo>
                  <a:cubicBezTo>
                    <a:pt x="210" y="23"/>
                    <a:pt x="152" y="31"/>
                    <a:pt x="96" y="31"/>
                  </a:cubicBezTo>
                  <a:cubicBezTo>
                    <a:pt x="63" y="31"/>
                    <a:pt x="31" y="28"/>
                    <a:pt x="1" y="24"/>
                  </a:cubicBezTo>
                  <a:lnTo>
                    <a:pt x="1" y="24"/>
                  </a:lnTo>
                  <a:lnTo>
                    <a:pt x="1096" y="10323"/>
                  </a:lnTo>
                  <a:cubicBezTo>
                    <a:pt x="1167" y="10296"/>
                    <a:pt x="1232" y="10283"/>
                    <a:pt x="1300" y="10283"/>
                  </a:cubicBezTo>
                  <a:cubicBezTo>
                    <a:pt x="1323" y="10283"/>
                    <a:pt x="1346" y="10284"/>
                    <a:pt x="1370" y="10287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32" name="Google Shape;19832;p151"/>
          <p:cNvSpPr txBox="1">
            <a:spLocks noGrp="1"/>
          </p:cNvSpPr>
          <p:nvPr>
            <p:ph type="subTitle" idx="1"/>
          </p:nvPr>
        </p:nvSpPr>
        <p:spPr>
          <a:xfrm>
            <a:off x="1920000" y="2945067"/>
            <a:ext cx="20544000" cy="90921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Char char="■"/>
              <a:defRPr/>
            </a:lvl9pPr>
          </a:lstStyle>
          <a:p>
            <a:endParaRPr/>
          </a:p>
        </p:txBody>
      </p:sp>
      <p:sp>
        <p:nvSpPr>
          <p:cNvPr id="19833" name="Google Shape;19833;p151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9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35" name="Google Shape;19835;p152"/>
          <p:cNvGrpSpPr/>
          <p:nvPr/>
        </p:nvGrpSpPr>
        <p:grpSpPr>
          <a:xfrm>
            <a:off x="11" y="44"/>
            <a:ext cx="3673206" cy="6394770"/>
            <a:chOff x="1083450" y="1318750"/>
            <a:chExt cx="624525" cy="1087250"/>
          </a:xfrm>
        </p:grpSpPr>
        <p:sp>
          <p:nvSpPr>
            <p:cNvPr id="19836" name="Google Shape;19836;p152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7" name="Google Shape;19837;p152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8" name="Google Shape;19838;p152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9" name="Google Shape;19839;p152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0" name="Google Shape;19840;p152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1" name="Google Shape;19841;p152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2" name="Google Shape;19842;p152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3" name="Google Shape;19843;p152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4" name="Google Shape;19844;p152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5" name="Google Shape;19845;p152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6" name="Google Shape;19846;p152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7" name="Google Shape;19847;p152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8" name="Google Shape;19848;p152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9" name="Google Shape;19849;p152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0" name="Google Shape;19850;p152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1" name="Google Shape;19851;p152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2" name="Google Shape;19852;p152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3" name="Google Shape;19853;p152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4" name="Google Shape;19854;p152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5" name="Google Shape;19855;p15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6" name="Google Shape;19856;p152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7" name="Google Shape;19857;p152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8" name="Google Shape;19858;p152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9" name="Google Shape;19859;p152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0" name="Google Shape;19860;p15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1" name="Google Shape;19861;p152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2" name="Google Shape;19862;p152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3" name="Google Shape;19863;p152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4" name="Google Shape;19864;p152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5" name="Google Shape;19865;p152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6" name="Google Shape;19866;p152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7" name="Google Shape;19867;p152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8" name="Google Shape;19868;p152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9" name="Google Shape;19869;p152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0" name="Google Shape;19870;p152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1" name="Google Shape;19871;p152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2" name="Google Shape;19872;p152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73" name="Google Shape;19873;p152"/>
          <p:cNvGrpSpPr/>
          <p:nvPr/>
        </p:nvGrpSpPr>
        <p:grpSpPr>
          <a:xfrm flipH="1">
            <a:off x="20711211" y="44"/>
            <a:ext cx="3673206" cy="6394770"/>
            <a:chOff x="1083450" y="1318750"/>
            <a:chExt cx="624525" cy="1087250"/>
          </a:xfrm>
        </p:grpSpPr>
        <p:sp>
          <p:nvSpPr>
            <p:cNvPr id="19874" name="Google Shape;19874;p152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5" name="Google Shape;19875;p152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6" name="Google Shape;19876;p152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7" name="Google Shape;19877;p152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8" name="Google Shape;19878;p152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9" name="Google Shape;19879;p152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0" name="Google Shape;19880;p152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1" name="Google Shape;19881;p152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2" name="Google Shape;19882;p152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3" name="Google Shape;19883;p152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4" name="Google Shape;19884;p152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5" name="Google Shape;19885;p152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6" name="Google Shape;19886;p152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7" name="Google Shape;19887;p152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8" name="Google Shape;19888;p152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9" name="Google Shape;19889;p152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0" name="Google Shape;19890;p152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1" name="Google Shape;19891;p152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2" name="Google Shape;19892;p152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3" name="Google Shape;19893;p15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4" name="Google Shape;19894;p152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5" name="Google Shape;19895;p152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6" name="Google Shape;19896;p152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7" name="Google Shape;19897;p152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8" name="Google Shape;19898;p152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9" name="Google Shape;19899;p152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0" name="Google Shape;19900;p152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1" name="Google Shape;19901;p152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2" name="Google Shape;19902;p152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3" name="Google Shape;19903;p152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4" name="Google Shape;19904;p152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5" name="Google Shape;19905;p152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6" name="Google Shape;19906;p152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7" name="Google Shape;19907;p152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8" name="Google Shape;19908;p152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9" name="Google Shape;19909;p152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0" name="Google Shape;19910;p152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11" name="Google Shape;19911;p152"/>
          <p:cNvGrpSpPr/>
          <p:nvPr/>
        </p:nvGrpSpPr>
        <p:grpSpPr>
          <a:xfrm>
            <a:off x="-3" y="11397596"/>
            <a:ext cx="8941898" cy="2318399"/>
            <a:chOff x="2582150" y="3714800"/>
            <a:chExt cx="2689050" cy="697200"/>
          </a:xfrm>
        </p:grpSpPr>
        <p:sp>
          <p:nvSpPr>
            <p:cNvPr id="19912" name="Google Shape;19912;p15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3" name="Google Shape;19913;p15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4" name="Google Shape;19914;p15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5" name="Google Shape;19915;p15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6" name="Google Shape;19916;p15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7" name="Google Shape;19917;p15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8" name="Google Shape;19918;p15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9" name="Google Shape;19919;p15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0" name="Google Shape;19920;p15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1" name="Google Shape;19921;p15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2" name="Google Shape;19922;p15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3" name="Google Shape;19923;p15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4" name="Google Shape;19924;p15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5" name="Google Shape;19925;p15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6" name="Google Shape;19926;p15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7" name="Google Shape;19927;p15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8" name="Google Shape;19928;p15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9" name="Google Shape;19929;p15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0" name="Google Shape;19930;p15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1" name="Google Shape;19931;p15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2" name="Google Shape;19932;p15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3" name="Google Shape;19933;p15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4" name="Google Shape;19934;p15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5" name="Google Shape;19935;p15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6" name="Google Shape;19936;p15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7" name="Google Shape;19937;p15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8" name="Google Shape;19938;p15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9" name="Google Shape;19939;p15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0" name="Google Shape;19940;p15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1" name="Google Shape;19941;p15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2" name="Google Shape;19942;p15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3" name="Google Shape;19943;p15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4" name="Google Shape;19944;p15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5" name="Google Shape;19945;p15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6" name="Google Shape;19946;p15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7" name="Google Shape;19947;p15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8" name="Google Shape;19948;p15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9" name="Google Shape;19949;p15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0" name="Google Shape;19950;p15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1" name="Google Shape;19951;p15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2" name="Google Shape;19952;p15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3" name="Google Shape;19953;p15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4" name="Google Shape;19954;p15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5" name="Google Shape;19955;p15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6" name="Google Shape;19956;p15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7" name="Google Shape;19957;p15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8" name="Google Shape;19958;p15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9" name="Google Shape;19959;p15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0" name="Google Shape;19960;p15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1" name="Google Shape;19961;p15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2" name="Google Shape;19962;p15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3" name="Google Shape;19963;p15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4" name="Google Shape;19964;p15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5" name="Google Shape;19965;p15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6" name="Google Shape;19966;p15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7" name="Google Shape;19967;p15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8" name="Google Shape;19968;p15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9" name="Google Shape;19969;p15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0" name="Google Shape;19970;p15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1" name="Google Shape;19971;p15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72" name="Google Shape;19972;p152"/>
          <p:cNvGrpSpPr/>
          <p:nvPr/>
        </p:nvGrpSpPr>
        <p:grpSpPr>
          <a:xfrm flipH="1">
            <a:off x="15442592" y="11397596"/>
            <a:ext cx="8941898" cy="2318399"/>
            <a:chOff x="2582150" y="3714800"/>
            <a:chExt cx="2689050" cy="697200"/>
          </a:xfrm>
        </p:grpSpPr>
        <p:sp>
          <p:nvSpPr>
            <p:cNvPr id="19973" name="Google Shape;19973;p152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4" name="Google Shape;19974;p152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5" name="Google Shape;19975;p152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6" name="Google Shape;19976;p152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7" name="Google Shape;19977;p152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8" name="Google Shape;19978;p152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9" name="Google Shape;19979;p152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0" name="Google Shape;19980;p152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1" name="Google Shape;19981;p152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2" name="Google Shape;19982;p152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3" name="Google Shape;19983;p152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4" name="Google Shape;19984;p152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5" name="Google Shape;19985;p152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6" name="Google Shape;19986;p152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7" name="Google Shape;19987;p152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8" name="Google Shape;19988;p152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9" name="Google Shape;19989;p152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0" name="Google Shape;19990;p152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1" name="Google Shape;19991;p152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2" name="Google Shape;19992;p152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3" name="Google Shape;19993;p152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4" name="Google Shape;19994;p152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5" name="Google Shape;19995;p152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6" name="Google Shape;19996;p152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7" name="Google Shape;19997;p152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8" name="Google Shape;19998;p152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9" name="Google Shape;19999;p152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0" name="Google Shape;20000;p152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1" name="Google Shape;20001;p152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2" name="Google Shape;20002;p152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3" name="Google Shape;20003;p152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4" name="Google Shape;20004;p152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5" name="Google Shape;20005;p152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6" name="Google Shape;20006;p152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7" name="Google Shape;20007;p152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8" name="Google Shape;20008;p152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9" name="Google Shape;20009;p152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0" name="Google Shape;20010;p152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1" name="Google Shape;20011;p152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2" name="Google Shape;20012;p152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3" name="Google Shape;20013;p152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4" name="Google Shape;20014;p152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5" name="Google Shape;20015;p152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6" name="Google Shape;20016;p152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7" name="Google Shape;20017;p152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8" name="Google Shape;20018;p152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9" name="Google Shape;20019;p152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0" name="Google Shape;20020;p152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1" name="Google Shape;20021;p152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2" name="Google Shape;20022;p152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3" name="Google Shape;20023;p152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4" name="Google Shape;20024;p152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5" name="Google Shape;20025;p152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6" name="Google Shape;20026;p152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7" name="Google Shape;20027;p152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8" name="Google Shape;20028;p152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9" name="Google Shape;20029;p152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0" name="Google Shape;20030;p152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1" name="Google Shape;20031;p152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2" name="Google Shape;20032;p152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33" name="Google Shape;20033;p152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0034" name="Google Shape;20034;p152"/>
          <p:cNvSpPr txBox="1">
            <a:spLocks noGrp="1"/>
          </p:cNvSpPr>
          <p:nvPr>
            <p:ph type="title" idx="2"/>
          </p:nvPr>
        </p:nvSpPr>
        <p:spPr>
          <a:xfrm>
            <a:off x="2251600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035" name="Google Shape;20035;p152"/>
          <p:cNvSpPr txBox="1">
            <a:spLocks noGrp="1"/>
          </p:cNvSpPr>
          <p:nvPr>
            <p:ph type="subTitle" idx="1"/>
          </p:nvPr>
        </p:nvSpPr>
        <p:spPr>
          <a:xfrm>
            <a:off x="2251467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036" name="Google Shape;20036;p152"/>
          <p:cNvSpPr txBox="1">
            <a:spLocks noGrp="1"/>
          </p:cNvSpPr>
          <p:nvPr>
            <p:ph type="title" idx="3"/>
          </p:nvPr>
        </p:nvSpPr>
        <p:spPr>
          <a:xfrm>
            <a:off x="9043001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037" name="Google Shape;20037;p152"/>
          <p:cNvSpPr txBox="1">
            <a:spLocks noGrp="1"/>
          </p:cNvSpPr>
          <p:nvPr>
            <p:ph type="subTitle" idx="4"/>
          </p:nvPr>
        </p:nvSpPr>
        <p:spPr>
          <a:xfrm>
            <a:off x="9042805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038" name="Google Shape;20038;p152"/>
          <p:cNvSpPr txBox="1">
            <a:spLocks noGrp="1"/>
          </p:cNvSpPr>
          <p:nvPr>
            <p:ph type="title" idx="5"/>
          </p:nvPr>
        </p:nvSpPr>
        <p:spPr>
          <a:xfrm>
            <a:off x="15834267" y="69927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039" name="Google Shape;20039;p152"/>
          <p:cNvSpPr txBox="1">
            <a:spLocks noGrp="1"/>
          </p:cNvSpPr>
          <p:nvPr>
            <p:ph type="subTitle" idx="6"/>
          </p:nvPr>
        </p:nvSpPr>
        <p:spPr>
          <a:xfrm>
            <a:off x="15834143" y="78597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20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41" name="Google Shape;20041;p153"/>
          <p:cNvGrpSpPr/>
          <p:nvPr/>
        </p:nvGrpSpPr>
        <p:grpSpPr>
          <a:xfrm>
            <a:off x="14850473" y="-168"/>
            <a:ext cx="9532268" cy="2318335"/>
            <a:chOff x="3877250" y="939525"/>
            <a:chExt cx="2541125" cy="618025"/>
          </a:xfrm>
        </p:grpSpPr>
        <p:sp>
          <p:nvSpPr>
            <p:cNvPr id="20042" name="Google Shape;20042;p153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3" name="Google Shape;20043;p153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4" name="Google Shape;20044;p153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5" name="Google Shape;20045;p153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6" name="Google Shape;20046;p153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7" name="Google Shape;20047;p153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8" name="Google Shape;20048;p153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9" name="Google Shape;20049;p153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0" name="Google Shape;20050;p153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1" name="Google Shape;20051;p153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2" name="Google Shape;20052;p153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3" name="Google Shape;20053;p153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4" name="Google Shape;20054;p153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5" name="Google Shape;20055;p153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6" name="Google Shape;20056;p153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7" name="Google Shape;20057;p153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8" name="Google Shape;20058;p153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9" name="Google Shape;20059;p153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0" name="Google Shape;20060;p153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1" name="Google Shape;20061;p153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2" name="Google Shape;20062;p153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3" name="Google Shape;20063;p153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4" name="Google Shape;20064;p153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5" name="Google Shape;20065;p153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6" name="Google Shape;20066;p153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7" name="Google Shape;20067;p153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8" name="Google Shape;20068;p153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9" name="Google Shape;20069;p153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0" name="Google Shape;20070;p153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1" name="Google Shape;20071;p153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2" name="Google Shape;20072;p153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3" name="Google Shape;20073;p153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4" name="Google Shape;20074;p153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5" name="Google Shape;20075;p153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6" name="Google Shape;20076;p153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7" name="Google Shape;20077;p153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8" name="Google Shape;20078;p153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9" name="Google Shape;20079;p153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0" name="Google Shape;20080;p153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1" name="Google Shape;20081;p153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2" name="Google Shape;20082;p153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3" name="Google Shape;20083;p153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4" name="Google Shape;20084;p153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5" name="Google Shape;20085;p153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6" name="Google Shape;20086;p153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7" name="Google Shape;20087;p153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8" name="Google Shape;20088;p153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9" name="Google Shape;20089;p153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0" name="Google Shape;20090;p153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1" name="Google Shape;20091;p153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2" name="Google Shape;20092;p153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3" name="Google Shape;20093;p153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4" name="Google Shape;20094;p153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5" name="Google Shape;20095;p153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6" name="Google Shape;20096;p153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7" name="Google Shape;20097;p153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8" name="Google Shape;20098;p153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9" name="Google Shape;20099;p153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0" name="Google Shape;20100;p153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1" name="Google Shape;20101;p153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2" name="Google Shape;20102;p153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3" name="Google Shape;20103;p153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4" name="Google Shape;20104;p153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5" name="Google Shape;20105;p153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6" name="Google Shape;20106;p153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07" name="Google Shape;20107;p153"/>
          <p:cNvGrpSpPr/>
          <p:nvPr/>
        </p:nvGrpSpPr>
        <p:grpSpPr>
          <a:xfrm flipH="1">
            <a:off x="7" y="-168"/>
            <a:ext cx="9532268" cy="2318335"/>
            <a:chOff x="3877250" y="939525"/>
            <a:chExt cx="2541125" cy="618025"/>
          </a:xfrm>
        </p:grpSpPr>
        <p:sp>
          <p:nvSpPr>
            <p:cNvPr id="20108" name="Google Shape;20108;p153"/>
            <p:cNvSpPr/>
            <p:nvPr/>
          </p:nvSpPr>
          <p:spPr>
            <a:xfrm>
              <a:off x="4697300" y="939825"/>
              <a:ext cx="57475" cy="13725"/>
            </a:xfrm>
            <a:custGeom>
              <a:avLst/>
              <a:gdLst/>
              <a:ahLst/>
              <a:cxnLst/>
              <a:rect l="l" t="t" r="r" b="b"/>
              <a:pathLst>
                <a:path w="2299" h="549" extrusionOk="0">
                  <a:moveTo>
                    <a:pt x="1" y="1"/>
                  </a:moveTo>
                  <a:lnTo>
                    <a:pt x="2298" y="548"/>
                  </a:lnTo>
                  <a:lnTo>
                    <a:pt x="2251" y="263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9" name="Google Shape;20109;p153"/>
            <p:cNvSpPr/>
            <p:nvPr/>
          </p:nvSpPr>
          <p:spPr>
            <a:xfrm>
              <a:off x="4760400" y="947875"/>
              <a:ext cx="126525" cy="36025"/>
            </a:xfrm>
            <a:custGeom>
              <a:avLst/>
              <a:gdLst/>
              <a:ahLst/>
              <a:cxnLst/>
              <a:rect l="l" t="t" r="r" b="b"/>
              <a:pathLst>
                <a:path w="5061" h="1441" extrusionOk="0">
                  <a:moveTo>
                    <a:pt x="1" y="0"/>
                  </a:moveTo>
                  <a:lnTo>
                    <a:pt x="36" y="286"/>
                  </a:lnTo>
                  <a:lnTo>
                    <a:pt x="4977" y="1441"/>
                  </a:lnTo>
                  <a:cubicBezTo>
                    <a:pt x="4977" y="1357"/>
                    <a:pt x="5001" y="1262"/>
                    <a:pt x="5061" y="119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0" name="Google Shape;20110;p153"/>
            <p:cNvSpPr/>
            <p:nvPr/>
          </p:nvSpPr>
          <p:spPr>
            <a:xfrm>
              <a:off x="3888875" y="939825"/>
              <a:ext cx="51500" cy="75925"/>
            </a:xfrm>
            <a:custGeom>
              <a:avLst/>
              <a:gdLst/>
              <a:ahLst/>
              <a:cxnLst/>
              <a:rect l="l" t="t" r="r" b="b"/>
              <a:pathLst>
                <a:path w="2060" h="3037" extrusionOk="0">
                  <a:moveTo>
                    <a:pt x="1762" y="1"/>
                  </a:moveTo>
                  <a:lnTo>
                    <a:pt x="0" y="2989"/>
                  </a:lnTo>
                  <a:cubicBezTo>
                    <a:pt x="72" y="2989"/>
                    <a:pt x="155" y="3001"/>
                    <a:pt x="214" y="3037"/>
                  </a:cubicBezTo>
                  <a:lnTo>
                    <a:pt x="310" y="2953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1" name="Google Shape;20111;p153"/>
            <p:cNvSpPr/>
            <p:nvPr/>
          </p:nvSpPr>
          <p:spPr>
            <a:xfrm>
              <a:off x="4222250" y="939825"/>
              <a:ext cx="22050" cy="8950"/>
            </a:xfrm>
            <a:custGeom>
              <a:avLst/>
              <a:gdLst/>
              <a:ahLst/>
              <a:cxnLst/>
              <a:rect l="l" t="t" r="r" b="b"/>
              <a:pathLst>
                <a:path w="882" h="358" extrusionOk="0">
                  <a:moveTo>
                    <a:pt x="0" y="1"/>
                  </a:moveTo>
                  <a:lnTo>
                    <a:pt x="834" y="358"/>
                  </a:lnTo>
                  <a:cubicBezTo>
                    <a:pt x="822" y="334"/>
                    <a:pt x="822" y="310"/>
                    <a:pt x="822" y="298"/>
                  </a:cubicBezTo>
                  <a:cubicBezTo>
                    <a:pt x="810" y="215"/>
                    <a:pt x="822" y="144"/>
                    <a:pt x="881" y="96"/>
                  </a:cubicBezTo>
                  <a:lnTo>
                    <a:pt x="6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2" name="Google Shape;20112;p153"/>
            <p:cNvSpPr/>
            <p:nvPr/>
          </p:nvSpPr>
          <p:spPr>
            <a:xfrm>
              <a:off x="3894225" y="942800"/>
              <a:ext cx="103300" cy="77725"/>
            </a:xfrm>
            <a:custGeom>
              <a:avLst/>
              <a:gdLst/>
              <a:ahLst/>
              <a:cxnLst/>
              <a:rect l="l" t="t" r="r" b="b"/>
              <a:pathLst>
                <a:path w="4132" h="3109" extrusionOk="0">
                  <a:moveTo>
                    <a:pt x="3941" y="1"/>
                  </a:moveTo>
                  <a:lnTo>
                    <a:pt x="96" y="2834"/>
                  </a:lnTo>
                  <a:lnTo>
                    <a:pt x="0" y="2918"/>
                  </a:lnTo>
                  <a:cubicBezTo>
                    <a:pt x="72" y="2953"/>
                    <a:pt x="131" y="3013"/>
                    <a:pt x="155" y="3108"/>
                  </a:cubicBezTo>
                  <a:lnTo>
                    <a:pt x="4132" y="155"/>
                  </a:lnTo>
                  <a:cubicBezTo>
                    <a:pt x="4108" y="132"/>
                    <a:pt x="4072" y="84"/>
                    <a:pt x="4049" y="36"/>
                  </a:cubicBezTo>
                  <a:lnTo>
                    <a:pt x="394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3" name="Google Shape;20113;p153"/>
            <p:cNvSpPr/>
            <p:nvPr/>
          </p:nvSpPr>
          <p:spPr>
            <a:xfrm>
              <a:off x="4006450" y="946075"/>
              <a:ext cx="190525" cy="100350"/>
            </a:xfrm>
            <a:custGeom>
              <a:avLst/>
              <a:gdLst/>
              <a:ahLst/>
              <a:cxnLst/>
              <a:rect l="l" t="t" r="r" b="b"/>
              <a:pathLst>
                <a:path w="7621" h="4014" extrusionOk="0">
                  <a:moveTo>
                    <a:pt x="250" y="1"/>
                  </a:moveTo>
                  <a:cubicBezTo>
                    <a:pt x="191" y="72"/>
                    <a:pt x="107" y="132"/>
                    <a:pt x="0" y="155"/>
                  </a:cubicBezTo>
                  <a:lnTo>
                    <a:pt x="7525" y="4001"/>
                  </a:lnTo>
                  <a:cubicBezTo>
                    <a:pt x="7561" y="4013"/>
                    <a:pt x="7596" y="4013"/>
                    <a:pt x="7620" y="4013"/>
                  </a:cubicBezTo>
                  <a:cubicBezTo>
                    <a:pt x="7608" y="3977"/>
                    <a:pt x="7584" y="3906"/>
                    <a:pt x="7573" y="3846"/>
                  </a:cubicBezTo>
                  <a:cubicBezTo>
                    <a:pt x="7596" y="3799"/>
                    <a:pt x="7596" y="3763"/>
                    <a:pt x="7596" y="373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4" name="Google Shape;20114;p153"/>
            <p:cNvSpPr/>
            <p:nvPr/>
          </p:nvSpPr>
          <p:spPr>
            <a:xfrm>
              <a:off x="3987100" y="939825"/>
              <a:ext cx="8350" cy="4500"/>
            </a:xfrm>
            <a:custGeom>
              <a:avLst/>
              <a:gdLst/>
              <a:ahLst/>
              <a:cxnLst/>
              <a:rect l="l" t="t" r="r" b="b"/>
              <a:pathLst>
                <a:path w="334" h="180" extrusionOk="0">
                  <a:moveTo>
                    <a:pt x="0" y="1"/>
                  </a:moveTo>
                  <a:lnTo>
                    <a:pt x="226" y="120"/>
                  </a:lnTo>
                  <a:lnTo>
                    <a:pt x="334" y="179"/>
                  </a:lnTo>
                  <a:cubicBezTo>
                    <a:pt x="310" y="132"/>
                    <a:pt x="298" y="84"/>
                    <a:pt x="298" y="36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5" name="Google Shape;20115;p153"/>
            <p:cNvSpPr/>
            <p:nvPr/>
          </p:nvSpPr>
          <p:spPr>
            <a:xfrm>
              <a:off x="4215100" y="1051750"/>
              <a:ext cx="184275" cy="282800"/>
            </a:xfrm>
            <a:custGeom>
              <a:avLst/>
              <a:gdLst/>
              <a:ahLst/>
              <a:cxnLst/>
              <a:rect l="l" t="t" r="r" b="b"/>
              <a:pathLst>
                <a:path w="7371" h="11312" extrusionOk="0">
                  <a:moveTo>
                    <a:pt x="227" y="0"/>
                  </a:moveTo>
                  <a:cubicBezTo>
                    <a:pt x="167" y="60"/>
                    <a:pt x="96" y="108"/>
                    <a:pt x="0" y="119"/>
                  </a:cubicBezTo>
                  <a:lnTo>
                    <a:pt x="7120" y="11311"/>
                  </a:lnTo>
                  <a:cubicBezTo>
                    <a:pt x="7168" y="11264"/>
                    <a:pt x="7228" y="11216"/>
                    <a:pt x="7287" y="11216"/>
                  </a:cubicBezTo>
                  <a:cubicBezTo>
                    <a:pt x="7311" y="11216"/>
                    <a:pt x="7347" y="11216"/>
                    <a:pt x="7370" y="11240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6" name="Google Shape;20116;p153"/>
            <p:cNvSpPr/>
            <p:nvPr/>
          </p:nvSpPr>
          <p:spPr>
            <a:xfrm>
              <a:off x="4399650" y="1275000"/>
              <a:ext cx="125925" cy="62825"/>
            </a:xfrm>
            <a:custGeom>
              <a:avLst/>
              <a:gdLst/>
              <a:ahLst/>
              <a:cxnLst/>
              <a:rect l="l" t="t" r="r" b="b"/>
              <a:pathLst>
                <a:path w="5037" h="2513" extrusionOk="0">
                  <a:moveTo>
                    <a:pt x="4906" y="0"/>
                  </a:moveTo>
                  <a:lnTo>
                    <a:pt x="0" y="2286"/>
                  </a:lnTo>
                  <a:cubicBezTo>
                    <a:pt x="84" y="2322"/>
                    <a:pt x="119" y="2381"/>
                    <a:pt x="143" y="2465"/>
                  </a:cubicBezTo>
                  <a:lnTo>
                    <a:pt x="143" y="2512"/>
                  </a:lnTo>
                  <a:lnTo>
                    <a:pt x="5037" y="226"/>
                  </a:lnTo>
                  <a:cubicBezTo>
                    <a:pt x="4977" y="155"/>
                    <a:pt x="4918" y="83"/>
                    <a:pt x="490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7" name="Google Shape;20117;p153"/>
            <p:cNvSpPr/>
            <p:nvPr/>
          </p:nvSpPr>
          <p:spPr>
            <a:xfrm>
              <a:off x="4213300" y="950850"/>
              <a:ext cx="37250" cy="77700"/>
            </a:xfrm>
            <a:custGeom>
              <a:avLst/>
              <a:gdLst/>
              <a:ahLst/>
              <a:cxnLst/>
              <a:rect l="l" t="t" r="r" b="b"/>
              <a:pathLst>
                <a:path w="1490" h="3108" extrusionOk="0">
                  <a:moveTo>
                    <a:pt x="1227" y="0"/>
                  </a:moveTo>
                  <a:lnTo>
                    <a:pt x="1" y="3012"/>
                  </a:lnTo>
                  <a:cubicBezTo>
                    <a:pt x="96" y="3024"/>
                    <a:pt x="168" y="3048"/>
                    <a:pt x="239" y="3108"/>
                  </a:cubicBezTo>
                  <a:lnTo>
                    <a:pt x="1489" y="48"/>
                  </a:lnTo>
                  <a:lnTo>
                    <a:pt x="1489" y="48"/>
                  </a:lnTo>
                  <a:cubicBezTo>
                    <a:pt x="1477" y="60"/>
                    <a:pt x="1442" y="60"/>
                    <a:pt x="1418" y="60"/>
                  </a:cubicBezTo>
                  <a:cubicBezTo>
                    <a:pt x="1406" y="62"/>
                    <a:pt x="1394" y="63"/>
                    <a:pt x="1382" y="63"/>
                  </a:cubicBezTo>
                  <a:cubicBezTo>
                    <a:pt x="1326" y="63"/>
                    <a:pt x="1277" y="40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8" name="Google Shape;20118;p153"/>
            <p:cNvSpPr/>
            <p:nvPr/>
          </p:nvSpPr>
          <p:spPr>
            <a:xfrm>
              <a:off x="4248425" y="939825"/>
              <a:ext cx="7475" cy="3600"/>
            </a:xfrm>
            <a:custGeom>
              <a:avLst/>
              <a:gdLst/>
              <a:ahLst/>
              <a:cxnLst/>
              <a:rect l="l" t="t" r="r" b="b"/>
              <a:pathLst>
                <a:path w="299" h="144" extrusionOk="0">
                  <a:moveTo>
                    <a:pt x="13" y="1"/>
                  </a:moveTo>
                  <a:lnTo>
                    <a:pt x="1" y="24"/>
                  </a:lnTo>
                  <a:cubicBezTo>
                    <a:pt x="84" y="36"/>
                    <a:pt x="156" y="72"/>
                    <a:pt x="203" y="144"/>
                  </a:cubicBezTo>
                  <a:cubicBezTo>
                    <a:pt x="215" y="132"/>
                    <a:pt x="239" y="132"/>
                    <a:pt x="251" y="132"/>
                  </a:cubicBez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9" name="Google Shape;20119;p153"/>
            <p:cNvSpPr/>
            <p:nvPr/>
          </p:nvSpPr>
          <p:spPr>
            <a:xfrm>
              <a:off x="4253500" y="942650"/>
              <a:ext cx="181900" cy="74600"/>
            </a:xfrm>
            <a:custGeom>
              <a:avLst/>
              <a:gdLst/>
              <a:ahLst/>
              <a:cxnLst/>
              <a:rect l="l" t="t" r="r" b="b"/>
              <a:pathLst>
                <a:path w="7276" h="2984" extrusionOk="0">
                  <a:moveTo>
                    <a:pt x="84" y="1"/>
                  </a:moveTo>
                  <a:cubicBezTo>
                    <a:pt x="72" y="1"/>
                    <a:pt x="60" y="7"/>
                    <a:pt x="48" y="19"/>
                  </a:cubicBezTo>
                  <a:cubicBezTo>
                    <a:pt x="12" y="19"/>
                    <a:pt x="0" y="19"/>
                    <a:pt x="0" y="31"/>
                  </a:cubicBezTo>
                  <a:cubicBezTo>
                    <a:pt x="12" y="66"/>
                    <a:pt x="36" y="90"/>
                    <a:pt x="36" y="138"/>
                  </a:cubicBezTo>
                  <a:cubicBezTo>
                    <a:pt x="36" y="185"/>
                    <a:pt x="36" y="221"/>
                    <a:pt x="12" y="257"/>
                  </a:cubicBezTo>
                  <a:lnTo>
                    <a:pt x="36" y="257"/>
                  </a:lnTo>
                  <a:lnTo>
                    <a:pt x="7180" y="2983"/>
                  </a:lnTo>
                  <a:cubicBezTo>
                    <a:pt x="7192" y="2888"/>
                    <a:pt x="7216" y="2817"/>
                    <a:pt x="7275" y="2745"/>
                  </a:cubicBezTo>
                  <a:lnTo>
                    <a:pt x="119" y="19"/>
                  </a:lnTo>
                  <a:cubicBezTo>
                    <a:pt x="107" y="7"/>
                    <a:pt x="96" y="1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0" name="Google Shape;20120;p153"/>
            <p:cNvSpPr/>
            <p:nvPr/>
          </p:nvSpPr>
          <p:spPr>
            <a:xfrm>
              <a:off x="4459775" y="1021675"/>
              <a:ext cx="198850" cy="82475"/>
            </a:xfrm>
            <a:custGeom>
              <a:avLst/>
              <a:gdLst/>
              <a:ahLst/>
              <a:cxnLst/>
              <a:rect l="l" t="t" r="r" b="b"/>
              <a:pathLst>
                <a:path w="7954" h="3299" extrusionOk="0">
                  <a:moveTo>
                    <a:pt x="84" y="1"/>
                  </a:moveTo>
                  <a:cubicBezTo>
                    <a:pt x="72" y="84"/>
                    <a:pt x="36" y="156"/>
                    <a:pt x="0" y="239"/>
                  </a:cubicBezTo>
                  <a:lnTo>
                    <a:pt x="7882" y="3299"/>
                  </a:lnTo>
                  <a:cubicBezTo>
                    <a:pt x="7882" y="3227"/>
                    <a:pt x="7894" y="3156"/>
                    <a:pt x="7954" y="3108"/>
                  </a:cubicBezTo>
                  <a:cubicBezTo>
                    <a:pt x="7954" y="3096"/>
                    <a:pt x="7942" y="3073"/>
                    <a:pt x="7942" y="3049"/>
                  </a:cubicBez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1" name="Google Shape;20121;p153"/>
            <p:cNvSpPr/>
            <p:nvPr/>
          </p:nvSpPr>
          <p:spPr>
            <a:xfrm>
              <a:off x="4418400" y="939825"/>
              <a:ext cx="27100" cy="67300"/>
            </a:xfrm>
            <a:custGeom>
              <a:avLst/>
              <a:gdLst/>
              <a:ahLst/>
              <a:cxnLst/>
              <a:rect l="l" t="t" r="r" b="b"/>
              <a:pathLst>
                <a:path w="1084" h="2692" extrusionOk="0">
                  <a:moveTo>
                    <a:pt x="0" y="1"/>
                  </a:moveTo>
                  <a:lnTo>
                    <a:pt x="846" y="2691"/>
                  </a:lnTo>
                  <a:cubicBezTo>
                    <a:pt x="917" y="2644"/>
                    <a:pt x="1001" y="2620"/>
                    <a:pt x="1084" y="2596"/>
                  </a:cubicBez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2" name="Google Shape;20122;p153"/>
            <p:cNvSpPr/>
            <p:nvPr/>
          </p:nvSpPr>
          <p:spPr>
            <a:xfrm>
              <a:off x="4448750" y="1033600"/>
              <a:ext cx="82475" cy="232175"/>
            </a:xfrm>
            <a:custGeom>
              <a:avLst/>
              <a:gdLst/>
              <a:ahLst/>
              <a:cxnLst/>
              <a:rect l="l" t="t" r="r" b="b"/>
              <a:pathLst>
                <a:path w="3299" h="9287" extrusionOk="0">
                  <a:moveTo>
                    <a:pt x="239" y="0"/>
                  </a:moveTo>
                  <a:cubicBezTo>
                    <a:pt x="168" y="12"/>
                    <a:pt x="84" y="36"/>
                    <a:pt x="1" y="60"/>
                  </a:cubicBezTo>
                  <a:lnTo>
                    <a:pt x="3061" y="9287"/>
                  </a:lnTo>
                  <a:cubicBezTo>
                    <a:pt x="3120" y="9239"/>
                    <a:pt x="3192" y="9192"/>
                    <a:pt x="3275" y="9192"/>
                  </a:cubicBezTo>
                  <a:lnTo>
                    <a:pt x="3299" y="9192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3" name="Google Shape;20123;p153"/>
            <p:cNvSpPr/>
            <p:nvPr/>
          </p:nvSpPr>
          <p:spPr>
            <a:xfrm>
              <a:off x="4530625" y="1282125"/>
              <a:ext cx="42875" cy="110750"/>
            </a:xfrm>
            <a:custGeom>
              <a:avLst/>
              <a:gdLst/>
              <a:ahLst/>
              <a:cxnLst/>
              <a:rect l="l" t="t" r="r" b="b"/>
              <a:pathLst>
                <a:path w="1715" h="4430" extrusionOk="0">
                  <a:moveTo>
                    <a:pt x="262" y="1"/>
                  </a:moveTo>
                  <a:cubicBezTo>
                    <a:pt x="202" y="25"/>
                    <a:pt x="143" y="60"/>
                    <a:pt x="83" y="60"/>
                  </a:cubicBezTo>
                  <a:lnTo>
                    <a:pt x="0" y="60"/>
                  </a:lnTo>
                  <a:lnTo>
                    <a:pt x="1465" y="4430"/>
                  </a:lnTo>
                  <a:cubicBezTo>
                    <a:pt x="1524" y="4406"/>
                    <a:pt x="1595" y="4370"/>
                    <a:pt x="1667" y="4370"/>
                  </a:cubicBezTo>
                  <a:lnTo>
                    <a:pt x="1715" y="437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4" name="Google Shape;20124;p153"/>
            <p:cNvSpPr/>
            <p:nvPr/>
          </p:nvSpPr>
          <p:spPr>
            <a:xfrm>
              <a:off x="4539550" y="1228550"/>
              <a:ext cx="81275" cy="44675"/>
            </a:xfrm>
            <a:custGeom>
              <a:avLst/>
              <a:gdLst/>
              <a:ahLst/>
              <a:cxnLst/>
              <a:rect l="l" t="t" r="r" b="b"/>
              <a:pathLst>
                <a:path w="3251" h="1787" extrusionOk="0">
                  <a:moveTo>
                    <a:pt x="3155" y="1"/>
                  </a:moveTo>
                  <a:lnTo>
                    <a:pt x="0" y="1548"/>
                  </a:lnTo>
                  <a:cubicBezTo>
                    <a:pt x="48" y="1584"/>
                    <a:pt x="95" y="1668"/>
                    <a:pt x="95" y="1751"/>
                  </a:cubicBezTo>
                  <a:lnTo>
                    <a:pt x="95" y="1787"/>
                  </a:lnTo>
                  <a:lnTo>
                    <a:pt x="3251" y="239"/>
                  </a:lnTo>
                  <a:cubicBezTo>
                    <a:pt x="3203" y="179"/>
                    <a:pt x="3179" y="96"/>
                    <a:pt x="3155" y="25"/>
                  </a:cubicBezTo>
                  <a:lnTo>
                    <a:pt x="315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5" name="Google Shape;20125;p153"/>
            <p:cNvSpPr/>
            <p:nvPr/>
          </p:nvSpPr>
          <p:spPr>
            <a:xfrm>
              <a:off x="4665450" y="1102950"/>
              <a:ext cx="99750" cy="35750"/>
            </a:xfrm>
            <a:custGeom>
              <a:avLst/>
              <a:gdLst/>
              <a:ahLst/>
              <a:cxnLst/>
              <a:rect l="l" t="t" r="r" b="b"/>
              <a:pathLst>
                <a:path w="3990" h="1430" extrusionOk="0">
                  <a:moveTo>
                    <a:pt x="132" y="0"/>
                  </a:moveTo>
                  <a:cubicBezTo>
                    <a:pt x="132" y="107"/>
                    <a:pt x="84" y="203"/>
                    <a:pt x="1" y="226"/>
                  </a:cubicBezTo>
                  <a:lnTo>
                    <a:pt x="3906" y="1429"/>
                  </a:lnTo>
                  <a:cubicBezTo>
                    <a:pt x="3930" y="1346"/>
                    <a:pt x="3953" y="1274"/>
                    <a:pt x="3989" y="1179"/>
                  </a:cubicBezTo>
                  <a:lnTo>
                    <a:pt x="1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6" name="Google Shape;20126;p153"/>
            <p:cNvSpPr/>
            <p:nvPr/>
          </p:nvSpPr>
          <p:spPr>
            <a:xfrm>
              <a:off x="4576150" y="1236000"/>
              <a:ext cx="52125" cy="157775"/>
            </a:xfrm>
            <a:custGeom>
              <a:avLst/>
              <a:gdLst/>
              <a:ahLst/>
              <a:cxnLst/>
              <a:rect l="l" t="t" r="r" b="b"/>
              <a:pathLst>
                <a:path w="2085" h="6311" extrusionOk="0">
                  <a:moveTo>
                    <a:pt x="1846" y="0"/>
                  </a:moveTo>
                  <a:lnTo>
                    <a:pt x="1" y="6215"/>
                  </a:lnTo>
                  <a:cubicBezTo>
                    <a:pt x="84" y="6227"/>
                    <a:pt x="167" y="6263"/>
                    <a:pt x="239" y="6311"/>
                  </a:cubicBezTo>
                  <a:lnTo>
                    <a:pt x="2084" y="84"/>
                  </a:lnTo>
                  <a:cubicBezTo>
                    <a:pt x="1989" y="84"/>
                    <a:pt x="1906" y="36"/>
                    <a:pt x="18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7" name="Google Shape;20127;p153"/>
            <p:cNvSpPr/>
            <p:nvPr/>
          </p:nvSpPr>
          <p:spPr>
            <a:xfrm>
              <a:off x="4627050" y="1106525"/>
              <a:ext cx="36050" cy="112225"/>
            </a:xfrm>
            <a:custGeom>
              <a:avLst/>
              <a:gdLst/>
              <a:ahLst/>
              <a:cxnLst/>
              <a:rect l="l" t="t" r="r" b="b"/>
              <a:pathLst>
                <a:path w="1442" h="4489" extrusionOk="0">
                  <a:moveTo>
                    <a:pt x="1227" y="0"/>
                  </a:moveTo>
                  <a:lnTo>
                    <a:pt x="1" y="4441"/>
                  </a:lnTo>
                  <a:lnTo>
                    <a:pt x="13" y="4441"/>
                  </a:lnTo>
                  <a:cubicBezTo>
                    <a:pt x="35" y="4438"/>
                    <a:pt x="56" y="4437"/>
                    <a:pt x="76" y="4437"/>
                  </a:cubicBezTo>
                  <a:cubicBezTo>
                    <a:pt x="142" y="4437"/>
                    <a:pt x="196" y="4452"/>
                    <a:pt x="251" y="4489"/>
                  </a:cubicBezTo>
                  <a:lnTo>
                    <a:pt x="1441" y="107"/>
                  </a:lnTo>
                  <a:lnTo>
                    <a:pt x="1441" y="107"/>
                  </a:lnTo>
                  <a:cubicBezTo>
                    <a:pt x="1427" y="111"/>
                    <a:pt x="1412" y="113"/>
                    <a:pt x="1397" y="113"/>
                  </a:cubicBezTo>
                  <a:cubicBezTo>
                    <a:pt x="1327" y="113"/>
                    <a:pt x="1257" y="69"/>
                    <a:pt x="122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8" name="Google Shape;20128;p153"/>
            <p:cNvSpPr/>
            <p:nvPr/>
          </p:nvSpPr>
          <p:spPr>
            <a:xfrm>
              <a:off x="4658600" y="939825"/>
              <a:ext cx="18475" cy="159275"/>
            </a:xfrm>
            <a:custGeom>
              <a:avLst/>
              <a:gdLst/>
              <a:ahLst/>
              <a:cxnLst/>
              <a:rect l="l" t="t" r="r" b="b"/>
              <a:pathLst>
                <a:path w="739" h="6371" extrusionOk="0">
                  <a:moveTo>
                    <a:pt x="477" y="1"/>
                  </a:moveTo>
                  <a:lnTo>
                    <a:pt x="1" y="6311"/>
                  </a:lnTo>
                  <a:cubicBezTo>
                    <a:pt x="1" y="6323"/>
                    <a:pt x="1" y="6347"/>
                    <a:pt x="13" y="6370"/>
                  </a:cubicBezTo>
                  <a:cubicBezTo>
                    <a:pt x="48" y="6335"/>
                    <a:pt x="96" y="6323"/>
                    <a:pt x="156" y="6311"/>
                  </a:cubicBezTo>
                  <a:cubicBezTo>
                    <a:pt x="191" y="6311"/>
                    <a:pt x="227" y="6311"/>
                    <a:pt x="263" y="6323"/>
                  </a:cubicBezTo>
                  <a:lnTo>
                    <a:pt x="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9" name="Google Shape;20129;p153"/>
            <p:cNvSpPr/>
            <p:nvPr/>
          </p:nvSpPr>
          <p:spPr>
            <a:xfrm>
              <a:off x="4752075" y="939825"/>
              <a:ext cx="37225" cy="176550"/>
            </a:xfrm>
            <a:custGeom>
              <a:avLst/>
              <a:gdLst/>
              <a:ahLst/>
              <a:cxnLst/>
              <a:rect l="l" t="t" r="r" b="b"/>
              <a:pathLst>
                <a:path w="1489" h="7062" extrusionOk="0">
                  <a:moveTo>
                    <a:pt x="0" y="1"/>
                  </a:moveTo>
                  <a:lnTo>
                    <a:pt x="48" y="263"/>
                  </a:lnTo>
                  <a:lnTo>
                    <a:pt x="96" y="548"/>
                  </a:lnTo>
                  <a:lnTo>
                    <a:pt x="1215" y="7061"/>
                  </a:lnTo>
                  <a:cubicBezTo>
                    <a:pt x="1310" y="7037"/>
                    <a:pt x="1393" y="7025"/>
                    <a:pt x="1489" y="7002"/>
                  </a:cubicBezTo>
                  <a:lnTo>
                    <a:pt x="369" y="608"/>
                  </a:lnTo>
                  <a:lnTo>
                    <a:pt x="334" y="322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0" name="Google Shape;20130;p153"/>
            <p:cNvSpPr/>
            <p:nvPr/>
          </p:nvSpPr>
          <p:spPr>
            <a:xfrm>
              <a:off x="4804450" y="989825"/>
              <a:ext cx="88725" cy="131000"/>
            </a:xfrm>
            <a:custGeom>
              <a:avLst/>
              <a:gdLst/>
              <a:ahLst/>
              <a:cxnLst/>
              <a:rect l="l" t="t" r="r" b="b"/>
              <a:pathLst>
                <a:path w="3549" h="5240" extrusionOk="0">
                  <a:moveTo>
                    <a:pt x="3323" y="1"/>
                  </a:moveTo>
                  <a:lnTo>
                    <a:pt x="1" y="5109"/>
                  </a:lnTo>
                  <a:cubicBezTo>
                    <a:pt x="84" y="5144"/>
                    <a:pt x="156" y="5192"/>
                    <a:pt x="227" y="5240"/>
                  </a:cubicBezTo>
                  <a:lnTo>
                    <a:pt x="3549" y="144"/>
                  </a:lnTo>
                  <a:cubicBezTo>
                    <a:pt x="3454" y="120"/>
                    <a:pt x="3382" y="84"/>
                    <a:pt x="332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1" name="Google Shape;20131;p153"/>
            <p:cNvSpPr/>
            <p:nvPr/>
          </p:nvSpPr>
          <p:spPr>
            <a:xfrm>
              <a:off x="4897925" y="939825"/>
              <a:ext cx="29775" cy="37525"/>
            </a:xfrm>
            <a:custGeom>
              <a:avLst/>
              <a:gdLst/>
              <a:ahLst/>
              <a:cxnLst/>
              <a:rect l="l" t="t" r="r" b="b"/>
              <a:pathLst>
                <a:path w="1191" h="1501" extrusionOk="0">
                  <a:moveTo>
                    <a:pt x="881" y="1"/>
                  </a:moveTo>
                  <a:lnTo>
                    <a:pt x="0" y="1346"/>
                  </a:lnTo>
                  <a:cubicBezTo>
                    <a:pt x="96" y="1382"/>
                    <a:pt x="167" y="1429"/>
                    <a:pt x="227" y="1501"/>
                  </a:cubicBezTo>
                  <a:lnTo>
                    <a:pt x="1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2" name="Google Shape;20132;p153"/>
            <p:cNvSpPr/>
            <p:nvPr/>
          </p:nvSpPr>
          <p:spPr>
            <a:xfrm>
              <a:off x="4904775" y="979125"/>
              <a:ext cx="209875" cy="36925"/>
            </a:xfrm>
            <a:custGeom>
              <a:avLst/>
              <a:gdLst/>
              <a:ahLst/>
              <a:cxnLst/>
              <a:rect l="l" t="t" r="r" b="b"/>
              <a:pathLst>
                <a:path w="8395" h="1477" extrusionOk="0">
                  <a:moveTo>
                    <a:pt x="0" y="0"/>
                  </a:moveTo>
                  <a:cubicBezTo>
                    <a:pt x="12" y="48"/>
                    <a:pt x="24" y="96"/>
                    <a:pt x="24" y="131"/>
                  </a:cubicBezTo>
                  <a:lnTo>
                    <a:pt x="24" y="250"/>
                  </a:lnTo>
                  <a:lnTo>
                    <a:pt x="8394" y="1477"/>
                  </a:lnTo>
                  <a:lnTo>
                    <a:pt x="7870" y="1131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3" name="Google Shape;20133;p153"/>
            <p:cNvSpPr/>
            <p:nvPr/>
          </p:nvSpPr>
          <p:spPr>
            <a:xfrm>
              <a:off x="5115500" y="9398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08" y="1"/>
                  </a:moveTo>
                  <a:lnTo>
                    <a:pt x="1" y="2775"/>
                  </a:lnTo>
                  <a:lnTo>
                    <a:pt x="227" y="2930"/>
                  </a:lnTo>
                  <a:lnTo>
                    <a:pt x="295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4" name="Google Shape;20134;p153"/>
            <p:cNvSpPr/>
            <p:nvPr/>
          </p:nvSpPr>
          <p:spPr>
            <a:xfrm>
              <a:off x="4996450" y="939825"/>
              <a:ext cx="347975" cy="224175"/>
            </a:xfrm>
            <a:custGeom>
              <a:avLst/>
              <a:gdLst/>
              <a:ahLst/>
              <a:cxnLst/>
              <a:rect l="l" t="t" r="r" b="b"/>
              <a:pathLst>
                <a:path w="13919" h="8967" extrusionOk="0">
                  <a:moveTo>
                    <a:pt x="0" y="1"/>
                  </a:moveTo>
                  <a:lnTo>
                    <a:pt x="4203" y="2715"/>
                  </a:lnTo>
                  <a:lnTo>
                    <a:pt x="4715" y="3061"/>
                  </a:lnTo>
                  <a:lnTo>
                    <a:pt x="13835" y="8966"/>
                  </a:lnTo>
                  <a:cubicBezTo>
                    <a:pt x="13847" y="8907"/>
                    <a:pt x="13871" y="8871"/>
                    <a:pt x="13919" y="8835"/>
                  </a:cubicBezTo>
                  <a:lnTo>
                    <a:pt x="13776" y="8633"/>
                  </a:lnTo>
                  <a:lnTo>
                    <a:pt x="4977" y="2918"/>
                  </a:lnTo>
                  <a:lnTo>
                    <a:pt x="4751" y="2763"/>
                  </a:lnTo>
                  <a:lnTo>
                    <a:pt x="47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5" name="Google Shape;20135;p153"/>
            <p:cNvSpPr/>
            <p:nvPr/>
          </p:nvSpPr>
          <p:spPr>
            <a:xfrm>
              <a:off x="5192300" y="939825"/>
              <a:ext cx="157775" cy="220900"/>
            </a:xfrm>
            <a:custGeom>
              <a:avLst/>
              <a:gdLst/>
              <a:ahLst/>
              <a:cxnLst/>
              <a:rect l="l" t="t" r="r" b="b"/>
              <a:pathLst>
                <a:path w="6311" h="8836" extrusionOk="0">
                  <a:moveTo>
                    <a:pt x="1" y="1"/>
                  </a:moveTo>
                  <a:lnTo>
                    <a:pt x="5942" y="8633"/>
                  </a:lnTo>
                  <a:lnTo>
                    <a:pt x="6073" y="8835"/>
                  </a:lnTo>
                  <a:cubicBezTo>
                    <a:pt x="6132" y="8764"/>
                    <a:pt x="6216" y="8716"/>
                    <a:pt x="6311" y="8704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6" name="Google Shape;20136;p153"/>
            <p:cNvSpPr/>
            <p:nvPr/>
          </p:nvSpPr>
          <p:spPr>
            <a:xfrm>
              <a:off x="5357500" y="995500"/>
              <a:ext cx="208675" cy="168500"/>
            </a:xfrm>
            <a:custGeom>
              <a:avLst/>
              <a:gdLst/>
              <a:ahLst/>
              <a:cxnLst/>
              <a:rect l="l" t="t" r="r" b="b"/>
              <a:pathLst>
                <a:path w="8347" h="6740" extrusionOk="0">
                  <a:moveTo>
                    <a:pt x="8168" y="0"/>
                  </a:moveTo>
                  <a:lnTo>
                    <a:pt x="1" y="6537"/>
                  </a:lnTo>
                  <a:cubicBezTo>
                    <a:pt x="72" y="6584"/>
                    <a:pt x="132" y="6656"/>
                    <a:pt x="155" y="6739"/>
                  </a:cubicBezTo>
                  <a:lnTo>
                    <a:pt x="8347" y="191"/>
                  </a:lnTo>
                  <a:cubicBezTo>
                    <a:pt x="8275" y="131"/>
                    <a:pt x="8216" y="72"/>
                    <a:pt x="8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7" name="Google Shape;20137;p153"/>
            <p:cNvSpPr/>
            <p:nvPr/>
          </p:nvSpPr>
          <p:spPr>
            <a:xfrm>
              <a:off x="5531925" y="939825"/>
              <a:ext cx="36650" cy="39025"/>
            </a:xfrm>
            <a:custGeom>
              <a:avLst/>
              <a:gdLst/>
              <a:ahLst/>
              <a:cxnLst/>
              <a:rect l="l" t="t" r="r" b="b"/>
              <a:pathLst>
                <a:path w="1466" h="1561" extrusionOk="0">
                  <a:moveTo>
                    <a:pt x="1" y="1"/>
                  </a:moveTo>
                  <a:lnTo>
                    <a:pt x="1251" y="1560"/>
                  </a:lnTo>
                  <a:cubicBezTo>
                    <a:pt x="1298" y="1501"/>
                    <a:pt x="1370" y="1453"/>
                    <a:pt x="1465" y="1406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8" name="Google Shape;20138;p153"/>
            <p:cNvSpPr/>
            <p:nvPr/>
          </p:nvSpPr>
          <p:spPr>
            <a:xfrm>
              <a:off x="5412275" y="940125"/>
              <a:ext cx="30075" cy="14900"/>
            </a:xfrm>
            <a:custGeom>
              <a:avLst/>
              <a:gdLst/>
              <a:ahLst/>
              <a:cxnLst/>
              <a:rect l="l" t="t" r="r" b="b"/>
              <a:pathLst>
                <a:path w="1203" h="596" extrusionOk="0">
                  <a:moveTo>
                    <a:pt x="0" y="1"/>
                  </a:moveTo>
                  <a:lnTo>
                    <a:pt x="1084" y="596"/>
                  </a:lnTo>
                  <a:cubicBezTo>
                    <a:pt x="1108" y="489"/>
                    <a:pt x="1143" y="417"/>
                    <a:pt x="1203" y="358"/>
                  </a:cubicBezTo>
                  <a:lnTo>
                    <a:pt x="5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9" name="Google Shape;20139;p153"/>
            <p:cNvSpPr/>
            <p:nvPr/>
          </p:nvSpPr>
          <p:spPr>
            <a:xfrm>
              <a:off x="5448000" y="940125"/>
              <a:ext cx="7750" cy="6575"/>
            </a:xfrm>
            <a:custGeom>
              <a:avLst/>
              <a:gdLst/>
              <a:ahLst/>
              <a:cxnLst/>
              <a:rect l="l" t="t" r="r" b="b"/>
              <a:pathLst>
                <a:path w="310" h="263" extrusionOk="0">
                  <a:moveTo>
                    <a:pt x="36" y="1"/>
                  </a:moveTo>
                  <a:lnTo>
                    <a:pt x="0" y="251"/>
                  </a:lnTo>
                  <a:cubicBezTo>
                    <a:pt x="12" y="251"/>
                    <a:pt x="24" y="251"/>
                    <a:pt x="36" y="239"/>
                  </a:cubicBezTo>
                  <a:cubicBezTo>
                    <a:pt x="58" y="235"/>
                    <a:pt x="80" y="234"/>
                    <a:pt x="100" y="234"/>
                  </a:cubicBezTo>
                  <a:cubicBezTo>
                    <a:pt x="157" y="234"/>
                    <a:pt x="207" y="245"/>
                    <a:pt x="250" y="262"/>
                  </a:cubicBez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0" name="Google Shape;20140;p153"/>
            <p:cNvSpPr/>
            <p:nvPr/>
          </p:nvSpPr>
          <p:spPr>
            <a:xfrm>
              <a:off x="5654850" y="939825"/>
              <a:ext cx="128625" cy="201250"/>
            </a:xfrm>
            <a:custGeom>
              <a:avLst/>
              <a:gdLst/>
              <a:ahLst/>
              <a:cxnLst/>
              <a:rect l="l" t="t" r="r" b="b"/>
              <a:pathLst>
                <a:path w="5145" h="8050" extrusionOk="0">
                  <a:moveTo>
                    <a:pt x="1" y="1"/>
                  </a:moveTo>
                  <a:lnTo>
                    <a:pt x="4978" y="8049"/>
                  </a:lnTo>
                  <a:cubicBezTo>
                    <a:pt x="5025" y="8002"/>
                    <a:pt x="5085" y="7954"/>
                    <a:pt x="5144" y="7906"/>
                  </a:cubicBezTo>
                  <a:lnTo>
                    <a:pt x="5097" y="7775"/>
                  </a:lnTo>
                  <a:lnTo>
                    <a:pt x="2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1" name="Google Shape;20141;p153"/>
            <p:cNvSpPr/>
            <p:nvPr/>
          </p:nvSpPr>
          <p:spPr>
            <a:xfrm>
              <a:off x="5575375" y="939825"/>
              <a:ext cx="14925" cy="36050"/>
            </a:xfrm>
            <a:custGeom>
              <a:avLst/>
              <a:gdLst/>
              <a:ahLst/>
              <a:cxnLst/>
              <a:rect l="l" t="t" r="r" b="b"/>
              <a:pathLst>
                <a:path w="597" h="1442" extrusionOk="0">
                  <a:moveTo>
                    <a:pt x="346" y="1"/>
                  </a:moveTo>
                  <a:lnTo>
                    <a:pt x="1" y="1370"/>
                  </a:lnTo>
                  <a:cubicBezTo>
                    <a:pt x="96" y="1370"/>
                    <a:pt x="180" y="1394"/>
                    <a:pt x="239" y="1441"/>
                  </a:cubicBezTo>
                  <a:lnTo>
                    <a:pt x="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2" name="Google Shape;20142;p153"/>
            <p:cNvSpPr/>
            <p:nvPr/>
          </p:nvSpPr>
          <p:spPr>
            <a:xfrm>
              <a:off x="5742075" y="939825"/>
              <a:ext cx="47350" cy="198275"/>
            </a:xfrm>
            <a:custGeom>
              <a:avLst/>
              <a:gdLst/>
              <a:ahLst/>
              <a:cxnLst/>
              <a:rect l="l" t="t" r="r" b="b"/>
              <a:pathLst>
                <a:path w="1894" h="7931" extrusionOk="0">
                  <a:moveTo>
                    <a:pt x="0" y="1"/>
                  </a:moveTo>
                  <a:lnTo>
                    <a:pt x="1608" y="7775"/>
                  </a:lnTo>
                  <a:lnTo>
                    <a:pt x="1644" y="7930"/>
                  </a:lnTo>
                  <a:cubicBezTo>
                    <a:pt x="1715" y="7894"/>
                    <a:pt x="1775" y="7871"/>
                    <a:pt x="1870" y="7871"/>
                  </a:cubicBezTo>
                  <a:lnTo>
                    <a:pt x="1894" y="7871"/>
                  </a:ln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3" name="Google Shape;20143;p153"/>
            <p:cNvSpPr/>
            <p:nvPr/>
          </p:nvSpPr>
          <p:spPr>
            <a:xfrm>
              <a:off x="5789400" y="1164550"/>
              <a:ext cx="90525" cy="353650"/>
            </a:xfrm>
            <a:custGeom>
              <a:avLst/>
              <a:gdLst/>
              <a:ahLst/>
              <a:cxnLst/>
              <a:rect l="l" t="t" r="r" b="b"/>
              <a:pathLst>
                <a:path w="3621" h="14146" extrusionOk="0">
                  <a:moveTo>
                    <a:pt x="251" y="1"/>
                  </a:moveTo>
                  <a:cubicBezTo>
                    <a:pt x="215" y="13"/>
                    <a:pt x="155" y="25"/>
                    <a:pt x="96" y="37"/>
                  </a:cubicBezTo>
                  <a:lnTo>
                    <a:pt x="1" y="37"/>
                  </a:lnTo>
                  <a:lnTo>
                    <a:pt x="3370" y="14145"/>
                  </a:lnTo>
                  <a:cubicBezTo>
                    <a:pt x="3441" y="14122"/>
                    <a:pt x="3513" y="14110"/>
                    <a:pt x="3584" y="14086"/>
                  </a:cubicBezTo>
                  <a:lnTo>
                    <a:pt x="3620" y="14086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4" name="Google Shape;20144;p153"/>
            <p:cNvSpPr/>
            <p:nvPr/>
          </p:nvSpPr>
          <p:spPr>
            <a:xfrm>
              <a:off x="6017400" y="939525"/>
              <a:ext cx="8075" cy="4500"/>
            </a:xfrm>
            <a:custGeom>
              <a:avLst/>
              <a:gdLst/>
              <a:ahLst/>
              <a:cxnLst/>
              <a:rect l="l" t="t" r="r" b="b"/>
              <a:pathLst>
                <a:path w="323" h="180" extrusionOk="0">
                  <a:moveTo>
                    <a:pt x="1" y="1"/>
                  </a:moveTo>
                  <a:lnTo>
                    <a:pt x="108" y="179"/>
                  </a:lnTo>
                  <a:cubicBezTo>
                    <a:pt x="156" y="144"/>
                    <a:pt x="203" y="96"/>
                    <a:pt x="239" y="72"/>
                  </a:cubicBezTo>
                  <a:cubicBezTo>
                    <a:pt x="275" y="48"/>
                    <a:pt x="298" y="36"/>
                    <a:pt x="322" y="25"/>
                  </a:cubicBez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5" name="Google Shape;20145;p153"/>
            <p:cNvSpPr/>
            <p:nvPr/>
          </p:nvSpPr>
          <p:spPr>
            <a:xfrm>
              <a:off x="5798625" y="956500"/>
              <a:ext cx="225350" cy="187850"/>
            </a:xfrm>
            <a:custGeom>
              <a:avLst/>
              <a:gdLst/>
              <a:ahLst/>
              <a:cxnLst/>
              <a:rect l="l" t="t" r="r" b="b"/>
              <a:pathLst>
                <a:path w="9014" h="7514" extrusionOk="0">
                  <a:moveTo>
                    <a:pt x="8835" y="0"/>
                  </a:moveTo>
                  <a:lnTo>
                    <a:pt x="1" y="7299"/>
                  </a:lnTo>
                  <a:cubicBezTo>
                    <a:pt x="84" y="7370"/>
                    <a:pt x="144" y="7442"/>
                    <a:pt x="167" y="7513"/>
                  </a:cubicBezTo>
                  <a:lnTo>
                    <a:pt x="9014" y="191"/>
                  </a:lnTo>
                  <a:cubicBezTo>
                    <a:pt x="8954" y="167"/>
                    <a:pt x="8895" y="96"/>
                    <a:pt x="8847" y="24"/>
                  </a:cubicBezTo>
                  <a:cubicBezTo>
                    <a:pt x="8847" y="12"/>
                    <a:pt x="8835" y="12"/>
                    <a:pt x="88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6" name="Google Shape;20146;p153"/>
            <p:cNvSpPr/>
            <p:nvPr/>
          </p:nvSpPr>
          <p:spPr>
            <a:xfrm>
              <a:off x="6031700" y="959775"/>
              <a:ext cx="71750" cy="111650"/>
            </a:xfrm>
            <a:custGeom>
              <a:avLst/>
              <a:gdLst/>
              <a:ahLst/>
              <a:cxnLst/>
              <a:rect l="l" t="t" r="r" b="b"/>
              <a:pathLst>
                <a:path w="2870" h="4466" extrusionOk="0">
                  <a:moveTo>
                    <a:pt x="238" y="0"/>
                  </a:moveTo>
                  <a:cubicBezTo>
                    <a:pt x="226" y="12"/>
                    <a:pt x="191" y="36"/>
                    <a:pt x="155" y="60"/>
                  </a:cubicBezTo>
                  <a:cubicBezTo>
                    <a:pt x="107" y="72"/>
                    <a:pt x="60" y="96"/>
                    <a:pt x="0" y="108"/>
                  </a:cubicBezTo>
                  <a:lnTo>
                    <a:pt x="2691" y="4465"/>
                  </a:lnTo>
                  <a:cubicBezTo>
                    <a:pt x="2739" y="4394"/>
                    <a:pt x="2798" y="4322"/>
                    <a:pt x="2870" y="4263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7" name="Google Shape;20147;p153"/>
            <p:cNvSpPr/>
            <p:nvPr/>
          </p:nvSpPr>
          <p:spPr>
            <a:xfrm>
              <a:off x="6036450" y="939825"/>
              <a:ext cx="12825" cy="7475"/>
            </a:xfrm>
            <a:custGeom>
              <a:avLst/>
              <a:gdLst/>
              <a:ahLst/>
              <a:cxnLst/>
              <a:rect l="l" t="t" r="r" b="b"/>
              <a:pathLst>
                <a:path w="513" h="299" extrusionOk="0">
                  <a:moveTo>
                    <a:pt x="108" y="1"/>
                  </a:moveTo>
                  <a:lnTo>
                    <a:pt x="1" y="84"/>
                  </a:lnTo>
                  <a:cubicBezTo>
                    <a:pt x="48" y="120"/>
                    <a:pt x="96" y="155"/>
                    <a:pt x="120" y="203"/>
                  </a:cubicBezTo>
                  <a:lnTo>
                    <a:pt x="167" y="298"/>
                  </a:lnTo>
                  <a:lnTo>
                    <a:pt x="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8" name="Google Shape;20148;p153"/>
            <p:cNvSpPr/>
            <p:nvPr/>
          </p:nvSpPr>
          <p:spPr>
            <a:xfrm>
              <a:off x="5965325" y="1184200"/>
              <a:ext cx="453050" cy="198075"/>
            </a:xfrm>
            <a:custGeom>
              <a:avLst/>
              <a:gdLst/>
              <a:ahLst/>
              <a:cxnLst/>
              <a:rect l="l" t="t" r="r" b="b"/>
              <a:pathLst>
                <a:path w="18122" h="7923" extrusionOk="0">
                  <a:moveTo>
                    <a:pt x="18121" y="1"/>
                  </a:moveTo>
                  <a:lnTo>
                    <a:pt x="143" y="7633"/>
                  </a:lnTo>
                  <a:lnTo>
                    <a:pt x="0" y="7883"/>
                  </a:lnTo>
                  <a:cubicBezTo>
                    <a:pt x="27" y="7909"/>
                    <a:pt x="67" y="7923"/>
                    <a:pt x="106" y="7923"/>
                  </a:cubicBezTo>
                  <a:cubicBezTo>
                    <a:pt x="118" y="7923"/>
                    <a:pt x="131" y="7921"/>
                    <a:pt x="143" y="7918"/>
                  </a:cubicBezTo>
                  <a:lnTo>
                    <a:pt x="18121" y="286"/>
                  </a:lnTo>
                  <a:lnTo>
                    <a:pt x="1812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9" name="Google Shape;20149;p153"/>
            <p:cNvSpPr/>
            <p:nvPr/>
          </p:nvSpPr>
          <p:spPr>
            <a:xfrm>
              <a:off x="6126650" y="939825"/>
              <a:ext cx="68775" cy="119975"/>
            </a:xfrm>
            <a:custGeom>
              <a:avLst/>
              <a:gdLst/>
              <a:ahLst/>
              <a:cxnLst/>
              <a:rect l="l" t="t" r="r" b="b"/>
              <a:pathLst>
                <a:path w="2751" h="4799" extrusionOk="0">
                  <a:moveTo>
                    <a:pt x="2465" y="1"/>
                  </a:moveTo>
                  <a:lnTo>
                    <a:pt x="0" y="4739"/>
                  </a:lnTo>
                  <a:cubicBezTo>
                    <a:pt x="84" y="4763"/>
                    <a:pt x="179" y="4775"/>
                    <a:pt x="250" y="4799"/>
                  </a:cubicBezTo>
                  <a:lnTo>
                    <a:pt x="27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0" name="Google Shape;20150;p153"/>
            <p:cNvSpPr/>
            <p:nvPr/>
          </p:nvSpPr>
          <p:spPr>
            <a:xfrm>
              <a:off x="5887625" y="1106525"/>
              <a:ext cx="218800" cy="414050"/>
            </a:xfrm>
            <a:custGeom>
              <a:avLst/>
              <a:gdLst/>
              <a:ahLst/>
              <a:cxnLst/>
              <a:rect l="l" t="t" r="r" b="b"/>
              <a:pathLst>
                <a:path w="8752" h="16562" extrusionOk="0">
                  <a:moveTo>
                    <a:pt x="8561" y="0"/>
                  </a:moveTo>
                  <a:lnTo>
                    <a:pt x="1" y="16443"/>
                  </a:lnTo>
                  <a:cubicBezTo>
                    <a:pt x="96" y="16466"/>
                    <a:pt x="167" y="16502"/>
                    <a:pt x="227" y="16562"/>
                  </a:cubicBezTo>
                  <a:lnTo>
                    <a:pt x="3132" y="10990"/>
                  </a:lnTo>
                  <a:lnTo>
                    <a:pt x="3263" y="10740"/>
                  </a:lnTo>
                  <a:lnTo>
                    <a:pt x="8752" y="179"/>
                  </a:lnTo>
                  <a:cubicBezTo>
                    <a:pt x="8680" y="131"/>
                    <a:pt x="8621" y="72"/>
                    <a:pt x="8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1" name="Google Shape;20151;p153"/>
            <p:cNvSpPr/>
            <p:nvPr/>
          </p:nvSpPr>
          <p:spPr>
            <a:xfrm>
              <a:off x="4762775" y="1114700"/>
              <a:ext cx="59275" cy="58100"/>
            </a:xfrm>
            <a:custGeom>
              <a:avLst/>
              <a:gdLst/>
              <a:ahLst/>
              <a:cxnLst/>
              <a:rect l="l" t="t" r="r" b="b"/>
              <a:pathLst>
                <a:path w="2371" h="2324" extrusionOk="0">
                  <a:moveTo>
                    <a:pt x="1166" y="0"/>
                  </a:moveTo>
                  <a:cubicBezTo>
                    <a:pt x="1130" y="0"/>
                    <a:pt x="1095" y="2"/>
                    <a:pt x="1061" y="7"/>
                  </a:cubicBezTo>
                  <a:cubicBezTo>
                    <a:pt x="977" y="18"/>
                    <a:pt x="882" y="42"/>
                    <a:pt x="811" y="66"/>
                  </a:cubicBezTo>
                  <a:cubicBezTo>
                    <a:pt x="477" y="173"/>
                    <a:pt x="227" y="423"/>
                    <a:pt x="96" y="721"/>
                  </a:cubicBezTo>
                  <a:cubicBezTo>
                    <a:pt x="60" y="804"/>
                    <a:pt x="37" y="888"/>
                    <a:pt x="25" y="983"/>
                  </a:cubicBezTo>
                  <a:cubicBezTo>
                    <a:pt x="1" y="1078"/>
                    <a:pt x="1" y="1185"/>
                    <a:pt x="1" y="1292"/>
                  </a:cubicBezTo>
                  <a:cubicBezTo>
                    <a:pt x="78" y="1890"/>
                    <a:pt x="568" y="2324"/>
                    <a:pt x="1144" y="2324"/>
                  </a:cubicBezTo>
                  <a:cubicBezTo>
                    <a:pt x="1187" y="2324"/>
                    <a:pt x="1231" y="2321"/>
                    <a:pt x="1275" y="2316"/>
                  </a:cubicBezTo>
                  <a:cubicBezTo>
                    <a:pt x="1906" y="2245"/>
                    <a:pt x="2370" y="1673"/>
                    <a:pt x="2299" y="1054"/>
                  </a:cubicBezTo>
                  <a:cubicBezTo>
                    <a:pt x="2263" y="721"/>
                    <a:pt x="2108" y="459"/>
                    <a:pt x="1870" y="268"/>
                  </a:cubicBezTo>
                  <a:cubicBezTo>
                    <a:pt x="1787" y="209"/>
                    <a:pt x="1727" y="161"/>
                    <a:pt x="1644" y="126"/>
                  </a:cubicBezTo>
                  <a:cubicBezTo>
                    <a:pt x="1506" y="47"/>
                    <a:pt x="1335" y="0"/>
                    <a:pt x="11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2" name="Google Shape;20152;p153"/>
            <p:cNvSpPr/>
            <p:nvPr/>
          </p:nvSpPr>
          <p:spPr>
            <a:xfrm>
              <a:off x="4558600" y="1391375"/>
              <a:ext cx="30975" cy="29875"/>
            </a:xfrm>
            <a:custGeom>
              <a:avLst/>
              <a:gdLst/>
              <a:ahLst/>
              <a:cxnLst/>
              <a:rect l="l" t="t" r="r" b="b"/>
              <a:pathLst>
                <a:path w="1239" h="1195" extrusionOk="0">
                  <a:moveTo>
                    <a:pt x="548" y="0"/>
                  </a:moveTo>
                  <a:cubicBezTo>
                    <a:pt x="476" y="12"/>
                    <a:pt x="405" y="36"/>
                    <a:pt x="346" y="60"/>
                  </a:cubicBezTo>
                  <a:cubicBezTo>
                    <a:pt x="131" y="167"/>
                    <a:pt x="0" y="405"/>
                    <a:pt x="12" y="655"/>
                  </a:cubicBezTo>
                  <a:cubicBezTo>
                    <a:pt x="57" y="966"/>
                    <a:pt x="308" y="1195"/>
                    <a:pt x="603" y="1195"/>
                  </a:cubicBezTo>
                  <a:cubicBezTo>
                    <a:pt x="624" y="1195"/>
                    <a:pt x="646" y="1193"/>
                    <a:pt x="667" y="1191"/>
                  </a:cubicBezTo>
                  <a:cubicBezTo>
                    <a:pt x="1000" y="1167"/>
                    <a:pt x="1238" y="870"/>
                    <a:pt x="1203" y="536"/>
                  </a:cubicBezTo>
                  <a:cubicBezTo>
                    <a:pt x="1191" y="346"/>
                    <a:pt x="1084" y="191"/>
                    <a:pt x="941" y="108"/>
                  </a:cubicBezTo>
                  <a:cubicBezTo>
                    <a:pt x="869" y="60"/>
                    <a:pt x="786" y="36"/>
                    <a:pt x="703" y="12"/>
                  </a:cubicBezTo>
                  <a:cubicBezTo>
                    <a:pt x="667" y="0"/>
                    <a:pt x="643" y="0"/>
                    <a:pt x="59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3" name="Google Shape;20153;p153"/>
            <p:cNvSpPr/>
            <p:nvPr/>
          </p:nvSpPr>
          <p:spPr>
            <a:xfrm>
              <a:off x="4196350" y="1025325"/>
              <a:ext cx="30075" cy="30150"/>
            </a:xfrm>
            <a:custGeom>
              <a:avLst/>
              <a:gdLst/>
              <a:ahLst/>
              <a:cxnLst/>
              <a:rect l="l" t="t" r="r" b="b"/>
              <a:pathLst>
                <a:path w="1203" h="1206" extrusionOk="0">
                  <a:moveTo>
                    <a:pt x="622" y="1"/>
                  </a:moveTo>
                  <a:cubicBezTo>
                    <a:pt x="596" y="1"/>
                    <a:pt x="566" y="4"/>
                    <a:pt x="536" y="10"/>
                  </a:cubicBezTo>
                  <a:cubicBezTo>
                    <a:pt x="238" y="45"/>
                    <a:pt x="24" y="283"/>
                    <a:pt x="0" y="569"/>
                  </a:cubicBezTo>
                  <a:lnTo>
                    <a:pt x="0" y="664"/>
                  </a:lnTo>
                  <a:cubicBezTo>
                    <a:pt x="0" y="724"/>
                    <a:pt x="12" y="772"/>
                    <a:pt x="36" y="831"/>
                  </a:cubicBezTo>
                  <a:cubicBezTo>
                    <a:pt x="123" y="1048"/>
                    <a:pt x="337" y="1205"/>
                    <a:pt x="581" y="1205"/>
                  </a:cubicBezTo>
                  <a:cubicBezTo>
                    <a:pt x="606" y="1205"/>
                    <a:pt x="630" y="1204"/>
                    <a:pt x="655" y="1200"/>
                  </a:cubicBezTo>
                  <a:cubicBezTo>
                    <a:pt x="679" y="1200"/>
                    <a:pt x="727" y="1188"/>
                    <a:pt x="750" y="1188"/>
                  </a:cubicBezTo>
                  <a:cubicBezTo>
                    <a:pt x="846" y="1165"/>
                    <a:pt x="917" y="1117"/>
                    <a:pt x="977" y="1069"/>
                  </a:cubicBezTo>
                  <a:cubicBezTo>
                    <a:pt x="1131" y="938"/>
                    <a:pt x="1203" y="748"/>
                    <a:pt x="1191" y="545"/>
                  </a:cubicBezTo>
                  <a:cubicBezTo>
                    <a:pt x="1167" y="367"/>
                    <a:pt x="1072" y="224"/>
                    <a:pt x="929" y="117"/>
                  </a:cubicBezTo>
                  <a:cubicBezTo>
                    <a:pt x="858" y="69"/>
                    <a:pt x="786" y="33"/>
                    <a:pt x="691" y="10"/>
                  </a:cubicBezTo>
                  <a:cubicBezTo>
                    <a:pt x="673" y="4"/>
                    <a:pt x="649" y="1"/>
                    <a:pt x="6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4" name="Google Shape;20154;p153"/>
            <p:cNvSpPr/>
            <p:nvPr/>
          </p:nvSpPr>
          <p:spPr>
            <a:xfrm>
              <a:off x="4432100" y="1005225"/>
              <a:ext cx="30075" cy="29900"/>
            </a:xfrm>
            <a:custGeom>
              <a:avLst/>
              <a:gdLst/>
              <a:ahLst/>
              <a:cxnLst/>
              <a:rect l="l" t="t" r="r" b="b"/>
              <a:pathLst>
                <a:path w="1203" h="1196" extrusionOk="0">
                  <a:moveTo>
                    <a:pt x="614" y="0"/>
                  </a:moveTo>
                  <a:cubicBezTo>
                    <a:pt x="592" y="0"/>
                    <a:pt x="570" y="2"/>
                    <a:pt x="548" y="4"/>
                  </a:cubicBezTo>
                  <a:cubicBezTo>
                    <a:pt x="464" y="16"/>
                    <a:pt x="369" y="40"/>
                    <a:pt x="310" y="87"/>
                  </a:cubicBezTo>
                  <a:cubicBezTo>
                    <a:pt x="238" y="135"/>
                    <a:pt x="179" y="195"/>
                    <a:pt x="131" y="254"/>
                  </a:cubicBezTo>
                  <a:cubicBezTo>
                    <a:pt x="83" y="325"/>
                    <a:pt x="48" y="397"/>
                    <a:pt x="24" y="492"/>
                  </a:cubicBezTo>
                  <a:cubicBezTo>
                    <a:pt x="12" y="540"/>
                    <a:pt x="0" y="599"/>
                    <a:pt x="12" y="659"/>
                  </a:cubicBezTo>
                  <a:cubicBezTo>
                    <a:pt x="47" y="961"/>
                    <a:pt x="309" y="1195"/>
                    <a:pt x="631" y="1195"/>
                  </a:cubicBezTo>
                  <a:cubicBezTo>
                    <a:pt x="639" y="1195"/>
                    <a:pt x="647" y="1195"/>
                    <a:pt x="655" y="1195"/>
                  </a:cubicBezTo>
                  <a:lnTo>
                    <a:pt x="667" y="1195"/>
                  </a:lnTo>
                  <a:cubicBezTo>
                    <a:pt x="762" y="1171"/>
                    <a:pt x="834" y="1159"/>
                    <a:pt x="905" y="1111"/>
                  </a:cubicBezTo>
                  <a:cubicBezTo>
                    <a:pt x="1000" y="1076"/>
                    <a:pt x="1072" y="992"/>
                    <a:pt x="1119" y="909"/>
                  </a:cubicBezTo>
                  <a:cubicBezTo>
                    <a:pt x="1155" y="837"/>
                    <a:pt x="1191" y="754"/>
                    <a:pt x="1203" y="671"/>
                  </a:cubicBezTo>
                  <a:lnTo>
                    <a:pt x="1203" y="540"/>
                  </a:lnTo>
                  <a:cubicBezTo>
                    <a:pt x="1180" y="229"/>
                    <a:pt x="920" y="0"/>
                    <a:pt x="61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5" name="Google Shape;20155;p153"/>
            <p:cNvSpPr/>
            <p:nvPr/>
          </p:nvSpPr>
          <p:spPr>
            <a:xfrm>
              <a:off x="4392800" y="1332150"/>
              <a:ext cx="9850" cy="10525"/>
            </a:xfrm>
            <a:custGeom>
              <a:avLst/>
              <a:gdLst/>
              <a:ahLst/>
              <a:cxnLst/>
              <a:rect l="l" t="t" r="r" b="b"/>
              <a:pathLst>
                <a:path w="394" h="421" extrusionOk="0">
                  <a:moveTo>
                    <a:pt x="179" y="0"/>
                  </a:moveTo>
                  <a:cubicBezTo>
                    <a:pt x="96" y="0"/>
                    <a:pt x="60" y="48"/>
                    <a:pt x="24" y="107"/>
                  </a:cubicBezTo>
                  <a:cubicBezTo>
                    <a:pt x="12" y="131"/>
                    <a:pt x="0" y="179"/>
                    <a:pt x="0" y="238"/>
                  </a:cubicBezTo>
                  <a:cubicBezTo>
                    <a:pt x="11" y="343"/>
                    <a:pt x="77" y="421"/>
                    <a:pt x="175" y="421"/>
                  </a:cubicBezTo>
                  <a:cubicBezTo>
                    <a:pt x="188" y="421"/>
                    <a:pt x="201" y="420"/>
                    <a:pt x="215" y="417"/>
                  </a:cubicBezTo>
                  <a:cubicBezTo>
                    <a:pt x="322" y="405"/>
                    <a:pt x="381" y="333"/>
                    <a:pt x="393" y="238"/>
                  </a:cubicBezTo>
                  <a:lnTo>
                    <a:pt x="393" y="191"/>
                  </a:lnTo>
                  <a:cubicBezTo>
                    <a:pt x="393" y="107"/>
                    <a:pt x="334" y="36"/>
                    <a:pt x="262" y="24"/>
                  </a:cubicBezTo>
                  <a:cubicBezTo>
                    <a:pt x="239" y="0"/>
                    <a:pt x="203" y="0"/>
                    <a:pt x="17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6" name="Google Shape;20156;p153"/>
            <p:cNvSpPr/>
            <p:nvPr/>
          </p:nvSpPr>
          <p:spPr>
            <a:xfrm>
              <a:off x="5860550" y="1516575"/>
              <a:ext cx="42275" cy="40975"/>
            </a:xfrm>
            <a:custGeom>
              <a:avLst/>
              <a:gdLst/>
              <a:ahLst/>
              <a:cxnLst/>
              <a:rect l="l" t="t" r="r" b="b"/>
              <a:pathLst>
                <a:path w="1691" h="1639" extrusionOk="0">
                  <a:moveTo>
                    <a:pt x="853" y="0"/>
                  </a:moveTo>
                  <a:cubicBezTo>
                    <a:pt x="827" y="0"/>
                    <a:pt x="801" y="2"/>
                    <a:pt x="774" y="5"/>
                  </a:cubicBezTo>
                  <a:lnTo>
                    <a:pt x="762" y="5"/>
                  </a:lnTo>
                  <a:cubicBezTo>
                    <a:pt x="679" y="29"/>
                    <a:pt x="595" y="41"/>
                    <a:pt x="536" y="64"/>
                  </a:cubicBezTo>
                  <a:cubicBezTo>
                    <a:pt x="203" y="207"/>
                    <a:pt x="0" y="541"/>
                    <a:pt x="24" y="898"/>
                  </a:cubicBezTo>
                  <a:cubicBezTo>
                    <a:pt x="69" y="1327"/>
                    <a:pt x="436" y="1639"/>
                    <a:pt x="850" y="1639"/>
                  </a:cubicBezTo>
                  <a:cubicBezTo>
                    <a:pt x="872" y="1639"/>
                    <a:pt x="895" y="1638"/>
                    <a:pt x="917" y="1636"/>
                  </a:cubicBezTo>
                  <a:cubicBezTo>
                    <a:pt x="1369" y="1588"/>
                    <a:pt x="1691" y="1184"/>
                    <a:pt x="1655" y="743"/>
                  </a:cubicBezTo>
                  <a:cubicBezTo>
                    <a:pt x="1619" y="505"/>
                    <a:pt x="1500" y="291"/>
                    <a:pt x="1310" y="160"/>
                  </a:cubicBezTo>
                  <a:cubicBezTo>
                    <a:pt x="1238" y="112"/>
                    <a:pt x="1155" y="64"/>
                    <a:pt x="1084" y="41"/>
                  </a:cubicBezTo>
                  <a:cubicBezTo>
                    <a:pt x="1003" y="14"/>
                    <a:pt x="930" y="0"/>
                    <a:pt x="8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7" name="Google Shape;20157;p153"/>
            <p:cNvSpPr/>
            <p:nvPr/>
          </p:nvSpPr>
          <p:spPr>
            <a:xfrm>
              <a:off x="5775700" y="1136275"/>
              <a:ext cx="29800" cy="28900"/>
            </a:xfrm>
            <a:custGeom>
              <a:avLst/>
              <a:gdLst/>
              <a:ahLst/>
              <a:cxnLst/>
              <a:rect l="l" t="t" r="r" b="b"/>
              <a:pathLst>
                <a:path w="1192" h="1156" extrusionOk="0">
                  <a:moveTo>
                    <a:pt x="537" y="1"/>
                  </a:moveTo>
                  <a:cubicBezTo>
                    <a:pt x="465" y="1"/>
                    <a:pt x="382" y="25"/>
                    <a:pt x="322" y="60"/>
                  </a:cubicBezTo>
                  <a:cubicBezTo>
                    <a:pt x="263" y="84"/>
                    <a:pt x="203" y="132"/>
                    <a:pt x="168" y="191"/>
                  </a:cubicBezTo>
                  <a:cubicBezTo>
                    <a:pt x="60" y="310"/>
                    <a:pt x="1" y="453"/>
                    <a:pt x="25" y="632"/>
                  </a:cubicBezTo>
                  <a:cubicBezTo>
                    <a:pt x="60" y="918"/>
                    <a:pt x="299" y="1144"/>
                    <a:pt x="560" y="1156"/>
                  </a:cubicBezTo>
                  <a:lnTo>
                    <a:pt x="656" y="1156"/>
                  </a:lnTo>
                  <a:cubicBezTo>
                    <a:pt x="680" y="1156"/>
                    <a:pt x="739" y="1144"/>
                    <a:pt x="799" y="1108"/>
                  </a:cubicBezTo>
                  <a:cubicBezTo>
                    <a:pt x="1025" y="1025"/>
                    <a:pt x="1192" y="787"/>
                    <a:pt x="1156" y="513"/>
                  </a:cubicBezTo>
                  <a:cubicBezTo>
                    <a:pt x="1156" y="441"/>
                    <a:pt x="1132" y="370"/>
                    <a:pt x="1096" y="310"/>
                  </a:cubicBezTo>
                  <a:cubicBezTo>
                    <a:pt x="1061" y="227"/>
                    <a:pt x="1013" y="156"/>
                    <a:pt x="941" y="108"/>
                  </a:cubicBezTo>
                  <a:cubicBezTo>
                    <a:pt x="834" y="36"/>
                    <a:pt x="703" y="1"/>
                    <a:pt x="56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8" name="Google Shape;20158;p153"/>
            <p:cNvSpPr/>
            <p:nvPr/>
          </p:nvSpPr>
          <p:spPr>
            <a:xfrm>
              <a:off x="5559325" y="973750"/>
              <a:ext cx="30375" cy="28950"/>
            </a:xfrm>
            <a:custGeom>
              <a:avLst/>
              <a:gdLst/>
              <a:ahLst/>
              <a:cxnLst/>
              <a:rect l="l" t="t" r="r" b="b"/>
              <a:pathLst>
                <a:path w="1215" h="1158" extrusionOk="0">
                  <a:moveTo>
                    <a:pt x="679" y="1"/>
                  </a:moveTo>
                  <a:lnTo>
                    <a:pt x="548" y="13"/>
                  </a:lnTo>
                  <a:cubicBezTo>
                    <a:pt x="488" y="13"/>
                    <a:pt x="429" y="25"/>
                    <a:pt x="369" y="49"/>
                  </a:cubicBezTo>
                  <a:cubicBezTo>
                    <a:pt x="286" y="84"/>
                    <a:pt x="214" y="144"/>
                    <a:pt x="155" y="203"/>
                  </a:cubicBezTo>
                  <a:cubicBezTo>
                    <a:pt x="48" y="322"/>
                    <a:pt x="0" y="465"/>
                    <a:pt x="24" y="632"/>
                  </a:cubicBezTo>
                  <a:cubicBezTo>
                    <a:pt x="36" y="727"/>
                    <a:pt x="48" y="799"/>
                    <a:pt x="95" y="858"/>
                  </a:cubicBezTo>
                  <a:cubicBezTo>
                    <a:pt x="143" y="930"/>
                    <a:pt x="202" y="989"/>
                    <a:pt x="274" y="1049"/>
                  </a:cubicBezTo>
                  <a:cubicBezTo>
                    <a:pt x="370" y="1113"/>
                    <a:pt x="485" y="1158"/>
                    <a:pt x="611" y="1158"/>
                  </a:cubicBezTo>
                  <a:cubicBezTo>
                    <a:pt x="626" y="1158"/>
                    <a:pt x="640" y="1157"/>
                    <a:pt x="655" y="1156"/>
                  </a:cubicBezTo>
                  <a:cubicBezTo>
                    <a:pt x="976" y="1120"/>
                    <a:pt x="1214" y="834"/>
                    <a:pt x="1179" y="525"/>
                  </a:cubicBezTo>
                  <a:cubicBezTo>
                    <a:pt x="1167" y="334"/>
                    <a:pt x="1060" y="191"/>
                    <a:pt x="917" y="84"/>
                  </a:cubicBezTo>
                  <a:cubicBezTo>
                    <a:pt x="833" y="37"/>
                    <a:pt x="750" y="1"/>
                    <a:pt x="67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9" name="Google Shape;20159;p153"/>
            <p:cNvSpPr/>
            <p:nvPr/>
          </p:nvSpPr>
          <p:spPr>
            <a:xfrm>
              <a:off x="4618425" y="1217425"/>
              <a:ext cx="22050" cy="20375"/>
            </a:xfrm>
            <a:custGeom>
              <a:avLst/>
              <a:gdLst/>
              <a:ahLst/>
              <a:cxnLst/>
              <a:rect l="l" t="t" r="r" b="b"/>
              <a:pathLst>
                <a:path w="882" h="815" extrusionOk="0">
                  <a:moveTo>
                    <a:pt x="442" y="1"/>
                  </a:moveTo>
                  <a:cubicBezTo>
                    <a:pt x="422" y="1"/>
                    <a:pt x="402" y="2"/>
                    <a:pt x="381" y="5"/>
                  </a:cubicBezTo>
                  <a:lnTo>
                    <a:pt x="358" y="5"/>
                  </a:lnTo>
                  <a:cubicBezTo>
                    <a:pt x="155" y="41"/>
                    <a:pt x="0" y="219"/>
                    <a:pt x="24" y="422"/>
                  </a:cubicBezTo>
                  <a:lnTo>
                    <a:pt x="24" y="458"/>
                  </a:lnTo>
                  <a:cubicBezTo>
                    <a:pt x="36" y="541"/>
                    <a:pt x="60" y="600"/>
                    <a:pt x="108" y="660"/>
                  </a:cubicBezTo>
                  <a:cubicBezTo>
                    <a:pt x="119" y="684"/>
                    <a:pt x="143" y="708"/>
                    <a:pt x="167" y="720"/>
                  </a:cubicBezTo>
                  <a:cubicBezTo>
                    <a:pt x="227" y="779"/>
                    <a:pt x="322" y="815"/>
                    <a:pt x="405" y="815"/>
                  </a:cubicBezTo>
                  <a:lnTo>
                    <a:pt x="477" y="815"/>
                  </a:lnTo>
                  <a:cubicBezTo>
                    <a:pt x="703" y="803"/>
                    <a:pt x="881" y="589"/>
                    <a:pt x="858" y="362"/>
                  </a:cubicBezTo>
                  <a:cubicBezTo>
                    <a:pt x="834" y="219"/>
                    <a:pt x="750" y="100"/>
                    <a:pt x="643" y="41"/>
                  </a:cubicBezTo>
                  <a:cubicBezTo>
                    <a:pt x="563" y="14"/>
                    <a:pt x="503" y="1"/>
                    <a:pt x="4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0" name="Google Shape;20160;p153"/>
            <p:cNvSpPr/>
            <p:nvPr/>
          </p:nvSpPr>
          <p:spPr>
            <a:xfrm>
              <a:off x="5439650" y="946275"/>
              <a:ext cx="21175" cy="20375"/>
            </a:xfrm>
            <a:custGeom>
              <a:avLst/>
              <a:gdLst/>
              <a:ahLst/>
              <a:cxnLst/>
              <a:rect l="l" t="t" r="r" b="b"/>
              <a:pathLst>
                <a:path w="847" h="815" extrusionOk="0">
                  <a:moveTo>
                    <a:pt x="430" y="0"/>
                  </a:moveTo>
                  <a:cubicBezTo>
                    <a:pt x="411" y="0"/>
                    <a:pt x="391" y="2"/>
                    <a:pt x="370" y="5"/>
                  </a:cubicBezTo>
                  <a:cubicBezTo>
                    <a:pt x="358" y="5"/>
                    <a:pt x="346" y="5"/>
                    <a:pt x="334" y="16"/>
                  </a:cubicBezTo>
                  <a:cubicBezTo>
                    <a:pt x="239" y="40"/>
                    <a:pt x="179" y="76"/>
                    <a:pt x="120" y="136"/>
                  </a:cubicBezTo>
                  <a:cubicBezTo>
                    <a:pt x="60" y="195"/>
                    <a:pt x="13" y="290"/>
                    <a:pt x="13" y="374"/>
                  </a:cubicBezTo>
                  <a:cubicBezTo>
                    <a:pt x="11" y="372"/>
                    <a:pt x="10" y="371"/>
                    <a:pt x="8" y="371"/>
                  </a:cubicBezTo>
                  <a:cubicBezTo>
                    <a:pt x="1" y="371"/>
                    <a:pt x="1" y="402"/>
                    <a:pt x="1" y="433"/>
                  </a:cubicBezTo>
                  <a:cubicBezTo>
                    <a:pt x="35" y="652"/>
                    <a:pt x="214" y="815"/>
                    <a:pt x="430" y="815"/>
                  </a:cubicBezTo>
                  <a:cubicBezTo>
                    <a:pt x="438" y="815"/>
                    <a:pt x="446" y="815"/>
                    <a:pt x="453" y="814"/>
                  </a:cubicBezTo>
                  <a:cubicBezTo>
                    <a:pt x="667" y="790"/>
                    <a:pt x="846" y="588"/>
                    <a:pt x="822" y="362"/>
                  </a:cubicBezTo>
                  <a:cubicBezTo>
                    <a:pt x="810" y="219"/>
                    <a:pt x="715" y="100"/>
                    <a:pt x="584" y="40"/>
                  </a:cubicBezTo>
                  <a:cubicBezTo>
                    <a:pt x="539" y="14"/>
                    <a:pt x="488" y="0"/>
                    <a:pt x="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1" name="Google Shape;20161;p153"/>
            <p:cNvSpPr/>
            <p:nvPr/>
          </p:nvSpPr>
          <p:spPr>
            <a:xfrm>
              <a:off x="5341125" y="1157350"/>
              <a:ext cx="21450" cy="20100"/>
            </a:xfrm>
            <a:custGeom>
              <a:avLst/>
              <a:gdLst/>
              <a:ahLst/>
              <a:cxnLst/>
              <a:rect l="l" t="t" r="r" b="b"/>
              <a:pathLst>
                <a:path w="858" h="804" extrusionOk="0">
                  <a:moveTo>
                    <a:pt x="436" y="0"/>
                  </a:moveTo>
                  <a:cubicBezTo>
                    <a:pt x="418" y="0"/>
                    <a:pt x="400" y="1"/>
                    <a:pt x="382" y="3"/>
                  </a:cubicBezTo>
                  <a:lnTo>
                    <a:pt x="346" y="3"/>
                  </a:lnTo>
                  <a:cubicBezTo>
                    <a:pt x="251" y="15"/>
                    <a:pt x="179" y="63"/>
                    <a:pt x="120" y="122"/>
                  </a:cubicBezTo>
                  <a:lnTo>
                    <a:pt x="25" y="253"/>
                  </a:lnTo>
                  <a:cubicBezTo>
                    <a:pt x="13" y="313"/>
                    <a:pt x="1" y="372"/>
                    <a:pt x="13" y="432"/>
                  </a:cubicBezTo>
                  <a:cubicBezTo>
                    <a:pt x="46" y="643"/>
                    <a:pt x="215" y="803"/>
                    <a:pt x="422" y="803"/>
                  </a:cubicBezTo>
                  <a:cubicBezTo>
                    <a:pt x="436" y="803"/>
                    <a:pt x="451" y="802"/>
                    <a:pt x="465" y="801"/>
                  </a:cubicBezTo>
                  <a:cubicBezTo>
                    <a:pt x="679" y="789"/>
                    <a:pt x="858" y="587"/>
                    <a:pt x="834" y="360"/>
                  </a:cubicBezTo>
                  <a:cubicBezTo>
                    <a:pt x="834" y="325"/>
                    <a:pt x="822" y="301"/>
                    <a:pt x="798" y="253"/>
                  </a:cubicBezTo>
                  <a:cubicBezTo>
                    <a:pt x="787" y="182"/>
                    <a:pt x="727" y="110"/>
                    <a:pt x="656" y="63"/>
                  </a:cubicBezTo>
                  <a:cubicBezTo>
                    <a:pt x="596" y="23"/>
                    <a:pt x="521" y="0"/>
                    <a:pt x="43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2" name="Google Shape;20162;p153"/>
            <p:cNvSpPr/>
            <p:nvPr/>
          </p:nvSpPr>
          <p:spPr>
            <a:xfrm>
              <a:off x="4884825" y="973175"/>
              <a:ext cx="20850" cy="20850"/>
            </a:xfrm>
            <a:custGeom>
              <a:avLst/>
              <a:gdLst/>
              <a:ahLst/>
              <a:cxnLst/>
              <a:rect l="l" t="t" r="r" b="b"/>
              <a:pathLst>
                <a:path w="834" h="834" extrusionOk="0">
                  <a:moveTo>
                    <a:pt x="381" y="0"/>
                  </a:moveTo>
                  <a:cubicBezTo>
                    <a:pt x="239" y="12"/>
                    <a:pt x="143" y="72"/>
                    <a:pt x="84" y="179"/>
                  </a:cubicBezTo>
                  <a:cubicBezTo>
                    <a:pt x="36" y="250"/>
                    <a:pt x="0" y="345"/>
                    <a:pt x="0" y="429"/>
                  </a:cubicBezTo>
                  <a:lnTo>
                    <a:pt x="0" y="464"/>
                  </a:lnTo>
                  <a:cubicBezTo>
                    <a:pt x="24" y="548"/>
                    <a:pt x="48" y="631"/>
                    <a:pt x="108" y="691"/>
                  </a:cubicBezTo>
                  <a:cubicBezTo>
                    <a:pt x="167" y="762"/>
                    <a:pt x="239" y="810"/>
                    <a:pt x="334" y="822"/>
                  </a:cubicBezTo>
                  <a:cubicBezTo>
                    <a:pt x="381" y="834"/>
                    <a:pt x="417" y="834"/>
                    <a:pt x="465" y="834"/>
                  </a:cubicBezTo>
                  <a:cubicBezTo>
                    <a:pt x="655" y="822"/>
                    <a:pt x="798" y="691"/>
                    <a:pt x="822" y="512"/>
                  </a:cubicBezTo>
                  <a:cubicBezTo>
                    <a:pt x="822" y="464"/>
                    <a:pt x="834" y="417"/>
                    <a:pt x="822" y="369"/>
                  </a:cubicBezTo>
                  <a:cubicBezTo>
                    <a:pt x="822" y="334"/>
                    <a:pt x="810" y="286"/>
                    <a:pt x="798" y="238"/>
                  </a:cubicBezTo>
                  <a:cubicBezTo>
                    <a:pt x="774" y="214"/>
                    <a:pt x="762" y="179"/>
                    <a:pt x="751" y="167"/>
                  </a:cubicBezTo>
                  <a:cubicBezTo>
                    <a:pt x="691" y="95"/>
                    <a:pt x="620" y="48"/>
                    <a:pt x="536" y="12"/>
                  </a:cubicBezTo>
                  <a:cubicBezTo>
                    <a:pt x="501" y="0"/>
                    <a:pt x="441" y="0"/>
                    <a:pt x="38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3" name="Google Shape;20163;p153"/>
            <p:cNvSpPr/>
            <p:nvPr/>
          </p:nvSpPr>
          <p:spPr>
            <a:xfrm>
              <a:off x="3994525" y="940125"/>
              <a:ext cx="20575" cy="10200"/>
            </a:xfrm>
            <a:custGeom>
              <a:avLst/>
              <a:gdLst/>
              <a:ahLst/>
              <a:cxnLst/>
              <a:rect l="l" t="t" r="r" b="b"/>
              <a:pathLst>
                <a:path w="823" h="408" extrusionOk="0">
                  <a:moveTo>
                    <a:pt x="1" y="1"/>
                  </a:moveTo>
                  <a:lnTo>
                    <a:pt x="1" y="48"/>
                  </a:lnTo>
                  <a:cubicBezTo>
                    <a:pt x="1" y="84"/>
                    <a:pt x="13" y="132"/>
                    <a:pt x="37" y="167"/>
                  </a:cubicBezTo>
                  <a:cubicBezTo>
                    <a:pt x="49" y="203"/>
                    <a:pt x="72" y="251"/>
                    <a:pt x="120" y="286"/>
                  </a:cubicBezTo>
                  <a:cubicBezTo>
                    <a:pt x="205" y="361"/>
                    <a:pt x="310" y="407"/>
                    <a:pt x="417" y="407"/>
                  </a:cubicBezTo>
                  <a:cubicBezTo>
                    <a:pt x="429" y="407"/>
                    <a:pt x="441" y="407"/>
                    <a:pt x="453" y="405"/>
                  </a:cubicBezTo>
                  <a:cubicBezTo>
                    <a:pt x="465" y="405"/>
                    <a:pt x="477" y="405"/>
                    <a:pt x="489" y="382"/>
                  </a:cubicBezTo>
                  <a:cubicBezTo>
                    <a:pt x="596" y="370"/>
                    <a:pt x="691" y="310"/>
                    <a:pt x="751" y="239"/>
                  </a:cubicBezTo>
                  <a:cubicBezTo>
                    <a:pt x="787" y="167"/>
                    <a:pt x="822" y="84"/>
                    <a:pt x="82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4" name="Google Shape;20164;p153"/>
            <p:cNvSpPr/>
            <p:nvPr/>
          </p:nvSpPr>
          <p:spPr>
            <a:xfrm>
              <a:off x="4521100" y="1262650"/>
              <a:ext cx="21150" cy="20400"/>
            </a:xfrm>
            <a:custGeom>
              <a:avLst/>
              <a:gdLst/>
              <a:ahLst/>
              <a:cxnLst/>
              <a:rect l="l" t="t" r="r" b="b"/>
              <a:pathLst>
                <a:path w="846" h="816" extrusionOk="0">
                  <a:moveTo>
                    <a:pt x="463" y="1"/>
                  </a:moveTo>
                  <a:cubicBezTo>
                    <a:pt x="443" y="1"/>
                    <a:pt x="424" y="2"/>
                    <a:pt x="405" y="6"/>
                  </a:cubicBezTo>
                  <a:lnTo>
                    <a:pt x="381" y="6"/>
                  </a:lnTo>
                  <a:cubicBezTo>
                    <a:pt x="298" y="18"/>
                    <a:pt x="226" y="42"/>
                    <a:pt x="167" y="89"/>
                  </a:cubicBezTo>
                  <a:cubicBezTo>
                    <a:pt x="60" y="173"/>
                    <a:pt x="0" y="315"/>
                    <a:pt x="12" y="446"/>
                  </a:cubicBezTo>
                  <a:cubicBezTo>
                    <a:pt x="12" y="458"/>
                    <a:pt x="12" y="482"/>
                    <a:pt x="24" y="494"/>
                  </a:cubicBezTo>
                  <a:cubicBezTo>
                    <a:pt x="48" y="577"/>
                    <a:pt x="107" y="649"/>
                    <a:pt x="167" y="720"/>
                  </a:cubicBezTo>
                  <a:cubicBezTo>
                    <a:pt x="226" y="780"/>
                    <a:pt x="310" y="804"/>
                    <a:pt x="405" y="816"/>
                  </a:cubicBezTo>
                  <a:lnTo>
                    <a:pt x="476" y="816"/>
                  </a:lnTo>
                  <a:cubicBezTo>
                    <a:pt x="536" y="816"/>
                    <a:pt x="595" y="804"/>
                    <a:pt x="655" y="756"/>
                  </a:cubicBezTo>
                  <a:cubicBezTo>
                    <a:pt x="774" y="685"/>
                    <a:pt x="845" y="554"/>
                    <a:pt x="833" y="399"/>
                  </a:cubicBezTo>
                  <a:lnTo>
                    <a:pt x="833" y="375"/>
                  </a:lnTo>
                  <a:cubicBezTo>
                    <a:pt x="822" y="280"/>
                    <a:pt x="786" y="208"/>
                    <a:pt x="738" y="149"/>
                  </a:cubicBezTo>
                  <a:cubicBezTo>
                    <a:pt x="677" y="57"/>
                    <a:pt x="573" y="1"/>
                    <a:pt x="4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5" name="Google Shape;20165;p153"/>
            <p:cNvSpPr/>
            <p:nvPr/>
          </p:nvSpPr>
          <p:spPr>
            <a:xfrm>
              <a:off x="3877250" y="1014750"/>
              <a:ext cx="22050" cy="20675"/>
            </a:xfrm>
            <a:custGeom>
              <a:avLst/>
              <a:gdLst/>
              <a:ahLst/>
              <a:cxnLst/>
              <a:rect l="l" t="t" r="r" b="b"/>
              <a:pathLst>
                <a:path w="882" h="827" extrusionOk="0">
                  <a:moveTo>
                    <a:pt x="491" y="1"/>
                  </a:moveTo>
                  <a:cubicBezTo>
                    <a:pt x="479" y="1"/>
                    <a:pt x="466" y="2"/>
                    <a:pt x="453" y="4"/>
                  </a:cubicBezTo>
                  <a:lnTo>
                    <a:pt x="406" y="4"/>
                  </a:lnTo>
                  <a:cubicBezTo>
                    <a:pt x="179" y="16"/>
                    <a:pt x="1" y="230"/>
                    <a:pt x="37" y="456"/>
                  </a:cubicBezTo>
                  <a:cubicBezTo>
                    <a:pt x="60" y="664"/>
                    <a:pt x="249" y="826"/>
                    <a:pt x="455" y="826"/>
                  </a:cubicBezTo>
                  <a:cubicBezTo>
                    <a:pt x="463" y="826"/>
                    <a:pt x="470" y="826"/>
                    <a:pt x="477" y="826"/>
                  </a:cubicBezTo>
                  <a:cubicBezTo>
                    <a:pt x="703" y="814"/>
                    <a:pt x="882" y="599"/>
                    <a:pt x="858" y="373"/>
                  </a:cubicBezTo>
                  <a:cubicBezTo>
                    <a:pt x="858" y="337"/>
                    <a:pt x="834" y="290"/>
                    <a:pt x="822" y="254"/>
                  </a:cubicBezTo>
                  <a:cubicBezTo>
                    <a:pt x="810" y="159"/>
                    <a:pt x="751" y="99"/>
                    <a:pt x="656" y="52"/>
                  </a:cubicBezTo>
                  <a:cubicBezTo>
                    <a:pt x="607" y="22"/>
                    <a:pt x="550" y="1"/>
                    <a:pt x="4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6" name="Google Shape;20166;p153"/>
            <p:cNvSpPr/>
            <p:nvPr/>
          </p:nvSpPr>
          <p:spPr>
            <a:xfrm>
              <a:off x="6017400" y="939525"/>
              <a:ext cx="25025" cy="23025"/>
            </a:xfrm>
            <a:custGeom>
              <a:avLst/>
              <a:gdLst/>
              <a:ahLst/>
              <a:cxnLst/>
              <a:rect l="l" t="t" r="r" b="b"/>
              <a:pathLst>
                <a:path w="1001" h="921" extrusionOk="0">
                  <a:moveTo>
                    <a:pt x="370" y="1"/>
                  </a:moveTo>
                  <a:cubicBezTo>
                    <a:pt x="358" y="1"/>
                    <a:pt x="334" y="25"/>
                    <a:pt x="310" y="25"/>
                  </a:cubicBezTo>
                  <a:cubicBezTo>
                    <a:pt x="287" y="36"/>
                    <a:pt x="251" y="48"/>
                    <a:pt x="239" y="72"/>
                  </a:cubicBezTo>
                  <a:cubicBezTo>
                    <a:pt x="191" y="96"/>
                    <a:pt x="156" y="144"/>
                    <a:pt x="120" y="191"/>
                  </a:cubicBezTo>
                  <a:cubicBezTo>
                    <a:pt x="13" y="322"/>
                    <a:pt x="1" y="513"/>
                    <a:pt x="96" y="679"/>
                  </a:cubicBezTo>
                  <a:cubicBezTo>
                    <a:pt x="96" y="691"/>
                    <a:pt x="108" y="691"/>
                    <a:pt x="108" y="703"/>
                  </a:cubicBezTo>
                  <a:cubicBezTo>
                    <a:pt x="144" y="763"/>
                    <a:pt x="203" y="822"/>
                    <a:pt x="263" y="858"/>
                  </a:cubicBezTo>
                  <a:cubicBezTo>
                    <a:pt x="332" y="897"/>
                    <a:pt x="417" y="921"/>
                    <a:pt x="512" y="921"/>
                  </a:cubicBezTo>
                  <a:cubicBezTo>
                    <a:pt x="532" y="921"/>
                    <a:pt x="552" y="920"/>
                    <a:pt x="572" y="918"/>
                  </a:cubicBezTo>
                  <a:cubicBezTo>
                    <a:pt x="632" y="894"/>
                    <a:pt x="691" y="882"/>
                    <a:pt x="727" y="858"/>
                  </a:cubicBezTo>
                  <a:cubicBezTo>
                    <a:pt x="763" y="846"/>
                    <a:pt x="775" y="822"/>
                    <a:pt x="810" y="798"/>
                  </a:cubicBezTo>
                  <a:cubicBezTo>
                    <a:pt x="941" y="679"/>
                    <a:pt x="1001" y="465"/>
                    <a:pt x="929" y="310"/>
                  </a:cubicBezTo>
                  <a:lnTo>
                    <a:pt x="882" y="215"/>
                  </a:lnTo>
                  <a:cubicBezTo>
                    <a:pt x="846" y="167"/>
                    <a:pt x="810" y="120"/>
                    <a:pt x="775" y="96"/>
                  </a:cubicBezTo>
                  <a:cubicBezTo>
                    <a:pt x="727" y="48"/>
                    <a:pt x="668" y="25"/>
                    <a:pt x="5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7" name="Google Shape;20167;p153"/>
            <p:cNvSpPr/>
            <p:nvPr/>
          </p:nvSpPr>
          <p:spPr>
            <a:xfrm>
              <a:off x="4869650" y="949325"/>
              <a:ext cx="12825" cy="12000"/>
            </a:xfrm>
            <a:custGeom>
              <a:avLst/>
              <a:gdLst/>
              <a:ahLst/>
              <a:cxnLst/>
              <a:rect l="l" t="t" r="r" b="b"/>
              <a:pathLst>
                <a:path w="513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6" y="14"/>
                    <a:pt x="0" y="133"/>
                    <a:pt x="12" y="275"/>
                  </a:cubicBezTo>
                  <a:cubicBezTo>
                    <a:pt x="34" y="398"/>
                    <a:pt x="140" y="479"/>
                    <a:pt x="261" y="479"/>
                  </a:cubicBezTo>
                  <a:cubicBezTo>
                    <a:pt x="269" y="479"/>
                    <a:pt x="278" y="479"/>
                    <a:pt x="286" y="478"/>
                  </a:cubicBezTo>
                  <a:cubicBezTo>
                    <a:pt x="417" y="466"/>
                    <a:pt x="512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8" name="Google Shape;20168;p153"/>
            <p:cNvSpPr/>
            <p:nvPr/>
          </p:nvSpPr>
          <p:spPr>
            <a:xfrm>
              <a:off x="4743150" y="1107375"/>
              <a:ext cx="12225" cy="12000"/>
            </a:xfrm>
            <a:custGeom>
              <a:avLst/>
              <a:gdLst/>
              <a:ahLst/>
              <a:cxnLst/>
              <a:rect l="l" t="t" r="r" b="b"/>
              <a:pathLst>
                <a:path w="489" h="480" extrusionOk="0">
                  <a:moveTo>
                    <a:pt x="251" y="1"/>
                  </a:moveTo>
                  <a:cubicBezTo>
                    <a:pt x="243" y="1"/>
                    <a:pt x="235" y="1"/>
                    <a:pt x="226" y="2"/>
                  </a:cubicBezTo>
                  <a:cubicBezTo>
                    <a:pt x="95" y="14"/>
                    <a:pt x="0" y="145"/>
                    <a:pt x="12" y="276"/>
                  </a:cubicBezTo>
                  <a:cubicBezTo>
                    <a:pt x="23" y="388"/>
                    <a:pt x="140" y="479"/>
                    <a:pt x="264" y="479"/>
                  </a:cubicBezTo>
                  <a:cubicBezTo>
                    <a:pt x="271" y="479"/>
                    <a:pt x="278" y="479"/>
                    <a:pt x="286" y="478"/>
                  </a:cubicBezTo>
                  <a:cubicBezTo>
                    <a:pt x="405" y="454"/>
                    <a:pt x="488" y="347"/>
                    <a:pt x="488" y="216"/>
                  </a:cubicBezTo>
                  <a:cubicBezTo>
                    <a:pt x="477" y="82"/>
                    <a:pt x="372" y="1"/>
                    <a:pt x="25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9" name="Google Shape;20169;p153"/>
            <p:cNvSpPr/>
            <p:nvPr/>
          </p:nvSpPr>
          <p:spPr>
            <a:xfrm>
              <a:off x="4242175" y="940725"/>
              <a:ext cx="12525" cy="11700"/>
            </a:xfrm>
            <a:custGeom>
              <a:avLst/>
              <a:gdLst/>
              <a:ahLst/>
              <a:cxnLst/>
              <a:rect l="l" t="t" r="r" b="b"/>
              <a:pathLst>
                <a:path w="501" h="468" extrusionOk="0">
                  <a:moveTo>
                    <a:pt x="227" y="0"/>
                  </a:moveTo>
                  <a:cubicBezTo>
                    <a:pt x="168" y="0"/>
                    <a:pt x="120" y="36"/>
                    <a:pt x="84" y="60"/>
                  </a:cubicBezTo>
                  <a:cubicBezTo>
                    <a:pt x="37" y="108"/>
                    <a:pt x="1" y="179"/>
                    <a:pt x="1" y="250"/>
                  </a:cubicBezTo>
                  <a:cubicBezTo>
                    <a:pt x="1" y="274"/>
                    <a:pt x="25" y="298"/>
                    <a:pt x="25" y="310"/>
                  </a:cubicBezTo>
                  <a:cubicBezTo>
                    <a:pt x="37" y="346"/>
                    <a:pt x="49" y="369"/>
                    <a:pt x="84" y="405"/>
                  </a:cubicBezTo>
                  <a:cubicBezTo>
                    <a:pt x="124" y="445"/>
                    <a:pt x="179" y="468"/>
                    <a:pt x="238" y="468"/>
                  </a:cubicBezTo>
                  <a:cubicBezTo>
                    <a:pt x="250" y="468"/>
                    <a:pt x="262" y="467"/>
                    <a:pt x="275" y="465"/>
                  </a:cubicBezTo>
                  <a:cubicBezTo>
                    <a:pt x="310" y="465"/>
                    <a:pt x="322" y="453"/>
                    <a:pt x="346" y="453"/>
                  </a:cubicBezTo>
                  <a:cubicBezTo>
                    <a:pt x="406" y="417"/>
                    <a:pt x="441" y="393"/>
                    <a:pt x="465" y="334"/>
                  </a:cubicBezTo>
                  <a:cubicBezTo>
                    <a:pt x="477" y="286"/>
                    <a:pt x="501" y="250"/>
                    <a:pt x="477" y="215"/>
                  </a:cubicBezTo>
                  <a:cubicBezTo>
                    <a:pt x="477" y="167"/>
                    <a:pt x="465" y="131"/>
                    <a:pt x="453" y="108"/>
                  </a:cubicBezTo>
                  <a:cubicBezTo>
                    <a:pt x="406" y="36"/>
                    <a:pt x="334" y="0"/>
                    <a:pt x="26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0" name="Google Shape;20170;p153"/>
            <p:cNvSpPr/>
            <p:nvPr/>
          </p:nvSpPr>
          <p:spPr>
            <a:xfrm>
              <a:off x="4657125" y="1097575"/>
              <a:ext cx="11925" cy="11350"/>
            </a:xfrm>
            <a:custGeom>
              <a:avLst/>
              <a:gdLst/>
              <a:ahLst/>
              <a:cxnLst/>
              <a:rect l="l" t="t" r="r" b="b"/>
              <a:pathLst>
                <a:path w="477" h="454" extrusionOk="0">
                  <a:moveTo>
                    <a:pt x="215" y="1"/>
                  </a:moveTo>
                  <a:cubicBezTo>
                    <a:pt x="155" y="1"/>
                    <a:pt x="107" y="25"/>
                    <a:pt x="72" y="60"/>
                  </a:cubicBezTo>
                  <a:cubicBezTo>
                    <a:pt x="36" y="96"/>
                    <a:pt x="0" y="180"/>
                    <a:pt x="0" y="251"/>
                  </a:cubicBezTo>
                  <a:cubicBezTo>
                    <a:pt x="0" y="275"/>
                    <a:pt x="12" y="322"/>
                    <a:pt x="36" y="334"/>
                  </a:cubicBezTo>
                  <a:cubicBezTo>
                    <a:pt x="72" y="418"/>
                    <a:pt x="167" y="453"/>
                    <a:pt x="250" y="453"/>
                  </a:cubicBezTo>
                  <a:cubicBezTo>
                    <a:pt x="286" y="453"/>
                    <a:pt x="322" y="441"/>
                    <a:pt x="334" y="430"/>
                  </a:cubicBezTo>
                  <a:cubicBezTo>
                    <a:pt x="417" y="418"/>
                    <a:pt x="476" y="322"/>
                    <a:pt x="465" y="215"/>
                  </a:cubicBezTo>
                  <a:cubicBezTo>
                    <a:pt x="453" y="120"/>
                    <a:pt x="393" y="37"/>
                    <a:pt x="322" y="13"/>
                  </a:cubicBezTo>
                  <a:cubicBezTo>
                    <a:pt x="286" y="1"/>
                    <a:pt x="238" y="1"/>
                    <a:pt x="21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1" name="Google Shape;20171;p153"/>
            <p:cNvSpPr/>
            <p:nvPr/>
          </p:nvSpPr>
          <p:spPr>
            <a:xfrm>
              <a:off x="5125025" y="1028500"/>
              <a:ext cx="12525" cy="12050"/>
            </a:xfrm>
            <a:custGeom>
              <a:avLst/>
              <a:gdLst/>
              <a:ahLst/>
              <a:cxnLst/>
              <a:rect l="l" t="t" r="r" b="b"/>
              <a:pathLst>
                <a:path w="501" h="482" extrusionOk="0">
                  <a:moveTo>
                    <a:pt x="239" y="1"/>
                  </a:moveTo>
                  <a:cubicBezTo>
                    <a:pt x="231" y="1"/>
                    <a:pt x="223" y="1"/>
                    <a:pt x="215" y="2"/>
                  </a:cubicBezTo>
                  <a:cubicBezTo>
                    <a:pt x="84" y="26"/>
                    <a:pt x="1" y="145"/>
                    <a:pt x="13" y="276"/>
                  </a:cubicBezTo>
                  <a:cubicBezTo>
                    <a:pt x="23" y="393"/>
                    <a:pt x="120" y="482"/>
                    <a:pt x="234" y="482"/>
                  </a:cubicBezTo>
                  <a:cubicBezTo>
                    <a:pt x="248" y="482"/>
                    <a:pt x="261" y="480"/>
                    <a:pt x="275" y="478"/>
                  </a:cubicBezTo>
                  <a:cubicBezTo>
                    <a:pt x="418" y="466"/>
                    <a:pt x="501" y="347"/>
                    <a:pt x="489" y="216"/>
                  </a:cubicBezTo>
                  <a:cubicBezTo>
                    <a:pt x="455" y="92"/>
                    <a:pt x="369" y="1"/>
                    <a:pt x="23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2" name="Google Shape;20172;p153"/>
            <p:cNvSpPr/>
            <p:nvPr/>
          </p:nvSpPr>
          <p:spPr>
            <a:xfrm>
              <a:off x="6093300" y="1058450"/>
              <a:ext cx="60150" cy="57725"/>
            </a:xfrm>
            <a:custGeom>
              <a:avLst/>
              <a:gdLst/>
              <a:ahLst/>
              <a:cxnLst/>
              <a:rect l="l" t="t" r="r" b="b"/>
              <a:pathLst>
                <a:path w="2406" h="2309" extrusionOk="0">
                  <a:moveTo>
                    <a:pt x="1190" y="0"/>
                  </a:moveTo>
                  <a:cubicBezTo>
                    <a:pt x="1150" y="0"/>
                    <a:pt x="1108" y="6"/>
                    <a:pt x="1061" y="18"/>
                  </a:cubicBezTo>
                  <a:cubicBezTo>
                    <a:pt x="810" y="42"/>
                    <a:pt x="572" y="161"/>
                    <a:pt x="394" y="328"/>
                  </a:cubicBezTo>
                  <a:cubicBezTo>
                    <a:pt x="334" y="387"/>
                    <a:pt x="275" y="459"/>
                    <a:pt x="215" y="530"/>
                  </a:cubicBezTo>
                  <a:cubicBezTo>
                    <a:pt x="84" y="733"/>
                    <a:pt x="1" y="994"/>
                    <a:pt x="37" y="1280"/>
                  </a:cubicBezTo>
                  <a:cubicBezTo>
                    <a:pt x="60" y="1530"/>
                    <a:pt x="168" y="1756"/>
                    <a:pt x="322" y="1923"/>
                  </a:cubicBezTo>
                  <a:cubicBezTo>
                    <a:pt x="382" y="1983"/>
                    <a:pt x="441" y="2030"/>
                    <a:pt x="513" y="2102"/>
                  </a:cubicBezTo>
                  <a:cubicBezTo>
                    <a:pt x="711" y="2237"/>
                    <a:pt x="936" y="2309"/>
                    <a:pt x="1188" y="2309"/>
                  </a:cubicBezTo>
                  <a:cubicBezTo>
                    <a:pt x="1224" y="2309"/>
                    <a:pt x="1261" y="2307"/>
                    <a:pt x="1299" y="2304"/>
                  </a:cubicBezTo>
                  <a:cubicBezTo>
                    <a:pt x="1942" y="2233"/>
                    <a:pt x="2406" y="1661"/>
                    <a:pt x="2323" y="1042"/>
                  </a:cubicBezTo>
                  <a:cubicBezTo>
                    <a:pt x="2287" y="590"/>
                    <a:pt x="1965" y="221"/>
                    <a:pt x="1572" y="78"/>
                  </a:cubicBezTo>
                  <a:cubicBezTo>
                    <a:pt x="1477" y="42"/>
                    <a:pt x="1406" y="30"/>
                    <a:pt x="1311" y="18"/>
                  </a:cubicBezTo>
                  <a:cubicBezTo>
                    <a:pt x="1269" y="6"/>
                    <a:pt x="1230" y="0"/>
                    <a:pt x="11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3" name="Google Shape;20173;p153"/>
          <p:cNvGrpSpPr/>
          <p:nvPr/>
        </p:nvGrpSpPr>
        <p:grpSpPr>
          <a:xfrm>
            <a:off x="15548360" y="9349000"/>
            <a:ext cx="8833925" cy="3656213"/>
            <a:chOff x="4145150" y="2643900"/>
            <a:chExt cx="1914550" cy="792400"/>
          </a:xfrm>
        </p:grpSpPr>
        <p:sp>
          <p:nvSpPr>
            <p:cNvPr id="20174" name="Google Shape;20174;p153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5" name="Google Shape;20175;p153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6" name="Google Shape;20176;p153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7" name="Google Shape;20177;p153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8" name="Google Shape;20178;p153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9" name="Google Shape;20179;p153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0" name="Google Shape;20180;p153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1" name="Google Shape;20181;p153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2" name="Google Shape;20182;p153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3" name="Google Shape;20183;p153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4" name="Google Shape;20184;p153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5" name="Google Shape;20185;p153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6" name="Google Shape;20186;p153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7" name="Google Shape;20187;p153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8" name="Google Shape;20188;p153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9" name="Google Shape;20189;p153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0" name="Google Shape;20190;p153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1" name="Google Shape;20191;p153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2" name="Google Shape;20192;p153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3" name="Google Shape;20193;p153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4" name="Google Shape;20194;p153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5" name="Google Shape;20195;p153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6" name="Google Shape;20196;p153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7" name="Google Shape;20197;p153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8" name="Google Shape;20198;p153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9" name="Google Shape;20199;p153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0" name="Google Shape;20200;p153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1" name="Google Shape;20201;p153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2" name="Google Shape;20202;p153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3" name="Google Shape;20203;p153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4" name="Google Shape;20204;p153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5" name="Google Shape;20205;p153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6" name="Google Shape;20206;p153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7" name="Google Shape;20207;p153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8" name="Google Shape;20208;p153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9" name="Google Shape;20209;p153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0" name="Google Shape;20210;p153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1" name="Google Shape;20211;p153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2" name="Google Shape;20212;p153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3" name="Google Shape;20213;p153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4" name="Google Shape;20214;p153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5" name="Google Shape;20215;p153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6" name="Google Shape;20216;p153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7" name="Google Shape;20217;p153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8" name="Google Shape;20218;p153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9" name="Google Shape;20219;p153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0" name="Google Shape;20220;p153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1" name="Google Shape;20221;p153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2" name="Google Shape;20222;p153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3" name="Google Shape;20223;p153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4" name="Google Shape;20224;p153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5" name="Google Shape;20225;p153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6" name="Google Shape;20226;p153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7" name="Google Shape;20227;p153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8" name="Google Shape;20228;p153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9" name="Google Shape;20229;p153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0" name="Google Shape;20230;p153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1" name="Google Shape;20231;p153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2" name="Google Shape;20232;p153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3" name="Google Shape;20233;p153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4" name="Google Shape;20234;p153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5" name="Google Shape;20235;p153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36" name="Google Shape;20236;p153"/>
          <p:cNvGrpSpPr/>
          <p:nvPr/>
        </p:nvGrpSpPr>
        <p:grpSpPr>
          <a:xfrm flipH="1">
            <a:off x="234" y="9349000"/>
            <a:ext cx="8833925" cy="3656213"/>
            <a:chOff x="4145150" y="2643900"/>
            <a:chExt cx="1914550" cy="792400"/>
          </a:xfrm>
        </p:grpSpPr>
        <p:sp>
          <p:nvSpPr>
            <p:cNvPr id="20237" name="Google Shape;20237;p153"/>
            <p:cNvSpPr/>
            <p:nvPr/>
          </p:nvSpPr>
          <p:spPr>
            <a:xfrm>
              <a:off x="5202425" y="3311250"/>
              <a:ext cx="149150" cy="50325"/>
            </a:xfrm>
            <a:custGeom>
              <a:avLst/>
              <a:gdLst/>
              <a:ahLst/>
              <a:cxnLst/>
              <a:rect l="l" t="t" r="r" b="b"/>
              <a:pathLst>
                <a:path w="5966" h="2013" extrusionOk="0">
                  <a:moveTo>
                    <a:pt x="0" y="1"/>
                  </a:moveTo>
                  <a:lnTo>
                    <a:pt x="36" y="334"/>
                  </a:lnTo>
                  <a:lnTo>
                    <a:pt x="5870" y="2013"/>
                  </a:lnTo>
                  <a:cubicBezTo>
                    <a:pt x="5858" y="1894"/>
                    <a:pt x="5906" y="1786"/>
                    <a:pt x="5965" y="1715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8" name="Google Shape;20238;p153"/>
            <p:cNvSpPr/>
            <p:nvPr/>
          </p:nvSpPr>
          <p:spPr>
            <a:xfrm>
              <a:off x="5104200" y="3285350"/>
              <a:ext cx="91100" cy="31575"/>
            </a:xfrm>
            <a:custGeom>
              <a:avLst/>
              <a:gdLst/>
              <a:ahLst/>
              <a:cxnLst/>
              <a:rect l="l" t="t" r="r" b="b"/>
              <a:pathLst>
                <a:path w="3644" h="1263" extrusionOk="0">
                  <a:moveTo>
                    <a:pt x="310" y="1"/>
                  </a:moveTo>
                  <a:lnTo>
                    <a:pt x="12" y="132"/>
                  </a:lnTo>
                  <a:lnTo>
                    <a:pt x="0" y="215"/>
                  </a:lnTo>
                  <a:lnTo>
                    <a:pt x="3644" y="1263"/>
                  </a:lnTo>
                  <a:lnTo>
                    <a:pt x="3596" y="929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9" name="Google Shape;20239;p153"/>
            <p:cNvSpPr/>
            <p:nvPr/>
          </p:nvSpPr>
          <p:spPr>
            <a:xfrm>
              <a:off x="5098850" y="3282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0" name="Google Shape;20240;p153"/>
            <p:cNvSpPr/>
            <p:nvPr/>
          </p:nvSpPr>
          <p:spPr>
            <a:xfrm>
              <a:off x="5097050" y="3284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1" name="Google Shape;20241;p153"/>
            <p:cNvSpPr/>
            <p:nvPr/>
          </p:nvSpPr>
          <p:spPr>
            <a:xfrm>
              <a:off x="5317625" y="3080875"/>
              <a:ext cx="235450" cy="109550"/>
            </a:xfrm>
            <a:custGeom>
              <a:avLst/>
              <a:gdLst/>
              <a:ahLst/>
              <a:cxnLst/>
              <a:rect l="l" t="t" r="r" b="b"/>
              <a:pathLst>
                <a:path w="9418" h="4382" extrusionOk="0">
                  <a:moveTo>
                    <a:pt x="9335" y="0"/>
                  </a:moveTo>
                  <a:lnTo>
                    <a:pt x="0" y="4167"/>
                  </a:lnTo>
                  <a:lnTo>
                    <a:pt x="286" y="4382"/>
                  </a:lnTo>
                  <a:lnTo>
                    <a:pt x="9382" y="322"/>
                  </a:lnTo>
                  <a:lnTo>
                    <a:pt x="9418" y="262"/>
                  </a:lnTo>
                  <a:cubicBezTo>
                    <a:pt x="9358" y="179"/>
                    <a:pt x="9335" y="95"/>
                    <a:pt x="933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2" name="Google Shape;20242;p153"/>
            <p:cNvSpPr/>
            <p:nvPr/>
          </p:nvSpPr>
          <p:spPr>
            <a:xfrm>
              <a:off x="5193500" y="3188625"/>
              <a:ext cx="122950" cy="59850"/>
            </a:xfrm>
            <a:custGeom>
              <a:avLst/>
              <a:gdLst/>
              <a:ahLst/>
              <a:cxnLst/>
              <a:rect l="l" t="t" r="r" b="b"/>
              <a:pathLst>
                <a:path w="4918" h="2394" extrusionOk="0">
                  <a:moveTo>
                    <a:pt x="4644" y="0"/>
                  </a:moveTo>
                  <a:lnTo>
                    <a:pt x="0" y="2060"/>
                  </a:lnTo>
                  <a:lnTo>
                    <a:pt x="36" y="2393"/>
                  </a:lnTo>
                  <a:lnTo>
                    <a:pt x="4918" y="203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3" name="Google Shape;20243;p153"/>
            <p:cNvSpPr/>
            <p:nvPr/>
          </p:nvSpPr>
          <p:spPr>
            <a:xfrm>
              <a:off x="5097050" y="328445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1" y="13"/>
                  </a:moveTo>
                  <a:lnTo>
                    <a:pt x="1" y="13"/>
                  </a:lnTo>
                  <a:lnTo>
                    <a:pt x="1" y="49"/>
                  </a:lnTo>
                  <a:lnTo>
                    <a:pt x="1" y="13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4" name="Google Shape;20244;p153"/>
            <p:cNvSpPr/>
            <p:nvPr/>
          </p:nvSpPr>
          <p:spPr>
            <a:xfrm>
              <a:off x="5098550" y="3243975"/>
              <a:ext cx="88425" cy="44675"/>
            </a:xfrm>
            <a:custGeom>
              <a:avLst/>
              <a:gdLst/>
              <a:ahLst/>
              <a:cxnLst/>
              <a:rect l="l" t="t" r="r" b="b"/>
              <a:pathLst>
                <a:path w="3537" h="1787" extrusionOk="0">
                  <a:moveTo>
                    <a:pt x="33" y="1539"/>
                  </a:moveTo>
                  <a:lnTo>
                    <a:pt x="33" y="1539"/>
                  </a:lnTo>
                  <a:cubicBezTo>
                    <a:pt x="21" y="1541"/>
                    <a:pt x="10" y="1544"/>
                    <a:pt x="0" y="1549"/>
                  </a:cubicBezTo>
                  <a:lnTo>
                    <a:pt x="12" y="1549"/>
                  </a:lnTo>
                  <a:lnTo>
                    <a:pt x="33" y="1539"/>
                  </a:lnTo>
                  <a:close/>
                  <a:moveTo>
                    <a:pt x="3501" y="1"/>
                  </a:moveTo>
                  <a:lnTo>
                    <a:pt x="33" y="1539"/>
                  </a:lnTo>
                  <a:lnTo>
                    <a:pt x="33" y="1539"/>
                  </a:lnTo>
                  <a:cubicBezTo>
                    <a:pt x="51" y="1537"/>
                    <a:pt x="69" y="1537"/>
                    <a:pt x="84" y="1537"/>
                  </a:cubicBezTo>
                  <a:cubicBezTo>
                    <a:pt x="191" y="1537"/>
                    <a:pt x="250" y="1608"/>
                    <a:pt x="238" y="1691"/>
                  </a:cubicBezTo>
                  <a:lnTo>
                    <a:pt x="226" y="1787"/>
                  </a:lnTo>
                  <a:lnTo>
                    <a:pt x="536" y="1656"/>
                  </a:lnTo>
                  <a:lnTo>
                    <a:pt x="3536" y="310"/>
                  </a:lnTo>
                  <a:lnTo>
                    <a:pt x="350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5" name="Google Shape;20245;p153"/>
            <p:cNvSpPr/>
            <p:nvPr/>
          </p:nvSpPr>
          <p:spPr>
            <a:xfrm>
              <a:off x="5098250" y="32826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2" y="1"/>
                    <a:pt x="12" y="12"/>
                    <a:pt x="0" y="12"/>
                  </a:cubicBezTo>
                  <a:cubicBezTo>
                    <a:pt x="12" y="12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6" name="Google Shape;20246;p153"/>
            <p:cNvSpPr/>
            <p:nvPr/>
          </p:nvSpPr>
          <p:spPr>
            <a:xfrm>
              <a:off x="5097650" y="3283275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24"/>
                    <a:pt x="0" y="0"/>
                  </a:cubicBezTo>
                  <a:cubicBezTo>
                    <a:pt x="0" y="0"/>
                    <a:pt x="24" y="0"/>
                    <a:pt x="0" y="0"/>
                  </a:cubicBezTo>
                  <a:cubicBezTo>
                    <a:pt x="24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7" name="Google Shape;20247;p153"/>
            <p:cNvSpPr/>
            <p:nvPr/>
          </p:nvSpPr>
          <p:spPr>
            <a:xfrm>
              <a:off x="4158250" y="3228800"/>
              <a:ext cx="79800" cy="113125"/>
            </a:xfrm>
            <a:custGeom>
              <a:avLst/>
              <a:gdLst/>
              <a:ahLst/>
              <a:cxnLst/>
              <a:rect l="l" t="t" r="r" b="b"/>
              <a:pathLst>
                <a:path w="3192" h="4525" extrusionOk="0">
                  <a:moveTo>
                    <a:pt x="2917" y="1"/>
                  </a:moveTo>
                  <a:lnTo>
                    <a:pt x="0" y="4442"/>
                  </a:lnTo>
                  <a:cubicBezTo>
                    <a:pt x="96" y="4442"/>
                    <a:pt x="179" y="4477"/>
                    <a:pt x="238" y="4525"/>
                  </a:cubicBezTo>
                  <a:lnTo>
                    <a:pt x="393" y="4430"/>
                  </a:lnTo>
                  <a:lnTo>
                    <a:pt x="3191" y="143"/>
                  </a:lnTo>
                  <a:lnTo>
                    <a:pt x="291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8" name="Google Shape;20248;p153"/>
            <p:cNvSpPr/>
            <p:nvPr/>
          </p:nvSpPr>
          <p:spPr>
            <a:xfrm>
              <a:off x="4308850" y="3190700"/>
              <a:ext cx="106000" cy="64325"/>
            </a:xfrm>
            <a:custGeom>
              <a:avLst/>
              <a:gdLst/>
              <a:ahLst/>
              <a:cxnLst/>
              <a:rect l="l" t="t" r="r" b="b"/>
              <a:pathLst>
                <a:path w="4240" h="2573" extrusionOk="0">
                  <a:moveTo>
                    <a:pt x="4192" y="1"/>
                  </a:moveTo>
                  <a:cubicBezTo>
                    <a:pt x="4168" y="1"/>
                    <a:pt x="4168" y="1"/>
                    <a:pt x="4156" y="12"/>
                  </a:cubicBezTo>
                  <a:cubicBezTo>
                    <a:pt x="4168" y="12"/>
                    <a:pt x="4168" y="1"/>
                    <a:pt x="4192" y="1"/>
                  </a:cubicBezTo>
                  <a:close/>
                  <a:moveTo>
                    <a:pt x="4156" y="12"/>
                  </a:moveTo>
                  <a:lnTo>
                    <a:pt x="1" y="2310"/>
                  </a:lnTo>
                  <a:cubicBezTo>
                    <a:pt x="72" y="2382"/>
                    <a:pt x="144" y="2477"/>
                    <a:pt x="156" y="2572"/>
                  </a:cubicBezTo>
                  <a:lnTo>
                    <a:pt x="4240" y="310"/>
                  </a:lnTo>
                  <a:lnTo>
                    <a:pt x="4168" y="286"/>
                  </a:lnTo>
                  <a:cubicBezTo>
                    <a:pt x="4097" y="239"/>
                    <a:pt x="4061" y="155"/>
                    <a:pt x="4097" y="72"/>
                  </a:cubicBezTo>
                  <a:cubicBezTo>
                    <a:pt x="4109" y="48"/>
                    <a:pt x="4132" y="36"/>
                    <a:pt x="4156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9" name="Google Shape;20249;p153"/>
            <p:cNvSpPr/>
            <p:nvPr/>
          </p:nvSpPr>
          <p:spPr>
            <a:xfrm>
              <a:off x="4410075" y="3190700"/>
              <a:ext cx="176525" cy="91100"/>
            </a:xfrm>
            <a:custGeom>
              <a:avLst/>
              <a:gdLst/>
              <a:ahLst/>
              <a:cxnLst/>
              <a:rect l="l" t="t" r="r" b="b"/>
              <a:pathLst>
                <a:path w="7061" h="3644" extrusionOk="0">
                  <a:moveTo>
                    <a:pt x="119" y="1"/>
                  </a:moveTo>
                  <a:cubicBezTo>
                    <a:pt x="107" y="1"/>
                    <a:pt x="107" y="1"/>
                    <a:pt x="95" y="12"/>
                  </a:cubicBezTo>
                  <a:cubicBezTo>
                    <a:pt x="95" y="36"/>
                    <a:pt x="60" y="48"/>
                    <a:pt x="48" y="72"/>
                  </a:cubicBezTo>
                  <a:cubicBezTo>
                    <a:pt x="0" y="155"/>
                    <a:pt x="48" y="239"/>
                    <a:pt x="119" y="286"/>
                  </a:cubicBezTo>
                  <a:lnTo>
                    <a:pt x="191" y="310"/>
                  </a:lnTo>
                  <a:lnTo>
                    <a:pt x="6977" y="3644"/>
                  </a:lnTo>
                  <a:cubicBezTo>
                    <a:pt x="6965" y="3620"/>
                    <a:pt x="6965" y="3608"/>
                    <a:pt x="6965" y="3572"/>
                  </a:cubicBezTo>
                  <a:cubicBezTo>
                    <a:pt x="6965" y="3489"/>
                    <a:pt x="7001" y="3394"/>
                    <a:pt x="7060" y="3346"/>
                  </a:cubicBezTo>
                  <a:lnTo>
                    <a:pt x="250" y="12"/>
                  </a:lnTo>
                  <a:cubicBezTo>
                    <a:pt x="238" y="12"/>
                    <a:pt x="238" y="12"/>
                    <a:pt x="22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0" name="Google Shape;20250;p153"/>
            <p:cNvSpPr/>
            <p:nvPr/>
          </p:nvSpPr>
          <p:spPr>
            <a:xfrm>
              <a:off x="4164500" y="3260350"/>
              <a:ext cx="127725" cy="87525"/>
            </a:xfrm>
            <a:custGeom>
              <a:avLst/>
              <a:gdLst/>
              <a:ahLst/>
              <a:cxnLst/>
              <a:rect l="l" t="t" r="r" b="b"/>
              <a:pathLst>
                <a:path w="5109" h="3501" extrusionOk="0">
                  <a:moveTo>
                    <a:pt x="4882" y="1"/>
                  </a:moveTo>
                  <a:lnTo>
                    <a:pt x="131" y="3168"/>
                  </a:lnTo>
                  <a:lnTo>
                    <a:pt x="0" y="3263"/>
                  </a:lnTo>
                  <a:cubicBezTo>
                    <a:pt x="96" y="3322"/>
                    <a:pt x="155" y="3394"/>
                    <a:pt x="191" y="3501"/>
                  </a:cubicBezTo>
                  <a:lnTo>
                    <a:pt x="5108" y="203"/>
                  </a:lnTo>
                  <a:cubicBezTo>
                    <a:pt x="5061" y="167"/>
                    <a:pt x="5037" y="120"/>
                    <a:pt x="5013" y="60"/>
                  </a:cubicBezTo>
                  <a:lnTo>
                    <a:pt x="488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1" name="Google Shape;20251;p153"/>
            <p:cNvSpPr/>
            <p:nvPr/>
          </p:nvSpPr>
          <p:spPr>
            <a:xfrm>
              <a:off x="4228800" y="3220775"/>
              <a:ext cx="61325" cy="41400"/>
            </a:xfrm>
            <a:custGeom>
              <a:avLst/>
              <a:gdLst/>
              <a:ahLst/>
              <a:cxnLst/>
              <a:rect l="l" t="t" r="r" b="b"/>
              <a:pathLst>
                <a:path w="2453" h="1656" extrusionOk="0">
                  <a:moveTo>
                    <a:pt x="203" y="0"/>
                  </a:moveTo>
                  <a:cubicBezTo>
                    <a:pt x="167" y="0"/>
                    <a:pt x="143" y="0"/>
                    <a:pt x="107" y="24"/>
                  </a:cubicBezTo>
                  <a:cubicBezTo>
                    <a:pt x="83" y="36"/>
                    <a:pt x="72" y="48"/>
                    <a:pt x="48" y="83"/>
                  </a:cubicBezTo>
                  <a:cubicBezTo>
                    <a:pt x="0" y="155"/>
                    <a:pt x="36" y="238"/>
                    <a:pt x="107" y="286"/>
                  </a:cubicBezTo>
                  <a:lnTo>
                    <a:pt x="119" y="298"/>
                  </a:lnTo>
                  <a:lnTo>
                    <a:pt x="393" y="452"/>
                  </a:lnTo>
                  <a:lnTo>
                    <a:pt x="2310" y="1584"/>
                  </a:lnTo>
                  <a:lnTo>
                    <a:pt x="2453" y="1655"/>
                  </a:lnTo>
                  <a:cubicBezTo>
                    <a:pt x="2429" y="1607"/>
                    <a:pt x="2417" y="1572"/>
                    <a:pt x="2417" y="1512"/>
                  </a:cubicBezTo>
                  <a:cubicBezTo>
                    <a:pt x="2417" y="1429"/>
                    <a:pt x="2417" y="1357"/>
                    <a:pt x="2453" y="1298"/>
                  </a:cubicBezTo>
                  <a:lnTo>
                    <a:pt x="619" y="238"/>
                  </a:lnTo>
                  <a:cubicBezTo>
                    <a:pt x="584" y="333"/>
                    <a:pt x="500" y="393"/>
                    <a:pt x="405" y="393"/>
                  </a:cubicBezTo>
                  <a:cubicBezTo>
                    <a:pt x="398" y="394"/>
                    <a:pt x="392" y="394"/>
                    <a:pt x="385" y="394"/>
                  </a:cubicBezTo>
                  <a:cubicBezTo>
                    <a:pt x="262" y="394"/>
                    <a:pt x="155" y="290"/>
                    <a:pt x="155" y="155"/>
                  </a:cubicBezTo>
                  <a:cubicBezTo>
                    <a:pt x="155" y="95"/>
                    <a:pt x="167" y="48"/>
                    <a:pt x="20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2" name="Google Shape;20252;p153"/>
            <p:cNvSpPr/>
            <p:nvPr/>
          </p:nvSpPr>
          <p:spPr>
            <a:xfrm>
              <a:off x="4302900" y="3265125"/>
              <a:ext cx="222375" cy="130500"/>
            </a:xfrm>
            <a:custGeom>
              <a:avLst/>
              <a:gdLst/>
              <a:ahLst/>
              <a:cxnLst/>
              <a:rect l="l" t="t" r="r" b="b"/>
              <a:pathLst>
                <a:path w="8895" h="5220" extrusionOk="0">
                  <a:moveTo>
                    <a:pt x="322" y="0"/>
                  </a:moveTo>
                  <a:cubicBezTo>
                    <a:pt x="239" y="95"/>
                    <a:pt x="144" y="167"/>
                    <a:pt x="1" y="179"/>
                  </a:cubicBezTo>
                  <a:lnTo>
                    <a:pt x="8776" y="5191"/>
                  </a:lnTo>
                  <a:cubicBezTo>
                    <a:pt x="8793" y="5209"/>
                    <a:pt x="8823" y="5220"/>
                    <a:pt x="8857" y="5220"/>
                  </a:cubicBezTo>
                  <a:cubicBezTo>
                    <a:pt x="8869" y="5220"/>
                    <a:pt x="8882" y="5218"/>
                    <a:pt x="8895" y="5215"/>
                  </a:cubicBezTo>
                  <a:cubicBezTo>
                    <a:pt x="8871" y="5155"/>
                    <a:pt x="8859" y="5096"/>
                    <a:pt x="8847" y="5013"/>
                  </a:cubicBezTo>
                  <a:lnTo>
                    <a:pt x="8847" y="4882"/>
                  </a:lnTo>
                  <a:lnTo>
                    <a:pt x="32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3" name="Google Shape;20253;p153"/>
            <p:cNvSpPr/>
            <p:nvPr/>
          </p:nvSpPr>
          <p:spPr>
            <a:xfrm>
              <a:off x="4545500" y="3403525"/>
              <a:ext cx="25325" cy="32475"/>
            </a:xfrm>
            <a:custGeom>
              <a:avLst/>
              <a:gdLst/>
              <a:ahLst/>
              <a:cxnLst/>
              <a:rect l="l" t="t" r="r" b="b"/>
              <a:pathLst>
                <a:path w="1013" h="1299" extrusionOk="0">
                  <a:moveTo>
                    <a:pt x="286" y="0"/>
                  </a:moveTo>
                  <a:cubicBezTo>
                    <a:pt x="215" y="60"/>
                    <a:pt x="108" y="108"/>
                    <a:pt x="0" y="131"/>
                  </a:cubicBezTo>
                  <a:lnTo>
                    <a:pt x="655" y="1298"/>
                  </a:lnTo>
                  <a:lnTo>
                    <a:pt x="1012" y="129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4" name="Google Shape;20254;p153"/>
            <p:cNvSpPr/>
            <p:nvPr/>
          </p:nvSpPr>
          <p:spPr>
            <a:xfrm>
              <a:off x="4592225" y="3007050"/>
              <a:ext cx="130100" cy="268800"/>
            </a:xfrm>
            <a:custGeom>
              <a:avLst/>
              <a:gdLst/>
              <a:ahLst/>
              <a:cxnLst/>
              <a:rect l="l" t="t" r="r" b="b"/>
              <a:pathLst>
                <a:path w="5204" h="10752" extrusionOk="0">
                  <a:moveTo>
                    <a:pt x="4918" y="0"/>
                  </a:moveTo>
                  <a:lnTo>
                    <a:pt x="1" y="10621"/>
                  </a:lnTo>
                  <a:cubicBezTo>
                    <a:pt x="84" y="10621"/>
                    <a:pt x="179" y="10680"/>
                    <a:pt x="215" y="10752"/>
                  </a:cubicBezTo>
                  <a:cubicBezTo>
                    <a:pt x="239" y="10740"/>
                    <a:pt x="251" y="10740"/>
                    <a:pt x="263" y="10740"/>
                  </a:cubicBezTo>
                  <a:lnTo>
                    <a:pt x="5204" y="119"/>
                  </a:lnTo>
                  <a:cubicBezTo>
                    <a:pt x="5097" y="96"/>
                    <a:pt x="5001" y="60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5" name="Google Shape;20255;p153"/>
            <p:cNvSpPr/>
            <p:nvPr/>
          </p:nvSpPr>
          <p:spPr>
            <a:xfrm>
              <a:off x="4545500" y="3284450"/>
              <a:ext cx="48550" cy="91125"/>
            </a:xfrm>
            <a:custGeom>
              <a:avLst/>
              <a:gdLst/>
              <a:ahLst/>
              <a:cxnLst/>
              <a:rect l="l" t="t" r="r" b="b"/>
              <a:pathLst>
                <a:path w="1942" h="3645" extrusionOk="0">
                  <a:moveTo>
                    <a:pt x="1620" y="1"/>
                  </a:moveTo>
                  <a:lnTo>
                    <a:pt x="0" y="3513"/>
                  </a:lnTo>
                  <a:cubicBezTo>
                    <a:pt x="108" y="3549"/>
                    <a:pt x="191" y="3585"/>
                    <a:pt x="286" y="3644"/>
                  </a:cubicBezTo>
                  <a:lnTo>
                    <a:pt x="1941" y="72"/>
                  </a:lnTo>
                  <a:cubicBezTo>
                    <a:pt x="1905" y="72"/>
                    <a:pt x="1882" y="96"/>
                    <a:pt x="1846" y="96"/>
                  </a:cubicBezTo>
                  <a:cubicBezTo>
                    <a:pt x="1837" y="97"/>
                    <a:pt x="1829" y="98"/>
                    <a:pt x="1820" y="98"/>
                  </a:cubicBezTo>
                  <a:cubicBezTo>
                    <a:pt x="1748" y="98"/>
                    <a:pt x="1684" y="54"/>
                    <a:pt x="162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6" name="Google Shape;20256;p153"/>
            <p:cNvSpPr/>
            <p:nvPr/>
          </p:nvSpPr>
          <p:spPr>
            <a:xfrm>
              <a:off x="4597575" y="3275225"/>
              <a:ext cx="212850" cy="99450"/>
            </a:xfrm>
            <a:custGeom>
              <a:avLst/>
              <a:gdLst/>
              <a:ahLst/>
              <a:cxnLst/>
              <a:rect l="l" t="t" r="r" b="b"/>
              <a:pathLst>
                <a:path w="8514" h="3978" extrusionOk="0">
                  <a:moveTo>
                    <a:pt x="49" y="1"/>
                  </a:moveTo>
                  <a:cubicBezTo>
                    <a:pt x="37" y="1"/>
                    <a:pt x="25" y="13"/>
                    <a:pt x="1" y="13"/>
                  </a:cubicBezTo>
                  <a:cubicBezTo>
                    <a:pt x="25" y="49"/>
                    <a:pt x="37" y="84"/>
                    <a:pt x="37" y="132"/>
                  </a:cubicBezTo>
                  <a:cubicBezTo>
                    <a:pt x="37" y="191"/>
                    <a:pt x="25" y="239"/>
                    <a:pt x="1" y="275"/>
                  </a:cubicBezTo>
                  <a:lnTo>
                    <a:pt x="25" y="275"/>
                  </a:lnTo>
                  <a:lnTo>
                    <a:pt x="8383" y="3978"/>
                  </a:lnTo>
                  <a:cubicBezTo>
                    <a:pt x="8419" y="3870"/>
                    <a:pt x="8454" y="3775"/>
                    <a:pt x="8514" y="3692"/>
                  </a:cubicBezTo>
                  <a:lnTo>
                    <a:pt x="144" y="13"/>
                  </a:lnTo>
                  <a:cubicBezTo>
                    <a:pt x="108" y="1"/>
                    <a:pt x="84" y="1"/>
                    <a:pt x="4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7" name="Google Shape;20257;p153"/>
            <p:cNvSpPr/>
            <p:nvPr/>
          </p:nvSpPr>
          <p:spPr>
            <a:xfrm>
              <a:off x="4838700" y="3381500"/>
              <a:ext cx="124725" cy="54200"/>
            </a:xfrm>
            <a:custGeom>
              <a:avLst/>
              <a:gdLst/>
              <a:ahLst/>
              <a:cxnLst/>
              <a:rect l="l" t="t" r="r" b="b"/>
              <a:pathLst>
                <a:path w="4989" h="2168" extrusionOk="0">
                  <a:moveTo>
                    <a:pt x="119" y="0"/>
                  </a:moveTo>
                  <a:cubicBezTo>
                    <a:pt x="107" y="108"/>
                    <a:pt x="60" y="191"/>
                    <a:pt x="0" y="286"/>
                  </a:cubicBezTo>
                  <a:lnTo>
                    <a:pt x="4227" y="2167"/>
                  </a:lnTo>
                  <a:lnTo>
                    <a:pt x="4989" y="216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8" name="Google Shape;20258;p153"/>
            <p:cNvSpPr/>
            <p:nvPr/>
          </p:nvSpPr>
          <p:spPr>
            <a:xfrm>
              <a:off x="4723500" y="3007350"/>
              <a:ext cx="99725" cy="355725"/>
            </a:xfrm>
            <a:custGeom>
              <a:avLst/>
              <a:gdLst/>
              <a:ahLst/>
              <a:cxnLst/>
              <a:rect l="l" t="t" r="r" b="b"/>
              <a:pathLst>
                <a:path w="3989" h="14229" extrusionOk="0">
                  <a:moveTo>
                    <a:pt x="274" y="0"/>
                  </a:moveTo>
                  <a:cubicBezTo>
                    <a:pt x="227" y="72"/>
                    <a:pt x="119" y="107"/>
                    <a:pt x="0" y="107"/>
                  </a:cubicBezTo>
                  <a:lnTo>
                    <a:pt x="3691" y="14228"/>
                  </a:lnTo>
                  <a:cubicBezTo>
                    <a:pt x="3775" y="14181"/>
                    <a:pt x="3882" y="14157"/>
                    <a:pt x="3989" y="14133"/>
                  </a:cubicBez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9" name="Google Shape;20259;p153"/>
            <p:cNvSpPr/>
            <p:nvPr/>
          </p:nvSpPr>
          <p:spPr>
            <a:xfrm>
              <a:off x="4825300" y="3394600"/>
              <a:ext cx="18475" cy="41100"/>
            </a:xfrm>
            <a:custGeom>
              <a:avLst/>
              <a:gdLst/>
              <a:ahLst/>
              <a:cxnLst/>
              <a:rect l="l" t="t" r="r" b="b"/>
              <a:pathLst>
                <a:path w="739" h="1644" extrusionOk="0">
                  <a:moveTo>
                    <a:pt x="274" y="0"/>
                  </a:moveTo>
                  <a:cubicBezTo>
                    <a:pt x="203" y="48"/>
                    <a:pt x="107" y="72"/>
                    <a:pt x="0" y="72"/>
                  </a:cubicBezTo>
                  <a:lnTo>
                    <a:pt x="417" y="1643"/>
                  </a:lnTo>
                  <a:lnTo>
                    <a:pt x="738" y="1643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0" name="Google Shape;20260;p153"/>
            <p:cNvSpPr/>
            <p:nvPr/>
          </p:nvSpPr>
          <p:spPr>
            <a:xfrm>
              <a:off x="5078300" y="3281775"/>
              <a:ext cx="26825" cy="153325"/>
            </a:xfrm>
            <a:custGeom>
              <a:avLst/>
              <a:gdLst/>
              <a:ahLst/>
              <a:cxnLst/>
              <a:rect l="l" t="t" r="r" b="b"/>
              <a:pathLst>
                <a:path w="1073" h="6133" extrusionOk="0">
                  <a:moveTo>
                    <a:pt x="929" y="1"/>
                  </a:moveTo>
                  <a:cubicBezTo>
                    <a:pt x="894" y="1"/>
                    <a:pt x="870" y="1"/>
                    <a:pt x="834" y="13"/>
                  </a:cubicBezTo>
                  <a:cubicBezTo>
                    <a:pt x="822" y="13"/>
                    <a:pt x="822" y="37"/>
                    <a:pt x="810" y="37"/>
                  </a:cubicBezTo>
                  <a:lnTo>
                    <a:pt x="786" y="48"/>
                  </a:lnTo>
                  <a:lnTo>
                    <a:pt x="786" y="60"/>
                  </a:lnTo>
                  <a:cubicBezTo>
                    <a:pt x="786" y="60"/>
                    <a:pt x="786" y="84"/>
                    <a:pt x="774" y="84"/>
                  </a:cubicBezTo>
                  <a:lnTo>
                    <a:pt x="774" y="96"/>
                  </a:lnTo>
                  <a:cubicBezTo>
                    <a:pt x="774" y="108"/>
                    <a:pt x="774" y="108"/>
                    <a:pt x="763" y="120"/>
                  </a:cubicBezTo>
                  <a:lnTo>
                    <a:pt x="1" y="6133"/>
                  </a:lnTo>
                  <a:lnTo>
                    <a:pt x="322" y="6133"/>
                  </a:lnTo>
                  <a:lnTo>
                    <a:pt x="1036" y="358"/>
                  </a:lnTo>
                  <a:lnTo>
                    <a:pt x="1048" y="275"/>
                  </a:lnTo>
                  <a:lnTo>
                    <a:pt x="1060" y="179"/>
                  </a:lnTo>
                  <a:cubicBezTo>
                    <a:pt x="1072" y="96"/>
                    <a:pt x="1013" y="13"/>
                    <a:pt x="92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1" name="Google Shape;20261;p153"/>
            <p:cNvSpPr/>
            <p:nvPr/>
          </p:nvSpPr>
          <p:spPr>
            <a:xfrm>
              <a:off x="5165975" y="3082950"/>
              <a:ext cx="51650" cy="352750"/>
            </a:xfrm>
            <a:custGeom>
              <a:avLst/>
              <a:gdLst/>
              <a:ahLst/>
              <a:cxnLst/>
              <a:rect l="l" t="t" r="r" b="b"/>
              <a:pathLst>
                <a:path w="2066" h="14110" extrusionOk="0">
                  <a:moveTo>
                    <a:pt x="6" y="0"/>
                  </a:moveTo>
                  <a:cubicBezTo>
                    <a:pt x="0" y="28"/>
                    <a:pt x="5" y="56"/>
                    <a:pt x="16" y="81"/>
                  </a:cubicBezTo>
                  <a:lnTo>
                    <a:pt x="16" y="81"/>
                  </a:lnTo>
                  <a:lnTo>
                    <a:pt x="6" y="0"/>
                  </a:lnTo>
                  <a:close/>
                  <a:moveTo>
                    <a:pt x="16" y="81"/>
                  </a:moveTo>
                  <a:lnTo>
                    <a:pt x="792" y="6430"/>
                  </a:lnTo>
                  <a:lnTo>
                    <a:pt x="839" y="6739"/>
                  </a:lnTo>
                  <a:lnTo>
                    <a:pt x="1125" y="9025"/>
                  </a:lnTo>
                  <a:lnTo>
                    <a:pt x="1173" y="9359"/>
                  </a:lnTo>
                  <a:lnTo>
                    <a:pt x="1756" y="14109"/>
                  </a:lnTo>
                  <a:lnTo>
                    <a:pt x="2066" y="14109"/>
                  </a:lnTo>
                  <a:lnTo>
                    <a:pt x="1482" y="9442"/>
                  </a:lnTo>
                  <a:lnTo>
                    <a:pt x="1435" y="9121"/>
                  </a:lnTo>
                  <a:lnTo>
                    <a:pt x="1125" y="6608"/>
                  </a:lnTo>
                  <a:lnTo>
                    <a:pt x="1077" y="6287"/>
                  </a:lnTo>
                  <a:lnTo>
                    <a:pt x="351" y="358"/>
                  </a:lnTo>
                  <a:lnTo>
                    <a:pt x="65" y="143"/>
                  </a:lnTo>
                  <a:cubicBezTo>
                    <a:pt x="46" y="131"/>
                    <a:pt x="28" y="108"/>
                    <a:pt x="16" y="8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2" name="Google Shape;20262;p153"/>
            <p:cNvSpPr/>
            <p:nvPr/>
          </p:nvSpPr>
          <p:spPr>
            <a:xfrm>
              <a:off x="5303025" y="3368700"/>
              <a:ext cx="54800" cy="67000"/>
            </a:xfrm>
            <a:custGeom>
              <a:avLst/>
              <a:gdLst/>
              <a:ahLst/>
              <a:cxnLst/>
              <a:rect l="l" t="t" r="r" b="b"/>
              <a:pathLst>
                <a:path w="2192" h="2680" extrusionOk="0">
                  <a:moveTo>
                    <a:pt x="1941" y="0"/>
                  </a:moveTo>
                  <a:lnTo>
                    <a:pt x="1" y="2679"/>
                  </a:lnTo>
                  <a:lnTo>
                    <a:pt x="382" y="2679"/>
                  </a:lnTo>
                  <a:lnTo>
                    <a:pt x="2192" y="179"/>
                  </a:lnTo>
                  <a:cubicBezTo>
                    <a:pt x="2084" y="143"/>
                    <a:pt x="2001" y="84"/>
                    <a:pt x="194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3" name="Google Shape;20263;p153"/>
            <p:cNvSpPr/>
            <p:nvPr/>
          </p:nvSpPr>
          <p:spPr>
            <a:xfrm>
              <a:off x="5430125" y="3087425"/>
              <a:ext cx="129500" cy="180700"/>
            </a:xfrm>
            <a:custGeom>
              <a:avLst/>
              <a:gdLst/>
              <a:ahLst/>
              <a:cxnLst/>
              <a:rect l="l" t="t" r="r" b="b"/>
              <a:pathLst>
                <a:path w="5180" h="7228" extrusionOk="0">
                  <a:moveTo>
                    <a:pt x="4918" y="0"/>
                  </a:moveTo>
                  <a:lnTo>
                    <a:pt x="4882" y="60"/>
                  </a:lnTo>
                  <a:lnTo>
                    <a:pt x="156" y="6644"/>
                  </a:lnTo>
                  <a:cubicBezTo>
                    <a:pt x="203" y="6691"/>
                    <a:pt x="239" y="6751"/>
                    <a:pt x="251" y="6834"/>
                  </a:cubicBezTo>
                  <a:cubicBezTo>
                    <a:pt x="251" y="6989"/>
                    <a:pt x="144" y="7120"/>
                    <a:pt x="1" y="7132"/>
                  </a:cubicBezTo>
                  <a:lnTo>
                    <a:pt x="132" y="7227"/>
                  </a:lnTo>
                  <a:lnTo>
                    <a:pt x="5180" y="179"/>
                  </a:lnTo>
                  <a:cubicBezTo>
                    <a:pt x="5061" y="143"/>
                    <a:pt x="4978" y="83"/>
                    <a:pt x="491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4" name="Google Shape;20264;p153"/>
            <p:cNvSpPr/>
            <p:nvPr/>
          </p:nvSpPr>
          <p:spPr>
            <a:xfrm>
              <a:off x="5365250" y="3269875"/>
              <a:ext cx="63425" cy="84550"/>
            </a:xfrm>
            <a:custGeom>
              <a:avLst/>
              <a:gdLst/>
              <a:ahLst/>
              <a:cxnLst/>
              <a:rect l="l" t="t" r="r" b="b"/>
              <a:pathLst>
                <a:path w="2537" h="3382" extrusionOk="0">
                  <a:moveTo>
                    <a:pt x="2274" y="1"/>
                  </a:moveTo>
                  <a:lnTo>
                    <a:pt x="0" y="3191"/>
                  </a:lnTo>
                  <a:cubicBezTo>
                    <a:pt x="107" y="3215"/>
                    <a:pt x="179" y="3299"/>
                    <a:pt x="238" y="3382"/>
                  </a:cubicBezTo>
                  <a:lnTo>
                    <a:pt x="2536" y="179"/>
                  </a:lnTo>
                  <a:lnTo>
                    <a:pt x="2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5" name="Google Shape;20265;p153"/>
            <p:cNvSpPr/>
            <p:nvPr/>
          </p:nvSpPr>
          <p:spPr>
            <a:xfrm>
              <a:off x="5372675" y="3356800"/>
              <a:ext cx="248275" cy="56575"/>
            </a:xfrm>
            <a:custGeom>
              <a:avLst/>
              <a:gdLst/>
              <a:ahLst/>
              <a:cxnLst/>
              <a:rect l="l" t="t" r="r" b="b"/>
              <a:pathLst>
                <a:path w="9931" h="2263" extrusionOk="0">
                  <a:moveTo>
                    <a:pt x="1" y="0"/>
                  </a:moveTo>
                  <a:cubicBezTo>
                    <a:pt x="13" y="36"/>
                    <a:pt x="37" y="95"/>
                    <a:pt x="37" y="155"/>
                  </a:cubicBezTo>
                  <a:cubicBezTo>
                    <a:pt x="37" y="203"/>
                    <a:pt x="37" y="262"/>
                    <a:pt x="13" y="310"/>
                  </a:cubicBezTo>
                  <a:lnTo>
                    <a:pt x="9931" y="2262"/>
                  </a:lnTo>
                  <a:lnTo>
                    <a:pt x="9335" y="1822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6" name="Google Shape;20266;p153"/>
            <p:cNvSpPr/>
            <p:nvPr/>
          </p:nvSpPr>
          <p:spPr>
            <a:xfrm>
              <a:off x="5718250" y="3230300"/>
              <a:ext cx="86350" cy="88125"/>
            </a:xfrm>
            <a:custGeom>
              <a:avLst/>
              <a:gdLst/>
              <a:ahLst/>
              <a:cxnLst/>
              <a:rect l="l" t="t" r="r" b="b"/>
              <a:pathLst>
                <a:path w="3454" h="3525" extrusionOk="0">
                  <a:moveTo>
                    <a:pt x="3370" y="0"/>
                  </a:moveTo>
                  <a:lnTo>
                    <a:pt x="1" y="3250"/>
                  </a:lnTo>
                  <a:lnTo>
                    <a:pt x="168" y="3524"/>
                  </a:lnTo>
                  <a:lnTo>
                    <a:pt x="3454" y="333"/>
                  </a:lnTo>
                  <a:cubicBezTo>
                    <a:pt x="3382" y="298"/>
                    <a:pt x="3335" y="214"/>
                    <a:pt x="3335" y="131"/>
                  </a:cubicBezTo>
                  <a:cubicBezTo>
                    <a:pt x="3335" y="83"/>
                    <a:pt x="3335" y="36"/>
                    <a:pt x="3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7" name="Google Shape;20267;p153"/>
            <p:cNvSpPr/>
            <p:nvPr/>
          </p:nvSpPr>
          <p:spPr>
            <a:xfrm>
              <a:off x="5808450" y="3104675"/>
              <a:ext cx="128625" cy="124150"/>
            </a:xfrm>
            <a:custGeom>
              <a:avLst/>
              <a:gdLst/>
              <a:ahLst/>
              <a:cxnLst/>
              <a:rect l="l" t="t" r="r" b="b"/>
              <a:pathLst>
                <a:path w="5145" h="4966" extrusionOk="0">
                  <a:moveTo>
                    <a:pt x="4930" y="1"/>
                  </a:moveTo>
                  <a:lnTo>
                    <a:pt x="1" y="4787"/>
                  </a:lnTo>
                  <a:lnTo>
                    <a:pt x="120" y="4870"/>
                  </a:lnTo>
                  <a:cubicBezTo>
                    <a:pt x="167" y="4882"/>
                    <a:pt x="191" y="4906"/>
                    <a:pt x="227" y="4930"/>
                  </a:cubicBezTo>
                  <a:lnTo>
                    <a:pt x="263" y="4966"/>
                  </a:lnTo>
                  <a:lnTo>
                    <a:pt x="5144" y="227"/>
                  </a:lnTo>
                  <a:cubicBezTo>
                    <a:pt x="5061" y="167"/>
                    <a:pt x="4989" y="96"/>
                    <a:pt x="493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8" name="Google Shape;20268;p153"/>
            <p:cNvSpPr/>
            <p:nvPr/>
          </p:nvSpPr>
          <p:spPr>
            <a:xfrm>
              <a:off x="5622425" y="3317200"/>
              <a:ext cx="94375" cy="92000"/>
            </a:xfrm>
            <a:custGeom>
              <a:avLst/>
              <a:gdLst/>
              <a:ahLst/>
              <a:cxnLst/>
              <a:rect l="l" t="t" r="r" b="b"/>
              <a:pathLst>
                <a:path w="3775" h="3680" extrusionOk="0">
                  <a:moveTo>
                    <a:pt x="3596" y="1"/>
                  </a:moveTo>
                  <a:lnTo>
                    <a:pt x="0" y="3501"/>
                  </a:lnTo>
                  <a:lnTo>
                    <a:pt x="250" y="3680"/>
                  </a:lnTo>
                  <a:lnTo>
                    <a:pt x="3774" y="275"/>
                  </a:lnTo>
                  <a:lnTo>
                    <a:pt x="359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9" name="Google Shape;20269;p153"/>
            <p:cNvSpPr/>
            <p:nvPr/>
          </p:nvSpPr>
          <p:spPr>
            <a:xfrm>
              <a:off x="5166700" y="3082050"/>
              <a:ext cx="498600" cy="354250"/>
            </a:xfrm>
            <a:custGeom>
              <a:avLst/>
              <a:gdLst/>
              <a:ahLst/>
              <a:cxnLst/>
              <a:rect l="l" t="t" r="r" b="b"/>
              <a:pathLst>
                <a:path w="19944" h="14170" extrusionOk="0">
                  <a:moveTo>
                    <a:pt x="298" y="1"/>
                  </a:moveTo>
                  <a:cubicBezTo>
                    <a:pt x="239" y="48"/>
                    <a:pt x="155" y="60"/>
                    <a:pt x="72" y="60"/>
                  </a:cubicBezTo>
                  <a:cubicBezTo>
                    <a:pt x="36" y="48"/>
                    <a:pt x="25" y="48"/>
                    <a:pt x="1" y="48"/>
                  </a:cubicBezTo>
                  <a:cubicBezTo>
                    <a:pt x="1" y="108"/>
                    <a:pt x="13" y="156"/>
                    <a:pt x="60" y="191"/>
                  </a:cubicBezTo>
                  <a:lnTo>
                    <a:pt x="334" y="406"/>
                  </a:lnTo>
                  <a:lnTo>
                    <a:pt x="5716" y="4275"/>
                  </a:lnTo>
                  <a:lnTo>
                    <a:pt x="5990" y="4477"/>
                  </a:lnTo>
                  <a:lnTo>
                    <a:pt x="10216" y="7537"/>
                  </a:lnTo>
                  <a:lnTo>
                    <a:pt x="10478" y="7716"/>
                  </a:lnTo>
                  <a:lnTo>
                    <a:pt x="17574" y="12836"/>
                  </a:lnTo>
                  <a:lnTo>
                    <a:pt x="18170" y="13264"/>
                  </a:lnTo>
                  <a:lnTo>
                    <a:pt x="19420" y="14169"/>
                  </a:lnTo>
                  <a:lnTo>
                    <a:pt x="19944" y="14169"/>
                  </a:lnTo>
                  <a:lnTo>
                    <a:pt x="18479" y="13110"/>
                  </a:lnTo>
                  <a:lnTo>
                    <a:pt x="18229" y="12931"/>
                  </a:lnTo>
                  <a:lnTo>
                    <a:pt x="10657" y="7466"/>
                  </a:lnTo>
                  <a:lnTo>
                    <a:pt x="10514" y="7383"/>
                  </a:lnTo>
                  <a:lnTo>
                    <a:pt x="10502" y="7383"/>
                  </a:lnTo>
                  <a:cubicBezTo>
                    <a:pt x="10495" y="7383"/>
                    <a:pt x="10487" y="7384"/>
                    <a:pt x="10480" y="7384"/>
                  </a:cubicBezTo>
                  <a:cubicBezTo>
                    <a:pt x="10347" y="7384"/>
                    <a:pt x="10238" y="7281"/>
                    <a:pt x="10204" y="7156"/>
                  </a:cubicBezTo>
                  <a:lnTo>
                    <a:pt x="7240" y="5013"/>
                  </a:lnTo>
                  <a:cubicBezTo>
                    <a:pt x="7216" y="5025"/>
                    <a:pt x="7180" y="5025"/>
                    <a:pt x="7156" y="5025"/>
                  </a:cubicBezTo>
                  <a:cubicBezTo>
                    <a:pt x="7143" y="5027"/>
                    <a:pt x="7130" y="5028"/>
                    <a:pt x="7117" y="5028"/>
                  </a:cubicBezTo>
                  <a:cubicBezTo>
                    <a:pt x="6978" y="5028"/>
                    <a:pt x="6859" y="4916"/>
                    <a:pt x="6859" y="4763"/>
                  </a:cubicBezTo>
                  <a:lnTo>
                    <a:pt x="6859" y="4728"/>
                  </a:lnTo>
                  <a:lnTo>
                    <a:pt x="6323" y="4347"/>
                  </a:lnTo>
                  <a:lnTo>
                    <a:pt x="6037" y="4132"/>
                  </a:lnTo>
                  <a:lnTo>
                    <a:pt x="29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0" name="Google Shape;20270;p153"/>
            <p:cNvSpPr/>
            <p:nvPr/>
          </p:nvSpPr>
          <p:spPr>
            <a:xfrm>
              <a:off x="5558725" y="3064225"/>
              <a:ext cx="8950" cy="4750"/>
            </a:xfrm>
            <a:custGeom>
              <a:avLst/>
              <a:gdLst/>
              <a:ahLst/>
              <a:cxnLst/>
              <a:rect l="l" t="t" r="r" b="b"/>
              <a:pathLst>
                <a:path w="358" h="190" extrusionOk="0">
                  <a:moveTo>
                    <a:pt x="146" y="0"/>
                  </a:moveTo>
                  <a:cubicBezTo>
                    <a:pt x="122" y="0"/>
                    <a:pt x="97" y="4"/>
                    <a:pt x="72" y="11"/>
                  </a:cubicBezTo>
                  <a:cubicBezTo>
                    <a:pt x="12" y="47"/>
                    <a:pt x="0" y="107"/>
                    <a:pt x="0" y="166"/>
                  </a:cubicBezTo>
                  <a:cubicBezTo>
                    <a:pt x="48" y="154"/>
                    <a:pt x="95" y="130"/>
                    <a:pt x="131" y="130"/>
                  </a:cubicBezTo>
                  <a:cubicBezTo>
                    <a:pt x="226" y="154"/>
                    <a:pt x="298" y="166"/>
                    <a:pt x="357" y="190"/>
                  </a:cubicBezTo>
                  <a:lnTo>
                    <a:pt x="286" y="71"/>
                  </a:lnTo>
                  <a:cubicBezTo>
                    <a:pt x="253" y="21"/>
                    <a:pt x="202" y="0"/>
                    <a:pt x="14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1" name="Google Shape;20271;p153"/>
            <p:cNvSpPr/>
            <p:nvPr/>
          </p:nvSpPr>
          <p:spPr>
            <a:xfrm>
              <a:off x="5571525" y="3089200"/>
              <a:ext cx="223250" cy="346500"/>
            </a:xfrm>
            <a:custGeom>
              <a:avLst/>
              <a:gdLst/>
              <a:ahLst/>
              <a:cxnLst/>
              <a:rect l="l" t="t" r="r" b="b"/>
              <a:pathLst>
                <a:path w="8930" h="13860" extrusionOk="0">
                  <a:moveTo>
                    <a:pt x="0" y="0"/>
                  </a:moveTo>
                  <a:lnTo>
                    <a:pt x="5632" y="9121"/>
                  </a:lnTo>
                  <a:lnTo>
                    <a:pt x="5799" y="9395"/>
                  </a:lnTo>
                  <a:lnTo>
                    <a:pt x="8573" y="13859"/>
                  </a:lnTo>
                  <a:lnTo>
                    <a:pt x="8930" y="13859"/>
                  </a:lnTo>
                  <a:lnTo>
                    <a:pt x="6025" y="9168"/>
                  </a:lnTo>
                  <a:lnTo>
                    <a:pt x="5858" y="8894"/>
                  </a:lnTo>
                  <a:lnTo>
                    <a:pt x="560" y="3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2" name="Google Shape;20272;p153"/>
            <p:cNvSpPr/>
            <p:nvPr/>
          </p:nvSpPr>
          <p:spPr>
            <a:xfrm>
              <a:off x="6055500" y="3242800"/>
              <a:ext cx="4200" cy="14900"/>
            </a:xfrm>
            <a:custGeom>
              <a:avLst/>
              <a:gdLst/>
              <a:ahLst/>
              <a:cxnLst/>
              <a:rect l="l" t="t" r="r" b="b"/>
              <a:pathLst>
                <a:path w="168" h="596" extrusionOk="0">
                  <a:moveTo>
                    <a:pt x="108" y="0"/>
                  </a:moveTo>
                  <a:lnTo>
                    <a:pt x="1" y="393"/>
                  </a:lnTo>
                  <a:lnTo>
                    <a:pt x="167" y="595"/>
                  </a:lnTo>
                  <a:lnTo>
                    <a:pt x="167" y="72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3" name="Google Shape;20273;p153"/>
            <p:cNvSpPr/>
            <p:nvPr/>
          </p:nvSpPr>
          <p:spPr>
            <a:xfrm>
              <a:off x="5953400" y="3107050"/>
              <a:ext cx="98850" cy="137250"/>
            </a:xfrm>
            <a:custGeom>
              <a:avLst/>
              <a:gdLst/>
              <a:ahLst/>
              <a:cxnLst/>
              <a:rect l="l" t="t" r="r" b="b"/>
              <a:pathLst>
                <a:path w="3954" h="5490" extrusionOk="0">
                  <a:moveTo>
                    <a:pt x="227" y="1"/>
                  </a:moveTo>
                  <a:cubicBezTo>
                    <a:pt x="168" y="72"/>
                    <a:pt x="96" y="132"/>
                    <a:pt x="1" y="179"/>
                  </a:cubicBezTo>
                  <a:lnTo>
                    <a:pt x="3847" y="5490"/>
                  </a:lnTo>
                  <a:lnTo>
                    <a:pt x="3954" y="5109"/>
                  </a:lnTo>
                  <a:lnTo>
                    <a:pt x="287" y="25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4" name="Google Shape;20274;p153"/>
            <p:cNvSpPr/>
            <p:nvPr/>
          </p:nvSpPr>
          <p:spPr>
            <a:xfrm>
              <a:off x="5571825" y="3083850"/>
              <a:ext cx="239625" cy="146475"/>
            </a:xfrm>
            <a:custGeom>
              <a:avLst/>
              <a:gdLst/>
              <a:ahLst/>
              <a:cxnLst/>
              <a:rect l="l" t="t" r="r" b="b"/>
              <a:pathLst>
                <a:path w="9585" h="5859" extrusionOk="0">
                  <a:moveTo>
                    <a:pt x="131" y="0"/>
                  </a:moveTo>
                  <a:cubicBezTo>
                    <a:pt x="95" y="84"/>
                    <a:pt x="60" y="155"/>
                    <a:pt x="0" y="214"/>
                  </a:cubicBezTo>
                  <a:lnTo>
                    <a:pt x="560" y="560"/>
                  </a:lnTo>
                  <a:lnTo>
                    <a:pt x="9227" y="5858"/>
                  </a:lnTo>
                  <a:cubicBezTo>
                    <a:pt x="9275" y="5763"/>
                    <a:pt x="9358" y="5691"/>
                    <a:pt x="9466" y="5691"/>
                  </a:cubicBezTo>
                  <a:cubicBezTo>
                    <a:pt x="9513" y="5691"/>
                    <a:pt x="9537" y="5691"/>
                    <a:pt x="9585" y="5703"/>
                  </a:cubicBezTo>
                  <a:lnTo>
                    <a:pt x="9466" y="5632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5" name="Google Shape;20275;p153"/>
            <p:cNvSpPr/>
            <p:nvPr/>
          </p:nvSpPr>
          <p:spPr>
            <a:xfrm>
              <a:off x="5814100" y="3227900"/>
              <a:ext cx="202450" cy="130700"/>
            </a:xfrm>
            <a:custGeom>
              <a:avLst/>
              <a:gdLst/>
              <a:ahLst/>
              <a:cxnLst/>
              <a:rect l="l" t="t" r="r" b="b"/>
              <a:pathLst>
                <a:path w="8098" h="5228" extrusionOk="0">
                  <a:moveTo>
                    <a:pt x="1" y="1"/>
                  </a:moveTo>
                  <a:lnTo>
                    <a:pt x="1" y="1"/>
                  </a:lnTo>
                  <a:cubicBezTo>
                    <a:pt x="37" y="48"/>
                    <a:pt x="84" y="120"/>
                    <a:pt x="84" y="191"/>
                  </a:cubicBezTo>
                  <a:cubicBezTo>
                    <a:pt x="84" y="263"/>
                    <a:pt x="72" y="322"/>
                    <a:pt x="25" y="382"/>
                  </a:cubicBezTo>
                  <a:lnTo>
                    <a:pt x="4263" y="2977"/>
                  </a:lnTo>
                  <a:cubicBezTo>
                    <a:pt x="4311" y="2918"/>
                    <a:pt x="4382" y="2870"/>
                    <a:pt x="4478" y="2870"/>
                  </a:cubicBezTo>
                  <a:cubicBezTo>
                    <a:pt x="4644" y="2870"/>
                    <a:pt x="4775" y="2977"/>
                    <a:pt x="4775" y="3144"/>
                  </a:cubicBezTo>
                  <a:cubicBezTo>
                    <a:pt x="4775" y="3180"/>
                    <a:pt x="4775" y="3227"/>
                    <a:pt x="4739" y="3275"/>
                  </a:cubicBezTo>
                  <a:lnTo>
                    <a:pt x="7942" y="5228"/>
                  </a:lnTo>
                  <a:cubicBezTo>
                    <a:pt x="7954" y="5120"/>
                    <a:pt x="8014" y="5025"/>
                    <a:pt x="8097" y="4954"/>
                  </a:cubicBezTo>
                  <a:lnTo>
                    <a:pt x="37" y="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6" name="Google Shape;20276;p153"/>
            <p:cNvSpPr/>
            <p:nvPr/>
          </p:nvSpPr>
          <p:spPr>
            <a:xfrm>
              <a:off x="5574500" y="3075800"/>
              <a:ext cx="354825" cy="22650"/>
            </a:xfrm>
            <a:custGeom>
              <a:avLst/>
              <a:gdLst/>
              <a:ahLst/>
              <a:cxnLst/>
              <a:rect l="l" t="t" r="r" b="b"/>
              <a:pathLst>
                <a:path w="14193" h="906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36"/>
                    <a:pt x="24" y="84"/>
                    <a:pt x="24" y="132"/>
                  </a:cubicBezTo>
                  <a:cubicBezTo>
                    <a:pt x="36" y="203"/>
                    <a:pt x="24" y="263"/>
                    <a:pt x="12" y="322"/>
                  </a:cubicBezTo>
                  <a:lnTo>
                    <a:pt x="131" y="322"/>
                  </a:lnTo>
                  <a:lnTo>
                    <a:pt x="14181" y="906"/>
                  </a:lnTo>
                  <a:cubicBezTo>
                    <a:pt x="14181" y="870"/>
                    <a:pt x="14169" y="858"/>
                    <a:pt x="14169" y="834"/>
                  </a:cubicBezTo>
                  <a:cubicBezTo>
                    <a:pt x="14169" y="751"/>
                    <a:pt x="14169" y="667"/>
                    <a:pt x="14193" y="59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7" name="Google Shape;20277;p153"/>
            <p:cNvSpPr/>
            <p:nvPr/>
          </p:nvSpPr>
          <p:spPr>
            <a:xfrm>
              <a:off x="5569125" y="2643900"/>
              <a:ext cx="490575" cy="431025"/>
            </a:xfrm>
            <a:custGeom>
              <a:avLst/>
              <a:gdLst/>
              <a:ahLst/>
              <a:cxnLst/>
              <a:rect l="l" t="t" r="r" b="b"/>
              <a:pathLst>
                <a:path w="19623" h="17241" extrusionOk="0">
                  <a:moveTo>
                    <a:pt x="19622" y="1"/>
                  </a:moveTo>
                  <a:lnTo>
                    <a:pt x="1" y="17027"/>
                  </a:lnTo>
                  <a:cubicBezTo>
                    <a:pt x="96" y="17074"/>
                    <a:pt x="168" y="17158"/>
                    <a:pt x="215" y="17241"/>
                  </a:cubicBezTo>
                  <a:lnTo>
                    <a:pt x="19622" y="394"/>
                  </a:lnTo>
                  <a:lnTo>
                    <a:pt x="196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8" name="Google Shape;20278;p153"/>
            <p:cNvSpPr/>
            <p:nvPr/>
          </p:nvSpPr>
          <p:spPr>
            <a:xfrm>
              <a:off x="5954000" y="2949300"/>
              <a:ext cx="105100" cy="136050"/>
            </a:xfrm>
            <a:custGeom>
              <a:avLst/>
              <a:gdLst/>
              <a:ahLst/>
              <a:cxnLst/>
              <a:rect l="l" t="t" r="r" b="b"/>
              <a:pathLst>
                <a:path w="4204" h="5442" extrusionOk="0">
                  <a:moveTo>
                    <a:pt x="4204" y="1"/>
                  </a:moveTo>
                  <a:lnTo>
                    <a:pt x="1" y="5239"/>
                  </a:lnTo>
                  <a:cubicBezTo>
                    <a:pt x="96" y="5299"/>
                    <a:pt x="179" y="5370"/>
                    <a:pt x="239" y="5442"/>
                  </a:cubicBezTo>
                  <a:lnTo>
                    <a:pt x="4204" y="489"/>
                  </a:lnTo>
                  <a:lnTo>
                    <a:pt x="4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9" name="Google Shape;20279;p153"/>
            <p:cNvSpPr/>
            <p:nvPr/>
          </p:nvSpPr>
          <p:spPr>
            <a:xfrm>
              <a:off x="6022475" y="3206175"/>
              <a:ext cx="37225" cy="143500"/>
            </a:xfrm>
            <a:custGeom>
              <a:avLst/>
              <a:gdLst/>
              <a:ahLst/>
              <a:cxnLst/>
              <a:rect l="l" t="t" r="r" b="b"/>
              <a:pathLst>
                <a:path w="1489" h="5740" extrusionOk="0">
                  <a:moveTo>
                    <a:pt x="1488" y="1"/>
                  </a:moveTo>
                  <a:lnTo>
                    <a:pt x="1191" y="1132"/>
                  </a:lnTo>
                  <a:lnTo>
                    <a:pt x="1084" y="1525"/>
                  </a:lnTo>
                  <a:lnTo>
                    <a:pt x="0" y="5692"/>
                  </a:lnTo>
                  <a:cubicBezTo>
                    <a:pt x="12" y="5692"/>
                    <a:pt x="24" y="5692"/>
                    <a:pt x="60" y="5680"/>
                  </a:cubicBezTo>
                  <a:cubicBezTo>
                    <a:pt x="143" y="5680"/>
                    <a:pt x="238" y="5692"/>
                    <a:pt x="310" y="5739"/>
                  </a:cubicBezTo>
                  <a:lnTo>
                    <a:pt x="1322" y="1834"/>
                  </a:lnTo>
                  <a:lnTo>
                    <a:pt x="1429" y="1453"/>
                  </a:lnTo>
                  <a:lnTo>
                    <a:pt x="1488" y="1227"/>
                  </a:lnTo>
                  <a:lnTo>
                    <a:pt x="1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0" name="Google Shape;20280;p153"/>
            <p:cNvSpPr/>
            <p:nvPr/>
          </p:nvSpPr>
          <p:spPr>
            <a:xfrm>
              <a:off x="5959075" y="3100225"/>
              <a:ext cx="100625" cy="64900"/>
            </a:xfrm>
            <a:custGeom>
              <a:avLst/>
              <a:gdLst/>
              <a:ahLst/>
              <a:cxnLst/>
              <a:rect l="l" t="t" r="r" b="b"/>
              <a:pathLst>
                <a:path w="4025" h="2596" extrusionOk="0">
                  <a:moveTo>
                    <a:pt x="155" y="0"/>
                  </a:moveTo>
                  <a:cubicBezTo>
                    <a:pt x="119" y="107"/>
                    <a:pt x="72" y="202"/>
                    <a:pt x="0" y="274"/>
                  </a:cubicBezTo>
                  <a:lnTo>
                    <a:pt x="60" y="298"/>
                  </a:lnTo>
                  <a:lnTo>
                    <a:pt x="4024" y="2596"/>
                  </a:lnTo>
                  <a:lnTo>
                    <a:pt x="4024" y="2238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1" name="Google Shape;20281;p153"/>
            <p:cNvSpPr/>
            <p:nvPr/>
          </p:nvSpPr>
          <p:spPr>
            <a:xfrm>
              <a:off x="4523175" y="3371975"/>
              <a:ext cx="36625" cy="35750"/>
            </a:xfrm>
            <a:custGeom>
              <a:avLst/>
              <a:gdLst/>
              <a:ahLst/>
              <a:cxnLst/>
              <a:rect l="l" t="t" r="r" b="b"/>
              <a:pathLst>
                <a:path w="1465" h="1430" extrusionOk="0">
                  <a:moveTo>
                    <a:pt x="691" y="0"/>
                  </a:moveTo>
                  <a:cubicBezTo>
                    <a:pt x="334" y="12"/>
                    <a:pt x="60" y="286"/>
                    <a:pt x="24" y="620"/>
                  </a:cubicBezTo>
                  <a:cubicBezTo>
                    <a:pt x="24" y="667"/>
                    <a:pt x="0" y="715"/>
                    <a:pt x="24" y="762"/>
                  </a:cubicBezTo>
                  <a:cubicBezTo>
                    <a:pt x="24" y="834"/>
                    <a:pt x="36" y="893"/>
                    <a:pt x="60" y="953"/>
                  </a:cubicBezTo>
                  <a:cubicBezTo>
                    <a:pt x="164" y="1242"/>
                    <a:pt x="436" y="1430"/>
                    <a:pt x="746" y="1430"/>
                  </a:cubicBezTo>
                  <a:cubicBezTo>
                    <a:pt x="755" y="1430"/>
                    <a:pt x="765" y="1430"/>
                    <a:pt x="774" y="1429"/>
                  </a:cubicBezTo>
                  <a:cubicBezTo>
                    <a:pt x="822" y="1429"/>
                    <a:pt x="870" y="1417"/>
                    <a:pt x="917" y="1417"/>
                  </a:cubicBezTo>
                  <a:cubicBezTo>
                    <a:pt x="1012" y="1382"/>
                    <a:pt x="1108" y="1334"/>
                    <a:pt x="1191" y="1274"/>
                  </a:cubicBezTo>
                  <a:cubicBezTo>
                    <a:pt x="1358" y="1120"/>
                    <a:pt x="1465" y="905"/>
                    <a:pt x="1453" y="667"/>
                  </a:cubicBezTo>
                  <a:cubicBezTo>
                    <a:pt x="1429" y="441"/>
                    <a:pt x="1334" y="262"/>
                    <a:pt x="1167" y="143"/>
                  </a:cubicBezTo>
                  <a:cubicBezTo>
                    <a:pt x="1096" y="84"/>
                    <a:pt x="989" y="48"/>
                    <a:pt x="881" y="12"/>
                  </a:cubicBezTo>
                  <a:cubicBezTo>
                    <a:pt x="822" y="0"/>
                    <a:pt x="762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2" name="Google Shape;20282;p153"/>
            <p:cNvSpPr/>
            <p:nvPr/>
          </p:nvSpPr>
          <p:spPr>
            <a:xfrm>
              <a:off x="4806850" y="3361225"/>
              <a:ext cx="35725" cy="35175"/>
            </a:xfrm>
            <a:custGeom>
              <a:avLst/>
              <a:gdLst/>
              <a:ahLst/>
              <a:cxnLst/>
              <a:rect l="l" t="t" r="r" b="b"/>
              <a:pathLst>
                <a:path w="1429" h="1407" extrusionOk="0">
                  <a:moveTo>
                    <a:pt x="724" y="0"/>
                  </a:moveTo>
                  <a:cubicBezTo>
                    <a:pt x="709" y="0"/>
                    <a:pt x="694" y="1"/>
                    <a:pt x="679" y="2"/>
                  </a:cubicBezTo>
                  <a:cubicBezTo>
                    <a:pt x="583" y="2"/>
                    <a:pt x="476" y="38"/>
                    <a:pt x="381" y="85"/>
                  </a:cubicBezTo>
                  <a:cubicBezTo>
                    <a:pt x="286" y="121"/>
                    <a:pt x="202" y="192"/>
                    <a:pt x="143" y="264"/>
                  </a:cubicBezTo>
                  <a:cubicBezTo>
                    <a:pt x="83" y="335"/>
                    <a:pt x="48" y="442"/>
                    <a:pt x="12" y="549"/>
                  </a:cubicBezTo>
                  <a:cubicBezTo>
                    <a:pt x="0" y="609"/>
                    <a:pt x="0" y="680"/>
                    <a:pt x="0" y="740"/>
                  </a:cubicBezTo>
                  <a:cubicBezTo>
                    <a:pt x="24" y="1133"/>
                    <a:pt x="345" y="1407"/>
                    <a:pt x="726" y="1407"/>
                  </a:cubicBezTo>
                  <a:lnTo>
                    <a:pt x="738" y="1407"/>
                  </a:lnTo>
                  <a:cubicBezTo>
                    <a:pt x="845" y="1407"/>
                    <a:pt x="941" y="1383"/>
                    <a:pt x="1024" y="1335"/>
                  </a:cubicBezTo>
                  <a:cubicBezTo>
                    <a:pt x="1131" y="1276"/>
                    <a:pt x="1214" y="1204"/>
                    <a:pt x="1298" y="1097"/>
                  </a:cubicBezTo>
                  <a:cubicBezTo>
                    <a:pt x="1357" y="1002"/>
                    <a:pt x="1393" y="919"/>
                    <a:pt x="1417" y="811"/>
                  </a:cubicBezTo>
                  <a:cubicBezTo>
                    <a:pt x="1429" y="776"/>
                    <a:pt x="1429" y="704"/>
                    <a:pt x="1429" y="669"/>
                  </a:cubicBezTo>
                  <a:cubicBezTo>
                    <a:pt x="1417" y="279"/>
                    <a:pt x="1098" y="0"/>
                    <a:pt x="72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3" name="Google Shape;20283;p153"/>
            <p:cNvSpPr/>
            <p:nvPr/>
          </p:nvSpPr>
          <p:spPr>
            <a:xfrm>
              <a:off x="4231475" y="3218375"/>
              <a:ext cx="12225" cy="12250"/>
            </a:xfrm>
            <a:custGeom>
              <a:avLst/>
              <a:gdLst/>
              <a:ahLst/>
              <a:cxnLst/>
              <a:rect l="l" t="t" r="r" b="b"/>
              <a:pathLst>
                <a:path w="489" h="490" extrusionOk="0">
                  <a:moveTo>
                    <a:pt x="238" y="1"/>
                  </a:moveTo>
                  <a:cubicBezTo>
                    <a:pt x="155" y="1"/>
                    <a:pt x="96" y="37"/>
                    <a:pt x="48" y="108"/>
                  </a:cubicBezTo>
                  <a:cubicBezTo>
                    <a:pt x="12" y="156"/>
                    <a:pt x="0" y="203"/>
                    <a:pt x="0" y="263"/>
                  </a:cubicBezTo>
                  <a:cubicBezTo>
                    <a:pt x="23" y="387"/>
                    <a:pt x="142" y="490"/>
                    <a:pt x="256" y="490"/>
                  </a:cubicBezTo>
                  <a:cubicBezTo>
                    <a:pt x="262" y="490"/>
                    <a:pt x="268" y="490"/>
                    <a:pt x="274" y="489"/>
                  </a:cubicBezTo>
                  <a:cubicBezTo>
                    <a:pt x="381" y="489"/>
                    <a:pt x="453" y="429"/>
                    <a:pt x="477" y="334"/>
                  </a:cubicBezTo>
                  <a:cubicBezTo>
                    <a:pt x="488" y="310"/>
                    <a:pt x="488" y="263"/>
                    <a:pt x="488" y="239"/>
                  </a:cubicBezTo>
                  <a:cubicBezTo>
                    <a:pt x="488" y="96"/>
                    <a:pt x="381" y="1"/>
                    <a:pt x="2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4" name="Google Shape;20284;p153"/>
            <p:cNvSpPr/>
            <p:nvPr/>
          </p:nvSpPr>
          <p:spPr>
            <a:xfrm>
              <a:off x="5155100" y="3058225"/>
              <a:ext cx="25325" cy="25050"/>
            </a:xfrm>
            <a:custGeom>
              <a:avLst/>
              <a:gdLst/>
              <a:ahLst/>
              <a:cxnLst/>
              <a:rect l="l" t="t" r="r" b="b"/>
              <a:pathLst>
                <a:path w="1013" h="1002" extrusionOk="0">
                  <a:moveTo>
                    <a:pt x="510" y="1"/>
                  </a:moveTo>
                  <a:cubicBezTo>
                    <a:pt x="503" y="1"/>
                    <a:pt x="496" y="1"/>
                    <a:pt x="489" y="1"/>
                  </a:cubicBezTo>
                  <a:cubicBezTo>
                    <a:pt x="203" y="13"/>
                    <a:pt x="0" y="239"/>
                    <a:pt x="12" y="525"/>
                  </a:cubicBezTo>
                  <a:cubicBezTo>
                    <a:pt x="24" y="763"/>
                    <a:pt x="203" y="954"/>
                    <a:pt x="441" y="989"/>
                  </a:cubicBezTo>
                  <a:cubicBezTo>
                    <a:pt x="489" y="1001"/>
                    <a:pt x="500" y="1001"/>
                    <a:pt x="536" y="1001"/>
                  </a:cubicBezTo>
                  <a:cubicBezTo>
                    <a:pt x="608" y="1001"/>
                    <a:pt x="679" y="966"/>
                    <a:pt x="762" y="942"/>
                  </a:cubicBezTo>
                  <a:cubicBezTo>
                    <a:pt x="917" y="847"/>
                    <a:pt x="1012" y="668"/>
                    <a:pt x="1012" y="478"/>
                  </a:cubicBezTo>
                  <a:cubicBezTo>
                    <a:pt x="1001" y="222"/>
                    <a:pt x="786" y="1"/>
                    <a:pt x="5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5" name="Google Shape;20285;p153"/>
            <p:cNvSpPr/>
            <p:nvPr/>
          </p:nvSpPr>
          <p:spPr>
            <a:xfrm>
              <a:off x="5929000" y="3079000"/>
              <a:ext cx="34850" cy="34325"/>
            </a:xfrm>
            <a:custGeom>
              <a:avLst/>
              <a:gdLst/>
              <a:ahLst/>
              <a:cxnLst/>
              <a:rect l="l" t="t" r="r" b="b"/>
              <a:pathLst>
                <a:path w="1394" h="1373" extrusionOk="0">
                  <a:moveTo>
                    <a:pt x="720" y="1"/>
                  </a:moveTo>
                  <a:cubicBezTo>
                    <a:pt x="699" y="1"/>
                    <a:pt x="677" y="2"/>
                    <a:pt x="655" y="4"/>
                  </a:cubicBezTo>
                  <a:cubicBezTo>
                    <a:pt x="358" y="16"/>
                    <a:pt x="96" y="230"/>
                    <a:pt x="24" y="492"/>
                  </a:cubicBezTo>
                  <a:cubicBezTo>
                    <a:pt x="13" y="575"/>
                    <a:pt x="1" y="647"/>
                    <a:pt x="1" y="730"/>
                  </a:cubicBezTo>
                  <a:lnTo>
                    <a:pt x="1" y="789"/>
                  </a:lnTo>
                  <a:cubicBezTo>
                    <a:pt x="13" y="885"/>
                    <a:pt x="48" y="968"/>
                    <a:pt x="108" y="1051"/>
                  </a:cubicBezTo>
                  <a:cubicBezTo>
                    <a:pt x="167" y="1135"/>
                    <a:pt x="239" y="1206"/>
                    <a:pt x="322" y="1266"/>
                  </a:cubicBezTo>
                  <a:cubicBezTo>
                    <a:pt x="441" y="1349"/>
                    <a:pt x="584" y="1373"/>
                    <a:pt x="727" y="1373"/>
                  </a:cubicBezTo>
                  <a:cubicBezTo>
                    <a:pt x="822" y="1373"/>
                    <a:pt x="917" y="1349"/>
                    <a:pt x="1001" y="1313"/>
                  </a:cubicBezTo>
                  <a:cubicBezTo>
                    <a:pt x="1084" y="1266"/>
                    <a:pt x="1156" y="1206"/>
                    <a:pt x="1215" y="1135"/>
                  </a:cubicBezTo>
                  <a:cubicBezTo>
                    <a:pt x="1275" y="1063"/>
                    <a:pt x="1334" y="968"/>
                    <a:pt x="1370" y="873"/>
                  </a:cubicBezTo>
                  <a:cubicBezTo>
                    <a:pt x="1382" y="789"/>
                    <a:pt x="1394" y="730"/>
                    <a:pt x="1382" y="659"/>
                  </a:cubicBezTo>
                  <a:cubicBezTo>
                    <a:pt x="1382" y="516"/>
                    <a:pt x="1322" y="397"/>
                    <a:pt x="1251" y="278"/>
                  </a:cubicBezTo>
                  <a:cubicBezTo>
                    <a:pt x="1191" y="182"/>
                    <a:pt x="1096" y="123"/>
                    <a:pt x="1013" y="75"/>
                  </a:cubicBezTo>
                  <a:cubicBezTo>
                    <a:pt x="923" y="26"/>
                    <a:pt x="826" y="1"/>
                    <a:pt x="7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6" name="Google Shape;20286;p153"/>
            <p:cNvSpPr/>
            <p:nvPr/>
          </p:nvSpPr>
          <p:spPr>
            <a:xfrm>
              <a:off x="6012050" y="3348375"/>
              <a:ext cx="25625" cy="24275"/>
            </a:xfrm>
            <a:custGeom>
              <a:avLst/>
              <a:gdLst/>
              <a:ahLst/>
              <a:cxnLst/>
              <a:rect l="l" t="t" r="r" b="b"/>
              <a:pathLst>
                <a:path w="1025" h="971" extrusionOk="0">
                  <a:moveTo>
                    <a:pt x="524" y="1"/>
                  </a:moveTo>
                  <a:cubicBezTo>
                    <a:pt x="508" y="1"/>
                    <a:pt x="492" y="2"/>
                    <a:pt x="477" y="4"/>
                  </a:cubicBezTo>
                  <a:cubicBezTo>
                    <a:pt x="453" y="4"/>
                    <a:pt x="441" y="4"/>
                    <a:pt x="417" y="16"/>
                  </a:cubicBezTo>
                  <a:cubicBezTo>
                    <a:pt x="310" y="40"/>
                    <a:pt x="215" y="75"/>
                    <a:pt x="155" y="135"/>
                  </a:cubicBezTo>
                  <a:cubicBezTo>
                    <a:pt x="84" y="218"/>
                    <a:pt x="24" y="301"/>
                    <a:pt x="12" y="409"/>
                  </a:cubicBezTo>
                  <a:cubicBezTo>
                    <a:pt x="12" y="432"/>
                    <a:pt x="0" y="480"/>
                    <a:pt x="12" y="516"/>
                  </a:cubicBezTo>
                  <a:cubicBezTo>
                    <a:pt x="24" y="764"/>
                    <a:pt x="239" y="970"/>
                    <a:pt x="495" y="970"/>
                  </a:cubicBezTo>
                  <a:cubicBezTo>
                    <a:pt x="508" y="970"/>
                    <a:pt x="522" y="969"/>
                    <a:pt x="536" y="968"/>
                  </a:cubicBezTo>
                  <a:cubicBezTo>
                    <a:pt x="798" y="956"/>
                    <a:pt x="1024" y="730"/>
                    <a:pt x="989" y="456"/>
                  </a:cubicBezTo>
                  <a:cubicBezTo>
                    <a:pt x="977" y="278"/>
                    <a:pt x="870" y="123"/>
                    <a:pt x="727" y="40"/>
                  </a:cubicBezTo>
                  <a:cubicBezTo>
                    <a:pt x="668" y="20"/>
                    <a:pt x="594" y="1"/>
                    <a:pt x="5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7" name="Google Shape;20287;p153"/>
            <p:cNvSpPr/>
            <p:nvPr/>
          </p:nvSpPr>
          <p:spPr>
            <a:xfrm>
              <a:off x="5550375" y="3068250"/>
              <a:ext cx="25025" cy="24250"/>
            </a:xfrm>
            <a:custGeom>
              <a:avLst/>
              <a:gdLst/>
              <a:ahLst/>
              <a:cxnLst/>
              <a:rect l="l" t="t" r="r" b="b"/>
              <a:pathLst>
                <a:path w="1001" h="970" extrusionOk="0">
                  <a:moveTo>
                    <a:pt x="542" y="0"/>
                  </a:moveTo>
                  <a:cubicBezTo>
                    <a:pt x="521" y="0"/>
                    <a:pt x="499" y="2"/>
                    <a:pt x="477" y="5"/>
                  </a:cubicBezTo>
                  <a:cubicBezTo>
                    <a:pt x="441" y="5"/>
                    <a:pt x="394" y="17"/>
                    <a:pt x="346" y="29"/>
                  </a:cubicBezTo>
                  <a:cubicBezTo>
                    <a:pt x="144" y="112"/>
                    <a:pt x="1" y="303"/>
                    <a:pt x="25" y="529"/>
                  </a:cubicBezTo>
                  <a:cubicBezTo>
                    <a:pt x="25" y="612"/>
                    <a:pt x="48" y="708"/>
                    <a:pt x="108" y="779"/>
                  </a:cubicBezTo>
                  <a:cubicBezTo>
                    <a:pt x="168" y="850"/>
                    <a:pt x="251" y="910"/>
                    <a:pt x="346" y="946"/>
                  </a:cubicBezTo>
                  <a:cubicBezTo>
                    <a:pt x="406" y="958"/>
                    <a:pt x="465" y="969"/>
                    <a:pt x="525" y="969"/>
                  </a:cubicBezTo>
                  <a:cubicBezTo>
                    <a:pt x="644" y="969"/>
                    <a:pt x="751" y="910"/>
                    <a:pt x="846" y="838"/>
                  </a:cubicBezTo>
                  <a:cubicBezTo>
                    <a:pt x="906" y="779"/>
                    <a:pt x="941" y="708"/>
                    <a:pt x="977" y="624"/>
                  </a:cubicBezTo>
                  <a:cubicBezTo>
                    <a:pt x="989" y="565"/>
                    <a:pt x="1001" y="529"/>
                    <a:pt x="989" y="469"/>
                  </a:cubicBezTo>
                  <a:cubicBezTo>
                    <a:pt x="989" y="422"/>
                    <a:pt x="977" y="374"/>
                    <a:pt x="953" y="327"/>
                  </a:cubicBezTo>
                  <a:cubicBezTo>
                    <a:pt x="953" y="315"/>
                    <a:pt x="941" y="303"/>
                    <a:pt x="941" y="291"/>
                  </a:cubicBezTo>
                  <a:cubicBezTo>
                    <a:pt x="906" y="184"/>
                    <a:pt x="822" y="112"/>
                    <a:pt x="739" y="65"/>
                  </a:cubicBezTo>
                  <a:cubicBezTo>
                    <a:pt x="727" y="53"/>
                    <a:pt x="703" y="53"/>
                    <a:pt x="691" y="29"/>
                  </a:cubicBezTo>
                  <a:cubicBezTo>
                    <a:pt x="648" y="11"/>
                    <a:pt x="598" y="0"/>
                    <a:pt x="54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8" name="Google Shape;20288;p153"/>
            <p:cNvSpPr/>
            <p:nvPr/>
          </p:nvSpPr>
          <p:spPr>
            <a:xfrm>
              <a:off x="5349175" y="3348750"/>
              <a:ext cx="25025" cy="24850"/>
            </a:xfrm>
            <a:custGeom>
              <a:avLst/>
              <a:gdLst/>
              <a:ahLst/>
              <a:cxnLst/>
              <a:rect l="l" t="t" r="r" b="b"/>
              <a:pathLst>
                <a:path w="1001" h="994" extrusionOk="0">
                  <a:moveTo>
                    <a:pt x="476" y="1"/>
                  </a:moveTo>
                  <a:cubicBezTo>
                    <a:pt x="334" y="1"/>
                    <a:pt x="203" y="96"/>
                    <a:pt x="107" y="203"/>
                  </a:cubicBezTo>
                  <a:cubicBezTo>
                    <a:pt x="48" y="286"/>
                    <a:pt x="0" y="382"/>
                    <a:pt x="24" y="501"/>
                  </a:cubicBezTo>
                  <a:lnTo>
                    <a:pt x="24" y="525"/>
                  </a:lnTo>
                  <a:cubicBezTo>
                    <a:pt x="36" y="632"/>
                    <a:pt x="60" y="715"/>
                    <a:pt x="119" y="798"/>
                  </a:cubicBezTo>
                  <a:cubicBezTo>
                    <a:pt x="179" y="882"/>
                    <a:pt x="274" y="941"/>
                    <a:pt x="381" y="977"/>
                  </a:cubicBezTo>
                  <a:cubicBezTo>
                    <a:pt x="406" y="985"/>
                    <a:pt x="444" y="994"/>
                    <a:pt x="484" y="994"/>
                  </a:cubicBezTo>
                  <a:cubicBezTo>
                    <a:pt x="501" y="994"/>
                    <a:pt x="519" y="992"/>
                    <a:pt x="536" y="989"/>
                  </a:cubicBezTo>
                  <a:cubicBezTo>
                    <a:pt x="762" y="977"/>
                    <a:pt x="941" y="822"/>
                    <a:pt x="988" y="620"/>
                  </a:cubicBezTo>
                  <a:cubicBezTo>
                    <a:pt x="1000" y="572"/>
                    <a:pt x="1000" y="525"/>
                    <a:pt x="1000" y="465"/>
                  </a:cubicBezTo>
                  <a:cubicBezTo>
                    <a:pt x="977" y="417"/>
                    <a:pt x="953" y="358"/>
                    <a:pt x="941" y="322"/>
                  </a:cubicBezTo>
                  <a:lnTo>
                    <a:pt x="893" y="227"/>
                  </a:lnTo>
                  <a:cubicBezTo>
                    <a:pt x="834" y="144"/>
                    <a:pt x="750" y="84"/>
                    <a:pt x="655" y="36"/>
                  </a:cubicBezTo>
                  <a:cubicBezTo>
                    <a:pt x="596" y="25"/>
                    <a:pt x="536" y="1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9" name="Google Shape;20289;p153"/>
            <p:cNvSpPr/>
            <p:nvPr/>
          </p:nvSpPr>
          <p:spPr>
            <a:xfrm>
              <a:off x="4288925" y="3245425"/>
              <a:ext cx="24725" cy="24575"/>
            </a:xfrm>
            <a:custGeom>
              <a:avLst/>
              <a:gdLst/>
              <a:ahLst/>
              <a:cxnLst/>
              <a:rect l="l" t="t" r="r" b="b"/>
              <a:pathLst>
                <a:path w="989" h="983" extrusionOk="0">
                  <a:moveTo>
                    <a:pt x="513" y="0"/>
                  </a:moveTo>
                  <a:cubicBezTo>
                    <a:pt x="497" y="0"/>
                    <a:pt x="481" y="1"/>
                    <a:pt x="465" y="2"/>
                  </a:cubicBezTo>
                  <a:cubicBezTo>
                    <a:pt x="262" y="14"/>
                    <a:pt x="84" y="133"/>
                    <a:pt x="24" y="312"/>
                  </a:cubicBezTo>
                  <a:cubicBezTo>
                    <a:pt x="0" y="371"/>
                    <a:pt x="0" y="443"/>
                    <a:pt x="0" y="526"/>
                  </a:cubicBezTo>
                  <a:cubicBezTo>
                    <a:pt x="0" y="586"/>
                    <a:pt x="12" y="621"/>
                    <a:pt x="24" y="669"/>
                  </a:cubicBezTo>
                  <a:cubicBezTo>
                    <a:pt x="36" y="729"/>
                    <a:pt x="72" y="776"/>
                    <a:pt x="119" y="824"/>
                  </a:cubicBezTo>
                  <a:cubicBezTo>
                    <a:pt x="193" y="908"/>
                    <a:pt x="322" y="983"/>
                    <a:pt x="450" y="983"/>
                  </a:cubicBezTo>
                  <a:cubicBezTo>
                    <a:pt x="467" y="983"/>
                    <a:pt x="483" y="981"/>
                    <a:pt x="500" y="979"/>
                  </a:cubicBezTo>
                  <a:cubicBezTo>
                    <a:pt x="512" y="979"/>
                    <a:pt x="536" y="979"/>
                    <a:pt x="560" y="967"/>
                  </a:cubicBezTo>
                  <a:cubicBezTo>
                    <a:pt x="703" y="955"/>
                    <a:pt x="798" y="883"/>
                    <a:pt x="869" y="788"/>
                  </a:cubicBezTo>
                  <a:cubicBezTo>
                    <a:pt x="953" y="705"/>
                    <a:pt x="988" y="586"/>
                    <a:pt x="976" y="455"/>
                  </a:cubicBezTo>
                  <a:cubicBezTo>
                    <a:pt x="976" y="431"/>
                    <a:pt x="976" y="419"/>
                    <a:pt x="965" y="383"/>
                  </a:cubicBezTo>
                  <a:cubicBezTo>
                    <a:pt x="953" y="276"/>
                    <a:pt x="893" y="193"/>
                    <a:pt x="822" y="121"/>
                  </a:cubicBezTo>
                  <a:cubicBezTo>
                    <a:pt x="738" y="38"/>
                    <a:pt x="627" y="0"/>
                    <a:pt x="5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0" name="Google Shape;20290;p153"/>
            <p:cNvSpPr/>
            <p:nvPr/>
          </p:nvSpPr>
          <p:spPr>
            <a:xfrm>
              <a:off x="4145150" y="3339825"/>
              <a:ext cx="26225" cy="24750"/>
            </a:xfrm>
            <a:custGeom>
              <a:avLst/>
              <a:gdLst/>
              <a:ahLst/>
              <a:cxnLst/>
              <a:rect l="l" t="t" r="r" b="b"/>
              <a:pathLst>
                <a:path w="1049" h="990" extrusionOk="0">
                  <a:moveTo>
                    <a:pt x="501" y="1"/>
                  </a:moveTo>
                  <a:cubicBezTo>
                    <a:pt x="227" y="24"/>
                    <a:pt x="0" y="239"/>
                    <a:pt x="36" y="524"/>
                  </a:cubicBezTo>
                  <a:cubicBezTo>
                    <a:pt x="48" y="791"/>
                    <a:pt x="262" y="989"/>
                    <a:pt x="536" y="989"/>
                  </a:cubicBezTo>
                  <a:cubicBezTo>
                    <a:pt x="544" y="989"/>
                    <a:pt x="552" y="989"/>
                    <a:pt x="560" y="989"/>
                  </a:cubicBezTo>
                  <a:cubicBezTo>
                    <a:pt x="822" y="977"/>
                    <a:pt x="1048" y="751"/>
                    <a:pt x="1012" y="465"/>
                  </a:cubicBezTo>
                  <a:cubicBezTo>
                    <a:pt x="1012" y="405"/>
                    <a:pt x="1001" y="358"/>
                    <a:pt x="989" y="322"/>
                  </a:cubicBezTo>
                  <a:cubicBezTo>
                    <a:pt x="929" y="215"/>
                    <a:pt x="870" y="143"/>
                    <a:pt x="774" y="84"/>
                  </a:cubicBezTo>
                  <a:cubicBezTo>
                    <a:pt x="703" y="36"/>
                    <a:pt x="631" y="1"/>
                    <a:pt x="5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1" name="Google Shape;20291;p153"/>
            <p:cNvSpPr/>
            <p:nvPr/>
          </p:nvSpPr>
          <p:spPr>
            <a:xfrm>
              <a:off x="4710100" y="2985275"/>
              <a:ext cx="25625" cy="24775"/>
            </a:xfrm>
            <a:custGeom>
              <a:avLst/>
              <a:gdLst/>
              <a:ahLst/>
              <a:cxnLst/>
              <a:rect l="l" t="t" r="r" b="b"/>
              <a:pathLst>
                <a:path w="1025" h="991" extrusionOk="0">
                  <a:moveTo>
                    <a:pt x="532" y="0"/>
                  </a:moveTo>
                  <a:cubicBezTo>
                    <a:pt x="518" y="0"/>
                    <a:pt x="503" y="1"/>
                    <a:pt x="489" y="2"/>
                  </a:cubicBezTo>
                  <a:cubicBezTo>
                    <a:pt x="227" y="14"/>
                    <a:pt x="1" y="240"/>
                    <a:pt x="24" y="526"/>
                  </a:cubicBezTo>
                  <a:cubicBezTo>
                    <a:pt x="48" y="657"/>
                    <a:pt x="108" y="776"/>
                    <a:pt x="191" y="859"/>
                  </a:cubicBezTo>
                  <a:cubicBezTo>
                    <a:pt x="262" y="943"/>
                    <a:pt x="370" y="979"/>
                    <a:pt x="477" y="979"/>
                  </a:cubicBezTo>
                  <a:lnTo>
                    <a:pt x="536" y="990"/>
                  </a:lnTo>
                  <a:cubicBezTo>
                    <a:pt x="655" y="990"/>
                    <a:pt x="739" y="943"/>
                    <a:pt x="834" y="883"/>
                  </a:cubicBezTo>
                  <a:cubicBezTo>
                    <a:pt x="953" y="788"/>
                    <a:pt x="1024" y="621"/>
                    <a:pt x="1013" y="467"/>
                  </a:cubicBezTo>
                  <a:cubicBezTo>
                    <a:pt x="1001" y="207"/>
                    <a:pt x="797" y="0"/>
                    <a:pt x="53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2" name="Google Shape;20292;p153"/>
            <p:cNvSpPr/>
            <p:nvPr/>
          </p:nvSpPr>
          <p:spPr>
            <a:xfrm>
              <a:off x="5801300" y="3226125"/>
              <a:ext cx="14625" cy="14600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275" y="0"/>
                  </a:moveTo>
                  <a:cubicBezTo>
                    <a:pt x="168" y="0"/>
                    <a:pt x="72" y="72"/>
                    <a:pt x="37" y="167"/>
                  </a:cubicBezTo>
                  <a:lnTo>
                    <a:pt x="37" y="179"/>
                  </a:lnTo>
                  <a:cubicBezTo>
                    <a:pt x="13" y="227"/>
                    <a:pt x="1" y="262"/>
                    <a:pt x="1" y="310"/>
                  </a:cubicBezTo>
                  <a:cubicBezTo>
                    <a:pt x="1" y="405"/>
                    <a:pt x="48" y="477"/>
                    <a:pt x="120" y="524"/>
                  </a:cubicBezTo>
                  <a:cubicBezTo>
                    <a:pt x="179" y="560"/>
                    <a:pt x="239" y="584"/>
                    <a:pt x="310" y="584"/>
                  </a:cubicBezTo>
                  <a:cubicBezTo>
                    <a:pt x="406" y="584"/>
                    <a:pt x="477" y="536"/>
                    <a:pt x="525" y="465"/>
                  </a:cubicBezTo>
                  <a:cubicBezTo>
                    <a:pt x="572" y="417"/>
                    <a:pt x="584" y="346"/>
                    <a:pt x="584" y="262"/>
                  </a:cubicBezTo>
                  <a:cubicBezTo>
                    <a:pt x="584" y="191"/>
                    <a:pt x="549" y="119"/>
                    <a:pt x="489" y="72"/>
                  </a:cubicBezTo>
                  <a:cubicBezTo>
                    <a:pt x="465" y="36"/>
                    <a:pt x="429" y="24"/>
                    <a:pt x="394" y="12"/>
                  </a:cubicBezTo>
                  <a:cubicBezTo>
                    <a:pt x="358" y="0"/>
                    <a:pt x="310" y="0"/>
                    <a:pt x="27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3" name="Google Shape;20293;p153"/>
            <p:cNvSpPr/>
            <p:nvPr/>
          </p:nvSpPr>
          <p:spPr>
            <a:xfrm>
              <a:off x="5918575" y="3299625"/>
              <a:ext cx="14600" cy="14325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308" y="0"/>
                  </a:moveTo>
                  <a:cubicBezTo>
                    <a:pt x="301" y="0"/>
                    <a:pt x="294" y="1"/>
                    <a:pt x="287" y="1"/>
                  </a:cubicBezTo>
                  <a:cubicBezTo>
                    <a:pt x="191" y="1"/>
                    <a:pt x="132" y="49"/>
                    <a:pt x="72" y="108"/>
                  </a:cubicBezTo>
                  <a:cubicBezTo>
                    <a:pt x="25" y="168"/>
                    <a:pt x="1" y="227"/>
                    <a:pt x="13" y="299"/>
                  </a:cubicBezTo>
                  <a:cubicBezTo>
                    <a:pt x="25" y="454"/>
                    <a:pt x="144" y="573"/>
                    <a:pt x="310" y="573"/>
                  </a:cubicBezTo>
                  <a:cubicBezTo>
                    <a:pt x="430" y="573"/>
                    <a:pt x="513" y="489"/>
                    <a:pt x="549" y="394"/>
                  </a:cubicBezTo>
                  <a:cubicBezTo>
                    <a:pt x="560" y="346"/>
                    <a:pt x="572" y="299"/>
                    <a:pt x="572" y="251"/>
                  </a:cubicBezTo>
                  <a:cubicBezTo>
                    <a:pt x="584" y="115"/>
                    <a:pt x="454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4" name="Google Shape;20294;p153"/>
            <p:cNvSpPr/>
            <p:nvPr/>
          </p:nvSpPr>
          <p:spPr>
            <a:xfrm>
              <a:off x="5332800" y="3319575"/>
              <a:ext cx="14300" cy="14025"/>
            </a:xfrm>
            <a:custGeom>
              <a:avLst/>
              <a:gdLst/>
              <a:ahLst/>
              <a:cxnLst/>
              <a:rect l="l" t="t" r="r" b="b"/>
              <a:pathLst>
                <a:path w="572" h="561" extrusionOk="0">
                  <a:moveTo>
                    <a:pt x="274" y="1"/>
                  </a:moveTo>
                  <a:cubicBezTo>
                    <a:pt x="108" y="1"/>
                    <a:pt x="0" y="132"/>
                    <a:pt x="0" y="299"/>
                  </a:cubicBezTo>
                  <a:cubicBezTo>
                    <a:pt x="0" y="453"/>
                    <a:pt x="143" y="561"/>
                    <a:pt x="298" y="561"/>
                  </a:cubicBezTo>
                  <a:cubicBezTo>
                    <a:pt x="465" y="561"/>
                    <a:pt x="572" y="430"/>
                    <a:pt x="572" y="263"/>
                  </a:cubicBezTo>
                  <a:cubicBezTo>
                    <a:pt x="572" y="96"/>
                    <a:pt x="441" y="1"/>
                    <a:pt x="2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5" name="Google Shape;20295;p153"/>
            <p:cNvSpPr/>
            <p:nvPr/>
          </p:nvSpPr>
          <p:spPr>
            <a:xfrm>
              <a:off x="4583900" y="3272550"/>
              <a:ext cx="14600" cy="14375"/>
            </a:xfrm>
            <a:custGeom>
              <a:avLst/>
              <a:gdLst/>
              <a:ahLst/>
              <a:cxnLst/>
              <a:rect l="l" t="t" r="r" b="b"/>
              <a:pathLst>
                <a:path w="584" h="575" extrusionOk="0">
                  <a:moveTo>
                    <a:pt x="286" y="1"/>
                  </a:moveTo>
                  <a:cubicBezTo>
                    <a:pt x="215" y="1"/>
                    <a:pt x="155" y="36"/>
                    <a:pt x="107" y="72"/>
                  </a:cubicBezTo>
                  <a:cubicBezTo>
                    <a:pt x="48" y="132"/>
                    <a:pt x="0" y="215"/>
                    <a:pt x="12" y="298"/>
                  </a:cubicBezTo>
                  <a:cubicBezTo>
                    <a:pt x="12" y="334"/>
                    <a:pt x="36" y="346"/>
                    <a:pt x="36" y="370"/>
                  </a:cubicBezTo>
                  <a:cubicBezTo>
                    <a:pt x="48" y="417"/>
                    <a:pt x="60" y="453"/>
                    <a:pt x="96" y="477"/>
                  </a:cubicBezTo>
                  <a:cubicBezTo>
                    <a:pt x="149" y="530"/>
                    <a:pt x="212" y="574"/>
                    <a:pt x="284" y="574"/>
                  </a:cubicBezTo>
                  <a:cubicBezTo>
                    <a:pt x="293" y="574"/>
                    <a:pt x="301" y="573"/>
                    <a:pt x="310" y="572"/>
                  </a:cubicBezTo>
                  <a:cubicBezTo>
                    <a:pt x="346" y="572"/>
                    <a:pt x="369" y="548"/>
                    <a:pt x="405" y="548"/>
                  </a:cubicBezTo>
                  <a:cubicBezTo>
                    <a:pt x="465" y="525"/>
                    <a:pt x="524" y="477"/>
                    <a:pt x="548" y="417"/>
                  </a:cubicBezTo>
                  <a:cubicBezTo>
                    <a:pt x="572" y="370"/>
                    <a:pt x="584" y="334"/>
                    <a:pt x="584" y="275"/>
                  </a:cubicBezTo>
                  <a:cubicBezTo>
                    <a:pt x="584" y="227"/>
                    <a:pt x="572" y="179"/>
                    <a:pt x="548" y="156"/>
                  </a:cubicBezTo>
                  <a:cubicBezTo>
                    <a:pt x="512" y="60"/>
                    <a:pt x="41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6" name="Google Shape;20296;p153"/>
            <p:cNvSpPr/>
            <p:nvPr/>
          </p:nvSpPr>
          <p:spPr>
            <a:xfrm>
              <a:off x="5421500" y="3251650"/>
              <a:ext cx="14900" cy="14400"/>
            </a:xfrm>
            <a:custGeom>
              <a:avLst/>
              <a:gdLst/>
              <a:ahLst/>
              <a:cxnLst/>
              <a:rect l="l" t="t" r="r" b="b"/>
              <a:pathLst>
                <a:path w="596" h="576" extrusionOk="0">
                  <a:moveTo>
                    <a:pt x="308" y="0"/>
                  </a:moveTo>
                  <a:cubicBezTo>
                    <a:pt x="293" y="0"/>
                    <a:pt x="278" y="1"/>
                    <a:pt x="262" y="3"/>
                  </a:cubicBezTo>
                  <a:cubicBezTo>
                    <a:pt x="108" y="3"/>
                    <a:pt x="0" y="134"/>
                    <a:pt x="0" y="301"/>
                  </a:cubicBezTo>
                  <a:lnTo>
                    <a:pt x="0" y="349"/>
                  </a:lnTo>
                  <a:cubicBezTo>
                    <a:pt x="23" y="473"/>
                    <a:pt x="131" y="576"/>
                    <a:pt x="275" y="576"/>
                  </a:cubicBezTo>
                  <a:cubicBezTo>
                    <a:pt x="282" y="576"/>
                    <a:pt x="290" y="575"/>
                    <a:pt x="298" y="575"/>
                  </a:cubicBezTo>
                  <a:lnTo>
                    <a:pt x="310" y="575"/>
                  </a:lnTo>
                  <a:cubicBezTo>
                    <a:pt x="477" y="551"/>
                    <a:pt x="596" y="420"/>
                    <a:pt x="584" y="277"/>
                  </a:cubicBezTo>
                  <a:cubicBezTo>
                    <a:pt x="584" y="194"/>
                    <a:pt x="548" y="134"/>
                    <a:pt x="489" y="75"/>
                  </a:cubicBezTo>
                  <a:cubicBezTo>
                    <a:pt x="439" y="25"/>
                    <a:pt x="381" y="0"/>
                    <a:pt x="3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7" name="Google Shape;20297;p153"/>
            <p:cNvSpPr/>
            <p:nvPr/>
          </p:nvSpPr>
          <p:spPr>
            <a:xfrm>
              <a:off x="5632525" y="3428525"/>
              <a:ext cx="14025" cy="7175"/>
            </a:xfrm>
            <a:custGeom>
              <a:avLst/>
              <a:gdLst/>
              <a:ahLst/>
              <a:cxnLst/>
              <a:rect l="l" t="t" r="r" b="b"/>
              <a:pathLst>
                <a:path w="561" h="287" extrusionOk="0">
                  <a:moveTo>
                    <a:pt x="263" y="1"/>
                  </a:moveTo>
                  <a:cubicBezTo>
                    <a:pt x="120" y="1"/>
                    <a:pt x="1" y="132"/>
                    <a:pt x="1" y="286"/>
                  </a:cubicBezTo>
                  <a:lnTo>
                    <a:pt x="561" y="286"/>
                  </a:lnTo>
                  <a:lnTo>
                    <a:pt x="561" y="263"/>
                  </a:lnTo>
                  <a:cubicBezTo>
                    <a:pt x="561" y="108"/>
                    <a:pt x="430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8" name="Google Shape;20298;p153"/>
            <p:cNvSpPr/>
            <p:nvPr/>
          </p:nvSpPr>
          <p:spPr>
            <a:xfrm>
              <a:off x="5338150" y="3193075"/>
              <a:ext cx="14025" cy="14050"/>
            </a:xfrm>
            <a:custGeom>
              <a:avLst/>
              <a:gdLst/>
              <a:ahLst/>
              <a:cxnLst/>
              <a:rect l="l" t="t" r="r" b="b"/>
              <a:pathLst>
                <a:path w="561" h="562" extrusionOk="0">
                  <a:moveTo>
                    <a:pt x="263" y="1"/>
                  </a:moveTo>
                  <a:cubicBezTo>
                    <a:pt x="120" y="1"/>
                    <a:pt x="13" y="120"/>
                    <a:pt x="1" y="263"/>
                  </a:cubicBezTo>
                  <a:lnTo>
                    <a:pt x="1" y="298"/>
                  </a:lnTo>
                  <a:cubicBezTo>
                    <a:pt x="1" y="446"/>
                    <a:pt x="131" y="561"/>
                    <a:pt x="277" y="561"/>
                  </a:cubicBezTo>
                  <a:cubicBezTo>
                    <a:pt x="284" y="561"/>
                    <a:pt x="291" y="561"/>
                    <a:pt x="298" y="560"/>
                  </a:cubicBezTo>
                  <a:cubicBezTo>
                    <a:pt x="322" y="560"/>
                    <a:pt x="358" y="548"/>
                    <a:pt x="382" y="548"/>
                  </a:cubicBezTo>
                  <a:cubicBezTo>
                    <a:pt x="489" y="501"/>
                    <a:pt x="560" y="394"/>
                    <a:pt x="560" y="263"/>
                  </a:cubicBezTo>
                  <a:cubicBezTo>
                    <a:pt x="560" y="96"/>
                    <a:pt x="429" y="1"/>
                    <a:pt x="2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99" name="Google Shape;20299;p153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20300" name="Google Shape;20300;p153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0301" name="Google Shape;20301;p153"/>
          <p:cNvSpPr txBox="1">
            <a:spLocks noGrp="1"/>
          </p:cNvSpPr>
          <p:nvPr>
            <p:ph type="title" idx="2"/>
          </p:nvPr>
        </p:nvSpPr>
        <p:spPr>
          <a:xfrm>
            <a:off x="1966133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302" name="Google Shape;20302;p153"/>
          <p:cNvSpPr txBox="1">
            <a:spLocks noGrp="1"/>
          </p:cNvSpPr>
          <p:nvPr>
            <p:ph type="subTitle" idx="1"/>
          </p:nvPr>
        </p:nvSpPr>
        <p:spPr>
          <a:xfrm>
            <a:off x="1966134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303" name="Google Shape;20303;p153"/>
          <p:cNvSpPr txBox="1">
            <a:spLocks noGrp="1"/>
          </p:cNvSpPr>
          <p:nvPr>
            <p:ph type="title" idx="3"/>
          </p:nvPr>
        </p:nvSpPr>
        <p:spPr>
          <a:xfrm>
            <a:off x="8757401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304" name="Google Shape;20304;p153"/>
          <p:cNvSpPr txBox="1">
            <a:spLocks noGrp="1"/>
          </p:cNvSpPr>
          <p:nvPr>
            <p:ph type="subTitle" idx="4"/>
          </p:nvPr>
        </p:nvSpPr>
        <p:spPr>
          <a:xfrm>
            <a:off x="8757406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305" name="Google Shape;20305;p153"/>
          <p:cNvSpPr txBox="1">
            <a:spLocks noGrp="1"/>
          </p:cNvSpPr>
          <p:nvPr>
            <p:ph type="title" idx="5"/>
          </p:nvPr>
        </p:nvSpPr>
        <p:spPr>
          <a:xfrm>
            <a:off x="15548668" y="7941867"/>
            <a:ext cx="68697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306" name="Google Shape;20306;p153"/>
          <p:cNvSpPr txBox="1">
            <a:spLocks noGrp="1"/>
          </p:cNvSpPr>
          <p:nvPr>
            <p:ph type="subTitle" idx="6"/>
          </p:nvPr>
        </p:nvSpPr>
        <p:spPr>
          <a:xfrm>
            <a:off x="15548678" y="8802467"/>
            <a:ext cx="68697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0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308" name="Google Shape;20308;p154"/>
          <p:cNvGrpSpPr/>
          <p:nvPr/>
        </p:nvGrpSpPr>
        <p:grpSpPr>
          <a:xfrm>
            <a:off x="-239" y="73"/>
            <a:ext cx="5083696" cy="13715692"/>
            <a:chOff x="5970375" y="1301775"/>
            <a:chExt cx="1053725" cy="2842925"/>
          </a:xfrm>
        </p:grpSpPr>
        <p:sp>
          <p:nvSpPr>
            <p:cNvPr id="20309" name="Google Shape;20309;p154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0" name="Google Shape;20310;p154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1" name="Google Shape;20311;p154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2" name="Google Shape;20312;p154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3" name="Google Shape;20313;p154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4" name="Google Shape;20314;p154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5" name="Google Shape;20315;p154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6" name="Google Shape;20316;p154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7" name="Google Shape;20317;p154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8" name="Google Shape;20318;p154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9" name="Google Shape;20319;p154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0" name="Google Shape;20320;p154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1" name="Google Shape;20321;p154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2" name="Google Shape;20322;p154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3" name="Google Shape;20323;p154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4" name="Google Shape;20324;p154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5" name="Google Shape;20325;p154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6" name="Google Shape;20326;p154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7" name="Google Shape;20327;p154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8" name="Google Shape;20328;p154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9" name="Google Shape;20329;p154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0" name="Google Shape;20330;p154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1" name="Google Shape;20331;p154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2" name="Google Shape;20332;p154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3" name="Google Shape;20333;p154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4" name="Google Shape;20334;p154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5" name="Google Shape;20335;p154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6" name="Google Shape;20336;p154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7" name="Google Shape;20337;p154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8" name="Google Shape;20338;p154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9" name="Google Shape;20339;p154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0" name="Google Shape;20340;p154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1" name="Google Shape;20341;p154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2" name="Google Shape;20342;p154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3" name="Google Shape;20343;p154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4" name="Google Shape;20344;p154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5" name="Google Shape;20345;p154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6" name="Google Shape;20346;p154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7" name="Google Shape;20347;p154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8" name="Google Shape;20348;p154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9" name="Google Shape;20349;p154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0" name="Google Shape;20350;p154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1" name="Google Shape;20351;p154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2" name="Google Shape;20352;p154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3" name="Google Shape;20353;p154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4" name="Google Shape;20354;p154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5" name="Google Shape;20355;p154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6" name="Google Shape;20356;p154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7" name="Google Shape;20357;p154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8" name="Google Shape;20358;p154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9" name="Google Shape;20359;p154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0" name="Google Shape;20360;p154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1" name="Google Shape;20361;p154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2" name="Google Shape;20362;p154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3" name="Google Shape;20363;p154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4" name="Google Shape;20364;p154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5" name="Google Shape;20365;p154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6" name="Google Shape;20366;p154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7" name="Google Shape;20367;p154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8" name="Google Shape;20368;p154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9" name="Google Shape;20369;p154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0" name="Google Shape;20370;p154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1" name="Google Shape;20371;p154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2" name="Google Shape;20372;p154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3" name="Google Shape;20373;p154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4" name="Google Shape;20374;p154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5" name="Google Shape;20375;p154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6" name="Google Shape;20376;p154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7" name="Google Shape;20377;p154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8" name="Google Shape;20378;p154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9" name="Google Shape;20379;p154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0" name="Google Shape;20380;p154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1" name="Google Shape;20381;p154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2" name="Google Shape;20382;p154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3" name="Google Shape;20383;p154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4" name="Google Shape;20384;p154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5" name="Google Shape;20385;p154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6" name="Google Shape;20386;p154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7" name="Google Shape;20387;p154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8" name="Google Shape;20388;p154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9" name="Google Shape;20389;p154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0" name="Google Shape;20390;p154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1" name="Google Shape;20391;p154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2" name="Google Shape;20392;p154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3" name="Google Shape;20393;p154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4" name="Google Shape;20394;p154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5" name="Google Shape;20395;p154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6" name="Google Shape;20396;p154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7" name="Google Shape;20397;p154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8" name="Google Shape;20398;p154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9" name="Google Shape;20399;p154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0" name="Google Shape;20400;p154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1" name="Google Shape;20401;p154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2" name="Google Shape;20402;p154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3" name="Google Shape;20403;p154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4" name="Google Shape;20404;p154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5" name="Google Shape;20405;p154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6" name="Google Shape;20406;p154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7" name="Google Shape;20407;p154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8" name="Google Shape;20408;p154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9" name="Google Shape;20409;p154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0" name="Google Shape;20410;p154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1" name="Google Shape;20411;p154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12" name="Google Shape;20412;p154"/>
          <p:cNvGrpSpPr/>
          <p:nvPr/>
        </p:nvGrpSpPr>
        <p:grpSpPr>
          <a:xfrm flipH="1">
            <a:off x="19300528" y="73"/>
            <a:ext cx="5083696" cy="13715692"/>
            <a:chOff x="5970375" y="1301775"/>
            <a:chExt cx="1053725" cy="2842925"/>
          </a:xfrm>
        </p:grpSpPr>
        <p:sp>
          <p:nvSpPr>
            <p:cNvPr id="20413" name="Google Shape;20413;p154"/>
            <p:cNvSpPr/>
            <p:nvPr/>
          </p:nvSpPr>
          <p:spPr>
            <a:xfrm>
              <a:off x="6219225" y="19953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4" name="Google Shape;20414;p154"/>
            <p:cNvSpPr/>
            <p:nvPr/>
          </p:nvSpPr>
          <p:spPr>
            <a:xfrm>
              <a:off x="6136175" y="2102475"/>
              <a:ext cx="53900" cy="152425"/>
            </a:xfrm>
            <a:custGeom>
              <a:avLst/>
              <a:gdLst/>
              <a:ahLst/>
              <a:cxnLst/>
              <a:rect l="l" t="t" r="r" b="b"/>
              <a:pathLst>
                <a:path w="2156" h="6097" extrusionOk="0">
                  <a:moveTo>
                    <a:pt x="2155" y="0"/>
                  </a:moveTo>
                  <a:lnTo>
                    <a:pt x="1834" y="48"/>
                  </a:lnTo>
                  <a:lnTo>
                    <a:pt x="0" y="6001"/>
                  </a:lnTo>
                  <a:cubicBezTo>
                    <a:pt x="119" y="6001"/>
                    <a:pt x="215" y="6037"/>
                    <a:pt x="298" y="6096"/>
                  </a:cubicBezTo>
                  <a:lnTo>
                    <a:pt x="2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5" name="Google Shape;20415;p154"/>
            <p:cNvSpPr/>
            <p:nvPr/>
          </p:nvSpPr>
          <p:spPr>
            <a:xfrm>
              <a:off x="6184700" y="2002450"/>
              <a:ext cx="34250" cy="92900"/>
            </a:xfrm>
            <a:custGeom>
              <a:avLst/>
              <a:gdLst/>
              <a:ahLst/>
              <a:cxnLst/>
              <a:rect l="l" t="t" r="r" b="b"/>
              <a:pathLst>
                <a:path w="1370" h="3716" extrusionOk="0">
                  <a:moveTo>
                    <a:pt x="1143" y="1"/>
                  </a:moveTo>
                  <a:lnTo>
                    <a:pt x="0" y="3716"/>
                  </a:lnTo>
                  <a:lnTo>
                    <a:pt x="333" y="3692"/>
                  </a:lnTo>
                  <a:lnTo>
                    <a:pt x="1369" y="322"/>
                  </a:lnTo>
                  <a:lnTo>
                    <a:pt x="1226" y="13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6" name="Google Shape;20416;p154"/>
            <p:cNvSpPr/>
            <p:nvPr/>
          </p:nvSpPr>
          <p:spPr>
            <a:xfrm>
              <a:off x="6221900" y="1997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7" name="Google Shape;20417;p154"/>
            <p:cNvSpPr/>
            <p:nvPr/>
          </p:nvSpPr>
          <p:spPr>
            <a:xfrm>
              <a:off x="6312675" y="2223325"/>
              <a:ext cx="108075" cy="243800"/>
            </a:xfrm>
            <a:custGeom>
              <a:avLst/>
              <a:gdLst/>
              <a:ahLst/>
              <a:cxnLst/>
              <a:rect l="l" t="t" r="r" b="b"/>
              <a:pathLst>
                <a:path w="4323" h="9752" extrusionOk="0">
                  <a:moveTo>
                    <a:pt x="215" y="0"/>
                  </a:moveTo>
                  <a:lnTo>
                    <a:pt x="1" y="298"/>
                  </a:lnTo>
                  <a:lnTo>
                    <a:pt x="4001" y="9704"/>
                  </a:lnTo>
                  <a:lnTo>
                    <a:pt x="4061" y="9751"/>
                  </a:lnTo>
                  <a:cubicBezTo>
                    <a:pt x="4132" y="9692"/>
                    <a:pt x="4227" y="9656"/>
                    <a:pt x="4323" y="9656"/>
                  </a:cubicBez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8" name="Google Shape;20418;p154"/>
            <p:cNvSpPr/>
            <p:nvPr/>
          </p:nvSpPr>
          <p:spPr>
            <a:xfrm>
              <a:off x="6255225" y="2095025"/>
              <a:ext cx="59275" cy="127725"/>
            </a:xfrm>
            <a:custGeom>
              <a:avLst/>
              <a:gdLst/>
              <a:ahLst/>
              <a:cxnLst/>
              <a:rect l="l" t="t" r="r" b="b"/>
              <a:pathLst>
                <a:path w="2371" h="5109" extrusionOk="0">
                  <a:moveTo>
                    <a:pt x="334" y="1"/>
                  </a:moveTo>
                  <a:lnTo>
                    <a:pt x="1" y="48"/>
                  </a:lnTo>
                  <a:lnTo>
                    <a:pt x="2144" y="5108"/>
                  </a:lnTo>
                  <a:lnTo>
                    <a:pt x="2370" y="48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9" name="Google Shape;20419;p154"/>
            <p:cNvSpPr/>
            <p:nvPr/>
          </p:nvSpPr>
          <p:spPr>
            <a:xfrm>
              <a:off x="6215350" y="1997100"/>
              <a:ext cx="44675" cy="91100"/>
            </a:xfrm>
            <a:custGeom>
              <a:avLst/>
              <a:gdLst/>
              <a:ahLst/>
              <a:cxnLst/>
              <a:rect l="l" t="t" r="r" b="b"/>
              <a:pathLst>
                <a:path w="1787" h="3644" extrusionOk="0">
                  <a:moveTo>
                    <a:pt x="262" y="1"/>
                  </a:moveTo>
                  <a:lnTo>
                    <a:pt x="262" y="12"/>
                  </a:lnTo>
                  <a:lnTo>
                    <a:pt x="272" y="35"/>
                  </a:lnTo>
                  <a:lnTo>
                    <a:pt x="272" y="35"/>
                  </a:lnTo>
                  <a:cubicBezTo>
                    <a:pt x="270" y="22"/>
                    <a:pt x="267" y="10"/>
                    <a:pt x="262" y="1"/>
                  </a:cubicBezTo>
                  <a:close/>
                  <a:moveTo>
                    <a:pt x="272" y="35"/>
                  </a:moveTo>
                  <a:cubicBezTo>
                    <a:pt x="274" y="53"/>
                    <a:pt x="274" y="75"/>
                    <a:pt x="274" y="96"/>
                  </a:cubicBezTo>
                  <a:cubicBezTo>
                    <a:pt x="262" y="179"/>
                    <a:pt x="179" y="239"/>
                    <a:pt x="96" y="239"/>
                  </a:cubicBezTo>
                  <a:lnTo>
                    <a:pt x="0" y="227"/>
                  </a:lnTo>
                  <a:lnTo>
                    <a:pt x="143" y="536"/>
                  </a:lnTo>
                  <a:lnTo>
                    <a:pt x="1465" y="3644"/>
                  </a:lnTo>
                  <a:lnTo>
                    <a:pt x="1786" y="3620"/>
                  </a:lnTo>
                  <a:lnTo>
                    <a:pt x="272" y="3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0" name="Google Shape;20420;p154"/>
            <p:cNvSpPr/>
            <p:nvPr/>
          </p:nvSpPr>
          <p:spPr>
            <a:xfrm>
              <a:off x="6221300" y="19965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cubicBezTo>
                    <a:pt x="1" y="13"/>
                    <a:pt x="1" y="13"/>
                    <a:pt x="24" y="25"/>
                  </a:cubicBezTo>
                  <a:cubicBezTo>
                    <a:pt x="24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1" name="Google Shape;20421;p154"/>
            <p:cNvSpPr/>
            <p:nvPr/>
          </p:nvSpPr>
          <p:spPr>
            <a:xfrm>
              <a:off x="6220700" y="1995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3" y="1"/>
                    <a:pt x="1" y="1"/>
                  </a:cubicBezTo>
                  <a:cubicBezTo>
                    <a:pt x="13" y="25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2" name="Google Shape;20422;p154"/>
            <p:cNvSpPr/>
            <p:nvPr/>
          </p:nvSpPr>
          <p:spPr>
            <a:xfrm>
              <a:off x="6218925" y="19953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12" y="0"/>
                    <a:pt x="24" y="0"/>
                  </a:cubicBezTo>
                  <a:lnTo>
                    <a:pt x="0" y="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3" name="Google Shape;20423;p154"/>
            <p:cNvSpPr/>
            <p:nvPr/>
          </p:nvSpPr>
          <p:spPr>
            <a:xfrm>
              <a:off x="6231425" y="1302075"/>
              <a:ext cx="94675" cy="169400"/>
            </a:xfrm>
            <a:custGeom>
              <a:avLst/>
              <a:gdLst/>
              <a:ahLst/>
              <a:cxnLst/>
              <a:rect l="l" t="t" r="r" b="b"/>
              <a:pathLst>
                <a:path w="3787" h="6776" extrusionOk="0">
                  <a:moveTo>
                    <a:pt x="3429" y="1"/>
                  </a:moveTo>
                  <a:lnTo>
                    <a:pt x="0" y="6680"/>
                  </a:lnTo>
                  <a:cubicBezTo>
                    <a:pt x="36" y="6668"/>
                    <a:pt x="48" y="6668"/>
                    <a:pt x="72" y="6668"/>
                  </a:cubicBezTo>
                  <a:cubicBezTo>
                    <a:pt x="179" y="6668"/>
                    <a:pt x="250" y="6704"/>
                    <a:pt x="310" y="6775"/>
                  </a:cubicBezTo>
                  <a:lnTo>
                    <a:pt x="37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4" name="Google Shape;20424;p154"/>
            <p:cNvSpPr/>
            <p:nvPr/>
          </p:nvSpPr>
          <p:spPr>
            <a:xfrm>
              <a:off x="6115625" y="1301775"/>
              <a:ext cx="69975" cy="103900"/>
            </a:xfrm>
            <a:custGeom>
              <a:avLst/>
              <a:gdLst/>
              <a:ahLst/>
              <a:cxnLst/>
              <a:rect l="l" t="t" r="r" b="b"/>
              <a:pathLst>
                <a:path w="2799" h="4156" extrusionOk="0">
                  <a:moveTo>
                    <a:pt x="2430" y="1"/>
                  </a:moveTo>
                  <a:lnTo>
                    <a:pt x="37" y="4037"/>
                  </a:lnTo>
                  <a:cubicBezTo>
                    <a:pt x="25" y="4061"/>
                    <a:pt x="1" y="4108"/>
                    <a:pt x="25" y="4156"/>
                  </a:cubicBezTo>
                  <a:cubicBezTo>
                    <a:pt x="84" y="4132"/>
                    <a:pt x="156" y="4120"/>
                    <a:pt x="215" y="4120"/>
                  </a:cubicBezTo>
                  <a:lnTo>
                    <a:pt x="346" y="4120"/>
                  </a:lnTo>
                  <a:lnTo>
                    <a:pt x="279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5" name="Google Shape;20425;p154"/>
            <p:cNvSpPr/>
            <p:nvPr/>
          </p:nvSpPr>
          <p:spPr>
            <a:xfrm>
              <a:off x="5970675" y="1427100"/>
              <a:ext cx="136650" cy="81875"/>
            </a:xfrm>
            <a:custGeom>
              <a:avLst/>
              <a:gdLst/>
              <a:ahLst/>
              <a:cxnLst/>
              <a:rect l="l" t="t" r="r" b="b"/>
              <a:pathLst>
                <a:path w="5466" h="3275" extrusionOk="0">
                  <a:moveTo>
                    <a:pt x="5323" y="0"/>
                  </a:moveTo>
                  <a:lnTo>
                    <a:pt x="0" y="2917"/>
                  </a:lnTo>
                  <a:lnTo>
                    <a:pt x="0" y="3274"/>
                  </a:lnTo>
                  <a:lnTo>
                    <a:pt x="5465" y="286"/>
                  </a:lnTo>
                  <a:cubicBezTo>
                    <a:pt x="5406" y="191"/>
                    <a:pt x="5358" y="107"/>
                    <a:pt x="532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6" name="Google Shape;20426;p154"/>
            <p:cNvSpPr/>
            <p:nvPr/>
          </p:nvSpPr>
          <p:spPr>
            <a:xfrm>
              <a:off x="6136175" y="1427100"/>
              <a:ext cx="92600" cy="51500"/>
            </a:xfrm>
            <a:custGeom>
              <a:avLst/>
              <a:gdLst/>
              <a:ahLst/>
              <a:cxnLst/>
              <a:rect l="l" t="t" r="r" b="b"/>
              <a:pathLst>
                <a:path w="3704" h="2060" extrusionOk="0">
                  <a:moveTo>
                    <a:pt x="131" y="0"/>
                  </a:moveTo>
                  <a:cubicBezTo>
                    <a:pt x="108" y="107"/>
                    <a:pt x="60" y="214"/>
                    <a:pt x="0" y="286"/>
                  </a:cubicBezTo>
                  <a:lnTo>
                    <a:pt x="3632" y="2060"/>
                  </a:lnTo>
                  <a:cubicBezTo>
                    <a:pt x="3620" y="2024"/>
                    <a:pt x="3620" y="2000"/>
                    <a:pt x="3620" y="1965"/>
                  </a:cubicBezTo>
                  <a:cubicBezTo>
                    <a:pt x="3608" y="1881"/>
                    <a:pt x="3644" y="1798"/>
                    <a:pt x="3703" y="1738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7" name="Google Shape;20427;p154"/>
            <p:cNvSpPr/>
            <p:nvPr/>
          </p:nvSpPr>
          <p:spPr>
            <a:xfrm>
              <a:off x="6237075" y="1476500"/>
              <a:ext cx="274475" cy="138425"/>
            </a:xfrm>
            <a:custGeom>
              <a:avLst/>
              <a:gdLst/>
              <a:ahLst/>
              <a:cxnLst/>
              <a:rect l="l" t="t" r="r" b="b"/>
              <a:pathLst>
                <a:path w="10979" h="5537" extrusionOk="0">
                  <a:moveTo>
                    <a:pt x="167" y="1"/>
                  </a:moveTo>
                  <a:cubicBezTo>
                    <a:pt x="143" y="108"/>
                    <a:pt x="84" y="203"/>
                    <a:pt x="1" y="239"/>
                  </a:cubicBezTo>
                  <a:cubicBezTo>
                    <a:pt x="12" y="263"/>
                    <a:pt x="12" y="274"/>
                    <a:pt x="12" y="286"/>
                  </a:cubicBezTo>
                  <a:lnTo>
                    <a:pt x="10847" y="5537"/>
                  </a:lnTo>
                  <a:cubicBezTo>
                    <a:pt x="10859" y="5442"/>
                    <a:pt x="10907" y="5335"/>
                    <a:pt x="10978" y="5263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8" name="Google Shape;20428;p154"/>
            <p:cNvSpPr/>
            <p:nvPr/>
          </p:nvSpPr>
          <p:spPr>
            <a:xfrm>
              <a:off x="6132900" y="1482450"/>
              <a:ext cx="104800" cy="217325"/>
            </a:xfrm>
            <a:custGeom>
              <a:avLst/>
              <a:gdLst/>
              <a:ahLst/>
              <a:cxnLst/>
              <a:rect l="l" t="t" r="r" b="b"/>
              <a:pathLst>
                <a:path w="4192" h="8693" extrusionOk="0">
                  <a:moveTo>
                    <a:pt x="3918" y="1"/>
                  </a:moveTo>
                  <a:lnTo>
                    <a:pt x="3918" y="25"/>
                  </a:lnTo>
                  <a:lnTo>
                    <a:pt x="0" y="8549"/>
                  </a:lnTo>
                  <a:cubicBezTo>
                    <a:pt x="108" y="8573"/>
                    <a:pt x="191" y="8621"/>
                    <a:pt x="286" y="8692"/>
                  </a:cubicBezTo>
                  <a:lnTo>
                    <a:pt x="4179" y="144"/>
                  </a:lnTo>
                  <a:cubicBezTo>
                    <a:pt x="4191" y="108"/>
                    <a:pt x="4191" y="84"/>
                    <a:pt x="4191" y="48"/>
                  </a:cubicBezTo>
                  <a:cubicBezTo>
                    <a:pt x="4191" y="36"/>
                    <a:pt x="4191" y="25"/>
                    <a:pt x="4179" y="1"/>
                  </a:cubicBezTo>
                  <a:cubicBezTo>
                    <a:pt x="4132" y="25"/>
                    <a:pt x="4108" y="36"/>
                    <a:pt x="4060" y="36"/>
                  </a:cubicBezTo>
                  <a:cubicBezTo>
                    <a:pt x="4001" y="36"/>
                    <a:pt x="3953" y="25"/>
                    <a:pt x="3918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9" name="Google Shape;20429;p154"/>
            <p:cNvSpPr/>
            <p:nvPr/>
          </p:nvSpPr>
          <p:spPr>
            <a:xfrm>
              <a:off x="6007575" y="1728325"/>
              <a:ext cx="116725" cy="237850"/>
            </a:xfrm>
            <a:custGeom>
              <a:avLst/>
              <a:gdLst/>
              <a:ahLst/>
              <a:cxnLst/>
              <a:rect l="l" t="t" r="r" b="b"/>
              <a:pathLst>
                <a:path w="4669" h="9514" extrusionOk="0">
                  <a:moveTo>
                    <a:pt x="4370" y="0"/>
                  </a:moveTo>
                  <a:lnTo>
                    <a:pt x="1" y="9406"/>
                  </a:lnTo>
                  <a:cubicBezTo>
                    <a:pt x="96" y="9418"/>
                    <a:pt x="191" y="9442"/>
                    <a:pt x="251" y="9513"/>
                  </a:cubicBezTo>
                  <a:cubicBezTo>
                    <a:pt x="263" y="9513"/>
                    <a:pt x="299" y="9501"/>
                    <a:pt x="310" y="9501"/>
                  </a:cubicBezTo>
                  <a:lnTo>
                    <a:pt x="4668" y="119"/>
                  </a:lnTo>
                  <a:cubicBezTo>
                    <a:pt x="4561" y="107"/>
                    <a:pt x="4466" y="60"/>
                    <a:pt x="4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0" name="Google Shape;20430;p154"/>
            <p:cNvSpPr/>
            <p:nvPr/>
          </p:nvSpPr>
          <p:spPr>
            <a:xfrm>
              <a:off x="6143900" y="1616400"/>
              <a:ext cx="367050" cy="96175"/>
            </a:xfrm>
            <a:custGeom>
              <a:avLst/>
              <a:gdLst/>
              <a:ahLst/>
              <a:cxnLst/>
              <a:rect l="l" t="t" r="r" b="b"/>
              <a:pathLst>
                <a:path w="14682" h="3847" extrusionOk="0">
                  <a:moveTo>
                    <a:pt x="14574" y="0"/>
                  </a:moveTo>
                  <a:lnTo>
                    <a:pt x="1" y="3549"/>
                  </a:lnTo>
                  <a:cubicBezTo>
                    <a:pt x="49" y="3632"/>
                    <a:pt x="84" y="3739"/>
                    <a:pt x="96" y="3846"/>
                  </a:cubicBezTo>
                  <a:lnTo>
                    <a:pt x="14681" y="298"/>
                  </a:lnTo>
                  <a:cubicBezTo>
                    <a:pt x="14610" y="227"/>
                    <a:pt x="14574" y="120"/>
                    <a:pt x="1457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1" name="Google Shape;20431;p154"/>
            <p:cNvSpPr/>
            <p:nvPr/>
          </p:nvSpPr>
          <p:spPr>
            <a:xfrm>
              <a:off x="5970375" y="1714025"/>
              <a:ext cx="140525" cy="44075"/>
            </a:xfrm>
            <a:custGeom>
              <a:avLst/>
              <a:gdLst/>
              <a:ahLst/>
              <a:cxnLst/>
              <a:rect l="l" t="t" r="r" b="b"/>
              <a:pathLst>
                <a:path w="5621" h="1763" extrusionOk="0">
                  <a:moveTo>
                    <a:pt x="5561" y="1"/>
                  </a:moveTo>
                  <a:lnTo>
                    <a:pt x="1" y="1441"/>
                  </a:lnTo>
                  <a:lnTo>
                    <a:pt x="1" y="1763"/>
                  </a:lnTo>
                  <a:lnTo>
                    <a:pt x="5620" y="298"/>
                  </a:lnTo>
                  <a:cubicBezTo>
                    <a:pt x="5597" y="203"/>
                    <a:pt x="5561" y="120"/>
                    <a:pt x="556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2" name="Google Shape;20432;p154"/>
            <p:cNvSpPr/>
            <p:nvPr/>
          </p:nvSpPr>
          <p:spPr>
            <a:xfrm>
              <a:off x="5970675" y="1973575"/>
              <a:ext cx="37525" cy="103625"/>
            </a:xfrm>
            <a:custGeom>
              <a:avLst/>
              <a:gdLst/>
              <a:ahLst/>
              <a:cxnLst/>
              <a:rect l="l" t="t" r="r" b="b"/>
              <a:pathLst>
                <a:path w="1501" h="4145" extrusionOk="0">
                  <a:moveTo>
                    <a:pt x="1239" y="1"/>
                  </a:moveTo>
                  <a:lnTo>
                    <a:pt x="0" y="3251"/>
                  </a:lnTo>
                  <a:lnTo>
                    <a:pt x="0" y="4144"/>
                  </a:lnTo>
                  <a:lnTo>
                    <a:pt x="1501" y="180"/>
                  </a:lnTo>
                  <a:cubicBezTo>
                    <a:pt x="1382" y="180"/>
                    <a:pt x="1274" y="108"/>
                    <a:pt x="12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3" name="Google Shape;20433;p154"/>
            <p:cNvSpPr/>
            <p:nvPr/>
          </p:nvSpPr>
          <p:spPr>
            <a:xfrm>
              <a:off x="5970675" y="1952450"/>
              <a:ext cx="34250" cy="18775"/>
            </a:xfrm>
            <a:custGeom>
              <a:avLst/>
              <a:gdLst/>
              <a:ahLst/>
              <a:cxnLst/>
              <a:rect l="l" t="t" r="r" b="b"/>
              <a:pathLst>
                <a:path w="1370" h="751" extrusionOk="0">
                  <a:moveTo>
                    <a:pt x="0" y="1"/>
                  </a:moveTo>
                  <a:lnTo>
                    <a:pt x="0" y="322"/>
                  </a:lnTo>
                  <a:lnTo>
                    <a:pt x="1215" y="751"/>
                  </a:lnTo>
                  <a:cubicBezTo>
                    <a:pt x="1203" y="620"/>
                    <a:pt x="1263" y="525"/>
                    <a:pt x="1370" y="47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4" name="Google Shape;20434;p154"/>
            <p:cNvSpPr/>
            <p:nvPr/>
          </p:nvSpPr>
          <p:spPr>
            <a:xfrm>
              <a:off x="6014125" y="1966450"/>
              <a:ext cx="208100" cy="36925"/>
            </a:xfrm>
            <a:custGeom>
              <a:avLst/>
              <a:gdLst/>
              <a:ahLst/>
              <a:cxnLst/>
              <a:rect l="l" t="t" r="r" b="b"/>
              <a:pathLst>
                <a:path w="8324" h="1477" extrusionOk="0">
                  <a:moveTo>
                    <a:pt x="60" y="0"/>
                  </a:moveTo>
                  <a:cubicBezTo>
                    <a:pt x="37" y="0"/>
                    <a:pt x="13" y="0"/>
                    <a:pt x="1" y="24"/>
                  </a:cubicBezTo>
                  <a:cubicBezTo>
                    <a:pt x="48" y="60"/>
                    <a:pt x="60" y="119"/>
                    <a:pt x="72" y="203"/>
                  </a:cubicBezTo>
                  <a:cubicBezTo>
                    <a:pt x="72" y="238"/>
                    <a:pt x="60" y="286"/>
                    <a:pt x="48" y="334"/>
                  </a:cubicBezTo>
                  <a:lnTo>
                    <a:pt x="7978" y="1465"/>
                  </a:lnTo>
                  <a:lnTo>
                    <a:pt x="8073" y="1477"/>
                  </a:lnTo>
                  <a:lnTo>
                    <a:pt x="8145" y="1465"/>
                  </a:lnTo>
                  <a:cubicBezTo>
                    <a:pt x="8152" y="1466"/>
                    <a:pt x="8159" y="1466"/>
                    <a:pt x="8166" y="1466"/>
                  </a:cubicBezTo>
                  <a:cubicBezTo>
                    <a:pt x="8240" y="1466"/>
                    <a:pt x="8301" y="1410"/>
                    <a:pt x="8323" y="1334"/>
                  </a:cubicBezTo>
                  <a:cubicBezTo>
                    <a:pt x="8323" y="1298"/>
                    <a:pt x="8323" y="1262"/>
                    <a:pt x="8311" y="1238"/>
                  </a:cubicBezTo>
                  <a:cubicBezTo>
                    <a:pt x="8311" y="1227"/>
                    <a:pt x="8288" y="1227"/>
                    <a:pt x="8288" y="1215"/>
                  </a:cubicBezTo>
                  <a:lnTo>
                    <a:pt x="8276" y="1203"/>
                  </a:lnTo>
                  <a:lnTo>
                    <a:pt x="8264" y="1203"/>
                  </a:lnTo>
                  <a:lnTo>
                    <a:pt x="8252" y="1179"/>
                  </a:lnTo>
                  <a:lnTo>
                    <a:pt x="8228" y="1179"/>
                  </a:lnTo>
                  <a:cubicBezTo>
                    <a:pt x="8216" y="1179"/>
                    <a:pt x="8216" y="1179"/>
                    <a:pt x="8204" y="1167"/>
                  </a:cubicBez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5" name="Google Shape;20435;p154"/>
            <p:cNvSpPr/>
            <p:nvPr/>
          </p:nvSpPr>
          <p:spPr>
            <a:xfrm>
              <a:off x="5982875" y="2070275"/>
              <a:ext cx="442350" cy="54550"/>
            </a:xfrm>
            <a:custGeom>
              <a:avLst/>
              <a:gdLst/>
              <a:ahLst/>
              <a:cxnLst/>
              <a:rect l="l" t="t" r="r" b="b"/>
              <a:pathLst>
                <a:path w="17694" h="2182" extrusionOk="0">
                  <a:moveTo>
                    <a:pt x="17669" y="0"/>
                  </a:moveTo>
                  <a:cubicBezTo>
                    <a:pt x="17651" y="0"/>
                    <a:pt x="17634" y="4"/>
                    <a:pt x="17617" y="11"/>
                  </a:cubicBezTo>
                  <a:lnTo>
                    <a:pt x="17617" y="11"/>
                  </a:lnTo>
                  <a:lnTo>
                    <a:pt x="17693" y="2"/>
                  </a:lnTo>
                  <a:cubicBezTo>
                    <a:pt x="17685" y="1"/>
                    <a:pt x="17677" y="0"/>
                    <a:pt x="17669" y="0"/>
                  </a:cubicBezTo>
                  <a:close/>
                  <a:moveTo>
                    <a:pt x="17617" y="11"/>
                  </a:moveTo>
                  <a:lnTo>
                    <a:pt x="11085" y="705"/>
                  </a:lnTo>
                  <a:lnTo>
                    <a:pt x="10764" y="741"/>
                  </a:lnTo>
                  <a:lnTo>
                    <a:pt x="8406" y="991"/>
                  </a:lnTo>
                  <a:lnTo>
                    <a:pt x="8073" y="1015"/>
                  </a:lnTo>
                  <a:lnTo>
                    <a:pt x="1" y="1884"/>
                  </a:lnTo>
                  <a:cubicBezTo>
                    <a:pt x="13" y="1955"/>
                    <a:pt x="36" y="2062"/>
                    <a:pt x="48" y="2181"/>
                  </a:cubicBezTo>
                  <a:lnTo>
                    <a:pt x="7966" y="1336"/>
                  </a:lnTo>
                  <a:lnTo>
                    <a:pt x="8311" y="1300"/>
                  </a:lnTo>
                  <a:lnTo>
                    <a:pt x="10895" y="1038"/>
                  </a:lnTo>
                  <a:lnTo>
                    <a:pt x="11228" y="1003"/>
                  </a:lnTo>
                  <a:lnTo>
                    <a:pt x="17336" y="348"/>
                  </a:lnTo>
                  <a:lnTo>
                    <a:pt x="17550" y="62"/>
                  </a:lnTo>
                  <a:cubicBezTo>
                    <a:pt x="17564" y="42"/>
                    <a:pt x="17588" y="22"/>
                    <a:pt x="17617" y="1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6" name="Google Shape;20436;p154"/>
            <p:cNvSpPr/>
            <p:nvPr/>
          </p:nvSpPr>
          <p:spPr>
            <a:xfrm>
              <a:off x="5975150" y="2142950"/>
              <a:ext cx="153600" cy="118500"/>
            </a:xfrm>
            <a:custGeom>
              <a:avLst/>
              <a:gdLst/>
              <a:ahLst/>
              <a:cxnLst/>
              <a:rect l="l" t="t" r="r" b="b"/>
              <a:pathLst>
                <a:path w="6144" h="4740" extrusionOk="0">
                  <a:moveTo>
                    <a:pt x="179" y="1"/>
                  </a:moveTo>
                  <a:cubicBezTo>
                    <a:pt x="131" y="96"/>
                    <a:pt x="60" y="179"/>
                    <a:pt x="0" y="251"/>
                  </a:cubicBezTo>
                  <a:lnTo>
                    <a:pt x="5965" y="4739"/>
                  </a:lnTo>
                  <a:cubicBezTo>
                    <a:pt x="6001" y="4644"/>
                    <a:pt x="6060" y="4561"/>
                    <a:pt x="6144" y="4477"/>
                  </a:cubicBez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7" name="Google Shape;20437;p154"/>
            <p:cNvSpPr/>
            <p:nvPr/>
          </p:nvSpPr>
          <p:spPr>
            <a:xfrm>
              <a:off x="6230825" y="2337325"/>
              <a:ext cx="183375" cy="136050"/>
            </a:xfrm>
            <a:custGeom>
              <a:avLst/>
              <a:gdLst/>
              <a:ahLst/>
              <a:cxnLst/>
              <a:rect l="l" t="t" r="r" b="b"/>
              <a:pathLst>
                <a:path w="7335" h="5442" extrusionOk="0">
                  <a:moveTo>
                    <a:pt x="96" y="0"/>
                  </a:moveTo>
                  <a:lnTo>
                    <a:pt x="1" y="131"/>
                  </a:lnTo>
                  <a:lnTo>
                    <a:pt x="7156" y="5442"/>
                  </a:lnTo>
                  <a:cubicBezTo>
                    <a:pt x="7168" y="5334"/>
                    <a:pt x="7240" y="5251"/>
                    <a:pt x="7335" y="5191"/>
                  </a:cubicBezTo>
                  <a:lnTo>
                    <a:pt x="7275" y="5144"/>
                  </a:lnTo>
                  <a:lnTo>
                    <a:pt x="596" y="179"/>
                  </a:lnTo>
                  <a:cubicBezTo>
                    <a:pt x="548" y="215"/>
                    <a:pt x="477" y="250"/>
                    <a:pt x="393" y="262"/>
                  </a:cubicBezTo>
                  <a:cubicBezTo>
                    <a:pt x="239" y="262"/>
                    <a:pt x="120" y="155"/>
                    <a:pt x="9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8" name="Google Shape;20438;p154"/>
            <p:cNvSpPr/>
            <p:nvPr/>
          </p:nvSpPr>
          <p:spPr>
            <a:xfrm>
              <a:off x="6143325" y="2269750"/>
              <a:ext cx="85750" cy="66400"/>
            </a:xfrm>
            <a:custGeom>
              <a:avLst/>
              <a:gdLst/>
              <a:ahLst/>
              <a:cxnLst/>
              <a:rect l="l" t="t" r="r" b="b"/>
              <a:pathLst>
                <a:path w="3430" h="2656" extrusionOk="0">
                  <a:moveTo>
                    <a:pt x="203" y="1"/>
                  </a:moveTo>
                  <a:cubicBezTo>
                    <a:pt x="143" y="96"/>
                    <a:pt x="83" y="179"/>
                    <a:pt x="0" y="239"/>
                  </a:cubicBezTo>
                  <a:lnTo>
                    <a:pt x="3239" y="2656"/>
                  </a:lnTo>
                  <a:lnTo>
                    <a:pt x="3429" y="240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9" name="Google Shape;20439;p154"/>
            <p:cNvSpPr/>
            <p:nvPr/>
          </p:nvSpPr>
          <p:spPr>
            <a:xfrm>
              <a:off x="6078425" y="2276900"/>
              <a:ext cx="62225" cy="254225"/>
            </a:xfrm>
            <a:custGeom>
              <a:avLst/>
              <a:gdLst/>
              <a:ahLst/>
              <a:cxnLst/>
              <a:rect l="l" t="t" r="r" b="b"/>
              <a:pathLst>
                <a:path w="2489" h="10169" extrusionOk="0">
                  <a:moveTo>
                    <a:pt x="2489" y="0"/>
                  </a:moveTo>
                  <a:cubicBezTo>
                    <a:pt x="2441" y="12"/>
                    <a:pt x="2382" y="36"/>
                    <a:pt x="2322" y="36"/>
                  </a:cubicBezTo>
                  <a:cubicBezTo>
                    <a:pt x="2287" y="36"/>
                    <a:pt x="2227" y="36"/>
                    <a:pt x="2179" y="12"/>
                  </a:cubicBezTo>
                  <a:lnTo>
                    <a:pt x="1" y="10168"/>
                  </a:lnTo>
                  <a:lnTo>
                    <a:pt x="1" y="10168"/>
                  </a:lnTo>
                  <a:lnTo>
                    <a:pt x="453" y="9561"/>
                  </a:lnTo>
                  <a:lnTo>
                    <a:pt x="2489" y="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0" name="Google Shape;20440;p154"/>
            <p:cNvSpPr/>
            <p:nvPr/>
          </p:nvSpPr>
          <p:spPr>
            <a:xfrm>
              <a:off x="6173375" y="2632600"/>
              <a:ext cx="89325" cy="90200"/>
            </a:xfrm>
            <a:custGeom>
              <a:avLst/>
              <a:gdLst/>
              <a:ahLst/>
              <a:cxnLst/>
              <a:rect l="l" t="t" r="r" b="b"/>
              <a:pathLst>
                <a:path w="3573" h="3608" extrusionOk="0">
                  <a:moveTo>
                    <a:pt x="286" y="0"/>
                  </a:moveTo>
                  <a:lnTo>
                    <a:pt x="1" y="167"/>
                  </a:lnTo>
                  <a:lnTo>
                    <a:pt x="3215" y="3608"/>
                  </a:lnTo>
                  <a:cubicBezTo>
                    <a:pt x="3275" y="3525"/>
                    <a:pt x="3346" y="3501"/>
                    <a:pt x="3442" y="3489"/>
                  </a:cubicBezTo>
                  <a:cubicBezTo>
                    <a:pt x="3489" y="3489"/>
                    <a:pt x="3525" y="3501"/>
                    <a:pt x="3573" y="3513"/>
                  </a:cubicBez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1" name="Google Shape;20441;p154"/>
            <p:cNvSpPr/>
            <p:nvPr/>
          </p:nvSpPr>
          <p:spPr>
            <a:xfrm>
              <a:off x="6264450" y="2726650"/>
              <a:ext cx="124750" cy="133975"/>
            </a:xfrm>
            <a:custGeom>
              <a:avLst/>
              <a:gdLst/>
              <a:ahLst/>
              <a:cxnLst/>
              <a:rect l="l" t="t" r="r" b="b"/>
              <a:pathLst>
                <a:path w="4990" h="5359" extrusionOk="0">
                  <a:moveTo>
                    <a:pt x="168" y="1"/>
                  </a:moveTo>
                  <a:lnTo>
                    <a:pt x="96" y="120"/>
                  </a:lnTo>
                  <a:cubicBezTo>
                    <a:pt x="84" y="167"/>
                    <a:pt x="60" y="203"/>
                    <a:pt x="37" y="227"/>
                  </a:cubicBezTo>
                  <a:lnTo>
                    <a:pt x="1" y="275"/>
                  </a:lnTo>
                  <a:lnTo>
                    <a:pt x="4775" y="5359"/>
                  </a:lnTo>
                  <a:cubicBezTo>
                    <a:pt x="4811" y="5287"/>
                    <a:pt x="4906" y="5216"/>
                    <a:pt x="4990" y="5156"/>
                  </a:cubicBezTo>
                  <a:lnTo>
                    <a:pt x="16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2" name="Google Shape;20442;p154"/>
            <p:cNvSpPr/>
            <p:nvPr/>
          </p:nvSpPr>
          <p:spPr>
            <a:xfrm>
              <a:off x="6082000" y="2532575"/>
              <a:ext cx="92900" cy="98250"/>
            </a:xfrm>
            <a:custGeom>
              <a:avLst/>
              <a:gdLst/>
              <a:ahLst/>
              <a:cxnLst/>
              <a:rect l="l" t="t" r="r" b="b"/>
              <a:pathLst>
                <a:path w="3716" h="3930" extrusionOk="0">
                  <a:moveTo>
                    <a:pt x="191" y="1"/>
                  </a:moveTo>
                  <a:lnTo>
                    <a:pt x="0" y="263"/>
                  </a:lnTo>
                  <a:lnTo>
                    <a:pt x="3429" y="3930"/>
                  </a:lnTo>
                  <a:lnTo>
                    <a:pt x="3715" y="3763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3" name="Google Shape;20443;p154"/>
            <p:cNvSpPr/>
            <p:nvPr/>
          </p:nvSpPr>
          <p:spPr>
            <a:xfrm>
              <a:off x="5970975" y="2070325"/>
              <a:ext cx="455725" cy="618550"/>
            </a:xfrm>
            <a:custGeom>
              <a:avLst/>
              <a:gdLst/>
              <a:ahLst/>
              <a:cxnLst/>
              <a:rect l="l" t="t" r="r" b="b"/>
              <a:pathLst>
                <a:path w="18229" h="24742" extrusionOk="0">
                  <a:moveTo>
                    <a:pt x="18193" y="0"/>
                  </a:moveTo>
                  <a:cubicBezTo>
                    <a:pt x="18134" y="0"/>
                    <a:pt x="18074" y="12"/>
                    <a:pt x="18038" y="60"/>
                  </a:cubicBezTo>
                  <a:lnTo>
                    <a:pt x="17836" y="346"/>
                  </a:lnTo>
                  <a:lnTo>
                    <a:pt x="13752" y="5787"/>
                  </a:lnTo>
                  <a:lnTo>
                    <a:pt x="13526" y="6085"/>
                  </a:lnTo>
                  <a:lnTo>
                    <a:pt x="10323" y="10371"/>
                  </a:lnTo>
                  <a:lnTo>
                    <a:pt x="10133" y="10633"/>
                  </a:lnTo>
                  <a:lnTo>
                    <a:pt x="4763" y="17836"/>
                  </a:lnTo>
                  <a:lnTo>
                    <a:pt x="4322" y="18443"/>
                  </a:lnTo>
                  <a:lnTo>
                    <a:pt x="0" y="24218"/>
                  </a:lnTo>
                  <a:lnTo>
                    <a:pt x="0" y="24742"/>
                  </a:lnTo>
                  <a:lnTo>
                    <a:pt x="4465" y="18765"/>
                  </a:lnTo>
                  <a:lnTo>
                    <a:pt x="4656" y="18515"/>
                  </a:lnTo>
                  <a:lnTo>
                    <a:pt x="10371" y="10811"/>
                  </a:lnTo>
                  <a:lnTo>
                    <a:pt x="10478" y="10680"/>
                  </a:lnTo>
                  <a:lnTo>
                    <a:pt x="10478" y="10657"/>
                  </a:lnTo>
                  <a:cubicBezTo>
                    <a:pt x="10466" y="10514"/>
                    <a:pt x="10573" y="10395"/>
                    <a:pt x="10716" y="10359"/>
                  </a:cubicBezTo>
                  <a:lnTo>
                    <a:pt x="12966" y="7359"/>
                  </a:lnTo>
                  <a:cubicBezTo>
                    <a:pt x="12954" y="7323"/>
                    <a:pt x="12954" y="7299"/>
                    <a:pt x="12954" y="7263"/>
                  </a:cubicBezTo>
                  <a:cubicBezTo>
                    <a:pt x="12931" y="7109"/>
                    <a:pt x="13073" y="6966"/>
                    <a:pt x="13228" y="6966"/>
                  </a:cubicBezTo>
                  <a:lnTo>
                    <a:pt x="13264" y="6966"/>
                  </a:lnTo>
                  <a:lnTo>
                    <a:pt x="13669" y="6430"/>
                  </a:lnTo>
                  <a:lnTo>
                    <a:pt x="13883" y="6132"/>
                  </a:lnTo>
                  <a:lnTo>
                    <a:pt x="18229" y="310"/>
                  </a:lnTo>
                  <a:cubicBezTo>
                    <a:pt x="18193" y="239"/>
                    <a:pt x="18169" y="167"/>
                    <a:pt x="18169" y="96"/>
                  </a:cubicBezTo>
                  <a:cubicBezTo>
                    <a:pt x="18169" y="60"/>
                    <a:pt x="18169" y="36"/>
                    <a:pt x="1819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4" name="Google Shape;20444;p154"/>
            <p:cNvSpPr/>
            <p:nvPr/>
          </p:nvSpPr>
          <p:spPr>
            <a:xfrm>
              <a:off x="6432625" y="2473600"/>
              <a:ext cx="5700" cy="9000"/>
            </a:xfrm>
            <a:custGeom>
              <a:avLst/>
              <a:gdLst/>
              <a:ahLst/>
              <a:cxnLst/>
              <a:rect l="l" t="t" r="r" b="b"/>
              <a:pathLst>
                <a:path w="228" h="360" extrusionOk="0">
                  <a:moveTo>
                    <a:pt x="52" y="0"/>
                  </a:moveTo>
                  <a:cubicBezTo>
                    <a:pt x="43" y="0"/>
                    <a:pt x="34" y="1"/>
                    <a:pt x="25" y="2"/>
                  </a:cubicBezTo>
                  <a:cubicBezTo>
                    <a:pt x="37" y="50"/>
                    <a:pt x="49" y="98"/>
                    <a:pt x="49" y="157"/>
                  </a:cubicBezTo>
                  <a:cubicBezTo>
                    <a:pt x="49" y="217"/>
                    <a:pt x="37" y="288"/>
                    <a:pt x="1" y="360"/>
                  </a:cubicBezTo>
                  <a:lnTo>
                    <a:pt x="120" y="288"/>
                  </a:lnTo>
                  <a:cubicBezTo>
                    <a:pt x="203" y="241"/>
                    <a:pt x="227" y="157"/>
                    <a:pt x="180" y="86"/>
                  </a:cubicBezTo>
                  <a:cubicBezTo>
                    <a:pt x="159" y="34"/>
                    <a:pt x="111" y="0"/>
                    <a:pt x="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5" name="Google Shape;20445;p154"/>
            <p:cNvSpPr/>
            <p:nvPr/>
          </p:nvSpPr>
          <p:spPr>
            <a:xfrm>
              <a:off x="5970675" y="2486150"/>
              <a:ext cx="441150" cy="271775"/>
            </a:xfrm>
            <a:custGeom>
              <a:avLst/>
              <a:gdLst/>
              <a:ahLst/>
              <a:cxnLst/>
              <a:rect l="l" t="t" r="r" b="b"/>
              <a:pathLst>
                <a:path w="17646" h="10871" extrusionOk="0">
                  <a:moveTo>
                    <a:pt x="17646" y="0"/>
                  </a:moveTo>
                  <a:lnTo>
                    <a:pt x="8180" y="5632"/>
                  </a:lnTo>
                  <a:lnTo>
                    <a:pt x="7906" y="5799"/>
                  </a:lnTo>
                  <a:lnTo>
                    <a:pt x="0" y="10502"/>
                  </a:lnTo>
                  <a:lnTo>
                    <a:pt x="0" y="10871"/>
                  </a:lnTo>
                  <a:lnTo>
                    <a:pt x="8121" y="6037"/>
                  </a:lnTo>
                  <a:lnTo>
                    <a:pt x="8406" y="5870"/>
                  </a:lnTo>
                  <a:lnTo>
                    <a:pt x="17288" y="572"/>
                  </a:lnTo>
                  <a:lnTo>
                    <a:pt x="17646" y="12"/>
                  </a:lnTo>
                  <a:lnTo>
                    <a:pt x="176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6" name="Google Shape;20446;p154"/>
            <p:cNvSpPr/>
            <p:nvPr/>
          </p:nvSpPr>
          <p:spPr>
            <a:xfrm>
              <a:off x="5970675" y="2940975"/>
              <a:ext cx="97050" cy="144075"/>
            </a:xfrm>
            <a:custGeom>
              <a:avLst/>
              <a:gdLst/>
              <a:ahLst/>
              <a:cxnLst/>
              <a:rect l="l" t="t" r="r" b="b"/>
              <a:pathLst>
                <a:path w="3882" h="5763" extrusionOk="0">
                  <a:moveTo>
                    <a:pt x="0" y="0"/>
                  </a:moveTo>
                  <a:lnTo>
                    <a:pt x="0" y="560"/>
                  </a:lnTo>
                  <a:lnTo>
                    <a:pt x="3632" y="5763"/>
                  </a:lnTo>
                  <a:cubicBezTo>
                    <a:pt x="3703" y="5691"/>
                    <a:pt x="3775" y="5620"/>
                    <a:pt x="3882" y="55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7" name="Google Shape;20447;p154"/>
            <p:cNvSpPr/>
            <p:nvPr/>
          </p:nvSpPr>
          <p:spPr>
            <a:xfrm>
              <a:off x="6244225" y="2877875"/>
              <a:ext cx="142300" cy="98825"/>
            </a:xfrm>
            <a:custGeom>
              <a:avLst/>
              <a:gdLst/>
              <a:ahLst/>
              <a:cxnLst/>
              <a:rect l="l" t="t" r="r" b="b"/>
              <a:pathLst>
                <a:path w="5692" h="3953" extrusionOk="0">
                  <a:moveTo>
                    <a:pt x="5513" y="0"/>
                  </a:moveTo>
                  <a:lnTo>
                    <a:pt x="0" y="3846"/>
                  </a:lnTo>
                  <a:lnTo>
                    <a:pt x="393" y="3953"/>
                  </a:lnTo>
                  <a:lnTo>
                    <a:pt x="5668" y="274"/>
                  </a:lnTo>
                  <a:lnTo>
                    <a:pt x="5692" y="238"/>
                  </a:lnTo>
                  <a:cubicBezTo>
                    <a:pt x="5620" y="179"/>
                    <a:pt x="5561" y="83"/>
                    <a:pt x="55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8" name="Google Shape;20448;p154"/>
            <p:cNvSpPr/>
            <p:nvPr/>
          </p:nvSpPr>
          <p:spPr>
            <a:xfrm>
              <a:off x="6087350" y="2980250"/>
              <a:ext cx="158375" cy="109575"/>
            </a:xfrm>
            <a:custGeom>
              <a:avLst/>
              <a:gdLst/>
              <a:ahLst/>
              <a:cxnLst/>
              <a:rect l="l" t="t" r="r" b="b"/>
              <a:pathLst>
                <a:path w="6335" h="4383" extrusionOk="0">
                  <a:moveTo>
                    <a:pt x="5930" y="1"/>
                  </a:moveTo>
                  <a:lnTo>
                    <a:pt x="1" y="4120"/>
                  </a:lnTo>
                  <a:cubicBezTo>
                    <a:pt x="84" y="4192"/>
                    <a:pt x="144" y="4287"/>
                    <a:pt x="179" y="4382"/>
                  </a:cubicBezTo>
                  <a:lnTo>
                    <a:pt x="6335" y="96"/>
                  </a:lnTo>
                  <a:lnTo>
                    <a:pt x="593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9" name="Google Shape;20449;p154"/>
            <p:cNvSpPr/>
            <p:nvPr/>
          </p:nvSpPr>
          <p:spPr>
            <a:xfrm>
              <a:off x="6127250" y="2732300"/>
              <a:ext cx="137825" cy="205425"/>
            </a:xfrm>
            <a:custGeom>
              <a:avLst/>
              <a:gdLst/>
              <a:ahLst/>
              <a:cxnLst/>
              <a:rect l="l" t="t" r="r" b="b"/>
              <a:pathLst>
                <a:path w="5513" h="8217" extrusionOk="0">
                  <a:moveTo>
                    <a:pt x="5513" y="1"/>
                  </a:moveTo>
                  <a:cubicBezTo>
                    <a:pt x="5465" y="49"/>
                    <a:pt x="5394" y="96"/>
                    <a:pt x="5310" y="96"/>
                  </a:cubicBezTo>
                  <a:cubicBezTo>
                    <a:pt x="5239" y="96"/>
                    <a:pt x="5179" y="72"/>
                    <a:pt x="5120" y="37"/>
                  </a:cubicBezTo>
                  <a:lnTo>
                    <a:pt x="2381" y="4347"/>
                  </a:lnTo>
                  <a:cubicBezTo>
                    <a:pt x="2441" y="4394"/>
                    <a:pt x="2489" y="4466"/>
                    <a:pt x="2489" y="4561"/>
                  </a:cubicBezTo>
                  <a:cubicBezTo>
                    <a:pt x="2489" y="4716"/>
                    <a:pt x="2370" y="4859"/>
                    <a:pt x="2203" y="4859"/>
                  </a:cubicBezTo>
                  <a:cubicBezTo>
                    <a:pt x="2155" y="4859"/>
                    <a:pt x="2119" y="4835"/>
                    <a:pt x="2072" y="4823"/>
                  </a:cubicBezTo>
                  <a:lnTo>
                    <a:pt x="0" y="8061"/>
                  </a:lnTo>
                  <a:cubicBezTo>
                    <a:pt x="107" y="8085"/>
                    <a:pt x="203" y="8145"/>
                    <a:pt x="286" y="8216"/>
                  </a:cubicBezTo>
                  <a:lnTo>
                    <a:pt x="5477" y="49"/>
                  </a:lnTo>
                  <a:lnTo>
                    <a:pt x="551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0" name="Google Shape;20450;p154"/>
            <p:cNvSpPr/>
            <p:nvPr/>
          </p:nvSpPr>
          <p:spPr>
            <a:xfrm>
              <a:off x="6263575" y="2486150"/>
              <a:ext cx="153900" cy="243500"/>
            </a:xfrm>
            <a:custGeom>
              <a:avLst/>
              <a:gdLst/>
              <a:ahLst/>
              <a:cxnLst/>
              <a:rect l="l" t="t" r="r" b="b"/>
              <a:pathLst>
                <a:path w="6156" h="9740" extrusionOk="0">
                  <a:moveTo>
                    <a:pt x="5953" y="0"/>
                  </a:moveTo>
                  <a:lnTo>
                    <a:pt x="5584" y="560"/>
                  </a:lnTo>
                  <a:lnTo>
                    <a:pt x="0" y="9371"/>
                  </a:lnTo>
                  <a:cubicBezTo>
                    <a:pt x="84" y="9418"/>
                    <a:pt x="155" y="9502"/>
                    <a:pt x="155" y="9621"/>
                  </a:cubicBezTo>
                  <a:cubicBezTo>
                    <a:pt x="155" y="9668"/>
                    <a:pt x="155" y="9704"/>
                    <a:pt x="143" y="9740"/>
                  </a:cubicBezTo>
                  <a:lnTo>
                    <a:pt x="215" y="9621"/>
                  </a:lnTo>
                  <a:lnTo>
                    <a:pt x="6144" y="262"/>
                  </a:lnTo>
                  <a:lnTo>
                    <a:pt x="6156" y="131"/>
                  </a:lnTo>
                  <a:cubicBezTo>
                    <a:pt x="6072" y="96"/>
                    <a:pt x="6013" y="60"/>
                    <a:pt x="595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1" name="Google Shape;20451;p154"/>
            <p:cNvSpPr/>
            <p:nvPr/>
          </p:nvSpPr>
          <p:spPr>
            <a:xfrm>
              <a:off x="6396025" y="2489125"/>
              <a:ext cx="29200" cy="364050"/>
            </a:xfrm>
            <a:custGeom>
              <a:avLst/>
              <a:gdLst/>
              <a:ahLst/>
              <a:cxnLst/>
              <a:rect l="l" t="t" r="r" b="b"/>
              <a:pathLst>
                <a:path w="1168" h="14562" extrusionOk="0">
                  <a:moveTo>
                    <a:pt x="846" y="1"/>
                  </a:moveTo>
                  <a:lnTo>
                    <a:pt x="834" y="132"/>
                  </a:lnTo>
                  <a:lnTo>
                    <a:pt x="1" y="14550"/>
                  </a:lnTo>
                  <a:cubicBezTo>
                    <a:pt x="24" y="14550"/>
                    <a:pt x="36" y="14550"/>
                    <a:pt x="72" y="14538"/>
                  </a:cubicBezTo>
                  <a:cubicBezTo>
                    <a:pt x="155" y="14538"/>
                    <a:pt x="239" y="14538"/>
                    <a:pt x="310" y="14562"/>
                  </a:cubicBezTo>
                  <a:lnTo>
                    <a:pt x="1167" y="1"/>
                  </a:lnTo>
                  <a:lnTo>
                    <a:pt x="1167" y="1"/>
                  </a:lnTo>
                  <a:cubicBezTo>
                    <a:pt x="1132" y="12"/>
                    <a:pt x="1084" y="24"/>
                    <a:pt x="1024" y="24"/>
                  </a:cubicBezTo>
                  <a:cubicBezTo>
                    <a:pt x="965" y="24"/>
                    <a:pt x="905" y="24"/>
                    <a:pt x="84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2" name="Google Shape;20452;p154"/>
            <p:cNvSpPr/>
            <p:nvPr/>
          </p:nvSpPr>
          <p:spPr>
            <a:xfrm>
              <a:off x="6426100" y="2483775"/>
              <a:ext cx="571225" cy="679875"/>
            </a:xfrm>
            <a:custGeom>
              <a:avLst/>
              <a:gdLst/>
              <a:ahLst/>
              <a:cxnLst/>
              <a:rect l="l" t="t" r="r" b="b"/>
              <a:pathLst>
                <a:path w="22849" h="27195" extrusionOk="0">
                  <a:moveTo>
                    <a:pt x="226" y="0"/>
                  </a:moveTo>
                  <a:cubicBezTo>
                    <a:pt x="191" y="95"/>
                    <a:pt x="107" y="167"/>
                    <a:pt x="0" y="215"/>
                  </a:cubicBezTo>
                  <a:lnTo>
                    <a:pt x="22610" y="27194"/>
                  </a:lnTo>
                  <a:cubicBezTo>
                    <a:pt x="22670" y="27099"/>
                    <a:pt x="22753" y="27039"/>
                    <a:pt x="22848" y="26980"/>
                  </a:cubicBezTo>
                  <a:lnTo>
                    <a:pt x="22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3" name="Google Shape;20453;p154"/>
            <p:cNvSpPr/>
            <p:nvPr/>
          </p:nvSpPr>
          <p:spPr>
            <a:xfrm>
              <a:off x="6408525" y="2878750"/>
              <a:ext cx="217325" cy="182800"/>
            </a:xfrm>
            <a:custGeom>
              <a:avLst/>
              <a:gdLst/>
              <a:ahLst/>
              <a:cxnLst/>
              <a:rect l="l" t="t" r="r" b="b"/>
              <a:pathLst>
                <a:path w="8693" h="7312" extrusionOk="0">
                  <a:moveTo>
                    <a:pt x="215" y="1"/>
                  </a:moveTo>
                  <a:cubicBezTo>
                    <a:pt x="167" y="108"/>
                    <a:pt x="96" y="191"/>
                    <a:pt x="1" y="239"/>
                  </a:cubicBezTo>
                  <a:lnTo>
                    <a:pt x="8490" y="7311"/>
                  </a:lnTo>
                  <a:cubicBezTo>
                    <a:pt x="8549" y="7228"/>
                    <a:pt x="8609" y="7145"/>
                    <a:pt x="8692" y="7073"/>
                  </a:cubicBezTo>
                  <a:lnTo>
                    <a:pt x="21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4" name="Google Shape;20454;p154"/>
            <p:cNvSpPr/>
            <p:nvPr/>
          </p:nvSpPr>
          <p:spPr>
            <a:xfrm>
              <a:off x="6323100" y="3003175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24" y="1"/>
                  </a:moveTo>
                  <a:lnTo>
                    <a:pt x="0" y="48"/>
                  </a:lnTo>
                  <a:lnTo>
                    <a:pt x="72" y="60"/>
                  </a:lnTo>
                  <a:cubicBezTo>
                    <a:pt x="60" y="48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5" name="Google Shape;20455;p154"/>
            <p:cNvSpPr/>
            <p:nvPr/>
          </p:nvSpPr>
          <p:spPr>
            <a:xfrm>
              <a:off x="6135275" y="2944250"/>
              <a:ext cx="183975" cy="57750"/>
            </a:xfrm>
            <a:custGeom>
              <a:avLst/>
              <a:gdLst/>
              <a:ahLst/>
              <a:cxnLst/>
              <a:rect l="l" t="t" r="r" b="b"/>
              <a:pathLst>
                <a:path w="7359" h="2310" extrusionOk="0">
                  <a:moveTo>
                    <a:pt x="72" y="0"/>
                  </a:moveTo>
                  <a:lnTo>
                    <a:pt x="72" y="60"/>
                  </a:lnTo>
                  <a:cubicBezTo>
                    <a:pt x="72" y="155"/>
                    <a:pt x="48" y="250"/>
                    <a:pt x="1" y="322"/>
                  </a:cubicBezTo>
                  <a:lnTo>
                    <a:pt x="3977" y="1417"/>
                  </a:lnTo>
                  <a:lnTo>
                    <a:pt x="4382" y="1524"/>
                  </a:lnTo>
                  <a:lnTo>
                    <a:pt x="7192" y="2310"/>
                  </a:lnTo>
                  <a:lnTo>
                    <a:pt x="7359" y="2036"/>
                  </a:lnTo>
                  <a:lnTo>
                    <a:pt x="4739" y="1298"/>
                  </a:lnTo>
                  <a:lnTo>
                    <a:pt x="4335" y="1191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6" name="Google Shape;20456;p154"/>
            <p:cNvSpPr/>
            <p:nvPr/>
          </p:nvSpPr>
          <p:spPr>
            <a:xfrm>
              <a:off x="6331425" y="3000200"/>
              <a:ext cx="284000" cy="85150"/>
            </a:xfrm>
            <a:custGeom>
              <a:avLst/>
              <a:gdLst/>
              <a:ahLst/>
              <a:cxnLst/>
              <a:rect l="l" t="t" r="r" b="b"/>
              <a:pathLst>
                <a:path w="11360" h="3406" extrusionOk="0">
                  <a:moveTo>
                    <a:pt x="239" y="1"/>
                  </a:moveTo>
                  <a:cubicBezTo>
                    <a:pt x="227" y="132"/>
                    <a:pt x="144" y="239"/>
                    <a:pt x="1" y="274"/>
                  </a:cubicBezTo>
                  <a:lnTo>
                    <a:pt x="11288" y="3406"/>
                  </a:lnTo>
                  <a:lnTo>
                    <a:pt x="11359" y="3406"/>
                  </a:lnTo>
                  <a:cubicBezTo>
                    <a:pt x="11359" y="3382"/>
                    <a:pt x="11348" y="3334"/>
                    <a:pt x="11348" y="3310"/>
                  </a:cubicBezTo>
                  <a:cubicBezTo>
                    <a:pt x="11348" y="3227"/>
                    <a:pt x="11348" y="3156"/>
                    <a:pt x="11359" y="3096"/>
                  </a:cubicBez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7" name="Google Shape;20457;p154"/>
            <p:cNvSpPr/>
            <p:nvPr/>
          </p:nvSpPr>
          <p:spPr>
            <a:xfrm>
              <a:off x="6231125" y="2883825"/>
              <a:ext cx="162550" cy="263450"/>
            </a:xfrm>
            <a:custGeom>
              <a:avLst/>
              <a:gdLst/>
              <a:ahLst/>
              <a:cxnLst/>
              <a:rect l="l" t="t" r="r" b="b"/>
              <a:pathLst>
                <a:path w="6502" h="10538" extrusionOk="0">
                  <a:moveTo>
                    <a:pt x="6216" y="0"/>
                  </a:moveTo>
                  <a:lnTo>
                    <a:pt x="6192" y="60"/>
                  </a:lnTo>
                  <a:lnTo>
                    <a:pt x="3537" y="4465"/>
                  </a:lnTo>
                  <a:lnTo>
                    <a:pt x="3382" y="4751"/>
                  </a:lnTo>
                  <a:lnTo>
                    <a:pt x="0" y="10359"/>
                  </a:lnTo>
                  <a:lnTo>
                    <a:pt x="120" y="10406"/>
                  </a:lnTo>
                  <a:lnTo>
                    <a:pt x="143" y="10406"/>
                  </a:lnTo>
                  <a:cubicBezTo>
                    <a:pt x="143" y="10406"/>
                    <a:pt x="155" y="10406"/>
                    <a:pt x="155" y="10418"/>
                  </a:cubicBezTo>
                  <a:lnTo>
                    <a:pt x="179" y="10418"/>
                  </a:lnTo>
                  <a:lnTo>
                    <a:pt x="191" y="10430"/>
                  </a:lnTo>
                  <a:cubicBezTo>
                    <a:pt x="191" y="10442"/>
                    <a:pt x="203" y="10442"/>
                    <a:pt x="203" y="10466"/>
                  </a:cubicBezTo>
                  <a:lnTo>
                    <a:pt x="250" y="10537"/>
                  </a:lnTo>
                  <a:lnTo>
                    <a:pt x="3703" y="4810"/>
                  </a:lnTo>
                  <a:lnTo>
                    <a:pt x="3703" y="4775"/>
                  </a:lnTo>
                  <a:cubicBezTo>
                    <a:pt x="3679" y="4727"/>
                    <a:pt x="3656" y="4691"/>
                    <a:pt x="3656" y="4644"/>
                  </a:cubicBezTo>
                  <a:cubicBezTo>
                    <a:pt x="3656" y="4489"/>
                    <a:pt x="3775" y="4358"/>
                    <a:pt x="3941" y="4346"/>
                  </a:cubicBezTo>
                  <a:lnTo>
                    <a:pt x="3977" y="4346"/>
                  </a:lnTo>
                  <a:lnTo>
                    <a:pt x="6501" y="143"/>
                  </a:lnTo>
                  <a:cubicBezTo>
                    <a:pt x="6394" y="119"/>
                    <a:pt x="6311" y="72"/>
                    <a:pt x="6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8" name="Google Shape;20458;p154"/>
            <p:cNvSpPr/>
            <p:nvPr/>
          </p:nvSpPr>
          <p:spPr>
            <a:xfrm>
              <a:off x="5970675" y="3148425"/>
              <a:ext cx="260175" cy="142325"/>
            </a:xfrm>
            <a:custGeom>
              <a:avLst/>
              <a:gdLst/>
              <a:ahLst/>
              <a:cxnLst/>
              <a:rect l="l" t="t" r="r" b="b"/>
              <a:pathLst>
                <a:path w="10407" h="5693" extrusionOk="0">
                  <a:moveTo>
                    <a:pt x="10061" y="1"/>
                  </a:moveTo>
                  <a:lnTo>
                    <a:pt x="0" y="5335"/>
                  </a:lnTo>
                  <a:lnTo>
                    <a:pt x="0" y="5692"/>
                  </a:lnTo>
                  <a:lnTo>
                    <a:pt x="10407" y="168"/>
                  </a:lnTo>
                  <a:lnTo>
                    <a:pt x="10359" y="84"/>
                  </a:lnTo>
                  <a:lnTo>
                    <a:pt x="1006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9" name="Google Shape;20459;p154"/>
            <p:cNvSpPr/>
            <p:nvPr/>
          </p:nvSpPr>
          <p:spPr>
            <a:xfrm>
              <a:off x="6090025" y="3098425"/>
              <a:ext cx="143800" cy="51825"/>
            </a:xfrm>
            <a:custGeom>
              <a:avLst/>
              <a:gdLst/>
              <a:ahLst/>
              <a:cxnLst/>
              <a:rect l="l" t="t" r="r" b="b"/>
              <a:pathLst>
                <a:path w="5752" h="2073" extrusionOk="0">
                  <a:moveTo>
                    <a:pt x="120" y="1"/>
                  </a:moveTo>
                  <a:cubicBezTo>
                    <a:pt x="108" y="108"/>
                    <a:pt x="60" y="215"/>
                    <a:pt x="1" y="298"/>
                  </a:cubicBezTo>
                  <a:lnTo>
                    <a:pt x="5299" y="1977"/>
                  </a:lnTo>
                  <a:lnTo>
                    <a:pt x="5597" y="2072"/>
                  </a:lnTo>
                  <a:lnTo>
                    <a:pt x="5597" y="2072"/>
                  </a:lnTo>
                  <a:lnTo>
                    <a:pt x="5549" y="2025"/>
                  </a:lnTo>
                  <a:cubicBezTo>
                    <a:pt x="5513" y="1953"/>
                    <a:pt x="5537" y="1846"/>
                    <a:pt x="5633" y="1822"/>
                  </a:cubicBezTo>
                  <a:cubicBezTo>
                    <a:pt x="5668" y="1798"/>
                    <a:pt x="5716" y="1798"/>
                    <a:pt x="5752" y="1798"/>
                  </a:cubicBezTo>
                  <a:lnTo>
                    <a:pt x="5633" y="1763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0" name="Google Shape;20460;p154"/>
            <p:cNvSpPr/>
            <p:nvPr/>
          </p:nvSpPr>
          <p:spPr>
            <a:xfrm>
              <a:off x="6300775" y="3287725"/>
              <a:ext cx="102125" cy="186675"/>
            </a:xfrm>
            <a:custGeom>
              <a:avLst/>
              <a:gdLst/>
              <a:ahLst/>
              <a:cxnLst/>
              <a:rect l="l" t="t" r="r" b="b"/>
              <a:pathLst>
                <a:path w="4085" h="7467" extrusionOk="0">
                  <a:moveTo>
                    <a:pt x="322" y="1"/>
                  </a:moveTo>
                  <a:lnTo>
                    <a:pt x="1" y="49"/>
                  </a:lnTo>
                  <a:lnTo>
                    <a:pt x="3799" y="7466"/>
                  </a:lnTo>
                  <a:cubicBezTo>
                    <a:pt x="3882" y="7383"/>
                    <a:pt x="3977" y="7347"/>
                    <a:pt x="4084" y="7311"/>
                  </a:cubicBezTo>
                  <a:lnTo>
                    <a:pt x="32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1" name="Google Shape;20461;p154"/>
            <p:cNvSpPr/>
            <p:nvPr/>
          </p:nvSpPr>
          <p:spPr>
            <a:xfrm>
              <a:off x="6228150" y="3143850"/>
              <a:ext cx="77125" cy="138250"/>
            </a:xfrm>
            <a:custGeom>
              <a:avLst/>
              <a:gdLst/>
              <a:ahLst/>
              <a:cxnLst/>
              <a:rect l="l" t="t" r="r" b="b"/>
              <a:pathLst>
                <a:path w="3085" h="5530" extrusionOk="0">
                  <a:moveTo>
                    <a:pt x="169" y="1"/>
                  </a:moveTo>
                  <a:cubicBezTo>
                    <a:pt x="147" y="1"/>
                    <a:pt x="127" y="9"/>
                    <a:pt x="108" y="29"/>
                  </a:cubicBezTo>
                  <a:cubicBezTo>
                    <a:pt x="24" y="77"/>
                    <a:pt x="0" y="160"/>
                    <a:pt x="24" y="231"/>
                  </a:cubicBezTo>
                  <a:lnTo>
                    <a:pt x="60" y="291"/>
                  </a:lnTo>
                  <a:lnTo>
                    <a:pt x="108" y="386"/>
                  </a:lnTo>
                  <a:lnTo>
                    <a:pt x="2751" y="5530"/>
                  </a:lnTo>
                  <a:lnTo>
                    <a:pt x="3084" y="5494"/>
                  </a:lnTo>
                  <a:lnTo>
                    <a:pt x="358" y="148"/>
                  </a:lnTo>
                  <a:lnTo>
                    <a:pt x="310" y="77"/>
                  </a:lnTo>
                  <a:cubicBezTo>
                    <a:pt x="310" y="53"/>
                    <a:pt x="298" y="53"/>
                    <a:pt x="298" y="41"/>
                  </a:cubicBezTo>
                  <a:cubicBezTo>
                    <a:pt x="298" y="41"/>
                    <a:pt x="298" y="29"/>
                    <a:pt x="286" y="29"/>
                  </a:cubicBezTo>
                  <a:lnTo>
                    <a:pt x="262" y="29"/>
                  </a:lnTo>
                  <a:cubicBezTo>
                    <a:pt x="262" y="29"/>
                    <a:pt x="250" y="29"/>
                    <a:pt x="250" y="17"/>
                  </a:cubicBezTo>
                  <a:lnTo>
                    <a:pt x="227" y="17"/>
                  </a:lnTo>
                  <a:cubicBezTo>
                    <a:pt x="205" y="6"/>
                    <a:pt x="186" y="1"/>
                    <a:pt x="16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2" name="Google Shape;20462;p154"/>
            <p:cNvSpPr/>
            <p:nvPr/>
          </p:nvSpPr>
          <p:spPr>
            <a:xfrm>
              <a:off x="6586525" y="3246075"/>
              <a:ext cx="3000" cy="3300"/>
            </a:xfrm>
            <a:custGeom>
              <a:avLst/>
              <a:gdLst/>
              <a:ahLst/>
              <a:cxnLst/>
              <a:rect l="l" t="t" r="r" b="b"/>
              <a:pathLst>
                <a:path w="120" h="132" extrusionOk="0">
                  <a:moveTo>
                    <a:pt x="120" y="0"/>
                  </a:moveTo>
                  <a:lnTo>
                    <a:pt x="1" y="24"/>
                  </a:lnTo>
                  <a:lnTo>
                    <a:pt x="1" y="36"/>
                  </a:lnTo>
                  <a:cubicBezTo>
                    <a:pt x="12" y="60"/>
                    <a:pt x="12" y="107"/>
                    <a:pt x="1" y="131"/>
                  </a:cubicBezTo>
                  <a:cubicBezTo>
                    <a:pt x="60" y="119"/>
                    <a:pt x="120" y="6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3" name="Google Shape;20463;p154"/>
            <p:cNvSpPr/>
            <p:nvPr/>
          </p:nvSpPr>
          <p:spPr>
            <a:xfrm>
              <a:off x="5970675" y="3248450"/>
              <a:ext cx="567350" cy="86050"/>
            </a:xfrm>
            <a:custGeom>
              <a:avLst/>
              <a:gdLst/>
              <a:ahLst/>
              <a:cxnLst/>
              <a:rect l="l" t="t" r="r" b="b"/>
              <a:pathLst>
                <a:path w="22694" h="3442" extrusionOk="0">
                  <a:moveTo>
                    <a:pt x="22634" y="0"/>
                  </a:moveTo>
                  <a:lnTo>
                    <a:pt x="13383" y="1274"/>
                  </a:lnTo>
                  <a:lnTo>
                    <a:pt x="13050" y="1322"/>
                  </a:lnTo>
                  <a:lnTo>
                    <a:pt x="0" y="3120"/>
                  </a:lnTo>
                  <a:lnTo>
                    <a:pt x="0" y="3441"/>
                  </a:lnTo>
                  <a:lnTo>
                    <a:pt x="13205" y="1620"/>
                  </a:lnTo>
                  <a:lnTo>
                    <a:pt x="13526" y="1572"/>
                  </a:lnTo>
                  <a:lnTo>
                    <a:pt x="22694" y="310"/>
                  </a:lnTo>
                  <a:cubicBezTo>
                    <a:pt x="22670" y="203"/>
                    <a:pt x="22634" y="107"/>
                    <a:pt x="2263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4" name="Google Shape;20464;p154"/>
            <p:cNvSpPr/>
            <p:nvPr/>
          </p:nvSpPr>
          <p:spPr>
            <a:xfrm>
              <a:off x="6683850" y="3085625"/>
              <a:ext cx="305425" cy="89325"/>
            </a:xfrm>
            <a:custGeom>
              <a:avLst/>
              <a:gdLst/>
              <a:ahLst/>
              <a:cxnLst/>
              <a:rect l="l" t="t" r="r" b="b"/>
              <a:pathLst>
                <a:path w="12217" h="3573" extrusionOk="0">
                  <a:moveTo>
                    <a:pt x="72" y="1"/>
                  </a:moveTo>
                  <a:cubicBezTo>
                    <a:pt x="60" y="132"/>
                    <a:pt x="37" y="227"/>
                    <a:pt x="1" y="322"/>
                  </a:cubicBezTo>
                  <a:lnTo>
                    <a:pt x="12181" y="3572"/>
                  </a:lnTo>
                  <a:lnTo>
                    <a:pt x="12181" y="3549"/>
                  </a:lnTo>
                  <a:cubicBezTo>
                    <a:pt x="12181" y="3442"/>
                    <a:pt x="12193" y="3358"/>
                    <a:pt x="12217" y="3263"/>
                  </a:cubicBez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5" name="Google Shape;20465;p154"/>
            <p:cNvSpPr/>
            <p:nvPr/>
          </p:nvSpPr>
          <p:spPr>
            <a:xfrm>
              <a:off x="6585025" y="3175825"/>
              <a:ext cx="403650" cy="70850"/>
            </a:xfrm>
            <a:custGeom>
              <a:avLst/>
              <a:gdLst/>
              <a:ahLst/>
              <a:cxnLst/>
              <a:rect l="l" t="t" r="r" b="b"/>
              <a:pathLst>
                <a:path w="16146" h="2834" extrusionOk="0">
                  <a:moveTo>
                    <a:pt x="16110" y="0"/>
                  </a:moveTo>
                  <a:lnTo>
                    <a:pt x="1" y="2536"/>
                  </a:lnTo>
                  <a:cubicBezTo>
                    <a:pt x="37" y="2620"/>
                    <a:pt x="61" y="2715"/>
                    <a:pt x="72" y="2834"/>
                  </a:cubicBezTo>
                  <a:lnTo>
                    <a:pt x="191" y="2810"/>
                  </a:lnTo>
                  <a:lnTo>
                    <a:pt x="15658" y="393"/>
                  </a:lnTo>
                  <a:lnTo>
                    <a:pt x="16146" y="131"/>
                  </a:lnTo>
                  <a:cubicBezTo>
                    <a:pt x="16134" y="95"/>
                    <a:pt x="16134" y="48"/>
                    <a:pt x="1611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6" name="Google Shape;20466;p154"/>
            <p:cNvSpPr/>
            <p:nvPr/>
          </p:nvSpPr>
          <p:spPr>
            <a:xfrm>
              <a:off x="6566575" y="3113300"/>
              <a:ext cx="76525" cy="112850"/>
            </a:xfrm>
            <a:custGeom>
              <a:avLst/>
              <a:gdLst/>
              <a:ahLst/>
              <a:cxnLst/>
              <a:rect l="l" t="t" r="r" b="b"/>
              <a:pathLst>
                <a:path w="3061" h="4514" extrusionOk="0">
                  <a:moveTo>
                    <a:pt x="2739" y="1"/>
                  </a:moveTo>
                  <a:lnTo>
                    <a:pt x="1" y="4394"/>
                  </a:lnTo>
                  <a:cubicBezTo>
                    <a:pt x="108" y="4418"/>
                    <a:pt x="215" y="4454"/>
                    <a:pt x="298" y="4513"/>
                  </a:cubicBezTo>
                  <a:lnTo>
                    <a:pt x="3061" y="108"/>
                  </a:lnTo>
                  <a:cubicBezTo>
                    <a:pt x="2954" y="72"/>
                    <a:pt x="2846" y="49"/>
                    <a:pt x="273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7" name="Google Shape;20467;p154"/>
            <p:cNvSpPr/>
            <p:nvPr/>
          </p:nvSpPr>
          <p:spPr>
            <a:xfrm>
              <a:off x="6412700" y="3263025"/>
              <a:ext cx="135750" cy="210775"/>
            </a:xfrm>
            <a:custGeom>
              <a:avLst/>
              <a:gdLst/>
              <a:ahLst/>
              <a:cxnLst/>
              <a:rect l="l" t="t" r="r" b="b"/>
              <a:pathLst>
                <a:path w="5430" h="8431" extrusionOk="0">
                  <a:moveTo>
                    <a:pt x="5179" y="1"/>
                  </a:moveTo>
                  <a:lnTo>
                    <a:pt x="0" y="8287"/>
                  </a:lnTo>
                  <a:cubicBezTo>
                    <a:pt x="107" y="8311"/>
                    <a:pt x="191" y="8359"/>
                    <a:pt x="286" y="8430"/>
                  </a:cubicBezTo>
                  <a:lnTo>
                    <a:pt x="5430" y="203"/>
                  </a:lnTo>
                  <a:cubicBezTo>
                    <a:pt x="5310" y="156"/>
                    <a:pt x="5239" y="84"/>
                    <a:pt x="51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8" name="Google Shape;20468;p154"/>
            <p:cNvSpPr/>
            <p:nvPr/>
          </p:nvSpPr>
          <p:spPr>
            <a:xfrm>
              <a:off x="6420425" y="3178800"/>
              <a:ext cx="572425" cy="303325"/>
            </a:xfrm>
            <a:custGeom>
              <a:avLst/>
              <a:gdLst/>
              <a:ahLst/>
              <a:cxnLst/>
              <a:rect l="l" t="t" r="r" b="b"/>
              <a:pathLst>
                <a:path w="22897" h="12133" extrusionOk="0">
                  <a:moveTo>
                    <a:pt x="22742" y="0"/>
                  </a:moveTo>
                  <a:lnTo>
                    <a:pt x="22242" y="274"/>
                  </a:lnTo>
                  <a:lnTo>
                    <a:pt x="1" y="11859"/>
                  </a:lnTo>
                  <a:cubicBezTo>
                    <a:pt x="72" y="11942"/>
                    <a:pt x="132" y="12026"/>
                    <a:pt x="168" y="12133"/>
                  </a:cubicBezTo>
                  <a:lnTo>
                    <a:pt x="22897" y="286"/>
                  </a:lnTo>
                  <a:cubicBezTo>
                    <a:pt x="22813" y="203"/>
                    <a:pt x="22777" y="107"/>
                    <a:pt x="227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9" name="Google Shape;20469;p154"/>
            <p:cNvSpPr/>
            <p:nvPr/>
          </p:nvSpPr>
          <p:spPr>
            <a:xfrm>
              <a:off x="6093300" y="3491025"/>
              <a:ext cx="300075" cy="161375"/>
            </a:xfrm>
            <a:custGeom>
              <a:avLst/>
              <a:gdLst/>
              <a:ahLst/>
              <a:cxnLst/>
              <a:rect l="l" t="t" r="r" b="b"/>
              <a:pathLst>
                <a:path w="12003" h="6455" extrusionOk="0">
                  <a:moveTo>
                    <a:pt x="11871" y="1"/>
                  </a:moveTo>
                  <a:lnTo>
                    <a:pt x="1" y="6192"/>
                  </a:lnTo>
                  <a:cubicBezTo>
                    <a:pt x="60" y="6228"/>
                    <a:pt x="108" y="6299"/>
                    <a:pt x="144" y="6359"/>
                  </a:cubicBezTo>
                  <a:cubicBezTo>
                    <a:pt x="156" y="6383"/>
                    <a:pt x="168" y="6430"/>
                    <a:pt x="179" y="6454"/>
                  </a:cubicBezTo>
                  <a:lnTo>
                    <a:pt x="12002" y="287"/>
                  </a:lnTo>
                  <a:cubicBezTo>
                    <a:pt x="11943" y="191"/>
                    <a:pt x="11895" y="108"/>
                    <a:pt x="1187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0" name="Google Shape;20470;p154"/>
            <p:cNvSpPr/>
            <p:nvPr/>
          </p:nvSpPr>
          <p:spPr>
            <a:xfrm>
              <a:off x="6187075" y="3708325"/>
              <a:ext cx="191425" cy="58075"/>
            </a:xfrm>
            <a:custGeom>
              <a:avLst/>
              <a:gdLst/>
              <a:ahLst/>
              <a:cxnLst/>
              <a:rect l="l" t="t" r="r" b="b"/>
              <a:pathLst>
                <a:path w="7657" h="2323" extrusionOk="0">
                  <a:moveTo>
                    <a:pt x="7561" y="0"/>
                  </a:moveTo>
                  <a:lnTo>
                    <a:pt x="0" y="2013"/>
                  </a:lnTo>
                  <a:cubicBezTo>
                    <a:pt x="36" y="2084"/>
                    <a:pt x="60" y="2167"/>
                    <a:pt x="60" y="2275"/>
                  </a:cubicBezTo>
                  <a:cubicBezTo>
                    <a:pt x="48" y="2286"/>
                    <a:pt x="48" y="2310"/>
                    <a:pt x="48" y="2322"/>
                  </a:cubicBezTo>
                  <a:lnTo>
                    <a:pt x="7656" y="298"/>
                  </a:lnTo>
                  <a:cubicBezTo>
                    <a:pt x="7608" y="203"/>
                    <a:pt x="7561" y="108"/>
                    <a:pt x="756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1" name="Google Shape;20471;p154"/>
            <p:cNvSpPr/>
            <p:nvPr/>
          </p:nvSpPr>
          <p:spPr>
            <a:xfrm>
              <a:off x="5970675" y="3494300"/>
              <a:ext cx="107775" cy="154525"/>
            </a:xfrm>
            <a:custGeom>
              <a:avLst/>
              <a:gdLst/>
              <a:ahLst/>
              <a:cxnLst/>
              <a:rect l="l" t="t" r="r" b="b"/>
              <a:pathLst>
                <a:path w="4311" h="6181" extrusionOk="0">
                  <a:moveTo>
                    <a:pt x="0" y="1"/>
                  </a:moveTo>
                  <a:lnTo>
                    <a:pt x="0" y="537"/>
                  </a:lnTo>
                  <a:lnTo>
                    <a:pt x="4072" y="6180"/>
                  </a:lnTo>
                  <a:cubicBezTo>
                    <a:pt x="4120" y="6109"/>
                    <a:pt x="4191" y="6025"/>
                    <a:pt x="4287" y="5990"/>
                  </a:cubicBezTo>
                  <a:cubicBezTo>
                    <a:pt x="4299" y="5990"/>
                    <a:pt x="4299" y="5966"/>
                    <a:pt x="4311" y="596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2" name="Google Shape;20472;p154"/>
            <p:cNvSpPr/>
            <p:nvPr/>
          </p:nvSpPr>
          <p:spPr>
            <a:xfrm>
              <a:off x="5970675" y="3658025"/>
              <a:ext cx="102725" cy="61925"/>
            </a:xfrm>
            <a:custGeom>
              <a:avLst/>
              <a:gdLst/>
              <a:ahLst/>
              <a:cxnLst/>
              <a:rect l="l" t="t" r="r" b="b"/>
              <a:pathLst>
                <a:path w="4109" h="2477" extrusionOk="0">
                  <a:moveTo>
                    <a:pt x="3989" y="0"/>
                  </a:moveTo>
                  <a:lnTo>
                    <a:pt x="0" y="2120"/>
                  </a:lnTo>
                  <a:lnTo>
                    <a:pt x="0" y="2477"/>
                  </a:lnTo>
                  <a:lnTo>
                    <a:pt x="4108" y="286"/>
                  </a:lnTo>
                  <a:cubicBezTo>
                    <a:pt x="4096" y="250"/>
                    <a:pt x="4061" y="227"/>
                    <a:pt x="4049" y="191"/>
                  </a:cubicBezTo>
                  <a:cubicBezTo>
                    <a:pt x="4001" y="131"/>
                    <a:pt x="3989" y="72"/>
                    <a:pt x="398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3" name="Google Shape;20473;p154"/>
            <p:cNvSpPr/>
            <p:nvPr/>
          </p:nvSpPr>
          <p:spPr>
            <a:xfrm>
              <a:off x="6172775" y="3780950"/>
              <a:ext cx="177425" cy="231600"/>
            </a:xfrm>
            <a:custGeom>
              <a:avLst/>
              <a:gdLst/>
              <a:ahLst/>
              <a:cxnLst/>
              <a:rect l="l" t="t" r="r" b="b"/>
              <a:pathLst>
                <a:path w="7097" h="9264" extrusionOk="0">
                  <a:moveTo>
                    <a:pt x="310" y="1"/>
                  </a:moveTo>
                  <a:cubicBezTo>
                    <a:pt x="215" y="60"/>
                    <a:pt x="120" y="96"/>
                    <a:pt x="1" y="120"/>
                  </a:cubicBezTo>
                  <a:lnTo>
                    <a:pt x="6585" y="8966"/>
                  </a:lnTo>
                  <a:lnTo>
                    <a:pt x="7085" y="9264"/>
                  </a:lnTo>
                  <a:lnTo>
                    <a:pt x="7097" y="912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4" name="Google Shape;20474;p154"/>
            <p:cNvSpPr/>
            <p:nvPr/>
          </p:nvSpPr>
          <p:spPr>
            <a:xfrm>
              <a:off x="6354950" y="4022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5" name="Google Shape;20475;p154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6" name="Google Shape;20476;p154"/>
            <p:cNvSpPr/>
            <p:nvPr/>
          </p:nvSpPr>
          <p:spPr>
            <a:xfrm>
              <a:off x="6088250" y="3665750"/>
              <a:ext cx="70275" cy="92900"/>
            </a:xfrm>
            <a:custGeom>
              <a:avLst/>
              <a:gdLst/>
              <a:ahLst/>
              <a:cxnLst/>
              <a:rect l="l" t="t" r="r" b="b"/>
              <a:pathLst>
                <a:path w="2811" h="3716" extrusionOk="0">
                  <a:moveTo>
                    <a:pt x="250" y="1"/>
                  </a:moveTo>
                  <a:cubicBezTo>
                    <a:pt x="203" y="48"/>
                    <a:pt x="167" y="96"/>
                    <a:pt x="96" y="120"/>
                  </a:cubicBezTo>
                  <a:cubicBezTo>
                    <a:pt x="72" y="156"/>
                    <a:pt x="48" y="168"/>
                    <a:pt x="0" y="179"/>
                  </a:cubicBezTo>
                  <a:lnTo>
                    <a:pt x="2620" y="3716"/>
                  </a:lnTo>
                  <a:cubicBezTo>
                    <a:pt x="2656" y="3608"/>
                    <a:pt x="2739" y="3513"/>
                    <a:pt x="2810" y="3442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7" name="Google Shape;20477;p154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8" name="Google Shape;20478;p154"/>
            <p:cNvSpPr/>
            <p:nvPr/>
          </p:nvSpPr>
          <p:spPr>
            <a:xfrm>
              <a:off x="6355850" y="40211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12" y="1"/>
                    <a:pt x="12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9" name="Google Shape;20479;p154"/>
            <p:cNvSpPr/>
            <p:nvPr/>
          </p:nvSpPr>
          <p:spPr>
            <a:xfrm>
              <a:off x="6349900" y="3725000"/>
              <a:ext cx="47650" cy="294700"/>
            </a:xfrm>
            <a:custGeom>
              <a:avLst/>
              <a:gdLst/>
              <a:ahLst/>
              <a:cxnLst/>
              <a:rect l="l" t="t" r="r" b="b"/>
              <a:pathLst>
                <a:path w="1906" h="11788" extrusionOk="0">
                  <a:moveTo>
                    <a:pt x="1572" y="0"/>
                  </a:moveTo>
                  <a:lnTo>
                    <a:pt x="12" y="11359"/>
                  </a:lnTo>
                  <a:lnTo>
                    <a:pt x="0" y="11502"/>
                  </a:lnTo>
                  <a:lnTo>
                    <a:pt x="202" y="11621"/>
                  </a:lnTo>
                  <a:cubicBezTo>
                    <a:pt x="214" y="11621"/>
                    <a:pt x="214" y="11644"/>
                    <a:pt x="238" y="11656"/>
                  </a:cubicBezTo>
                  <a:lnTo>
                    <a:pt x="238" y="11668"/>
                  </a:lnTo>
                  <a:lnTo>
                    <a:pt x="250" y="11680"/>
                  </a:lnTo>
                  <a:cubicBezTo>
                    <a:pt x="250" y="11680"/>
                    <a:pt x="250" y="11704"/>
                    <a:pt x="262" y="11704"/>
                  </a:cubicBezTo>
                  <a:cubicBezTo>
                    <a:pt x="274" y="11716"/>
                    <a:pt x="274" y="11728"/>
                    <a:pt x="274" y="11740"/>
                  </a:cubicBezTo>
                  <a:lnTo>
                    <a:pt x="274" y="11764"/>
                  </a:lnTo>
                  <a:lnTo>
                    <a:pt x="274" y="11787"/>
                  </a:lnTo>
                  <a:lnTo>
                    <a:pt x="1905" y="48"/>
                  </a:lnTo>
                  <a:lnTo>
                    <a:pt x="1869" y="48"/>
                  </a:lnTo>
                  <a:cubicBezTo>
                    <a:pt x="1762" y="48"/>
                    <a:pt x="1667" y="36"/>
                    <a:pt x="157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0" name="Google Shape;20480;p154"/>
            <p:cNvSpPr/>
            <p:nvPr/>
          </p:nvSpPr>
          <p:spPr>
            <a:xfrm>
              <a:off x="6354950" y="4022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1" name="Google Shape;20481;p154"/>
            <p:cNvSpPr/>
            <p:nvPr/>
          </p:nvSpPr>
          <p:spPr>
            <a:xfrm>
              <a:off x="6356150" y="4020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3"/>
                    <a:pt x="0" y="1"/>
                    <a:pt x="0" y="13"/>
                  </a:cubicBezTo>
                  <a:cubicBezTo>
                    <a:pt x="0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2" name="Google Shape;20482;p154"/>
            <p:cNvSpPr/>
            <p:nvPr/>
          </p:nvSpPr>
          <p:spPr>
            <a:xfrm>
              <a:off x="6355850" y="40164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lnTo>
                    <a:pt x="12" y="12"/>
                  </a:lnTo>
                  <a:cubicBezTo>
                    <a:pt x="12" y="12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3" name="Google Shape;20483;p154"/>
            <p:cNvSpPr/>
            <p:nvPr/>
          </p:nvSpPr>
          <p:spPr>
            <a:xfrm>
              <a:off x="6155225" y="4019075"/>
              <a:ext cx="199750" cy="125625"/>
            </a:xfrm>
            <a:custGeom>
              <a:avLst/>
              <a:gdLst/>
              <a:ahLst/>
              <a:cxnLst/>
              <a:rect l="l" t="t" r="r" b="b"/>
              <a:pathLst>
                <a:path w="7990" h="5025" extrusionOk="0">
                  <a:moveTo>
                    <a:pt x="7620" y="1"/>
                  </a:moveTo>
                  <a:lnTo>
                    <a:pt x="0" y="5025"/>
                  </a:lnTo>
                  <a:lnTo>
                    <a:pt x="560" y="5025"/>
                  </a:lnTo>
                  <a:lnTo>
                    <a:pt x="7989" y="132"/>
                  </a:lnTo>
                  <a:lnTo>
                    <a:pt x="7989" y="132"/>
                  </a:lnTo>
                  <a:cubicBezTo>
                    <a:pt x="7966" y="143"/>
                    <a:pt x="7936" y="149"/>
                    <a:pt x="7906" y="149"/>
                  </a:cubicBezTo>
                  <a:cubicBezTo>
                    <a:pt x="7876" y="149"/>
                    <a:pt x="7847" y="143"/>
                    <a:pt x="7823" y="132"/>
                  </a:cubicBezTo>
                  <a:lnTo>
                    <a:pt x="7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4" name="Google Shape;20484;p154"/>
            <p:cNvSpPr/>
            <p:nvPr/>
          </p:nvSpPr>
          <p:spPr>
            <a:xfrm>
              <a:off x="6356150" y="4021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5" name="Google Shape;20485;p154"/>
            <p:cNvSpPr/>
            <p:nvPr/>
          </p:nvSpPr>
          <p:spPr>
            <a:xfrm>
              <a:off x="6356425" y="4019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6" name="Google Shape;20486;p154"/>
            <p:cNvSpPr/>
            <p:nvPr/>
          </p:nvSpPr>
          <p:spPr>
            <a:xfrm>
              <a:off x="6356150" y="4017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7" name="Google Shape;20487;p154"/>
            <p:cNvSpPr/>
            <p:nvPr/>
          </p:nvSpPr>
          <p:spPr>
            <a:xfrm>
              <a:off x="5970975" y="3781850"/>
              <a:ext cx="385775" cy="240975"/>
            </a:xfrm>
            <a:custGeom>
              <a:avLst/>
              <a:gdLst/>
              <a:ahLst/>
              <a:cxnLst/>
              <a:rect l="l" t="t" r="r" b="b"/>
              <a:pathLst>
                <a:path w="15431" h="9639" extrusionOk="0">
                  <a:moveTo>
                    <a:pt x="0" y="0"/>
                  </a:moveTo>
                  <a:lnTo>
                    <a:pt x="0" y="381"/>
                  </a:lnTo>
                  <a:lnTo>
                    <a:pt x="15002" y="9490"/>
                  </a:lnTo>
                  <a:lnTo>
                    <a:pt x="15217" y="9621"/>
                  </a:lnTo>
                  <a:cubicBezTo>
                    <a:pt x="15246" y="9632"/>
                    <a:pt x="15276" y="9638"/>
                    <a:pt x="15303" y="9638"/>
                  </a:cubicBezTo>
                  <a:cubicBezTo>
                    <a:pt x="15330" y="9638"/>
                    <a:pt x="15353" y="9632"/>
                    <a:pt x="15371" y="9621"/>
                  </a:cubicBezTo>
                  <a:lnTo>
                    <a:pt x="15395" y="9609"/>
                  </a:lnTo>
                  <a:lnTo>
                    <a:pt x="15407" y="9585"/>
                  </a:lnTo>
                  <a:cubicBezTo>
                    <a:pt x="15407" y="9585"/>
                    <a:pt x="15407" y="9573"/>
                    <a:pt x="15419" y="9573"/>
                  </a:cubicBezTo>
                  <a:cubicBezTo>
                    <a:pt x="15419" y="9561"/>
                    <a:pt x="15431" y="9537"/>
                    <a:pt x="15431" y="9537"/>
                  </a:cubicBezTo>
                  <a:lnTo>
                    <a:pt x="15431" y="9525"/>
                  </a:lnTo>
                  <a:lnTo>
                    <a:pt x="15431" y="9466"/>
                  </a:lnTo>
                  <a:cubicBezTo>
                    <a:pt x="15431" y="9442"/>
                    <a:pt x="15419" y="9430"/>
                    <a:pt x="15419" y="9406"/>
                  </a:cubicBezTo>
                  <a:cubicBezTo>
                    <a:pt x="15419" y="9394"/>
                    <a:pt x="15407" y="9394"/>
                    <a:pt x="15407" y="9382"/>
                  </a:cubicBezTo>
                  <a:lnTo>
                    <a:pt x="15407" y="9370"/>
                  </a:lnTo>
                  <a:lnTo>
                    <a:pt x="15371" y="9335"/>
                  </a:lnTo>
                  <a:lnTo>
                    <a:pt x="15169" y="9216"/>
                  </a:lnTo>
                  <a:lnTo>
                    <a:pt x="14681" y="8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8" name="Google Shape;20488;p154"/>
            <p:cNvSpPr/>
            <p:nvPr/>
          </p:nvSpPr>
          <p:spPr>
            <a:xfrm>
              <a:off x="6535325" y="3221950"/>
              <a:ext cx="50625" cy="50675"/>
            </a:xfrm>
            <a:custGeom>
              <a:avLst/>
              <a:gdLst/>
              <a:ahLst/>
              <a:cxnLst/>
              <a:rect l="l" t="t" r="r" b="b"/>
              <a:pathLst>
                <a:path w="2025" h="2027" extrusionOk="0">
                  <a:moveTo>
                    <a:pt x="1001" y="1"/>
                  </a:moveTo>
                  <a:cubicBezTo>
                    <a:pt x="441" y="36"/>
                    <a:pt x="1" y="489"/>
                    <a:pt x="36" y="1048"/>
                  </a:cubicBezTo>
                  <a:cubicBezTo>
                    <a:pt x="36" y="1144"/>
                    <a:pt x="60" y="1251"/>
                    <a:pt x="96" y="1358"/>
                  </a:cubicBezTo>
                  <a:cubicBezTo>
                    <a:pt x="120" y="1465"/>
                    <a:pt x="179" y="1548"/>
                    <a:pt x="239" y="1620"/>
                  </a:cubicBezTo>
                  <a:cubicBezTo>
                    <a:pt x="334" y="1727"/>
                    <a:pt x="405" y="1799"/>
                    <a:pt x="501" y="1858"/>
                  </a:cubicBezTo>
                  <a:cubicBezTo>
                    <a:pt x="642" y="1967"/>
                    <a:pt x="834" y="2026"/>
                    <a:pt x="1021" y="2026"/>
                  </a:cubicBezTo>
                  <a:cubicBezTo>
                    <a:pt x="1038" y="2026"/>
                    <a:pt x="1055" y="2026"/>
                    <a:pt x="1072" y="2025"/>
                  </a:cubicBezTo>
                  <a:cubicBezTo>
                    <a:pt x="1584" y="2013"/>
                    <a:pt x="2001" y="1608"/>
                    <a:pt x="2025" y="1096"/>
                  </a:cubicBezTo>
                  <a:lnTo>
                    <a:pt x="2025" y="989"/>
                  </a:lnTo>
                  <a:lnTo>
                    <a:pt x="2025" y="965"/>
                  </a:lnTo>
                  <a:cubicBezTo>
                    <a:pt x="2025" y="858"/>
                    <a:pt x="2001" y="763"/>
                    <a:pt x="1965" y="656"/>
                  </a:cubicBezTo>
                  <a:cubicBezTo>
                    <a:pt x="1894" y="453"/>
                    <a:pt x="1727" y="263"/>
                    <a:pt x="1537" y="155"/>
                  </a:cubicBezTo>
                  <a:cubicBezTo>
                    <a:pt x="1453" y="96"/>
                    <a:pt x="1346" y="60"/>
                    <a:pt x="1239" y="36"/>
                  </a:cubicBezTo>
                  <a:cubicBezTo>
                    <a:pt x="1167" y="13"/>
                    <a:pt x="1072" y="1"/>
                    <a:pt x="100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9" name="Google Shape;20489;p154"/>
            <p:cNvSpPr/>
            <p:nvPr/>
          </p:nvSpPr>
          <p:spPr>
            <a:xfrm>
              <a:off x="6615100" y="3045125"/>
              <a:ext cx="70575" cy="71475"/>
            </a:xfrm>
            <a:custGeom>
              <a:avLst/>
              <a:gdLst/>
              <a:ahLst/>
              <a:cxnLst/>
              <a:rect l="l" t="t" r="r" b="b"/>
              <a:pathLst>
                <a:path w="2823" h="2859" extrusionOk="0">
                  <a:moveTo>
                    <a:pt x="1389" y="1"/>
                  </a:moveTo>
                  <a:cubicBezTo>
                    <a:pt x="1375" y="1"/>
                    <a:pt x="1360" y="1"/>
                    <a:pt x="1346" y="1"/>
                  </a:cubicBezTo>
                  <a:cubicBezTo>
                    <a:pt x="989" y="25"/>
                    <a:pt x="667" y="168"/>
                    <a:pt x="429" y="406"/>
                  </a:cubicBezTo>
                  <a:cubicBezTo>
                    <a:pt x="358" y="478"/>
                    <a:pt x="274" y="561"/>
                    <a:pt x="215" y="644"/>
                  </a:cubicBezTo>
                  <a:cubicBezTo>
                    <a:pt x="120" y="859"/>
                    <a:pt x="24" y="1061"/>
                    <a:pt x="12" y="1299"/>
                  </a:cubicBezTo>
                  <a:cubicBezTo>
                    <a:pt x="12" y="1359"/>
                    <a:pt x="1" y="1430"/>
                    <a:pt x="1" y="1513"/>
                  </a:cubicBezTo>
                  <a:cubicBezTo>
                    <a:pt x="1" y="1537"/>
                    <a:pt x="1" y="1585"/>
                    <a:pt x="12" y="1609"/>
                  </a:cubicBezTo>
                  <a:cubicBezTo>
                    <a:pt x="72" y="2121"/>
                    <a:pt x="382" y="2537"/>
                    <a:pt x="822" y="2728"/>
                  </a:cubicBezTo>
                  <a:cubicBezTo>
                    <a:pt x="917" y="2776"/>
                    <a:pt x="1013" y="2799"/>
                    <a:pt x="1132" y="2835"/>
                  </a:cubicBezTo>
                  <a:cubicBezTo>
                    <a:pt x="1251" y="2859"/>
                    <a:pt x="1358" y="2859"/>
                    <a:pt x="1477" y="2859"/>
                  </a:cubicBezTo>
                  <a:cubicBezTo>
                    <a:pt x="2048" y="2835"/>
                    <a:pt x="2548" y="2466"/>
                    <a:pt x="2739" y="1942"/>
                  </a:cubicBezTo>
                  <a:cubicBezTo>
                    <a:pt x="2763" y="1835"/>
                    <a:pt x="2798" y="1752"/>
                    <a:pt x="2810" y="1633"/>
                  </a:cubicBezTo>
                  <a:cubicBezTo>
                    <a:pt x="2822" y="1537"/>
                    <a:pt x="2822" y="1466"/>
                    <a:pt x="2822" y="1371"/>
                  </a:cubicBezTo>
                  <a:cubicBezTo>
                    <a:pt x="2799" y="611"/>
                    <a:pt x="2145" y="1"/>
                    <a:pt x="13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0" name="Google Shape;20490;p154"/>
            <p:cNvSpPr/>
            <p:nvPr/>
          </p:nvSpPr>
          <p:spPr>
            <a:xfrm>
              <a:off x="5970675" y="2098000"/>
              <a:ext cx="13425" cy="55400"/>
            </a:xfrm>
            <a:custGeom>
              <a:avLst/>
              <a:gdLst/>
              <a:ahLst/>
              <a:cxnLst/>
              <a:rect l="l" t="t" r="r" b="b"/>
              <a:pathLst>
                <a:path w="537" h="2216" extrusionOk="0">
                  <a:moveTo>
                    <a:pt x="0" y="1"/>
                  </a:moveTo>
                  <a:lnTo>
                    <a:pt x="0" y="2215"/>
                  </a:lnTo>
                  <a:cubicBezTo>
                    <a:pt x="60" y="2168"/>
                    <a:pt x="120" y="2108"/>
                    <a:pt x="179" y="2049"/>
                  </a:cubicBezTo>
                  <a:cubicBezTo>
                    <a:pt x="251" y="1977"/>
                    <a:pt x="310" y="1882"/>
                    <a:pt x="358" y="1799"/>
                  </a:cubicBezTo>
                  <a:cubicBezTo>
                    <a:pt x="477" y="1596"/>
                    <a:pt x="536" y="1334"/>
                    <a:pt x="536" y="1072"/>
                  </a:cubicBezTo>
                  <a:cubicBezTo>
                    <a:pt x="536" y="953"/>
                    <a:pt x="524" y="846"/>
                    <a:pt x="489" y="763"/>
                  </a:cubicBezTo>
                  <a:cubicBezTo>
                    <a:pt x="417" y="465"/>
                    <a:pt x="239" y="191"/>
                    <a:pt x="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1" name="Google Shape;20491;p154"/>
            <p:cNvSpPr/>
            <p:nvPr/>
          </p:nvSpPr>
          <p:spPr>
            <a:xfrm>
              <a:off x="6103125" y="1404475"/>
              <a:ext cx="36950" cy="36050"/>
            </a:xfrm>
            <a:custGeom>
              <a:avLst/>
              <a:gdLst/>
              <a:ahLst/>
              <a:cxnLst/>
              <a:rect l="l" t="t" r="r" b="b"/>
              <a:pathLst>
                <a:path w="1478" h="1442" extrusionOk="0">
                  <a:moveTo>
                    <a:pt x="715" y="0"/>
                  </a:moveTo>
                  <a:cubicBezTo>
                    <a:pt x="644" y="0"/>
                    <a:pt x="572" y="12"/>
                    <a:pt x="525" y="24"/>
                  </a:cubicBezTo>
                  <a:cubicBezTo>
                    <a:pt x="227" y="131"/>
                    <a:pt x="1" y="417"/>
                    <a:pt x="13" y="738"/>
                  </a:cubicBezTo>
                  <a:cubicBezTo>
                    <a:pt x="13" y="786"/>
                    <a:pt x="25" y="834"/>
                    <a:pt x="25" y="881"/>
                  </a:cubicBezTo>
                  <a:cubicBezTo>
                    <a:pt x="60" y="977"/>
                    <a:pt x="96" y="1084"/>
                    <a:pt x="167" y="1155"/>
                  </a:cubicBezTo>
                  <a:cubicBezTo>
                    <a:pt x="292" y="1326"/>
                    <a:pt x="504" y="1442"/>
                    <a:pt x="740" y="1442"/>
                  </a:cubicBezTo>
                  <a:cubicBezTo>
                    <a:pt x="752" y="1442"/>
                    <a:pt x="763" y="1441"/>
                    <a:pt x="775" y="1441"/>
                  </a:cubicBezTo>
                  <a:cubicBezTo>
                    <a:pt x="989" y="1429"/>
                    <a:pt x="1191" y="1322"/>
                    <a:pt x="1322" y="1155"/>
                  </a:cubicBezTo>
                  <a:cubicBezTo>
                    <a:pt x="1382" y="1072"/>
                    <a:pt x="1441" y="977"/>
                    <a:pt x="1453" y="881"/>
                  </a:cubicBezTo>
                  <a:cubicBezTo>
                    <a:pt x="1477" y="846"/>
                    <a:pt x="1477" y="786"/>
                    <a:pt x="1477" y="715"/>
                  </a:cubicBezTo>
                  <a:cubicBezTo>
                    <a:pt x="1453" y="357"/>
                    <a:pt x="1191" y="72"/>
                    <a:pt x="846" y="12"/>
                  </a:cubicBezTo>
                  <a:cubicBezTo>
                    <a:pt x="798" y="12"/>
                    <a:pt x="763" y="0"/>
                    <a:pt x="71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2" name="Google Shape;20492;p154"/>
            <p:cNvSpPr/>
            <p:nvPr/>
          </p:nvSpPr>
          <p:spPr>
            <a:xfrm>
              <a:off x="6109075" y="1694975"/>
              <a:ext cx="37250" cy="36950"/>
            </a:xfrm>
            <a:custGeom>
              <a:avLst/>
              <a:gdLst/>
              <a:ahLst/>
              <a:cxnLst/>
              <a:rect l="l" t="t" r="r" b="b"/>
              <a:pathLst>
                <a:path w="1490" h="1478" extrusionOk="0">
                  <a:moveTo>
                    <a:pt x="703" y="1"/>
                  </a:moveTo>
                  <a:cubicBezTo>
                    <a:pt x="310" y="13"/>
                    <a:pt x="1" y="346"/>
                    <a:pt x="1" y="751"/>
                  </a:cubicBezTo>
                  <a:lnTo>
                    <a:pt x="1" y="763"/>
                  </a:lnTo>
                  <a:cubicBezTo>
                    <a:pt x="1" y="870"/>
                    <a:pt x="25" y="965"/>
                    <a:pt x="72" y="1060"/>
                  </a:cubicBezTo>
                  <a:cubicBezTo>
                    <a:pt x="132" y="1168"/>
                    <a:pt x="203" y="1263"/>
                    <a:pt x="310" y="1346"/>
                  </a:cubicBezTo>
                  <a:cubicBezTo>
                    <a:pt x="394" y="1406"/>
                    <a:pt x="489" y="1441"/>
                    <a:pt x="608" y="1465"/>
                  </a:cubicBezTo>
                  <a:cubicBezTo>
                    <a:pt x="668" y="1477"/>
                    <a:pt x="715" y="1477"/>
                    <a:pt x="775" y="1477"/>
                  </a:cubicBezTo>
                  <a:cubicBezTo>
                    <a:pt x="1180" y="1465"/>
                    <a:pt x="1489" y="1120"/>
                    <a:pt x="1477" y="715"/>
                  </a:cubicBezTo>
                  <a:lnTo>
                    <a:pt x="1477" y="703"/>
                  </a:lnTo>
                  <a:cubicBezTo>
                    <a:pt x="1477" y="596"/>
                    <a:pt x="1442" y="489"/>
                    <a:pt x="1382" y="406"/>
                  </a:cubicBezTo>
                  <a:cubicBezTo>
                    <a:pt x="1334" y="310"/>
                    <a:pt x="1275" y="239"/>
                    <a:pt x="1192" y="179"/>
                  </a:cubicBezTo>
                  <a:cubicBezTo>
                    <a:pt x="1120" y="120"/>
                    <a:pt x="1013" y="60"/>
                    <a:pt x="906" y="36"/>
                  </a:cubicBezTo>
                  <a:cubicBezTo>
                    <a:pt x="846" y="13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3" name="Google Shape;20493;p154"/>
            <p:cNvSpPr/>
            <p:nvPr/>
          </p:nvSpPr>
          <p:spPr>
            <a:xfrm>
              <a:off x="6425200" y="2059300"/>
              <a:ext cx="25925" cy="25325"/>
            </a:xfrm>
            <a:custGeom>
              <a:avLst/>
              <a:gdLst/>
              <a:ahLst/>
              <a:cxnLst/>
              <a:rect l="l" t="t" r="r" b="b"/>
              <a:pathLst>
                <a:path w="1037" h="1013" extrusionOk="0">
                  <a:moveTo>
                    <a:pt x="522" y="0"/>
                  </a:moveTo>
                  <a:cubicBezTo>
                    <a:pt x="515" y="0"/>
                    <a:pt x="508" y="1"/>
                    <a:pt x="500" y="1"/>
                  </a:cubicBezTo>
                  <a:cubicBezTo>
                    <a:pt x="238" y="1"/>
                    <a:pt x="48" y="191"/>
                    <a:pt x="0" y="430"/>
                  </a:cubicBezTo>
                  <a:lnTo>
                    <a:pt x="0" y="525"/>
                  </a:lnTo>
                  <a:cubicBezTo>
                    <a:pt x="0" y="608"/>
                    <a:pt x="36" y="680"/>
                    <a:pt x="60" y="739"/>
                  </a:cubicBezTo>
                  <a:cubicBezTo>
                    <a:pt x="155" y="906"/>
                    <a:pt x="334" y="1013"/>
                    <a:pt x="524" y="1013"/>
                  </a:cubicBezTo>
                  <a:cubicBezTo>
                    <a:pt x="810" y="1013"/>
                    <a:pt x="1036" y="775"/>
                    <a:pt x="1012" y="489"/>
                  </a:cubicBezTo>
                  <a:cubicBezTo>
                    <a:pt x="1012" y="211"/>
                    <a:pt x="787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4" name="Google Shape;20494;p154"/>
            <p:cNvSpPr/>
            <p:nvPr/>
          </p:nvSpPr>
          <p:spPr>
            <a:xfrm>
              <a:off x="6057300" y="3078375"/>
              <a:ext cx="35725" cy="35300"/>
            </a:xfrm>
            <a:custGeom>
              <a:avLst/>
              <a:gdLst/>
              <a:ahLst/>
              <a:cxnLst/>
              <a:rect l="l" t="t" r="r" b="b"/>
              <a:pathLst>
                <a:path w="1429" h="1412" extrusionOk="0">
                  <a:moveTo>
                    <a:pt x="759" y="1"/>
                  </a:moveTo>
                  <a:cubicBezTo>
                    <a:pt x="737" y="1"/>
                    <a:pt x="714" y="2"/>
                    <a:pt x="691" y="5"/>
                  </a:cubicBezTo>
                  <a:cubicBezTo>
                    <a:pt x="584" y="5"/>
                    <a:pt x="488" y="29"/>
                    <a:pt x="405" y="76"/>
                  </a:cubicBezTo>
                  <a:cubicBezTo>
                    <a:pt x="310" y="124"/>
                    <a:pt x="226" y="195"/>
                    <a:pt x="167" y="267"/>
                  </a:cubicBezTo>
                  <a:cubicBezTo>
                    <a:pt x="60" y="398"/>
                    <a:pt x="0" y="553"/>
                    <a:pt x="12" y="731"/>
                  </a:cubicBezTo>
                  <a:cubicBezTo>
                    <a:pt x="12" y="1099"/>
                    <a:pt x="334" y="1411"/>
                    <a:pt x="709" y="1411"/>
                  </a:cubicBezTo>
                  <a:cubicBezTo>
                    <a:pt x="723" y="1411"/>
                    <a:pt x="737" y="1411"/>
                    <a:pt x="750" y="1410"/>
                  </a:cubicBezTo>
                  <a:cubicBezTo>
                    <a:pt x="988" y="1410"/>
                    <a:pt x="1179" y="1291"/>
                    <a:pt x="1310" y="1112"/>
                  </a:cubicBezTo>
                  <a:cubicBezTo>
                    <a:pt x="1369" y="1029"/>
                    <a:pt x="1417" y="922"/>
                    <a:pt x="1429" y="814"/>
                  </a:cubicBezTo>
                  <a:lnTo>
                    <a:pt x="1429" y="684"/>
                  </a:lnTo>
                  <a:cubicBezTo>
                    <a:pt x="1429" y="612"/>
                    <a:pt x="1417" y="541"/>
                    <a:pt x="1381" y="457"/>
                  </a:cubicBezTo>
                  <a:cubicBezTo>
                    <a:pt x="1358" y="350"/>
                    <a:pt x="1298" y="267"/>
                    <a:pt x="1203" y="195"/>
                  </a:cubicBezTo>
                  <a:cubicBezTo>
                    <a:pt x="1087" y="79"/>
                    <a:pt x="934" y="1"/>
                    <a:pt x="75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5" name="Google Shape;20495;p154"/>
            <p:cNvSpPr/>
            <p:nvPr/>
          </p:nvSpPr>
          <p:spPr>
            <a:xfrm>
              <a:off x="6380550" y="2852850"/>
              <a:ext cx="35750" cy="3575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620" y="1"/>
                  </a:moveTo>
                  <a:cubicBezTo>
                    <a:pt x="512" y="13"/>
                    <a:pt x="417" y="49"/>
                    <a:pt x="346" y="108"/>
                  </a:cubicBezTo>
                  <a:cubicBezTo>
                    <a:pt x="262" y="168"/>
                    <a:pt x="179" y="239"/>
                    <a:pt x="119" y="334"/>
                  </a:cubicBezTo>
                  <a:cubicBezTo>
                    <a:pt x="48" y="453"/>
                    <a:pt x="0" y="584"/>
                    <a:pt x="0" y="727"/>
                  </a:cubicBezTo>
                  <a:cubicBezTo>
                    <a:pt x="0" y="834"/>
                    <a:pt x="36" y="930"/>
                    <a:pt x="60" y="1013"/>
                  </a:cubicBezTo>
                  <a:cubicBezTo>
                    <a:pt x="108" y="1108"/>
                    <a:pt x="167" y="1180"/>
                    <a:pt x="239" y="1251"/>
                  </a:cubicBezTo>
                  <a:cubicBezTo>
                    <a:pt x="322" y="1323"/>
                    <a:pt x="417" y="1370"/>
                    <a:pt x="524" y="1406"/>
                  </a:cubicBezTo>
                  <a:cubicBezTo>
                    <a:pt x="596" y="1418"/>
                    <a:pt x="679" y="1430"/>
                    <a:pt x="750" y="1430"/>
                  </a:cubicBezTo>
                  <a:cubicBezTo>
                    <a:pt x="893" y="1430"/>
                    <a:pt x="1036" y="1382"/>
                    <a:pt x="1131" y="1299"/>
                  </a:cubicBezTo>
                  <a:cubicBezTo>
                    <a:pt x="1227" y="1239"/>
                    <a:pt x="1298" y="1144"/>
                    <a:pt x="1346" y="1061"/>
                  </a:cubicBezTo>
                  <a:cubicBezTo>
                    <a:pt x="1405" y="953"/>
                    <a:pt x="1429" y="822"/>
                    <a:pt x="1429" y="703"/>
                  </a:cubicBezTo>
                  <a:cubicBezTo>
                    <a:pt x="1429" y="394"/>
                    <a:pt x="1227" y="132"/>
                    <a:pt x="941" y="49"/>
                  </a:cubicBezTo>
                  <a:cubicBezTo>
                    <a:pt x="870" y="13"/>
                    <a:pt x="798" y="13"/>
                    <a:pt x="703" y="13"/>
                  </a:cubicBezTo>
                  <a:cubicBezTo>
                    <a:pt x="655" y="1"/>
                    <a:pt x="631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6" name="Google Shape;20496;p154"/>
            <p:cNvSpPr/>
            <p:nvPr/>
          </p:nvSpPr>
          <p:spPr>
            <a:xfrm>
              <a:off x="6112050" y="2933525"/>
              <a:ext cx="25625" cy="25350"/>
            </a:xfrm>
            <a:custGeom>
              <a:avLst/>
              <a:gdLst/>
              <a:ahLst/>
              <a:cxnLst/>
              <a:rect l="l" t="t" r="r" b="b"/>
              <a:pathLst>
                <a:path w="1025" h="1014" extrusionOk="0">
                  <a:moveTo>
                    <a:pt x="489" y="1"/>
                  </a:moveTo>
                  <a:cubicBezTo>
                    <a:pt x="227" y="24"/>
                    <a:pt x="1" y="262"/>
                    <a:pt x="1" y="524"/>
                  </a:cubicBezTo>
                  <a:cubicBezTo>
                    <a:pt x="1" y="803"/>
                    <a:pt x="227" y="1013"/>
                    <a:pt x="502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715" y="1013"/>
                    <a:pt x="858" y="905"/>
                    <a:pt x="953" y="751"/>
                  </a:cubicBezTo>
                  <a:cubicBezTo>
                    <a:pt x="1001" y="679"/>
                    <a:pt x="1013" y="584"/>
                    <a:pt x="1013" y="489"/>
                  </a:cubicBezTo>
                  <a:cubicBezTo>
                    <a:pt x="1025" y="477"/>
                    <a:pt x="1025" y="465"/>
                    <a:pt x="1013" y="429"/>
                  </a:cubicBezTo>
                  <a:cubicBezTo>
                    <a:pt x="1001" y="334"/>
                    <a:pt x="953" y="239"/>
                    <a:pt x="894" y="167"/>
                  </a:cubicBezTo>
                  <a:cubicBezTo>
                    <a:pt x="822" y="96"/>
                    <a:pt x="727" y="36"/>
                    <a:pt x="608" y="24"/>
                  </a:cubicBezTo>
                  <a:cubicBezTo>
                    <a:pt x="584" y="24"/>
                    <a:pt x="537" y="1"/>
                    <a:pt x="48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7" name="Google Shape;20497;p154"/>
            <p:cNvSpPr/>
            <p:nvPr/>
          </p:nvSpPr>
          <p:spPr>
            <a:xfrm>
              <a:off x="6306125" y="3104075"/>
              <a:ext cx="25925" cy="25350"/>
            </a:xfrm>
            <a:custGeom>
              <a:avLst/>
              <a:gdLst/>
              <a:ahLst/>
              <a:cxnLst/>
              <a:rect l="l" t="t" r="r" b="b"/>
              <a:pathLst>
                <a:path w="1037" h="1014" extrusionOk="0">
                  <a:moveTo>
                    <a:pt x="522" y="0"/>
                  </a:moveTo>
                  <a:cubicBezTo>
                    <a:pt x="515" y="0"/>
                    <a:pt x="508" y="0"/>
                    <a:pt x="501" y="1"/>
                  </a:cubicBezTo>
                  <a:cubicBezTo>
                    <a:pt x="215" y="13"/>
                    <a:pt x="1" y="251"/>
                    <a:pt x="1" y="525"/>
                  </a:cubicBezTo>
                  <a:cubicBezTo>
                    <a:pt x="1" y="792"/>
                    <a:pt x="227" y="1013"/>
                    <a:pt x="503" y="1013"/>
                  </a:cubicBezTo>
                  <a:cubicBezTo>
                    <a:pt x="510" y="1013"/>
                    <a:pt x="517" y="1013"/>
                    <a:pt x="525" y="1013"/>
                  </a:cubicBezTo>
                  <a:cubicBezTo>
                    <a:pt x="810" y="1013"/>
                    <a:pt x="1037" y="775"/>
                    <a:pt x="1013" y="489"/>
                  </a:cubicBezTo>
                  <a:cubicBezTo>
                    <a:pt x="1001" y="211"/>
                    <a:pt x="775" y="0"/>
                    <a:pt x="52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8" name="Google Shape;20498;p154"/>
            <p:cNvSpPr/>
            <p:nvPr/>
          </p:nvSpPr>
          <p:spPr>
            <a:xfrm>
              <a:off x="6408525" y="2464700"/>
              <a:ext cx="25325" cy="25350"/>
            </a:xfrm>
            <a:custGeom>
              <a:avLst/>
              <a:gdLst/>
              <a:ahLst/>
              <a:cxnLst/>
              <a:rect l="l" t="t" r="r" b="b"/>
              <a:pathLst>
                <a:path w="1013" h="1014" extrusionOk="0">
                  <a:moveTo>
                    <a:pt x="513" y="1"/>
                  </a:moveTo>
                  <a:cubicBezTo>
                    <a:pt x="505" y="1"/>
                    <a:pt x="497" y="1"/>
                    <a:pt x="489" y="1"/>
                  </a:cubicBezTo>
                  <a:cubicBezTo>
                    <a:pt x="382" y="1"/>
                    <a:pt x="298" y="37"/>
                    <a:pt x="227" y="96"/>
                  </a:cubicBezTo>
                  <a:cubicBezTo>
                    <a:pt x="132" y="156"/>
                    <a:pt x="60" y="239"/>
                    <a:pt x="36" y="347"/>
                  </a:cubicBezTo>
                  <a:cubicBezTo>
                    <a:pt x="12" y="406"/>
                    <a:pt x="1" y="466"/>
                    <a:pt x="1" y="525"/>
                  </a:cubicBezTo>
                  <a:cubicBezTo>
                    <a:pt x="1" y="644"/>
                    <a:pt x="48" y="763"/>
                    <a:pt x="120" y="835"/>
                  </a:cubicBezTo>
                  <a:lnTo>
                    <a:pt x="120" y="858"/>
                  </a:lnTo>
                  <a:cubicBezTo>
                    <a:pt x="179" y="918"/>
                    <a:pt x="251" y="954"/>
                    <a:pt x="334" y="989"/>
                  </a:cubicBezTo>
                  <a:cubicBezTo>
                    <a:pt x="393" y="1001"/>
                    <a:pt x="453" y="1013"/>
                    <a:pt x="513" y="1013"/>
                  </a:cubicBezTo>
                  <a:cubicBezTo>
                    <a:pt x="548" y="1013"/>
                    <a:pt x="608" y="1001"/>
                    <a:pt x="655" y="989"/>
                  </a:cubicBezTo>
                  <a:cubicBezTo>
                    <a:pt x="667" y="989"/>
                    <a:pt x="691" y="978"/>
                    <a:pt x="703" y="978"/>
                  </a:cubicBezTo>
                  <a:cubicBezTo>
                    <a:pt x="810" y="930"/>
                    <a:pt x="882" y="858"/>
                    <a:pt x="941" y="763"/>
                  </a:cubicBezTo>
                  <a:cubicBezTo>
                    <a:pt x="953" y="751"/>
                    <a:pt x="953" y="739"/>
                    <a:pt x="965" y="716"/>
                  </a:cubicBezTo>
                  <a:cubicBezTo>
                    <a:pt x="1001" y="644"/>
                    <a:pt x="1013" y="585"/>
                    <a:pt x="1013" y="501"/>
                  </a:cubicBezTo>
                  <a:cubicBezTo>
                    <a:pt x="1013" y="454"/>
                    <a:pt x="1001" y="394"/>
                    <a:pt x="977" y="347"/>
                  </a:cubicBezTo>
                  <a:cubicBezTo>
                    <a:pt x="908" y="151"/>
                    <a:pt x="729" y="1"/>
                    <a:pt x="51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9" name="Google Shape;20499;p154"/>
            <p:cNvSpPr/>
            <p:nvPr/>
          </p:nvSpPr>
          <p:spPr>
            <a:xfrm>
              <a:off x="6123675" y="2252200"/>
              <a:ext cx="25325" cy="25625"/>
            </a:xfrm>
            <a:custGeom>
              <a:avLst/>
              <a:gdLst/>
              <a:ahLst/>
              <a:cxnLst/>
              <a:rect l="l" t="t" r="r" b="b"/>
              <a:pathLst>
                <a:path w="1013" h="1025" extrusionOk="0">
                  <a:moveTo>
                    <a:pt x="488" y="0"/>
                  </a:moveTo>
                  <a:cubicBezTo>
                    <a:pt x="381" y="0"/>
                    <a:pt x="298" y="48"/>
                    <a:pt x="203" y="107"/>
                  </a:cubicBezTo>
                  <a:cubicBezTo>
                    <a:pt x="119" y="167"/>
                    <a:pt x="60" y="262"/>
                    <a:pt x="24" y="357"/>
                  </a:cubicBezTo>
                  <a:cubicBezTo>
                    <a:pt x="12" y="405"/>
                    <a:pt x="0" y="465"/>
                    <a:pt x="0" y="524"/>
                  </a:cubicBezTo>
                  <a:cubicBezTo>
                    <a:pt x="0" y="750"/>
                    <a:pt x="155" y="941"/>
                    <a:pt x="369" y="1000"/>
                  </a:cubicBezTo>
                  <a:cubicBezTo>
                    <a:pt x="417" y="1024"/>
                    <a:pt x="477" y="1024"/>
                    <a:pt x="512" y="1024"/>
                  </a:cubicBezTo>
                  <a:cubicBezTo>
                    <a:pt x="572" y="1024"/>
                    <a:pt x="631" y="1000"/>
                    <a:pt x="679" y="988"/>
                  </a:cubicBezTo>
                  <a:cubicBezTo>
                    <a:pt x="715" y="977"/>
                    <a:pt x="750" y="965"/>
                    <a:pt x="786" y="941"/>
                  </a:cubicBezTo>
                  <a:cubicBezTo>
                    <a:pt x="869" y="881"/>
                    <a:pt x="953" y="798"/>
                    <a:pt x="977" y="691"/>
                  </a:cubicBezTo>
                  <a:cubicBezTo>
                    <a:pt x="989" y="631"/>
                    <a:pt x="1012" y="572"/>
                    <a:pt x="1012" y="500"/>
                  </a:cubicBezTo>
                  <a:cubicBezTo>
                    <a:pt x="1012" y="334"/>
                    <a:pt x="929" y="203"/>
                    <a:pt x="810" y="107"/>
                  </a:cubicBezTo>
                  <a:cubicBezTo>
                    <a:pt x="727" y="48"/>
                    <a:pt x="619" y="0"/>
                    <a:pt x="51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0" name="Google Shape;20500;p154"/>
            <p:cNvSpPr/>
            <p:nvPr/>
          </p:nvSpPr>
          <p:spPr>
            <a:xfrm>
              <a:off x="6508250" y="1603550"/>
              <a:ext cx="25625" cy="25400"/>
            </a:xfrm>
            <a:custGeom>
              <a:avLst/>
              <a:gdLst/>
              <a:ahLst/>
              <a:cxnLst/>
              <a:rect l="l" t="t" r="r" b="b"/>
              <a:pathLst>
                <a:path w="1025" h="1016" extrusionOk="0">
                  <a:moveTo>
                    <a:pt x="530" y="1"/>
                  </a:moveTo>
                  <a:cubicBezTo>
                    <a:pt x="516" y="1"/>
                    <a:pt x="502" y="1"/>
                    <a:pt x="488" y="3"/>
                  </a:cubicBezTo>
                  <a:cubicBezTo>
                    <a:pt x="357" y="3"/>
                    <a:pt x="238" y="74"/>
                    <a:pt x="155" y="157"/>
                  </a:cubicBezTo>
                  <a:cubicBezTo>
                    <a:pt x="72" y="241"/>
                    <a:pt x="36" y="336"/>
                    <a:pt x="12" y="443"/>
                  </a:cubicBezTo>
                  <a:cubicBezTo>
                    <a:pt x="0" y="491"/>
                    <a:pt x="0" y="503"/>
                    <a:pt x="0" y="514"/>
                  </a:cubicBezTo>
                  <a:cubicBezTo>
                    <a:pt x="0" y="634"/>
                    <a:pt x="48" y="741"/>
                    <a:pt x="107" y="812"/>
                  </a:cubicBezTo>
                  <a:cubicBezTo>
                    <a:pt x="185" y="945"/>
                    <a:pt x="334" y="1016"/>
                    <a:pt x="488" y="1016"/>
                  </a:cubicBezTo>
                  <a:cubicBezTo>
                    <a:pt x="500" y="1016"/>
                    <a:pt x="512" y="1015"/>
                    <a:pt x="524" y="1015"/>
                  </a:cubicBezTo>
                  <a:cubicBezTo>
                    <a:pt x="810" y="1015"/>
                    <a:pt x="1024" y="776"/>
                    <a:pt x="1012" y="491"/>
                  </a:cubicBezTo>
                  <a:cubicBezTo>
                    <a:pt x="1012" y="219"/>
                    <a:pt x="797" y="1"/>
                    <a:pt x="53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1" name="Google Shape;20501;p154"/>
            <p:cNvSpPr/>
            <p:nvPr/>
          </p:nvSpPr>
          <p:spPr>
            <a:xfrm>
              <a:off x="6389175" y="3469300"/>
              <a:ext cx="36650" cy="35450"/>
            </a:xfrm>
            <a:custGeom>
              <a:avLst/>
              <a:gdLst/>
              <a:ahLst/>
              <a:cxnLst/>
              <a:rect l="l" t="t" r="r" b="b"/>
              <a:pathLst>
                <a:path w="1466" h="1418" extrusionOk="0">
                  <a:moveTo>
                    <a:pt x="703" y="1"/>
                  </a:moveTo>
                  <a:cubicBezTo>
                    <a:pt x="644" y="1"/>
                    <a:pt x="584" y="25"/>
                    <a:pt x="536" y="36"/>
                  </a:cubicBezTo>
                  <a:cubicBezTo>
                    <a:pt x="429" y="60"/>
                    <a:pt x="346" y="120"/>
                    <a:pt x="251" y="179"/>
                  </a:cubicBezTo>
                  <a:cubicBezTo>
                    <a:pt x="108" y="322"/>
                    <a:pt x="1" y="525"/>
                    <a:pt x="13" y="739"/>
                  </a:cubicBezTo>
                  <a:cubicBezTo>
                    <a:pt x="13" y="775"/>
                    <a:pt x="13" y="810"/>
                    <a:pt x="36" y="858"/>
                  </a:cubicBezTo>
                  <a:cubicBezTo>
                    <a:pt x="48" y="953"/>
                    <a:pt x="96" y="1060"/>
                    <a:pt x="167" y="1132"/>
                  </a:cubicBezTo>
                  <a:cubicBezTo>
                    <a:pt x="298" y="1310"/>
                    <a:pt x="525" y="1418"/>
                    <a:pt x="763" y="1418"/>
                  </a:cubicBezTo>
                  <a:cubicBezTo>
                    <a:pt x="1144" y="1418"/>
                    <a:pt x="1465" y="1072"/>
                    <a:pt x="1441" y="691"/>
                  </a:cubicBezTo>
                  <a:cubicBezTo>
                    <a:pt x="1441" y="632"/>
                    <a:pt x="1429" y="560"/>
                    <a:pt x="1418" y="501"/>
                  </a:cubicBezTo>
                  <a:cubicBezTo>
                    <a:pt x="1382" y="394"/>
                    <a:pt x="1322" y="298"/>
                    <a:pt x="1251" y="227"/>
                  </a:cubicBezTo>
                  <a:lnTo>
                    <a:pt x="1203" y="179"/>
                  </a:lnTo>
                  <a:cubicBezTo>
                    <a:pt x="1132" y="108"/>
                    <a:pt x="1025" y="60"/>
                    <a:pt x="929" y="36"/>
                  </a:cubicBezTo>
                  <a:cubicBezTo>
                    <a:pt x="846" y="25"/>
                    <a:pt x="775" y="1"/>
                    <a:pt x="70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2" name="Google Shape;20502;p154"/>
            <p:cNvSpPr/>
            <p:nvPr/>
          </p:nvSpPr>
          <p:spPr>
            <a:xfrm>
              <a:off x="6987775" y="3156175"/>
              <a:ext cx="36325" cy="35750"/>
            </a:xfrm>
            <a:custGeom>
              <a:avLst/>
              <a:gdLst/>
              <a:ahLst/>
              <a:cxnLst/>
              <a:rect l="l" t="t" r="r" b="b"/>
              <a:pathLst>
                <a:path w="1453" h="1430" extrusionOk="0">
                  <a:moveTo>
                    <a:pt x="713" y="0"/>
                  </a:moveTo>
                  <a:cubicBezTo>
                    <a:pt x="706" y="0"/>
                    <a:pt x="698" y="0"/>
                    <a:pt x="691" y="0"/>
                  </a:cubicBezTo>
                  <a:cubicBezTo>
                    <a:pt x="584" y="0"/>
                    <a:pt x="476" y="24"/>
                    <a:pt x="393" y="84"/>
                  </a:cubicBezTo>
                  <a:cubicBezTo>
                    <a:pt x="298" y="131"/>
                    <a:pt x="214" y="203"/>
                    <a:pt x="155" y="298"/>
                  </a:cubicBezTo>
                  <a:cubicBezTo>
                    <a:pt x="119" y="346"/>
                    <a:pt x="95" y="405"/>
                    <a:pt x="60" y="465"/>
                  </a:cubicBezTo>
                  <a:cubicBezTo>
                    <a:pt x="36" y="548"/>
                    <a:pt x="0" y="643"/>
                    <a:pt x="24" y="739"/>
                  </a:cubicBezTo>
                  <a:lnTo>
                    <a:pt x="24" y="774"/>
                  </a:lnTo>
                  <a:cubicBezTo>
                    <a:pt x="24" y="822"/>
                    <a:pt x="36" y="858"/>
                    <a:pt x="48" y="905"/>
                  </a:cubicBezTo>
                  <a:cubicBezTo>
                    <a:pt x="83" y="1012"/>
                    <a:pt x="119" y="1096"/>
                    <a:pt x="203" y="1191"/>
                  </a:cubicBezTo>
                  <a:cubicBezTo>
                    <a:pt x="334" y="1334"/>
                    <a:pt x="536" y="1429"/>
                    <a:pt x="750" y="1429"/>
                  </a:cubicBezTo>
                  <a:cubicBezTo>
                    <a:pt x="1131" y="1429"/>
                    <a:pt x="1453" y="1084"/>
                    <a:pt x="1429" y="703"/>
                  </a:cubicBezTo>
                  <a:cubicBezTo>
                    <a:pt x="1417" y="306"/>
                    <a:pt x="1107" y="0"/>
                    <a:pt x="7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3" name="Google Shape;20503;p154"/>
            <p:cNvSpPr/>
            <p:nvPr/>
          </p:nvSpPr>
          <p:spPr>
            <a:xfrm>
              <a:off x="6376075" y="3686575"/>
              <a:ext cx="40225" cy="39625"/>
            </a:xfrm>
            <a:custGeom>
              <a:avLst/>
              <a:gdLst/>
              <a:ahLst/>
              <a:cxnLst/>
              <a:rect l="l" t="t" r="r" b="b"/>
              <a:pathLst>
                <a:path w="1609" h="1585" extrusionOk="0">
                  <a:moveTo>
                    <a:pt x="816" y="0"/>
                  </a:moveTo>
                  <a:cubicBezTo>
                    <a:pt x="803" y="0"/>
                    <a:pt x="789" y="1"/>
                    <a:pt x="775" y="1"/>
                  </a:cubicBezTo>
                  <a:cubicBezTo>
                    <a:pt x="346" y="37"/>
                    <a:pt x="1" y="394"/>
                    <a:pt x="25" y="823"/>
                  </a:cubicBezTo>
                  <a:lnTo>
                    <a:pt x="25" y="882"/>
                  </a:lnTo>
                  <a:cubicBezTo>
                    <a:pt x="37" y="990"/>
                    <a:pt x="60" y="1085"/>
                    <a:pt x="108" y="1180"/>
                  </a:cubicBezTo>
                  <a:cubicBezTo>
                    <a:pt x="179" y="1347"/>
                    <a:pt x="346" y="1466"/>
                    <a:pt x="525" y="1537"/>
                  </a:cubicBezTo>
                  <a:cubicBezTo>
                    <a:pt x="620" y="1573"/>
                    <a:pt x="715" y="1585"/>
                    <a:pt x="822" y="1585"/>
                  </a:cubicBezTo>
                  <a:lnTo>
                    <a:pt x="858" y="1585"/>
                  </a:lnTo>
                  <a:cubicBezTo>
                    <a:pt x="1275" y="1549"/>
                    <a:pt x="1608" y="1192"/>
                    <a:pt x="1596" y="763"/>
                  </a:cubicBezTo>
                  <a:cubicBezTo>
                    <a:pt x="1585" y="348"/>
                    <a:pt x="1238" y="0"/>
                    <a:pt x="8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4" name="Google Shape;20504;p154"/>
            <p:cNvSpPr/>
            <p:nvPr/>
          </p:nvSpPr>
          <p:spPr>
            <a:xfrm>
              <a:off x="6069500" y="3642400"/>
              <a:ext cx="29200" cy="28375"/>
            </a:xfrm>
            <a:custGeom>
              <a:avLst/>
              <a:gdLst/>
              <a:ahLst/>
              <a:cxnLst/>
              <a:rect l="l" t="t" r="r" b="b"/>
              <a:pathLst>
                <a:path w="1168" h="1135" extrusionOk="0">
                  <a:moveTo>
                    <a:pt x="568" y="0"/>
                  </a:moveTo>
                  <a:cubicBezTo>
                    <a:pt x="494" y="0"/>
                    <a:pt x="418" y="14"/>
                    <a:pt x="346" y="42"/>
                  </a:cubicBezTo>
                  <a:cubicBezTo>
                    <a:pt x="334" y="42"/>
                    <a:pt x="322" y="66"/>
                    <a:pt x="322" y="66"/>
                  </a:cubicBezTo>
                  <a:cubicBezTo>
                    <a:pt x="227" y="101"/>
                    <a:pt x="155" y="173"/>
                    <a:pt x="108" y="256"/>
                  </a:cubicBezTo>
                  <a:cubicBezTo>
                    <a:pt x="36" y="363"/>
                    <a:pt x="0" y="494"/>
                    <a:pt x="24" y="625"/>
                  </a:cubicBezTo>
                  <a:cubicBezTo>
                    <a:pt x="36" y="697"/>
                    <a:pt x="48" y="756"/>
                    <a:pt x="84" y="828"/>
                  </a:cubicBezTo>
                  <a:cubicBezTo>
                    <a:pt x="96" y="863"/>
                    <a:pt x="108" y="887"/>
                    <a:pt x="143" y="923"/>
                  </a:cubicBezTo>
                  <a:cubicBezTo>
                    <a:pt x="253" y="1060"/>
                    <a:pt x="412" y="1134"/>
                    <a:pt x="582" y="1134"/>
                  </a:cubicBezTo>
                  <a:cubicBezTo>
                    <a:pt x="633" y="1134"/>
                    <a:pt x="686" y="1127"/>
                    <a:pt x="739" y="1113"/>
                  </a:cubicBezTo>
                  <a:cubicBezTo>
                    <a:pt x="774" y="1102"/>
                    <a:pt x="810" y="1090"/>
                    <a:pt x="834" y="1066"/>
                  </a:cubicBezTo>
                  <a:cubicBezTo>
                    <a:pt x="893" y="1042"/>
                    <a:pt x="953" y="994"/>
                    <a:pt x="989" y="959"/>
                  </a:cubicBezTo>
                  <a:cubicBezTo>
                    <a:pt x="1120" y="804"/>
                    <a:pt x="1167" y="601"/>
                    <a:pt x="1108" y="423"/>
                  </a:cubicBezTo>
                  <a:cubicBezTo>
                    <a:pt x="1096" y="387"/>
                    <a:pt x="1072" y="340"/>
                    <a:pt x="1060" y="316"/>
                  </a:cubicBezTo>
                  <a:cubicBezTo>
                    <a:pt x="1060" y="244"/>
                    <a:pt x="1012" y="185"/>
                    <a:pt x="953" y="137"/>
                  </a:cubicBezTo>
                  <a:cubicBezTo>
                    <a:pt x="851" y="51"/>
                    <a:pt x="712" y="0"/>
                    <a:pt x="56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5" name="Google Shape;20505;p154"/>
            <p:cNvSpPr/>
            <p:nvPr/>
          </p:nvSpPr>
          <p:spPr>
            <a:xfrm>
              <a:off x="6322200" y="2992450"/>
              <a:ext cx="14925" cy="14025"/>
            </a:xfrm>
            <a:custGeom>
              <a:avLst/>
              <a:gdLst/>
              <a:ahLst/>
              <a:cxnLst/>
              <a:rect l="l" t="t" r="r" b="b"/>
              <a:pathLst>
                <a:path w="597" h="561" extrusionOk="0">
                  <a:moveTo>
                    <a:pt x="287" y="1"/>
                  </a:moveTo>
                  <a:cubicBezTo>
                    <a:pt x="120" y="13"/>
                    <a:pt x="1" y="144"/>
                    <a:pt x="1" y="299"/>
                  </a:cubicBezTo>
                  <a:cubicBezTo>
                    <a:pt x="1" y="358"/>
                    <a:pt x="13" y="406"/>
                    <a:pt x="48" y="430"/>
                  </a:cubicBezTo>
                  <a:cubicBezTo>
                    <a:pt x="60" y="453"/>
                    <a:pt x="72" y="477"/>
                    <a:pt x="84" y="489"/>
                  </a:cubicBezTo>
                  <a:cubicBezTo>
                    <a:pt x="144" y="537"/>
                    <a:pt x="227" y="561"/>
                    <a:pt x="298" y="561"/>
                  </a:cubicBezTo>
                  <a:lnTo>
                    <a:pt x="346" y="561"/>
                  </a:lnTo>
                  <a:cubicBezTo>
                    <a:pt x="489" y="549"/>
                    <a:pt x="584" y="442"/>
                    <a:pt x="596" y="311"/>
                  </a:cubicBezTo>
                  <a:lnTo>
                    <a:pt x="596" y="275"/>
                  </a:lnTo>
                  <a:cubicBezTo>
                    <a:pt x="596" y="132"/>
                    <a:pt x="477" y="13"/>
                    <a:pt x="3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6" name="Google Shape;20506;p154"/>
            <p:cNvSpPr/>
            <p:nvPr/>
          </p:nvSpPr>
          <p:spPr>
            <a:xfrm>
              <a:off x="6251950" y="2719800"/>
              <a:ext cx="14925" cy="14925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87" y="1"/>
                  </a:moveTo>
                  <a:cubicBezTo>
                    <a:pt x="191" y="1"/>
                    <a:pt x="120" y="37"/>
                    <a:pt x="60" y="120"/>
                  </a:cubicBezTo>
                  <a:cubicBezTo>
                    <a:pt x="13" y="179"/>
                    <a:pt x="1" y="239"/>
                    <a:pt x="1" y="310"/>
                  </a:cubicBezTo>
                  <a:cubicBezTo>
                    <a:pt x="1" y="394"/>
                    <a:pt x="49" y="477"/>
                    <a:pt x="108" y="537"/>
                  </a:cubicBezTo>
                  <a:cubicBezTo>
                    <a:pt x="168" y="572"/>
                    <a:pt x="227" y="596"/>
                    <a:pt x="299" y="596"/>
                  </a:cubicBezTo>
                  <a:cubicBezTo>
                    <a:pt x="406" y="572"/>
                    <a:pt x="477" y="549"/>
                    <a:pt x="525" y="501"/>
                  </a:cubicBezTo>
                  <a:cubicBezTo>
                    <a:pt x="549" y="477"/>
                    <a:pt x="560" y="441"/>
                    <a:pt x="584" y="394"/>
                  </a:cubicBezTo>
                  <a:cubicBezTo>
                    <a:pt x="596" y="370"/>
                    <a:pt x="596" y="322"/>
                    <a:pt x="596" y="275"/>
                  </a:cubicBezTo>
                  <a:cubicBezTo>
                    <a:pt x="596" y="156"/>
                    <a:pt x="525" y="72"/>
                    <a:pt x="430" y="25"/>
                  </a:cubicBezTo>
                  <a:lnTo>
                    <a:pt x="418" y="25"/>
                  </a:lnTo>
                  <a:cubicBezTo>
                    <a:pt x="370" y="13"/>
                    <a:pt x="322" y="1"/>
                    <a:pt x="2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7" name="Google Shape;20507;p154"/>
            <p:cNvSpPr/>
            <p:nvPr/>
          </p:nvSpPr>
          <p:spPr>
            <a:xfrm>
              <a:off x="6174575" y="2838875"/>
              <a:ext cx="14900" cy="14300"/>
            </a:xfrm>
            <a:custGeom>
              <a:avLst/>
              <a:gdLst/>
              <a:ahLst/>
              <a:cxnLst/>
              <a:rect l="l" t="t" r="r" b="b"/>
              <a:pathLst>
                <a:path w="596" h="572" extrusionOk="0">
                  <a:moveTo>
                    <a:pt x="286" y="0"/>
                  </a:moveTo>
                  <a:cubicBezTo>
                    <a:pt x="131" y="12"/>
                    <a:pt x="0" y="131"/>
                    <a:pt x="0" y="298"/>
                  </a:cubicBezTo>
                  <a:cubicBezTo>
                    <a:pt x="0" y="405"/>
                    <a:pt x="72" y="500"/>
                    <a:pt x="179" y="548"/>
                  </a:cubicBezTo>
                  <a:cubicBezTo>
                    <a:pt x="215" y="560"/>
                    <a:pt x="262" y="572"/>
                    <a:pt x="310" y="572"/>
                  </a:cubicBezTo>
                  <a:cubicBezTo>
                    <a:pt x="477" y="572"/>
                    <a:pt x="596" y="441"/>
                    <a:pt x="596" y="274"/>
                  </a:cubicBezTo>
                  <a:cubicBezTo>
                    <a:pt x="596" y="191"/>
                    <a:pt x="548" y="108"/>
                    <a:pt x="488" y="72"/>
                  </a:cubicBezTo>
                  <a:cubicBezTo>
                    <a:pt x="429" y="24"/>
                    <a:pt x="369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8" name="Google Shape;20508;p154"/>
            <p:cNvSpPr/>
            <p:nvPr/>
          </p:nvSpPr>
          <p:spPr>
            <a:xfrm>
              <a:off x="6164450" y="2236725"/>
              <a:ext cx="14600" cy="14600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286" y="0"/>
                  </a:moveTo>
                  <a:cubicBezTo>
                    <a:pt x="120" y="0"/>
                    <a:pt x="0" y="131"/>
                    <a:pt x="0" y="298"/>
                  </a:cubicBezTo>
                  <a:cubicBezTo>
                    <a:pt x="0" y="464"/>
                    <a:pt x="131" y="583"/>
                    <a:pt x="298" y="583"/>
                  </a:cubicBezTo>
                  <a:cubicBezTo>
                    <a:pt x="465" y="583"/>
                    <a:pt x="584" y="453"/>
                    <a:pt x="584" y="286"/>
                  </a:cubicBezTo>
                  <a:cubicBezTo>
                    <a:pt x="584" y="119"/>
                    <a:pt x="45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9" name="Google Shape;20509;p154"/>
            <p:cNvSpPr/>
            <p:nvPr/>
          </p:nvSpPr>
          <p:spPr>
            <a:xfrm>
              <a:off x="5982275" y="2068825"/>
              <a:ext cx="14325" cy="14625"/>
            </a:xfrm>
            <a:custGeom>
              <a:avLst/>
              <a:gdLst/>
              <a:ahLst/>
              <a:cxnLst/>
              <a:rect l="l" t="t" r="r" b="b"/>
              <a:pathLst>
                <a:path w="573" h="585" extrusionOk="0">
                  <a:moveTo>
                    <a:pt x="275" y="1"/>
                  </a:moveTo>
                  <a:cubicBezTo>
                    <a:pt x="132" y="25"/>
                    <a:pt x="1" y="144"/>
                    <a:pt x="1" y="299"/>
                  </a:cubicBezTo>
                  <a:cubicBezTo>
                    <a:pt x="1" y="465"/>
                    <a:pt x="132" y="584"/>
                    <a:pt x="298" y="584"/>
                  </a:cubicBezTo>
                  <a:cubicBezTo>
                    <a:pt x="453" y="584"/>
                    <a:pt x="572" y="453"/>
                    <a:pt x="572" y="287"/>
                  </a:cubicBezTo>
                  <a:cubicBezTo>
                    <a:pt x="572" y="120"/>
                    <a:pt x="441" y="1"/>
                    <a:pt x="2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0" name="Google Shape;20510;p154"/>
            <p:cNvSpPr/>
            <p:nvPr/>
          </p:nvSpPr>
          <p:spPr>
            <a:xfrm>
              <a:off x="6225775" y="1468775"/>
              <a:ext cx="14900" cy="14425"/>
            </a:xfrm>
            <a:custGeom>
              <a:avLst/>
              <a:gdLst/>
              <a:ahLst/>
              <a:cxnLst/>
              <a:rect l="l" t="t" r="r" b="b"/>
              <a:pathLst>
                <a:path w="596" h="577" extrusionOk="0">
                  <a:moveTo>
                    <a:pt x="286" y="0"/>
                  </a:moveTo>
                  <a:cubicBezTo>
                    <a:pt x="262" y="0"/>
                    <a:pt x="226" y="12"/>
                    <a:pt x="214" y="12"/>
                  </a:cubicBezTo>
                  <a:cubicBezTo>
                    <a:pt x="167" y="36"/>
                    <a:pt x="143" y="48"/>
                    <a:pt x="107" y="71"/>
                  </a:cubicBezTo>
                  <a:cubicBezTo>
                    <a:pt x="48" y="131"/>
                    <a:pt x="0" y="214"/>
                    <a:pt x="24" y="298"/>
                  </a:cubicBezTo>
                  <a:cubicBezTo>
                    <a:pt x="24" y="333"/>
                    <a:pt x="36" y="357"/>
                    <a:pt x="36" y="393"/>
                  </a:cubicBezTo>
                  <a:cubicBezTo>
                    <a:pt x="60" y="464"/>
                    <a:pt x="107" y="512"/>
                    <a:pt x="167" y="536"/>
                  </a:cubicBezTo>
                  <a:cubicBezTo>
                    <a:pt x="214" y="572"/>
                    <a:pt x="262" y="572"/>
                    <a:pt x="322" y="572"/>
                  </a:cubicBezTo>
                  <a:cubicBezTo>
                    <a:pt x="338" y="575"/>
                    <a:pt x="352" y="576"/>
                    <a:pt x="365" y="576"/>
                  </a:cubicBezTo>
                  <a:cubicBezTo>
                    <a:pt x="400" y="576"/>
                    <a:pt x="426" y="565"/>
                    <a:pt x="453" y="548"/>
                  </a:cubicBezTo>
                  <a:cubicBezTo>
                    <a:pt x="536" y="512"/>
                    <a:pt x="595" y="417"/>
                    <a:pt x="595" y="310"/>
                  </a:cubicBezTo>
                  <a:lnTo>
                    <a:pt x="595" y="286"/>
                  </a:lnTo>
                  <a:cubicBezTo>
                    <a:pt x="595" y="214"/>
                    <a:pt x="572" y="155"/>
                    <a:pt x="524" y="107"/>
                  </a:cubicBezTo>
                  <a:cubicBezTo>
                    <a:pt x="464" y="48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1" name="Google Shape;20511;p154"/>
            <p:cNvSpPr/>
            <p:nvPr/>
          </p:nvSpPr>
          <p:spPr>
            <a:xfrm>
              <a:off x="6000750" y="1963775"/>
              <a:ext cx="14600" cy="14300"/>
            </a:xfrm>
            <a:custGeom>
              <a:avLst/>
              <a:gdLst/>
              <a:ahLst/>
              <a:cxnLst/>
              <a:rect l="l" t="t" r="r" b="b"/>
              <a:pathLst>
                <a:path w="584" h="572" extrusionOk="0">
                  <a:moveTo>
                    <a:pt x="286" y="0"/>
                  </a:moveTo>
                  <a:cubicBezTo>
                    <a:pt x="238" y="0"/>
                    <a:pt x="191" y="12"/>
                    <a:pt x="167" y="24"/>
                  </a:cubicBezTo>
                  <a:cubicBezTo>
                    <a:pt x="60" y="72"/>
                    <a:pt x="0" y="167"/>
                    <a:pt x="0" y="298"/>
                  </a:cubicBezTo>
                  <a:cubicBezTo>
                    <a:pt x="0" y="322"/>
                    <a:pt x="12" y="369"/>
                    <a:pt x="12" y="393"/>
                  </a:cubicBezTo>
                  <a:cubicBezTo>
                    <a:pt x="60" y="500"/>
                    <a:pt x="167" y="572"/>
                    <a:pt x="286" y="572"/>
                  </a:cubicBezTo>
                  <a:lnTo>
                    <a:pt x="298" y="572"/>
                  </a:lnTo>
                  <a:cubicBezTo>
                    <a:pt x="417" y="572"/>
                    <a:pt x="512" y="500"/>
                    <a:pt x="548" y="393"/>
                  </a:cubicBezTo>
                  <a:cubicBezTo>
                    <a:pt x="572" y="345"/>
                    <a:pt x="583" y="310"/>
                    <a:pt x="583" y="262"/>
                  </a:cubicBezTo>
                  <a:cubicBezTo>
                    <a:pt x="583" y="202"/>
                    <a:pt x="572" y="143"/>
                    <a:pt x="524" y="95"/>
                  </a:cubicBezTo>
                  <a:cubicBezTo>
                    <a:pt x="464" y="36"/>
                    <a:pt x="393" y="0"/>
                    <a:pt x="28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2" name="Google Shape;20512;p154"/>
            <p:cNvSpPr/>
            <p:nvPr/>
          </p:nvSpPr>
          <p:spPr>
            <a:xfrm>
              <a:off x="6232600" y="2329000"/>
              <a:ext cx="14925" cy="14900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51" y="0"/>
                  </a:moveTo>
                  <a:cubicBezTo>
                    <a:pt x="108" y="36"/>
                    <a:pt x="1" y="155"/>
                    <a:pt x="13" y="298"/>
                  </a:cubicBezTo>
                  <a:lnTo>
                    <a:pt x="13" y="310"/>
                  </a:lnTo>
                  <a:cubicBezTo>
                    <a:pt x="25" y="488"/>
                    <a:pt x="168" y="595"/>
                    <a:pt x="311" y="595"/>
                  </a:cubicBezTo>
                  <a:cubicBezTo>
                    <a:pt x="382" y="595"/>
                    <a:pt x="465" y="572"/>
                    <a:pt x="501" y="500"/>
                  </a:cubicBezTo>
                  <a:cubicBezTo>
                    <a:pt x="561" y="452"/>
                    <a:pt x="596" y="369"/>
                    <a:pt x="596" y="286"/>
                  </a:cubicBezTo>
                  <a:cubicBezTo>
                    <a:pt x="596" y="119"/>
                    <a:pt x="453" y="0"/>
                    <a:pt x="29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3" name="Google Shape;20513;p154"/>
            <p:cNvSpPr/>
            <p:nvPr/>
          </p:nvSpPr>
          <p:spPr>
            <a:xfrm>
              <a:off x="6047175" y="2542100"/>
              <a:ext cx="14900" cy="14625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298" y="1"/>
                  </a:moveTo>
                  <a:cubicBezTo>
                    <a:pt x="143" y="1"/>
                    <a:pt x="0" y="156"/>
                    <a:pt x="24" y="299"/>
                  </a:cubicBezTo>
                  <a:cubicBezTo>
                    <a:pt x="24" y="465"/>
                    <a:pt x="155" y="584"/>
                    <a:pt x="322" y="584"/>
                  </a:cubicBezTo>
                  <a:cubicBezTo>
                    <a:pt x="477" y="584"/>
                    <a:pt x="596" y="453"/>
                    <a:pt x="596" y="287"/>
                  </a:cubicBezTo>
                  <a:cubicBezTo>
                    <a:pt x="596" y="120"/>
                    <a:pt x="465" y="1"/>
                    <a:pt x="29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4" name="Google Shape;20514;p154"/>
            <p:cNvSpPr/>
            <p:nvPr/>
          </p:nvSpPr>
          <p:spPr>
            <a:xfrm>
              <a:off x="6294225" y="2244150"/>
              <a:ext cx="14900" cy="14650"/>
            </a:xfrm>
            <a:custGeom>
              <a:avLst/>
              <a:gdLst/>
              <a:ahLst/>
              <a:cxnLst/>
              <a:rect l="l" t="t" r="r" b="b"/>
              <a:pathLst>
                <a:path w="596" h="586" extrusionOk="0">
                  <a:moveTo>
                    <a:pt x="298" y="1"/>
                  </a:moveTo>
                  <a:cubicBezTo>
                    <a:pt x="143" y="1"/>
                    <a:pt x="1" y="156"/>
                    <a:pt x="24" y="298"/>
                  </a:cubicBezTo>
                  <a:cubicBezTo>
                    <a:pt x="24" y="334"/>
                    <a:pt x="36" y="358"/>
                    <a:pt x="36" y="394"/>
                  </a:cubicBezTo>
                  <a:cubicBezTo>
                    <a:pt x="81" y="505"/>
                    <a:pt x="167" y="585"/>
                    <a:pt x="295" y="585"/>
                  </a:cubicBezTo>
                  <a:cubicBezTo>
                    <a:pt x="304" y="585"/>
                    <a:pt x="313" y="585"/>
                    <a:pt x="322" y="584"/>
                  </a:cubicBezTo>
                  <a:cubicBezTo>
                    <a:pt x="477" y="584"/>
                    <a:pt x="596" y="453"/>
                    <a:pt x="596" y="286"/>
                  </a:cubicBezTo>
                  <a:cubicBezTo>
                    <a:pt x="596" y="132"/>
                    <a:pt x="477" y="13"/>
                    <a:pt x="3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5" name="Google Shape;20515;p154"/>
            <p:cNvSpPr/>
            <p:nvPr/>
          </p:nvSpPr>
          <p:spPr>
            <a:xfrm>
              <a:off x="6151950" y="3747600"/>
              <a:ext cx="36625" cy="36350"/>
            </a:xfrm>
            <a:custGeom>
              <a:avLst/>
              <a:gdLst/>
              <a:ahLst/>
              <a:cxnLst/>
              <a:rect l="l" t="t" r="r" b="b"/>
              <a:pathLst>
                <a:path w="1465" h="1454" extrusionOk="0">
                  <a:moveTo>
                    <a:pt x="733" y="1"/>
                  </a:moveTo>
                  <a:cubicBezTo>
                    <a:pt x="723" y="1"/>
                    <a:pt x="713" y="1"/>
                    <a:pt x="703" y="1"/>
                  </a:cubicBezTo>
                  <a:cubicBezTo>
                    <a:pt x="548" y="1"/>
                    <a:pt x="393" y="84"/>
                    <a:pt x="274" y="168"/>
                  </a:cubicBezTo>
                  <a:cubicBezTo>
                    <a:pt x="191" y="227"/>
                    <a:pt x="119" y="323"/>
                    <a:pt x="72" y="418"/>
                  </a:cubicBezTo>
                  <a:cubicBezTo>
                    <a:pt x="24" y="525"/>
                    <a:pt x="0" y="632"/>
                    <a:pt x="12" y="751"/>
                  </a:cubicBezTo>
                  <a:cubicBezTo>
                    <a:pt x="24" y="1156"/>
                    <a:pt x="369" y="1454"/>
                    <a:pt x="774" y="1454"/>
                  </a:cubicBezTo>
                  <a:lnTo>
                    <a:pt x="846" y="1454"/>
                  </a:lnTo>
                  <a:cubicBezTo>
                    <a:pt x="965" y="1430"/>
                    <a:pt x="1072" y="1394"/>
                    <a:pt x="1155" y="1335"/>
                  </a:cubicBezTo>
                  <a:cubicBezTo>
                    <a:pt x="1346" y="1192"/>
                    <a:pt x="1465" y="989"/>
                    <a:pt x="1465" y="751"/>
                  </a:cubicBezTo>
                  <a:lnTo>
                    <a:pt x="1465" y="704"/>
                  </a:lnTo>
                  <a:cubicBezTo>
                    <a:pt x="1465" y="620"/>
                    <a:pt x="1441" y="525"/>
                    <a:pt x="1405" y="442"/>
                  </a:cubicBezTo>
                  <a:cubicBezTo>
                    <a:pt x="1290" y="176"/>
                    <a:pt x="1041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16" name="Google Shape;20516;p154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0517" name="Google Shape;20517;p154"/>
          <p:cNvSpPr txBox="1">
            <a:spLocks noGrp="1"/>
          </p:cNvSpPr>
          <p:nvPr>
            <p:ph type="title" idx="2"/>
          </p:nvPr>
        </p:nvSpPr>
        <p:spPr>
          <a:xfrm>
            <a:off x="5606433" y="50578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518" name="Google Shape;20518;p154"/>
          <p:cNvSpPr txBox="1">
            <a:spLocks noGrp="1"/>
          </p:cNvSpPr>
          <p:nvPr>
            <p:ph type="subTitle" idx="1"/>
          </p:nvPr>
        </p:nvSpPr>
        <p:spPr>
          <a:xfrm>
            <a:off x="5606433" y="58883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519" name="Google Shape;20519;p154"/>
          <p:cNvSpPr txBox="1">
            <a:spLocks noGrp="1"/>
          </p:cNvSpPr>
          <p:nvPr>
            <p:ph type="title" idx="3"/>
          </p:nvPr>
        </p:nvSpPr>
        <p:spPr>
          <a:xfrm>
            <a:off x="13074378" y="50578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520" name="Google Shape;20520;p154"/>
          <p:cNvSpPr txBox="1">
            <a:spLocks noGrp="1"/>
          </p:cNvSpPr>
          <p:nvPr>
            <p:ph type="subTitle" idx="4"/>
          </p:nvPr>
        </p:nvSpPr>
        <p:spPr>
          <a:xfrm>
            <a:off x="13074365" y="58883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521" name="Google Shape;20521;p154"/>
          <p:cNvSpPr txBox="1">
            <a:spLocks noGrp="1"/>
          </p:cNvSpPr>
          <p:nvPr>
            <p:ph type="title" idx="5"/>
          </p:nvPr>
        </p:nvSpPr>
        <p:spPr>
          <a:xfrm>
            <a:off x="5606433" y="9771400"/>
            <a:ext cx="58641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522" name="Google Shape;20522;p154"/>
          <p:cNvSpPr txBox="1">
            <a:spLocks noGrp="1"/>
          </p:cNvSpPr>
          <p:nvPr>
            <p:ph type="subTitle" idx="6"/>
          </p:nvPr>
        </p:nvSpPr>
        <p:spPr>
          <a:xfrm>
            <a:off x="5606433" y="10601933"/>
            <a:ext cx="58641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523" name="Google Shape;20523;p154"/>
          <p:cNvSpPr txBox="1">
            <a:spLocks noGrp="1"/>
          </p:cNvSpPr>
          <p:nvPr>
            <p:ph type="title" idx="7"/>
          </p:nvPr>
        </p:nvSpPr>
        <p:spPr>
          <a:xfrm>
            <a:off x="13074311" y="9771400"/>
            <a:ext cx="57033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524" name="Google Shape;20524;p154"/>
          <p:cNvSpPr txBox="1">
            <a:spLocks noGrp="1"/>
          </p:cNvSpPr>
          <p:nvPr>
            <p:ph type="subTitle" idx="8"/>
          </p:nvPr>
        </p:nvSpPr>
        <p:spPr>
          <a:xfrm>
            <a:off x="13074299" y="10601933"/>
            <a:ext cx="5703300" cy="1774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11">
    <p:spTree>
      <p:nvGrpSpPr>
        <p:cNvPr id="1" name="Shape 20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26" name="Google Shape;20526;p155"/>
          <p:cNvGrpSpPr/>
          <p:nvPr/>
        </p:nvGrpSpPr>
        <p:grpSpPr>
          <a:xfrm>
            <a:off x="18645906" y="5312084"/>
            <a:ext cx="5707046" cy="8403447"/>
            <a:chOff x="2525900" y="1699450"/>
            <a:chExt cx="1076050" cy="1584450"/>
          </a:xfrm>
        </p:grpSpPr>
        <p:sp>
          <p:nvSpPr>
            <p:cNvPr id="20527" name="Google Shape;20527;p155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8" name="Google Shape;20528;p155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9" name="Google Shape;20529;p155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0" name="Google Shape;20530;p155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1" name="Google Shape;20531;p155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2" name="Google Shape;20532;p155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3" name="Google Shape;20533;p155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4" name="Google Shape;20534;p155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5" name="Google Shape;20535;p155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6" name="Google Shape;20536;p155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7" name="Google Shape;20537;p155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8" name="Google Shape;20538;p155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9" name="Google Shape;20539;p155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0" name="Google Shape;20540;p155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1" name="Google Shape;20541;p155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2" name="Google Shape;20542;p155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3" name="Google Shape;20543;p155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4" name="Google Shape;20544;p155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5" name="Google Shape;20545;p155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6" name="Google Shape;20546;p155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7" name="Google Shape;20547;p155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8" name="Google Shape;20548;p155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9" name="Google Shape;20549;p155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0" name="Google Shape;20550;p155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1" name="Google Shape;20551;p155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2" name="Google Shape;20552;p155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3" name="Google Shape;20553;p155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4" name="Google Shape;20554;p155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5" name="Google Shape;20555;p155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6" name="Google Shape;20556;p155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7" name="Google Shape;20557;p155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8" name="Google Shape;20558;p155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9" name="Google Shape;20559;p155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0" name="Google Shape;20560;p155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1" name="Google Shape;20561;p155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2" name="Google Shape;20562;p155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3" name="Google Shape;20563;p155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4" name="Google Shape;20564;p155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5" name="Google Shape;20565;p155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6" name="Google Shape;20566;p155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7" name="Google Shape;20567;p155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8" name="Google Shape;20568;p155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9" name="Google Shape;20569;p155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0" name="Google Shape;20570;p155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1" name="Google Shape;20571;p155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2" name="Google Shape;20572;p155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3" name="Google Shape;20573;p155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4" name="Google Shape;20574;p155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5" name="Google Shape;20575;p155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6" name="Google Shape;20576;p155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7" name="Google Shape;20577;p155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8" name="Google Shape;20578;p155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9" name="Google Shape;20579;p155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0" name="Google Shape;20580;p155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1" name="Google Shape;20581;p155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2" name="Google Shape;20582;p155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3" name="Google Shape;20583;p155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4" name="Google Shape;20584;p155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5" name="Google Shape;20585;p155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6" name="Google Shape;20586;p155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7" name="Google Shape;20587;p155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8" name="Google Shape;20588;p155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9" name="Google Shape;20589;p155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0" name="Google Shape;20590;p155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1" name="Google Shape;20591;p155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2" name="Google Shape;20592;p155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3" name="Google Shape;20593;p155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4" name="Google Shape;20594;p155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95" name="Google Shape;20595;p155"/>
          <p:cNvGrpSpPr/>
          <p:nvPr/>
        </p:nvGrpSpPr>
        <p:grpSpPr>
          <a:xfrm flipH="1">
            <a:off x="110" y="5312084"/>
            <a:ext cx="5707046" cy="8403447"/>
            <a:chOff x="2525900" y="1699450"/>
            <a:chExt cx="1076050" cy="1584450"/>
          </a:xfrm>
        </p:grpSpPr>
        <p:sp>
          <p:nvSpPr>
            <p:cNvPr id="20596" name="Google Shape;20596;p155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7" name="Google Shape;20597;p155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8" name="Google Shape;20598;p155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9" name="Google Shape;20599;p155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0" name="Google Shape;20600;p155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1" name="Google Shape;20601;p155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2" name="Google Shape;20602;p155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3" name="Google Shape;20603;p155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4" name="Google Shape;20604;p155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5" name="Google Shape;20605;p155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6" name="Google Shape;20606;p155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7" name="Google Shape;20607;p155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8" name="Google Shape;20608;p155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9" name="Google Shape;20609;p155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0" name="Google Shape;20610;p155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1" name="Google Shape;20611;p155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2" name="Google Shape;20612;p155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3" name="Google Shape;20613;p155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4" name="Google Shape;20614;p155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5" name="Google Shape;20615;p155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6" name="Google Shape;20616;p155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7" name="Google Shape;20617;p155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8" name="Google Shape;20618;p155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9" name="Google Shape;20619;p155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0" name="Google Shape;20620;p155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1" name="Google Shape;20621;p155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2" name="Google Shape;20622;p155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3" name="Google Shape;20623;p155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4" name="Google Shape;20624;p155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5" name="Google Shape;20625;p155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6" name="Google Shape;20626;p155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7" name="Google Shape;20627;p155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8" name="Google Shape;20628;p155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9" name="Google Shape;20629;p155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0" name="Google Shape;20630;p155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1" name="Google Shape;20631;p155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2" name="Google Shape;20632;p155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3" name="Google Shape;20633;p155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4" name="Google Shape;20634;p155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5" name="Google Shape;20635;p155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6" name="Google Shape;20636;p155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7" name="Google Shape;20637;p155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8" name="Google Shape;20638;p155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9" name="Google Shape;20639;p155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0" name="Google Shape;20640;p155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1" name="Google Shape;20641;p155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2" name="Google Shape;20642;p155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3" name="Google Shape;20643;p155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4" name="Google Shape;20644;p155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5" name="Google Shape;20645;p155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6" name="Google Shape;20646;p155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7" name="Google Shape;20647;p155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8" name="Google Shape;20648;p155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9" name="Google Shape;20649;p155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0" name="Google Shape;20650;p155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1" name="Google Shape;20651;p155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2" name="Google Shape;20652;p155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3" name="Google Shape;20653;p155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4" name="Google Shape;20654;p155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5" name="Google Shape;20655;p155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6" name="Google Shape;20656;p155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7" name="Google Shape;20657;p155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8" name="Google Shape;20658;p155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9" name="Google Shape;20659;p155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0" name="Google Shape;20660;p155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1" name="Google Shape;20661;p155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2" name="Google Shape;20662;p155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3" name="Google Shape;20663;p155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64" name="Google Shape;20664;p155"/>
          <p:cNvGrpSpPr/>
          <p:nvPr/>
        </p:nvGrpSpPr>
        <p:grpSpPr>
          <a:xfrm rot="-5400000">
            <a:off x="20944935" y="-1016087"/>
            <a:ext cx="2422790" cy="4455244"/>
            <a:chOff x="6526400" y="1492875"/>
            <a:chExt cx="509900" cy="937650"/>
          </a:xfrm>
        </p:grpSpPr>
        <p:sp>
          <p:nvSpPr>
            <p:cNvPr id="20665" name="Google Shape;20665;p155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6" name="Google Shape;20666;p155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7" name="Google Shape;20667;p155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8" name="Google Shape;20668;p155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9" name="Google Shape;20669;p155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0" name="Google Shape;20670;p155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1" name="Google Shape;20671;p155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2" name="Google Shape;20672;p155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3" name="Google Shape;20673;p155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4" name="Google Shape;20674;p155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5" name="Google Shape;20675;p155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6" name="Google Shape;20676;p155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7" name="Google Shape;20677;p155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8" name="Google Shape;20678;p155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9" name="Google Shape;20679;p155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0" name="Google Shape;20680;p155"/>
          <p:cNvGrpSpPr/>
          <p:nvPr/>
        </p:nvGrpSpPr>
        <p:grpSpPr>
          <a:xfrm rot="5400000" flipH="1">
            <a:off x="1016137" y="-1016087"/>
            <a:ext cx="2422790" cy="4455244"/>
            <a:chOff x="6526400" y="1492875"/>
            <a:chExt cx="509900" cy="937650"/>
          </a:xfrm>
        </p:grpSpPr>
        <p:sp>
          <p:nvSpPr>
            <p:cNvPr id="20681" name="Google Shape;20681;p155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2" name="Google Shape;20682;p155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3" name="Google Shape;20683;p155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4" name="Google Shape;20684;p155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5" name="Google Shape;20685;p155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6" name="Google Shape;20686;p155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7" name="Google Shape;20687;p155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8" name="Google Shape;20688;p155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9" name="Google Shape;20689;p155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0" name="Google Shape;20690;p155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1" name="Google Shape;20691;p155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2" name="Google Shape;20692;p155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3" name="Google Shape;20693;p155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4" name="Google Shape;20694;p155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5" name="Google Shape;20695;p155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696" name="Google Shape;20696;p155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0697" name="Google Shape;20697;p155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698" name="Google Shape;20698;p155"/>
          <p:cNvSpPr txBox="1">
            <a:spLocks noGrp="1"/>
          </p:cNvSpPr>
          <p:nvPr>
            <p:ph type="subTitle" idx="1"/>
          </p:nvPr>
        </p:nvSpPr>
        <p:spPr>
          <a:xfrm>
            <a:off x="27310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699" name="Google Shape;20699;p155"/>
          <p:cNvSpPr txBox="1">
            <a:spLocks noGrp="1"/>
          </p:cNvSpPr>
          <p:nvPr>
            <p:ph type="title" idx="3"/>
          </p:nvPr>
        </p:nvSpPr>
        <p:spPr>
          <a:xfrm>
            <a:off x="9338266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700" name="Google Shape;20700;p155"/>
          <p:cNvSpPr txBox="1">
            <a:spLocks noGrp="1"/>
          </p:cNvSpPr>
          <p:nvPr>
            <p:ph type="subTitle" idx="4"/>
          </p:nvPr>
        </p:nvSpPr>
        <p:spPr>
          <a:xfrm>
            <a:off x="93384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701" name="Google Shape;20701;p155"/>
          <p:cNvSpPr txBox="1">
            <a:spLocks noGrp="1"/>
          </p:cNvSpPr>
          <p:nvPr>
            <p:ph type="title" idx="5"/>
          </p:nvPr>
        </p:nvSpPr>
        <p:spPr>
          <a:xfrm>
            <a:off x="60345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702" name="Google Shape;20702;p155"/>
          <p:cNvSpPr txBox="1">
            <a:spLocks noGrp="1"/>
          </p:cNvSpPr>
          <p:nvPr>
            <p:ph type="subTitle" idx="6"/>
          </p:nvPr>
        </p:nvSpPr>
        <p:spPr>
          <a:xfrm>
            <a:off x="60347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703" name="Google Shape;20703;p155"/>
          <p:cNvSpPr txBox="1">
            <a:spLocks noGrp="1"/>
          </p:cNvSpPr>
          <p:nvPr>
            <p:ph type="title" idx="7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704" name="Google Shape;20704;p155"/>
          <p:cNvSpPr txBox="1">
            <a:spLocks noGrp="1"/>
          </p:cNvSpPr>
          <p:nvPr>
            <p:ph type="subTitle" idx="8"/>
          </p:nvPr>
        </p:nvSpPr>
        <p:spPr>
          <a:xfrm>
            <a:off x="15945800" y="5997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705" name="Google Shape;20705;p155"/>
          <p:cNvSpPr txBox="1">
            <a:spLocks noGrp="1"/>
          </p:cNvSpPr>
          <p:nvPr>
            <p:ph type="title" idx="9"/>
          </p:nvPr>
        </p:nvSpPr>
        <p:spPr>
          <a:xfrm>
            <a:off x="126419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706" name="Google Shape;20706;p155"/>
          <p:cNvSpPr txBox="1">
            <a:spLocks noGrp="1"/>
          </p:cNvSpPr>
          <p:nvPr>
            <p:ph type="subTitle" idx="13"/>
          </p:nvPr>
        </p:nvSpPr>
        <p:spPr>
          <a:xfrm>
            <a:off x="12642100" y="10496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0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08" name="Google Shape;20708;p156"/>
          <p:cNvGrpSpPr/>
          <p:nvPr/>
        </p:nvGrpSpPr>
        <p:grpSpPr>
          <a:xfrm rot="10800000">
            <a:off x="-98" y="-28"/>
            <a:ext cx="6408631" cy="9436509"/>
            <a:chOff x="2525900" y="1699450"/>
            <a:chExt cx="1076050" cy="1584450"/>
          </a:xfrm>
        </p:grpSpPr>
        <p:sp>
          <p:nvSpPr>
            <p:cNvPr id="20709" name="Google Shape;20709;p156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0" name="Google Shape;20710;p156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1" name="Google Shape;20711;p156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2" name="Google Shape;20712;p156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3" name="Google Shape;20713;p156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4" name="Google Shape;20714;p156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5" name="Google Shape;20715;p156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6" name="Google Shape;20716;p156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7" name="Google Shape;20717;p156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8" name="Google Shape;20718;p156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9" name="Google Shape;20719;p156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0" name="Google Shape;20720;p156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1" name="Google Shape;20721;p156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2" name="Google Shape;20722;p156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3" name="Google Shape;20723;p156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4" name="Google Shape;20724;p156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5" name="Google Shape;20725;p156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6" name="Google Shape;20726;p156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7" name="Google Shape;20727;p156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8" name="Google Shape;20728;p156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9" name="Google Shape;20729;p156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0" name="Google Shape;20730;p156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1" name="Google Shape;20731;p156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2" name="Google Shape;20732;p156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3" name="Google Shape;20733;p156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4" name="Google Shape;20734;p156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5" name="Google Shape;20735;p156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6" name="Google Shape;20736;p156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7" name="Google Shape;20737;p156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8" name="Google Shape;20738;p156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9" name="Google Shape;20739;p156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0" name="Google Shape;20740;p156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1" name="Google Shape;20741;p156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2" name="Google Shape;20742;p156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3" name="Google Shape;20743;p156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4" name="Google Shape;20744;p156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5" name="Google Shape;20745;p156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6" name="Google Shape;20746;p156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7" name="Google Shape;20747;p156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8" name="Google Shape;20748;p156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9" name="Google Shape;20749;p156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0" name="Google Shape;20750;p156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1" name="Google Shape;20751;p156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2" name="Google Shape;20752;p156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3" name="Google Shape;20753;p156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4" name="Google Shape;20754;p156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5" name="Google Shape;20755;p156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6" name="Google Shape;20756;p156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7" name="Google Shape;20757;p156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8" name="Google Shape;20758;p156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9" name="Google Shape;20759;p156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0" name="Google Shape;20760;p156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1" name="Google Shape;20761;p156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2" name="Google Shape;20762;p156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3" name="Google Shape;20763;p156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4" name="Google Shape;20764;p156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5" name="Google Shape;20765;p156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6" name="Google Shape;20766;p156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7" name="Google Shape;20767;p156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8" name="Google Shape;20768;p156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9" name="Google Shape;20769;p156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0" name="Google Shape;20770;p156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1" name="Google Shape;20771;p156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2" name="Google Shape;20772;p156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3" name="Google Shape;20773;p156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4" name="Google Shape;20774;p156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5" name="Google Shape;20775;p156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6" name="Google Shape;20776;p156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77" name="Google Shape;20777;p156"/>
          <p:cNvGrpSpPr/>
          <p:nvPr/>
        </p:nvGrpSpPr>
        <p:grpSpPr>
          <a:xfrm rot="10800000" flipH="1">
            <a:off x="18003165" y="-28"/>
            <a:ext cx="6408631" cy="9436509"/>
            <a:chOff x="2525900" y="1699450"/>
            <a:chExt cx="1076050" cy="1584450"/>
          </a:xfrm>
        </p:grpSpPr>
        <p:sp>
          <p:nvSpPr>
            <p:cNvPr id="20778" name="Google Shape;20778;p156"/>
            <p:cNvSpPr/>
            <p:nvPr/>
          </p:nvSpPr>
          <p:spPr>
            <a:xfrm>
              <a:off x="3569775" y="2193250"/>
              <a:ext cx="31875" cy="43775"/>
            </a:xfrm>
            <a:custGeom>
              <a:avLst/>
              <a:gdLst/>
              <a:ahLst/>
              <a:cxnLst/>
              <a:rect l="l" t="t" r="r" b="b"/>
              <a:pathLst>
                <a:path w="1275" h="1751" extrusionOk="0">
                  <a:moveTo>
                    <a:pt x="1275" y="1"/>
                  </a:moveTo>
                  <a:lnTo>
                    <a:pt x="1" y="1691"/>
                  </a:lnTo>
                  <a:lnTo>
                    <a:pt x="275" y="1751"/>
                  </a:lnTo>
                  <a:lnTo>
                    <a:pt x="1275" y="441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9" name="Google Shape;20779;p156"/>
            <p:cNvSpPr/>
            <p:nvPr/>
          </p:nvSpPr>
          <p:spPr>
            <a:xfrm>
              <a:off x="3486425" y="2241175"/>
              <a:ext cx="85750" cy="108375"/>
            </a:xfrm>
            <a:custGeom>
              <a:avLst/>
              <a:gdLst/>
              <a:ahLst/>
              <a:cxnLst/>
              <a:rect l="l" t="t" r="r" b="b"/>
              <a:pathLst>
                <a:path w="3430" h="4335" extrusionOk="0">
                  <a:moveTo>
                    <a:pt x="3156" y="1"/>
                  </a:moveTo>
                  <a:lnTo>
                    <a:pt x="1" y="4168"/>
                  </a:lnTo>
                  <a:cubicBezTo>
                    <a:pt x="84" y="4204"/>
                    <a:pt x="156" y="4263"/>
                    <a:pt x="203" y="4335"/>
                  </a:cubicBezTo>
                  <a:lnTo>
                    <a:pt x="3430" y="72"/>
                  </a:lnTo>
                  <a:lnTo>
                    <a:pt x="3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0" name="Google Shape;20780;p156"/>
            <p:cNvSpPr/>
            <p:nvPr/>
          </p:nvSpPr>
          <p:spPr>
            <a:xfrm>
              <a:off x="3361425" y="1699450"/>
              <a:ext cx="240225" cy="42875"/>
            </a:xfrm>
            <a:custGeom>
              <a:avLst/>
              <a:gdLst/>
              <a:ahLst/>
              <a:cxnLst/>
              <a:rect l="l" t="t" r="r" b="b"/>
              <a:pathLst>
                <a:path w="9609" h="1715" extrusionOk="0">
                  <a:moveTo>
                    <a:pt x="9609" y="0"/>
                  </a:moveTo>
                  <a:lnTo>
                    <a:pt x="12" y="1429"/>
                  </a:lnTo>
                  <a:cubicBezTo>
                    <a:pt x="60" y="1524"/>
                    <a:pt x="72" y="1584"/>
                    <a:pt x="36" y="1643"/>
                  </a:cubicBezTo>
                  <a:cubicBezTo>
                    <a:pt x="24" y="1667"/>
                    <a:pt x="12" y="1703"/>
                    <a:pt x="0" y="1715"/>
                  </a:cubicBezTo>
                  <a:lnTo>
                    <a:pt x="9609" y="274"/>
                  </a:lnTo>
                  <a:lnTo>
                    <a:pt x="960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1" name="Google Shape;20781;p156"/>
            <p:cNvSpPr/>
            <p:nvPr/>
          </p:nvSpPr>
          <p:spPr>
            <a:xfrm>
              <a:off x="3354575" y="1742600"/>
              <a:ext cx="9250" cy="139925"/>
            </a:xfrm>
            <a:custGeom>
              <a:avLst/>
              <a:gdLst/>
              <a:ahLst/>
              <a:cxnLst/>
              <a:rect l="l" t="t" r="r" b="b"/>
              <a:pathLst>
                <a:path w="370" h="5597" extrusionOk="0">
                  <a:moveTo>
                    <a:pt x="274" y="1"/>
                  </a:moveTo>
                  <a:cubicBezTo>
                    <a:pt x="231" y="44"/>
                    <a:pt x="175" y="75"/>
                    <a:pt x="116" y="75"/>
                  </a:cubicBezTo>
                  <a:cubicBezTo>
                    <a:pt x="94" y="75"/>
                    <a:pt x="71" y="70"/>
                    <a:pt x="48" y="60"/>
                  </a:cubicBezTo>
                  <a:cubicBezTo>
                    <a:pt x="36" y="60"/>
                    <a:pt x="12" y="48"/>
                    <a:pt x="0" y="48"/>
                  </a:cubicBezTo>
                  <a:lnTo>
                    <a:pt x="108" y="5597"/>
                  </a:lnTo>
                  <a:cubicBezTo>
                    <a:pt x="171" y="5560"/>
                    <a:pt x="242" y="5545"/>
                    <a:pt x="309" y="5545"/>
                  </a:cubicBezTo>
                  <a:cubicBezTo>
                    <a:pt x="330" y="5545"/>
                    <a:pt x="350" y="5546"/>
                    <a:pt x="370" y="5549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2" name="Google Shape;20782;p156"/>
            <p:cNvSpPr/>
            <p:nvPr/>
          </p:nvSpPr>
          <p:spPr>
            <a:xfrm>
              <a:off x="3468575" y="1948000"/>
              <a:ext cx="133075" cy="136625"/>
            </a:xfrm>
            <a:custGeom>
              <a:avLst/>
              <a:gdLst/>
              <a:ahLst/>
              <a:cxnLst/>
              <a:rect l="l" t="t" r="r" b="b"/>
              <a:pathLst>
                <a:path w="5323" h="5465" extrusionOk="0">
                  <a:moveTo>
                    <a:pt x="5323" y="0"/>
                  </a:moveTo>
                  <a:lnTo>
                    <a:pt x="1" y="5298"/>
                  </a:lnTo>
                  <a:cubicBezTo>
                    <a:pt x="72" y="5334"/>
                    <a:pt x="132" y="5370"/>
                    <a:pt x="155" y="5453"/>
                  </a:cubicBezTo>
                  <a:cubicBezTo>
                    <a:pt x="179" y="5453"/>
                    <a:pt x="203" y="5453"/>
                    <a:pt x="215" y="5465"/>
                  </a:cubicBezTo>
                  <a:lnTo>
                    <a:pt x="5323" y="369"/>
                  </a:lnTo>
                  <a:lnTo>
                    <a:pt x="532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3" name="Google Shape;20783;p156"/>
            <p:cNvSpPr/>
            <p:nvPr/>
          </p:nvSpPr>
          <p:spPr>
            <a:xfrm>
              <a:off x="3371850" y="1888750"/>
              <a:ext cx="229800" cy="29200"/>
            </a:xfrm>
            <a:custGeom>
              <a:avLst/>
              <a:gdLst/>
              <a:ahLst/>
              <a:cxnLst/>
              <a:rect l="l" t="t" r="r" b="b"/>
              <a:pathLst>
                <a:path w="9192" h="1168" extrusionOk="0">
                  <a:moveTo>
                    <a:pt x="12" y="1"/>
                  </a:moveTo>
                  <a:cubicBezTo>
                    <a:pt x="24" y="84"/>
                    <a:pt x="24" y="167"/>
                    <a:pt x="0" y="263"/>
                  </a:cubicBezTo>
                  <a:lnTo>
                    <a:pt x="9192" y="1168"/>
                  </a:lnTo>
                  <a:lnTo>
                    <a:pt x="9192" y="89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4" name="Google Shape;20784;p156"/>
            <p:cNvSpPr/>
            <p:nvPr/>
          </p:nvSpPr>
          <p:spPr>
            <a:xfrm>
              <a:off x="3233425" y="1875350"/>
              <a:ext cx="119375" cy="17900"/>
            </a:xfrm>
            <a:custGeom>
              <a:avLst/>
              <a:gdLst/>
              <a:ahLst/>
              <a:cxnLst/>
              <a:rect l="l" t="t" r="r" b="b"/>
              <a:pathLst>
                <a:path w="4775" h="716" extrusionOk="0">
                  <a:moveTo>
                    <a:pt x="36" y="1"/>
                  </a:moveTo>
                  <a:cubicBezTo>
                    <a:pt x="36" y="84"/>
                    <a:pt x="24" y="156"/>
                    <a:pt x="13" y="215"/>
                  </a:cubicBezTo>
                  <a:cubicBezTo>
                    <a:pt x="13" y="227"/>
                    <a:pt x="1" y="239"/>
                    <a:pt x="1" y="263"/>
                  </a:cubicBezTo>
                  <a:lnTo>
                    <a:pt x="4727" y="715"/>
                  </a:lnTo>
                  <a:cubicBezTo>
                    <a:pt x="4715" y="656"/>
                    <a:pt x="4727" y="584"/>
                    <a:pt x="4739" y="525"/>
                  </a:cubicBezTo>
                  <a:cubicBezTo>
                    <a:pt x="4763" y="501"/>
                    <a:pt x="4763" y="477"/>
                    <a:pt x="4775" y="465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5" name="Google Shape;20785;p156"/>
            <p:cNvSpPr/>
            <p:nvPr/>
          </p:nvSpPr>
          <p:spPr>
            <a:xfrm>
              <a:off x="3357850" y="1901550"/>
              <a:ext cx="10150" cy="91100"/>
            </a:xfrm>
            <a:custGeom>
              <a:avLst/>
              <a:gdLst/>
              <a:ahLst/>
              <a:cxnLst/>
              <a:rect l="l" t="t" r="r" b="b"/>
              <a:pathLst>
                <a:path w="406" h="3644" extrusionOk="0">
                  <a:moveTo>
                    <a:pt x="0" y="1"/>
                  </a:moveTo>
                  <a:lnTo>
                    <a:pt x="143" y="3620"/>
                  </a:lnTo>
                  <a:cubicBezTo>
                    <a:pt x="175" y="3609"/>
                    <a:pt x="208" y="3604"/>
                    <a:pt x="242" y="3604"/>
                  </a:cubicBezTo>
                  <a:cubicBezTo>
                    <a:pt x="284" y="3604"/>
                    <a:pt x="329" y="3612"/>
                    <a:pt x="381" y="3632"/>
                  </a:cubicBezTo>
                  <a:cubicBezTo>
                    <a:pt x="393" y="3632"/>
                    <a:pt x="393" y="3644"/>
                    <a:pt x="405" y="3644"/>
                  </a:cubicBezTo>
                  <a:lnTo>
                    <a:pt x="274" y="24"/>
                  </a:lnTo>
                  <a:cubicBezTo>
                    <a:pt x="242" y="35"/>
                    <a:pt x="205" y="41"/>
                    <a:pt x="168" y="41"/>
                  </a:cubicBezTo>
                  <a:cubicBezTo>
                    <a:pt x="122" y="41"/>
                    <a:pt x="75" y="32"/>
                    <a:pt x="36" y="13"/>
                  </a:cubicBezTo>
                  <a:cubicBezTo>
                    <a:pt x="24" y="13"/>
                    <a:pt x="24" y="13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6" name="Google Shape;20786;p156"/>
            <p:cNvSpPr/>
            <p:nvPr/>
          </p:nvSpPr>
          <p:spPr>
            <a:xfrm>
              <a:off x="3391475" y="2086400"/>
              <a:ext cx="73250" cy="83675"/>
            </a:xfrm>
            <a:custGeom>
              <a:avLst/>
              <a:gdLst/>
              <a:ahLst/>
              <a:cxnLst/>
              <a:rect l="l" t="t" r="r" b="b"/>
              <a:pathLst>
                <a:path w="2930" h="3347" extrusionOk="0">
                  <a:moveTo>
                    <a:pt x="2763" y="0"/>
                  </a:moveTo>
                  <a:lnTo>
                    <a:pt x="1" y="3191"/>
                  </a:lnTo>
                  <a:cubicBezTo>
                    <a:pt x="72" y="3227"/>
                    <a:pt x="144" y="3287"/>
                    <a:pt x="203" y="3346"/>
                  </a:cubicBezTo>
                  <a:lnTo>
                    <a:pt x="2930" y="227"/>
                  </a:lnTo>
                  <a:cubicBezTo>
                    <a:pt x="2846" y="191"/>
                    <a:pt x="2763" y="108"/>
                    <a:pt x="276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7" name="Google Shape;20787;p156"/>
            <p:cNvSpPr/>
            <p:nvPr/>
          </p:nvSpPr>
          <p:spPr>
            <a:xfrm>
              <a:off x="3226875" y="1884000"/>
              <a:ext cx="132200" cy="113425"/>
            </a:xfrm>
            <a:custGeom>
              <a:avLst/>
              <a:gdLst/>
              <a:ahLst/>
              <a:cxnLst/>
              <a:rect l="l" t="t" r="r" b="b"/>
              <a:pathLst>
                <a:path w="5288" h="4537" extrusionOk="0">
                  <a:moveTo>
                    <a:pt x="191" y="0"/>
                  </a:moveTo>
                  <a:cubicBezTo>
                    <a:pt x="155" y="72"/>
                    <a:pt x="84" y="131"/>
                    <a:pt x="1" y="191"/>
                  </a:cubicBezTo>
                  <a:lnTo>
                    <a:pt x="5097" y="4536"/>
                  </a:lnTo>
                  <a:cubicBezTo>
                    <a:pt x="5156" y="4453"/>
                    <a:pt x="5216" y="4394"/>
                    <a:pt x="5287" y="4346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8" name="Google Shape;20788;p156"/>
            <p:cNvSpPr/>
            <p:nvPr/>
          </p:nvSpPr>
          <p:spPr>
            <a:xfrm>
              <a:off x="3370650" y="2004850"/>
              <a:ext cx="95275" cy="79500"/>
            </a:xfrm>
            <a:custGeom>
              <a:avLst/>
              <a:gdLst/>
              <a:ahLst/>
              <a:cxnLst/>
              <a:rect l="l" t="t" r="r" b="b"/>
              <a:pathLst>
                <a:path w="3811" h="3180" extrusionOk="0">
                  <a:moveTo>
                    <a:pt x="131" y="0"/>
                  </a:moveTo>
                  <a:lnTo>
                    <a:pt x="131" y="24"/>
                  </a:lnTo>
                  <a:cubicBezTo>
                    <a:pt x="96" y="107"/>
                    <a:pt x="60" y="167"/>
                    <a:pt x="0" y="226"/>
                  </a:cubicBezTo>
                  <a:lnTo>
                    <a:pt x="3620" y="3179"/>
                  </a:lnTo>
                  <a:cubicBezTo>
                    <a:pt x="3644" y="3084"/>
                    <a:pt x="3715" y="3024"/>
                    <a:pt x="3810" y="3012"/>
                  </a:cubicBezTo>
                  <a:lnTo>
                    <a:pt x="13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9" name="Google Shape;20789;p156"/>
            <p:cNvSpPr/>
            <p:nvPr/>
          </p:nvSpPr>
          <p:spPr>
            <a:xfrm>
              <a:off x="3470950" y="2084325"/>
              <a:ext cx="130700" cy="76500"/>
            </a:xfrm>
            <a:custGeom>
              <a:avLst/>
              <a:gdLst/>
              <a:ahLst/>
              <a:cxnLst/>
              <a:rect l="l" t="t" r="r" b="b"/>
              <a:pathLst>
                <a:path w="5228" h="3060" extrusionOk="0">
                  <a:moveTo>
                    <a:pt x="60" y="0"/>
                  </a:moveTo>
                  <a:cubicBezTo>
                    <a:pt x="84" y="36"/>
                    <a:pt x="84" y="95"/>
                    <a:pt x="60" y="155"/>
                  </a:cubicBezTo>
                  <a:cubicBezTo>
                    <a:pt x="48" y="191"/>
                    <a:pt x="37" y="238"/>
                    <a:pt x="1" y="250"/>
                  </a:cubicBezTo>
                  <a:lnTo>
                    <a:pt x="5228" y="3060"/>
                  </a:lnTo>
                  <a:lnTo>
                    <a:pt x="5228" y="2762"/>
                  </a:lnTo>
                  <a:lnTo>
                    <a:pt x="120" y="12"/>
                  </a:lnTo>
                  <a:cubicBezTo>
                    <a:pt x="108" y="0"/>
                    <a:pt x="96" y="0"/>
                    <a:pt x="6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0" name="Google Shape;20790;p156"/>
            <p:cNvSpPr/>
            <p:nvPr/>
          </p:nvSpPr>
          <p:spPr>
            <a:xfrm>
              <a:off x="3403100" y="2193850"/>
              <a:ext cx="198550" cy="56575"/>
            </a:xfrm>
            <a:custGeom>
              <a:avLst/>
              <a:gdLst/>
              <a:ahLst/>
              <a:cxnLst/>
              <a:rect l="l" t="t" r="r" b="b"/>
              <a:pathLst>
                <a:path w="7942" h="2263" extrusionOk="0">
                  <a:moveTo>
                    <a:pt x="60" y="1"/>
                  </a:moveTo>
                  <a:cubicBezTo>
                    <a:pt x="36" y="96"/>
                    <a:pt x="24" y="167"/>
                    <a:pt x="0" y="263"/>
                  </a:cubicBezTo>
                  <a:lnTo>
                    <a:pt x="6489" y="1894"/>
                  </a:lnTo>
                  <a:lnTo>
                    <a:pt x="6763" y="1965"/>
                  </a:lnTo>
                  <a:lnTo>
                    <a:pt x="7942" y="2263"/>
                  </a:lnTo>
                  <a:lnTo>
                    <a:pt x="7942" y="2001"/>
                  </a:lnTo>
                  <a:lnTo>
                    <a:pt x="6942" y="1751"/>
                  </a:lnTo>
                  <a:lnTo>
                    <a:pt x="6668" y="1667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1" name="Google Shape;20791;p156"/>
            <p:cNvSpPr/>
            <p:nvPr/>
          </p:nvSpPr>
          <p:spPr>
            <a:xfrm>
              <a:off x="3388800" y="2213200"/>
              <a:ext cx="90825" cy="135150"/>
            </a:xfrm>
            <a:custGeom>
              <a:avLst/>
              <a:gdLst/>
              <a:ahLst/>
              <a:cxnLst/>
              <a:rect l="l" t="t" r="r" b="b"/>
              <a:pathLst>
                <a:path w="3633" h="5406" extrusionOk="0">
                  <a:moveTo>
                    <a:pt x="227" y="0"/>
                  </a:moveTo>
                  <a:cubicBezTo>
                    <a:pt x="155" y="60"/>
                    <a:pt x="96" y="108"/>
                    <a:pt x="1" y="155"/>
                  </a:cubicBezTo>
                  <a:lnTo>
                    <a:pt x="3406" y="5406"/>
                  </a:lnTo>
                  <a:cubicBezTo>
                    <a:pt x="3465" y="5346"/>
                    <a:pt x="3549" y="5299"/>
                    <a:pt x="3632" y="5275"/>
                  </a:cubicBez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2" name="Google Shape;20792;p156"/>
            <p:cNvSpPr/>
            <p:nvPr/>
          </p:nvSpPr>
          <p:spPr>
            <a:xfrm>
              <a:off x="3534650" y="2440025"/>
              <a:ext cx="66700" cy="103600"/>
            </a:xfrm>
            <a:custGeom>
              <a:avLst/>
              <a:gdLst/>
              <a:ahLst/>
              <a:cxnLst/>
              <a:rect l="l" t="t" r="r" b="b"/>
              <a:pathLst>
                <a:path w="2668" h="4144" extrusionOk="0">
                  <a:moveTo>
                    <a:pt x="120" y="0"/>
                  </a:moveTo>
                  <a:lnTo>
                    <a:pt x="1" y="71"/>
                  </a:lnTo>
                  <a:lnTo>
                    <a:pt x="2668" y="4143"/>
                  </a:lnTo>
                  <a:lnTo>
                    <a:pt x="2668" y="3667"/>
                  </a:lnTo>
                  <a:lnTo>
                    <a:pt x="453" y="298"/>
                  </a:lnTo>
                  <a:cubicBezTo>
                    <a:pt x="429" y="304"/>
                    <a:pt x="403" y="307"/>
                    <a:pt x="374" y="307"/>
                  </a:cubicBezTo>
                  <a:cubicBezTo>
                    <a:pt x="346" y="307"/>
                    <a:pt x="316" y="304"/>
                    <a:pt x="286" y="298"/>
                  </a:cubicBezTo>
                  <a:cubicBezTo>
                    <a:pt x="167" y="250"/>
                    <a:pt x="96" y="131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3" name="Google Shape;20793;p156"/>
            <p:cNvSpPr/>
            <p:nvPr/>
          </p:nvSpPr>
          <p:spPr>
            <a:xfrm>
              <a:off x="3484950" y="2361725"/>
              <a:ext cx="52100" cy="74450"/>
            </a:xfrm>
            <a:custGeom>
              <a:avLst/>
              <a:gdLst/>
              <a:ahLst/>
              <a:cxnLst/>
              <a:rect l="l" t="t" r="r" b="b"/>
              <a:pathLst>
                <a:path w="2084" h="2978" extrusionOk="0">
                  <a:moveTo>
                    <a:pt x="239" y="1"/>
                  </a:moveTo>
                  <a:cubicBezTo>
                    <a:pt x="155" y="72"/>
                    <a:pt x="84" y="132"/>
                    <a:pt x="0" y="155"/>
                  </a:cubicBezTo>
                  <a:lnTo>
                    <a:pt x="1858" y="2977"/>
                  </a:lnTo>
                  <a:lnTo>
                    <a:pt x="2084" y="283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4" name="Google Shape;20794;p156"/>
            <p:cNvSpPr/>
            <p:nvPr/>
          </p:nvSpPr>
          <p:spPr>
            <a:xfrm>
              <a:off x="3359925" y="2364100"/>
              <a:ext cx="122675" cy="183700"/>
            </a:xfrm>
            <a:custGeom>
              <a:avLst/>
              <a:gdLst/>
              <a:ahLst/>
              <a:cxnLst/>
              <a:rect l="l" t="t" r="r" b="b"/>
              <a:pathLst>
                <a:path w="4907" h="7348" extrusionOk="0">
                  <a:moveTo>
                    <a:pt x="4656" y="1"/>
                  </a:moveTo>
                  <a:lnTo>
                    <a:pt x="1" y="7347"/>
                  </a:lnTo>
                  <a:lnTo>
                    <a:pt x="537" y="7002"/>
                  </a:lnTo>
                  <a:lnTo>
                    <a:pt x="4894" y="120"/>
                  </a:lnTo>
                  <a:cubicBezTo>
                    <a:pt x="4906" y="96"/>
                    <a:pt x="4906" y="84"/>
                    <a:pt x="4906" y="72"/>
                  </a:cubicBezTo>
                  <a:cubicBezTo>
                    <a:pt x="4859" y="72"/>
                    <a:pt x="4823" y="72"/>
                    <a:pt x="4775" y="60"/>
                  </a:cubicBezTo>
                  <a:cubicBezTo>
                    <a:pt x="4728" y="37"/>
                    <a:pt x="4704" y="25"/>
                    <a:pt x="465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5" name="Google Shape;20795;p156"/>
            <p:cNvSpPr/>
            <p:nvPr/>
          </p:nvSpPr>
          <p:spPr>
            <a:xfrm>
              <a:off x="3403975" y="2657300"/>
              <a:ext cx="46175" cy="92900"/>
            </a:xfrm>
            <a:custGeom>
              <a:avLst/>
              <a:gdLst/>
              <a:ahLst/>
              <a:cxnLst/>
              <a:rect l="l" t="t" r="r" b="b"/>
              <a:pathLst>
                <a:path w="1847" h="3716" extrusionOk="0">
                  <a:moveTo>
                    <a:pt x="275" y="1"/>
                  </a:moveTo>
                  <a:lnTo>
                    <a:pt x="1" y="36"/>
                  </a:lnTo>
                  <a:lnTo>
                    <a:pt x="1549" y="3691"/>
                  </a:lnTo>
                  <a:cubicBezTo>
                    <a:pt x="1593" y="3665"/>
                    <a:pt x="1651" y="3651"/>
                    <a:pt x="1708" y="3651"/>
                  </a:cubicBezTo>
                  <a:cubicBezTo>
                    <a:pt x="1727" y="3651"/>
                    <a:pt x="1745" y="3653"/>
                    <a:pt x="1763" y="3656"/>
                  </a:cubicBezTo>
                  <a:cubicBezTo>
                    <a:pt x="1799" y="3668"/>
                    <a:pt x="1834" y="3691"/>
                    <a:pt x="1846" y="3715"/>
                  </a:cubicBezTo>
                  <a:lnTo>
                    <a:pt x="27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6" name="Google Shape;20796;p156"/>
            <p:cNvSpPr/>
            <p:nvPr/>
          </p:nvSpPr>
          <p:spPr>
            <a:xfrm>
              <a:off x="3447750" y="2756725"/>
              <a:ext cx="63125" cy="139325"/>
            </a:xfrm>
            <a:custGeom>
              <a:avLst/>
              <a:gdLst/>
              <a:ahLst/>
              <a:cxnLst/>
              <a:rect l="l" t="t" r="r" b="b"/>
              <a:pathLst>
                <a:path w="2525" h="5573" extrusionOk="0">
                  <a:moveTo>
                    <a:pt x="214" y="0"/>
                  </a:moveTo>
                  <a:lnTo>
                    <a:pt x="119" y="84"/>
                  </a:lnTo>
                  <a:cubicBezTo>
                    <a:pt x="95" y="107"/>
                    <a:pt x="72" y="131"/>
                    <a:pt x="36" y="143"/>
                  </a:cubicBezTo>
                  <a:lnTo>
                    <a:pt x="0" y="167"/>
                  </a:lnTo>
                  <a:lnTo>
                    <a:pt x="2286" y="5572"/>
                  </a:lnTo>
                  <a:cubicBezTo>
                    <a:pt x="2358" y="5513"/>
                    <a:pt x="2441" y="5477"/>
                    <a:pt x="2524" y="5465"/>
                  </a:cubicBezTo>
                  <a:lnTo>
                    <a:pt x="21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7" name="Google Shape;20797;p156"/>
            <p:cNvSpPr/>
            <p:nvPr/>
          </p:nvSpPr>
          <p:spPr>
            <a:xfrm>
              <a:off x="3360525" y="2551625"/>
              <a:ext cx="47650" cy="100650"/>
            </a:xfrm>
            <a:custGeom>
              <a:avLst/>
              <a:gdLst/>
              <a:ahLst/>
              <a:cxnLst/>
              <a:rect l="l" t="t" r="r" b="b"/>
              <a:pathLst>
                <a:path w="1906" h="4026" extrusionOk="0">
                  <a:moveTo>
                    <a:pt x="227" y="1"/>
                  </a:moveTo>
                  <a:lnTo>
                    <a:pt x="1" y="144"/>
                  </a:lnTo>
                  <a:lnTo>
                    <a:pt x="1644" y="4025"/>
                  </a:lnTo>
                  <a:lnTo>
                    <a:pt x="1906" y="3989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8" name="Google Shape;20798;p156"/>
            <p:cNvSpPr/>
            <p:nvPr/>
          </p:nvSpPr>
          <p:spPr>
            <a:xfrm>
              <a:off x="3125375" y="2390600"/>
              <a:ext cx="476275" cy="313150"/>
            </a:xfrm>
            <a:custGeom>
              <a:avLst/>
              <a:gdLst/>
              <a:ahLst/>
              <a:cxnLst/>
              <a:rect l="l" t="t" r="r" b="b"/>
              <a:pathLst>
                <a:path w="19051" h="12526" extrusionOk="0">
                  <a:moveTo>
                    <a:pt x="19051" y="1"/>
                  </a:moveTo>
                  <a:lnTo>
                    <a:pt x="16455" y="1691"/>
                  </a:lnTo>
                  <a:lnTo>
                    <a:pt x="16241" y="1834"/>
                  </a:lnTo>
                  <a:lnTo>
                    <a:pt x="9907" y="5942"/>
                  </a:lnTo>
                  <a:lnTo>
                    <a:pt x="9371" y="6287"/>
                  </a:lnTo>
                  <a:lnTo>
                    <a:pt x="1" y="12395"/>
                  </a:lnTo>
                  <a:cubicBezTo>
                    <a:pt x="48" y="12431"/>
                    <a:pt x="72" y="12478"/>
                    <a:pt x="108" y="12526"/>
                  </a:cubicBezTo>
                  <a:lnTo>
                    <a:pt x="358" y="12478"/>
                  </a:lnTo>
                  <a:lnTo>
                    <a:pt x="9407" y="6597"/>
                  </a:lnTo>
                  <a:lnTo>
                    <a:pt x="9633" y="6454"/>
                  </a:lnTo>
                  <a:lnTo>
                    <a:pt x="16384" y="2060"/>
                  </a:lnTo>
                  <a:lnTo>
                    <a:pt x="16503" y="1989"/>
                  </a:lnTo>
                  <a:lnTo>
                    <a:pt x="16503" y="1977"/>
                  </a:lnTo>
                  <a:cubicBezTo>
                    <a:pt x="16533" y="1877"/>
                    <a:pt x="16622" y="1802"/>
                    <a:pt x="16720" y="1802"/>
                  </a:cubicBezTo>
                  <a:cubicBezTo>
                    <a:pt x="16739" y="1802"/>
                    <a:pt x="16758" y="1805"/>
                    <a:pt x="16777" y="1810"/>
                  </a:cubicBezTo>
                  <a:lnTo>
                    <a:pt x="19051" y="322"/>
                  </a:lnTo>
                  <a:lnTo>
                    <a:pt x="1905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9" name="Google Shape;20799;p156"/>
            <p:cNvSpPr/>
            <p:nvPr/>
          </p:nvSpPr>
          <p:spPr>
            <a:xfrm>
              <a:off x="3128050" y="2615625"/>
              <a:ext cx="473900" cy="94675"/>
            </a:xfrm>
            <a:custGeom>
              <a:avLst/>
              <a:gdLst/>
              <a:ahLst/>
              <a:cxnLst/>
              <a:rect l="l" t="t" r="r" b="b"/>
              <a:pathLst>
                <a:path w="18956" h="3787" extrusionOk="0">
                  <a:moveTo>
                    <a:pt x="18956" y="1"/>
                  </a:moveTo>
                  <a:lnTo>
                    <a:pt x="11216" y="1441"/>
                  </a:lnTo>
                  <a:lnTo>
                    <a:pt x="10955" y="1489"/>
                  </a:lnTo>
                  <a:lnTo>
                    <a:pt x="251" y="3477"/>
                  </a:lnTo>
                  <a:lnTo>
                    <a:pt x="1" y="3525"/>
                  </a:lnTo>
                  <a:cubicBezTo>
                    <a:pt x="25" y="3596"/>
                    <a:pt x="37" y="3704"/>
                    <a:pt x="25" y="3787"/>
                  </a:cubicBezTo>
                  <a:lnTo>
                    <a:pt x="11062" y="1739"/>
                  </a:lnTo>
                  <a:lnTo>
                    <a:pt x="11324" y="1691"/>
                  </a:lnTo>
                  <a:lnTo>
                    <a:pt x="18956" y="263"/>
                  </a:lnTo>
                  <a:lnTo>
                    <a:pt x="189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0" name="Google Shape;20800;p156"/>
            <p:cNvSpPr/>
            <p:nvPr/>
          </p:nvSpPr>
          <p:spPr>
            <a:xfrm>
              <a:off x="3117650" y="2716825"/>
              <a:ext cx="74725" cy="262575"/>
            </a:xfrm>
            <a:custGeom>
              <a:avLst/>
              <a:gdLst/>
              <a:ahLst/>
              <a:cxnLst/>
              <a:rect l="l" t="t" r="r" b="b"/>
              <a:pathLst>
                <a:path w="2989" h="10503" extrusionOk="0">
                  <a:moveTo>
                    <a:pt x="250" y="1"/>
                  </a:moveTo>
                  <a:cubicBezTo>
                    <a:pt x="188" y="32"/>
                    <a:pt x="109" y="63"/>
                    <a:pt x="34" y="63"/>
                  </a:cubicBezTo>
                  <a:cubicBezTo>
                    <a:pt x="23" y="63"/>
                    <a:pt x="11" y="62"/>
                    <a:pt x="0" y="60"/>
                  </a:cubicBezTo>
                  <a:lnTo>
                    <a:pt x="0" y="60"/>
                  </a:lnTo>
                  <a:lnTo>
                    <a:pt x="2739" y="10502"/>
                  </a:lnTo>
                  <a:cubicBezTo>
                    <a:pt x="2810" y="10454"/>
                    <a:pt x="2905" y="10431"/>
                    <a:pt x="2989" y="10419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1" name="Google Shape;20801;p156"/>
            <p:cNvSpPr/>
            <p:nvPr/>
          </p:nvSpPr>
          <p:spPr>
            <a:xfrm>
              <a:off x="3207525" y="2947525"/>
              <a:ext cx="153325" cy="44675"/>
            </a:xfrm>
            <a:custGeom>
              <a:avLst/>
              <a:gdLst/>
              <a:ahLst/>
              <a:cxnLst/>
              <a:rect l="l" t="t" r="r" b="b"/>
              <a:pathLst>
                <a:path w="6133" h="1787" extrusionOk="0">
                  <a:moveTo>
                    <a:pt x="5859" y="0"/>
                  </a:moveTo>
                  <a:lnTo>
                    <a:pt x="1" y="1524"/>
                  </a:lnTo>
                  <a:cubicBezTo>
                    <a:pt x="48" y="1607"/>
                    <a:pt x="60" y="1691"/>
                    <a:pt x="60" y="1786"/>
                  </a:cubicBezTo>
                  <a:lnTo>
                    <a:pt x="6132" y="191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2" name="Google Shape;20802;p156"/>
            <p:cNvSpPr/>
            <p:nvPr/>
          </p:nvSpPr>
          <p:spPr>
            <a:xfrm>
              <a:off x="3362025" y="2909125"/>
              <a:ext cx="138425" cy="40800"/>
            </a:xfrm>
            <a:custGeom>
              <a:avLst/>
              <a:gdLst/>
              <a:ahLst/>
              <a:cxnLst/>
              <a:rect l="l" t="t" r="r" b="b"/>
              <a:pathLst>
                <a:path w="5537" h="1632" extrusionOk="0">
                  <a:moveTo>
                    <a:pt x="5465" y="0"/>
                  </a:moveTo>
                  <a:lnTo>
                    <a:pt x="0" y="1429"/>
                  </a:lnTo>
                  <a:lnTo>
                    <a:pt x="286" y="1631"/>
                  </a:lnTo>
                  <a:lnTo>
                    <a:pt x="5489" y="262"/>
                  </a:lnTo>
                  <a:lnTo>
                    <a:pt x="5537" y="238"/>
                  </a:lnTo>
                  <a:cubicBezTo>
                    <a:pt x="5489" y="155"/>
                    <a:pt x="5477" y="84"/>
                    <a:pt x="546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3" name="Google Shape;20803;p156"/>
            <p:cNvSpPr/>
            <p:nvPr/>
          </p:nvSpPr>
          <p:spPr>
            <a:xfrm>
              <a:off x="3281950" y="2758200"/>
              <a:ext cx="167000" cy="126825"/>
            </a:xfrm>
            <a:custGeom>
              <a:avLst/>
              <a:gdLst/>
              <a:ahLst/>
              <a:cxnLst/>
              <a:rect l="l" t="t" r="r" b="b"/>
              <a:pathLst>
                <a:path w="6680" h="5073" extrusionOk="0">
                  <a:moveTo>
                    <a:pt x="6370" y="1"/>
                  </a:moveTo>
                  <a:lnTo>
                    <a:pt x="2965" y="2608"/>
                  </a:lnTo>
                  <a:cubicBezTo>
                    <a:pt x="2977" y="2656"/>
                    <a:pt x="3001" y="2727"/>
                    <a:pt x="2965" y="2787"/>
                  </a:cubicBezTo>
                  <a:cubicBezTo>
                    <a:pt x="2927" y="2900"/>
                    <a:pt x="2837" y="2968"/>
                    <a:pt x="2737" y="2968"/>
                  </a:cubicBezTo>
                  <a:cubicBezTo>
                    <a:pt x="2710" y="2968"/>
                    <a:pt x="2683" y="2963"/>
                    <a:pt x="2655" y="2954"/>
                  </a:cubicBezTo>
                  <a:cubicBezTo>
                    <a:pt x="2608" y="2942"/>
                    <a:pt x="2584" y="2930"/>
                    <a:pt x="2560" y="2894"/>
                  </a:cubicBezTo>
                  <a:lnTo>
                    <a:pt x="0" y="4859"/>
                  </a:lnTo>
                  <a:cubicBezTo>
                    <a:pt x="72" y="4906"/>
                    <a:pt x="131" y="4978"/>
                    <a:pt x="179" y="5073"/>
                  </a:cubicBezTo>
                  <a:lnTo>
                    <a:pt x="6644" y="132"/>
                  </a:lnTo>
                  <a:lnTo>
                    <a:pt x="6680" y="96"/>
                  </a:lnTo>
                  <a:lnTo>
                    <a:pt x="6680" y="96"/>
                  </a:lnTo>
                  <a:cubicBezTo>
                    <a:pt x="6647" y="116"/>
                    <a:pt x="6618" y="125"/>
                    <a:pt x="6586" y="125"/>
                  </a:cubicBezTo>
                  <a:cubicBezTo>
                    <a:pt x="6561" y="125"/>
                    <a:pt x="6533" y="119"/>
                    <a:pt x="6501" y="108"/>
                  </a:cubicBezTo>
                  <a:cubicBezTo>
                    <a:pt x="6442" y="96"/>
                    <a:pt x="6406" y="48"/>
                    <a:pt x="637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4" name="Google Shape;20804;p156"/>
            <p:cNvSpPr/>
            <p:nvPr/>
          </p:nvSpPr>
          <p:spPr>
            <a:xfrm>
              <a:off x="3450725" y="2635275"/>
              <a:ext cx="150925" cy="123850"/>
            </a:xfrm>
            <a:custGeom>
              <a:avLst/>
              <a:gdLst/>
              <a:ahLst/>
              <a:cxnLst/>
              <a:rect l="l" t="t" r="r" b="b"/>
              <a:pathLst>
                <a:path w="6037" h="4954" extrusionOk="0">
                  <a:moveTo>
                    <a:pt x="6037" y="1"/>
                  </a:moveTo>
                  <a:lnTo>
                    <a:pt x="0" y="4632"/>
                  </a:lnTo>
                  <a:cubicBezTo>
                    <a:pt x="60" y="4668"/>
                    <a:pt x="72" y="4775"/>
                    <a:pt x="36" y="4870"/>
                  </a:cubicBezTo>
                  <a:lnTo>
                    <a:pt x="0" y="4953"/>
                  </a:lnTo>
                  <a:lnTo>
                    <a:pt x="0" y="4953"/>
                  </a:lnTo>
                  <a:lnTo>
                    <a:pt x="95" y="4882"/>
                  </a:lnTo>
                  <a:lnTo>
                    <a:pt x="6037" y="322"/>
                  </a:lnTo>
                  <a:lnTo>
                    <a:pt x="60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5" name="Google Shape;20805;p156"/>
            <p:cNvSpPr/>
            <p:nvPr/>
          </p:nvSpPr>
          <p:spPr>
            <a:xfrm>
              <a:off x="3516800" y="2698375"/>
              <a:ext cx="84850" cy="197675"/>
            </a:xfrm>
            <a:custGeom>
              <a:avLst/>
              <a:gdLst/>
              <a:ahLst/>
              <a:cxnLst/>
              <a:rect l="l" t="t" r="r" b="b"/>
              <a:pathLst>
                <a:path w="3394" h="7907" extrusionOk="0">
                  <a:moveTo>
                    <a:pt x="3394" y="1"/>
                  </a:moveTo>
                  <a:lnTo>
                    <a:pt x="0" y="7799"/>
                  </a:lnTo>
                  <a:cubicBezTo>
                    <a:pt x="12" y="7799"/>
                    <a:pt x="48" y="7811"/>
                    <a:pt x="60" y="7811"/>
                  </a:cubicBezTo>
                  <a:cubicBezTo>
                    <a:pt x="119" y="7835"/>
                    <a:pt x="179" y="7883"/>
                    <a:pt x="238" y="7906"/>
                  </a:cubicBezTo>
                  <a:lnTo>
                    <a:pt x="3394" y="667"/>
                  </a:lnTo>
                  <a:lnTo>
                    <a:pt x="33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6" name="Google Shape;20806;p156"/>
            <p:cNvSpPr/>
            <p:nvPr/>
          </p:nvSpPr>
          <p:spPr>
            <a:xfrm>
              <a:off x="3517700" y="2919250"/>
              <a:ext cx="83950" cy="148250"/>
            </a:xfrm>
            <a:custGeom>
              <a:avLst/>
              <a:gdLst/>
              <a:ahLst/>
              <a:cxnLst/>
              <a:rect l="l" t="t" r="r" b="b"/>
              <a:pathLst>
                <a:path w="3358" h="5930" extrusionOk="0">
                  <a:moveTo>
                    <a:pt x="238" y="0"/>
                  </a:moveTo>
                  <a:cubicBezTo>
                    <a:pt x="155" y="60"/>
                    <a:pt x="83" y="95"/>
                    <a:pt x="0" y="131"/>
                  </a:cubicBezTo>
                  <a:lnTo>
                    <a:pt x="3358" y="5929"/>
                  </a:lnTo>
                  <a:lnTo>
                    <a:pt x="3358" y="5394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7" name="Google Shape;20807;p156"/>
            <p:cNvSpPr/>
            <p:nvPr/>
          </p:nvSpPr>
          <p:spPr>
            <a:xfrm>
              <a:off x="3421550" y="2991875"/>
              <a:ext cx="180100" cy="133375"/>
            </a:xfrm>
            <a:custGeom>
              <a:avLst/>
              <a:gdLst/>
              <a:ahLst/>
              <a:cxnLst/>
              <a:rect l="l" t="t" r="r" b="b"/>
              <a:pathLst>
                <a:path w="7204" h="5335" extrusionOk="0">
                  <a:moveTo>
                    <a:pt x="250" y="0"/>
                  </a:moveTo>
                  <a:cubicBezTo>
                    <a:pt x="221" y="110"/>
                    <a:pt x="141" y="161"/>
                    <a:pt x="53" y="161"/>
                  </a:cubicBezTo>
                  <a:cubicBezTo>
                    <a:pt x="36" y="161"/>
                    <a:pt x="18" y="159"/>
                    <a:pt x="0" y="155"/>
                  </a:cubicBezTo>
                  <a:lnTo>
                    <a:pt x="0" y="155"/>
                  </a:lnTo>
                  <a:lnTo>
                    <a:pt x="7204" y="5334"/>
                  </a:lnTo>
                  <a:lnTo>
                    <a:pt x="7204" y="5001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8" name="Google Shape;20808;p156"/>
            <p:cNvSpPr/>
            <p:nvPr/>
          </p:nvSpPr>
          <p:spPr>
            <a:xfrm>
              <a:off x="3415600" y="2991275"/>
              <a:ext cx="1500" cy="1500"/>
            </a:xfrm>
            <a:custGeom>
              <a:avLst/>
              <a:gdLst/>
              <a:ahLst/>
              <a:cxnLst/>
              <a:rect l="l" t="t" r="r" b="b"/>
              <a:pathLst>
                <a:path w="60" h="60" extrusionOk="0">
                  <a:moveTo>
                    <a:pt x="48" y="0"/>
                  </a:moveTo>
                  <a:lnTo>
                    <a:pt x="0" y="12"/>
                  </a:lnTo>
                  <a:lnTo>
                    <a:pt x="60" y="60"/>
                  </a:lnTo>
                  <a:cubicBezTo>
                    <a:pt x="48" y="48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9" name="Google Shape;20809;p156"/>
            <p:cNvSpPr/>
            <p:nvPr/>
          </p:nvSpPr>
          <p:spPr>
            <a:xfrm>
              <a:off x="3283125" y="2890950"/>
              <a:ext cx="131900" cy="96475"/>
            </a:xfrm>
            <a:custGeom>
              <a:avLst/>
              <a:gdLst/>
              <a:ahLst/>
              <a:cxnLst/>
              <a:rect l="l" t="t" r="r" b="b"/>
              <a:pathLst>
                <a:path w="5276" h="3859" extrusionOk="0">
                  <a:moveTo>
                    <a:pt x="132" y="1"/>
                  </a:moveTo>
                  <a:cubicBezTo>
                    <a:pt x="132" y="13"/>
                    <a:pt x="132" y="25"/>
                    <a:pt x="120" y="37"/>
                  </a:cubicBezTo>
                  <a:cubicBezTo>
                    <a:pt x="96" y="108"/>
                    <a:pt x="60" y="168"/>
                    <a:pt x="1" y="227"/>
                  </a:cubicBezTo>
                  <a:lnTo>
                    <a:pt x="2811" y="2251"/>
                  </a:lnTo>
                  <a:lnTo>
                    <a:pt x="3097" y="2454"/>
                  </a:lnTo>
                  <a:lnTo>
                    <a:pt x="5061" y="3859"/>
                  </a:lnTo>
                  <a:lnTo>
                    <a:pt x="5275" y="3680"/>
                  </a:lnTo>
                  <a:lnTo>
                    <a:pt x="3430" y="2346"/>
                  </a:lnTo>
                  <a:lnTo>
                    <a:pt x="3156" y="2168"/>
                  </a:lnTo>
                  <a:lnTo>
                    <a:pt x="13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0" name="Google Shape;20810;p156"/>
            <p:cNvSpPr/>
            <p:nvPr/>
          </p:nvSpPr>
          <p:spPr>
            <a:xfrm>
              <a:off x="3303375" y="2915075"/>
              <a:ext cx="202425" cy="165525"/>
            </a:xfrm>
            <a:custGeom>
              <a:avLst/>
              <a:gdLst/>
              <a:ahLst/>
              <a:cxnLst/>
              <a:rect l="l" t="t" r="r" b="b"/>
              <a:pathLst>
                <a:path w="8097" h="6621" extrusionOk="0">
                  <a:moveTo>
                    <a:pt x="7883" y="0"/>
                  </a:moveTo>
                  <a:lnTo>
                    <a:pt x="7835" y="24"/>
                  </a:lnTo>
                  <a:lnTo>
                    <a:pt x="4489" y="2739"/>
                  </a:lnTo>
                  <a:lnTo>
                    <a:pt x="4287" y="2917"/>
                  </a:lnTo>
                  <a:lnTo>
                    <a:pt x="1" y="6370"/>
                  </a:lnTo>
                  <a:lnTo>
                    <a:pt x="84" y="6430"/>
                  </a:lnTo>
                  <a:lnTo>
                    <a:pt x="96" y="6442"/>
                  </a:lnTo>
                  <a:lnTo>
                    <a:pt x="120" y="6454"/>
                  </a:lnTo>
                  <a:lnTo>
                    <a:pt x="132" y="6477"/>
                  </a:lnTo>
                  <a:lnTo>
                    <a:pt x="132" y="6489"/>
                  </a:lnTo>
                  <a:lnTo>
                    <a:pt x="132" y="6501"/>
                  </a:lnTo>
                  <a:lnTo>
                    <a:pt x="132" y="6513"/>
                  </a:lnTo>
                  <a:lnTo>
                    <a:pt x="132" y="6549"/>
                  </a:lnTo>
                  <a:lnTo>
                    <a:pt x="143" y="6620"/>
                  </a:lnTo>
                  <a:lnTo>
                    <a:pt x="4525" y="3108"/>
                  </a:lnTo>
                  <a:lnTo>
                    <a:pt x="4549" y="3084"/>
                  </a:lnTo>
                  <a:cubicBezTo>
                    <a:pt x="4537" y="3036"/>
                    <a:pt x="4549" y="3001"/>
                    <a:pt x="4561" y="2965"/>
                  </a:cubicBezTo>
                  <a:cubicBezTo>
                    <a:pt x="4601" y="2865"/>
                    <a:pt x="4700" y="2790"/>
                    <a:pt x="4815" y="2790"/>
                  </a:cubicBezTo>
                  <a:cubicBezTo>
                    <a:pt x="4837" y="2790"/>
                    <a:pt x="4859" y="2793"/>
                    <a:pt x="4882" y="2798"/>
                  </a:cubicBezTo>
                  <a:cubicBezTo>
                    <a:pt x="4882" y="2798"/>
                    <a:pt x="4894" y="2798"/>
                    <a:pt x="4894" y="2810"/>
                  </a:cubicBezTo>
                  <a:lnTo>
                    <a:pt x="8097" y="238"/>
                  </a:lnTo>
                  <a:cubicBezTo>
                    <a:pt x="7990" y="143"/>
                    <a:pt x="7930" y="72"/>
                    <a:pt x="788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1" name="Google Shape;20811;p156"/>
            <p:cNvSpPr/>
            <p:nvPr/>
          </p:nvSpPr>
          <p:spPr>
            <a:xfrm>
              <a:off x="2964350" y="3075800"/>
              <a:ext cx="335475" cy="51225"/>
            </a:xfrm>
            <a:custGeom>
              <a:avLst/>
              <a:gdLst/>
              <a:ahLst/>
              <a:cxnLst/>
              <a:rect l="l" t="t" r="r" b="b"/>
              <a:pathLst>
                <a:path w="13419" h="2049" extrusionOk="0">
                  <a:moveTo>
                    <a:pt x="13204" y="1"/>
                  </a:moveTo>
                  <a:lnTo>
                    <a:pt x="0" y="1810"/>
                  </a:lnTo>
                  <a:cubicBezTo>
                    <a:pt x="24" y="1870"/>
                    <a:pt x="36" y="1941"/>
                    <a:pt x="60" y="2025"/>
                  </a:cubicBezTo>
                  <a:lnTo>
                    <a:pt x="203" y="2049"/>
                  </a:lnTo>
                  <a:lnTo>
                    <a:pt x="13419" y="239"/>
                  </a:lnTo>
                  <a:lnTo>
                    <a:pt x="13407" y="156"/>
                  </a:lnTo>
                  <a:lnTo>
                    <a:pt x="1320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2" name="Google Shape;20812;p156"/>
            <p:cNvSpPr/>
            <p:nvPr/>
          </p:nvSpPr>
          <p:spPr>
            <a:xfrm>
              <a:off x="3202475" y="2999600"/>
              <a:ext cx="102700" cy="80400"/>
            </a:xfrm>
            <a:custGeom>
              <a:avLst/>
              <a:gdLst/>
              <a:ahLst/>
              <a:cxnLst/>
              <a:rect l="l" t="t" r="r" b="b"/>
              <a:pathLst>
                <a:path w="4108" h="3216" extrusionOk="0">
                  <a:moveTo>
                    <a:pt x="4061" y="3007"/>
                  </a:moveTo>
                  <a:lnTo>
                    <a:pt x="4108" y="3037"/>
                  </a:lnTo>
                  <a:cubicBezTo>
                    <a:pt x="4092" y="3021"/>
                    <a:pt x="4077" y="3012"/>
                    <a:pt x="4061" y="3007"/>
                  </a:cubicBezTo>
                  <a:close/>
                  <a:moveTo>
                    <a:pt x="179" y="1"/>
                  </a:moveTo>
                  <a:cubicBezTo>
                    <a:pt x="131" y="72"/>
                    <a:pt x="72" y="144"/>
                    <a:pt x="0" y="191"/>
                  </a:cubicBezTo>
                  <a:lnTo>
                    <a:pt x="3679" y="3049"/>
                  </a:lnTo>
                  <a:lnTo>
                    <a:pt x="3882" y="3215"/>
                  </a:lnTo>
                  <a:lnTo>
                    <a:pt x="3882" y="3144"/>
                  </a:lnTo>
                  <a:cubicBezTo>
                    <a:pt x="3870" y="3073"/>
                    <a:pt x="3929" y="3013"/>
                    <a:pt x="4001" y="3001"/>
                  </a:cubicBezTo>
                  <a:cubicBezTo>
                    <a:pt x="4021" y="3001"/>
                    <a:pt x="4041" y="3001"/>
                    <a:pt x="4061" y="3007"/>
                  </a:cubicBezTo>
                  <a:lnTo>
                    <a:pt x="4061" y="3007"/>
                  </a:lnTo>
                  <a:lnTo>
                    <a:pt x="4013" y="297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3" name="Google Shape;20813;p156"/>
            <p:cNvSpPr/>
            <p:nvPr/>
          </p:nvSpPr>
          <p:spPr>
            <a:xfrm>
              <a:off x="3299500" y="3073725"/>
              <a:ext cx="22050" cy="129200"/>
            </a:xfrm>
            <a:custGeom>
              <a:avLst/>
              <a:gdLst/>
              <a:ahLst/>
              <a:cxnLst/>
              <a:rect l="l" t="t" r="r" b="b"/>
              <a:pathLst>
                <a:path w="882" h="5168" extrusionOk="0">
                  <a:moveTo>
                    <a:pt x="120" y="0"/>
                  </a:moveTo>
                  <a:cubicBezTo>
                    <a:pt x="48" y="24"/>
                    <a:pt x="1" y="84"/>
                    <a:pt x="1" y="155"/>
                  </a:cubicBezTo>
                  <a:lnTo>
                    <a:pt x="1" y="215"/>
                  </a:lnTo>
                  <a:lnTo>
                    <a:pt x="13" y="286"/>
                  </a:lnTo>
                  <a:lnTo>
                    <a:pt x="608" y="5108"/>
                  </a:lnTo>
                  <a:lnTo>
                    <a:pt x="882" y="5168"/>
                  </a:lnTo>
                  <a:lnTo>
                    <a:pt x="263" y="179"/>
                  </a:lnTo>
                  <a:lnTo>
                    <a:pt x="275" y="155"/>
                  </a:lnTo>
                  <a:lnTo>
                    <a:pt x="275" y="131"/>
                  </a:lnTo>
                  <a:lnTo>
                    <a:pt x="275" y="108"/>
                  </a:lnTo>
                  <a:lnTo>
                    <a:pt x="275" y="96"/>
                  </a:lnTo>
                  <a:lnTo>
                    <a:pt x="275" y="84"/>
                  </a:lnTo>
                  <a:cubicBezTo>
                    <a:pt x="275" y="84"/>
                    <a:pt x="275" y="60"/>
                    <a:pt x="251" y="60"/>
                  </a:cubicBezTo>
                  <a:lnTo>
                    <a:pt x="239" y="48"/>
                  </a:lnTo>
                  <a:lnTo>
                    <a:pt x="227" y="36"/>
                  </a:lnTo>
                  <a:cubicBezTo>
                    <a:pt x="191" y="24"/>
                    <a:pt x="167" y="0"/>
                    <a:pt x="12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4" name="Google Shape;20814;p156"/>
            <p:cNvSpPr/>
            <p:nvPr/>
          </p:nvSpPr>
          <p:spPr>
            <a:xfrm>
              <a:off x="3315575" y="3209450"/>
              <a:ext cx="16100" cy="73850"/>
            </a:xfrm>
            <a:custGeom>
              <a:avLst/>
              <a:gdLst/>
              <a:ahLst/>
              <a:cxnLst/>
              <a:rect l="l" t="t" r="r" b="b"/>
              <a:pathLst>
                <a:path w="644" h="2954" extrusionOk="0">
                  <a:moveTo>
                    <a:pt x="1" y="1"/>
                  </a:moveTo>
                  <a:lnTo>
                    <a:pt x="370" y="2953"/>
                  </a:lnTo>
                  <a:lnTo>
                    <a:pt x="644" y="2953"/>
                  </a:lnTo>
                  <a:lnTo>
                    <a:pt x="286" y="6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5" name="Google Shape;20815;p156"/>
            <p:cNvSpPr/>
            <p:nvPr/>
          </p:nvSpPr>
          <p:spPr>
            <a:xfrm>
              <a:off x="3552525" y="3258875"/>
              <a:ext cx="3300" cy="2100"/>
            </a:xfrm>
            <a:custGeom>
              <a:avLst/>
              <a:gdLst/>
              <a:ahLst/>
              <a:cxnLst/>
              <a:rect l="l" t="t" r="r" b="b"/>
              <a:pathLst>
                <a:path w="132" h="84" extrusionOk="0">
                  <a:moveTo>
                    <a:pt x="36" y="0"/>
                  </a:moveTo>
                  <a:cubicBezTo>
                    <a:pt x="12" y="24"/>
                    <a:pt x="0" y="60"/>
                    <a:pt x="0" y="83"/>
                  </a:cubicBezTo>
                  <a:cubicBezTo>
                    <a:pt x="60" y="83"/>
                    <a:pt x="107" y="60"/>
                    <a:pt x="131" y="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6" name="Google Shape;20816;p156"/>
            <p:cNvSpPr/>
            <p:nvPr/>
          </p:nvSpPr>
          <p:spPr>
            <a:xfrm>
              <a:off x="2964650" y="3126400"/>
              <a:ext cx="548300" cy="125650"/>
            </a:xfrm>
            <a:custGeom>
              <a:avLst/>
              <a:gdLst/>
              <a:ahLst/>
              <a:cxnLst/>
              <a:rect l="l" t="t" r="r" b="b"/>
              <a:pathLst>
                <a:path w="21932" h="5026" extrusionOk="0">
                  <a:moveTo>
                    <a:pt x="48" y="1"/>
                  </a:moveTo>
                  <a:cubicBezTo>
                    <a:pt x="48" y="72"/>
                    <a:pt x="48" y="144"/>
                    <a:pt x="12" y="215"/>
                  </a:cubicBezTo>
                  <a:cubicBezTo>
                    <a:pt x="12" y="239"/>
                    <a:pt x="0" y="251"/>
                    <a:pt x="0" y="251"/>
                  </a:cubicBezTo>
                  <a:lnTo>
                    <a:pt x="14038" y="3323"/>
                  </a:lnTo>
                  <a:lnTo>
                    <a:pt x="14300" y="3382"/>
                  </a:lnTo>
                  <a:lnTo>
                    <a:pt x="21896" y="5025"/>
                  </a:lnTo>
                  <a:cubicBezTo>
                    <a:pt x="21896" y="4942"/>
                    <a:pt x="21908" y="4847"/>
                    <a:pt x="21932" y="4763"/>
                  </a:cubicBezTo>
                  <a:lnTo>
                    <a:pt x="14276" y="3096"/>
                  </a:lnTo>
                  <a:lnTo>
                    <a:pt x="14002" y="3037"/>
                  </a:lnTo>
                  <a:lnTo>
                    <a:pt x="191" y="25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7" name="Google Shape;20817;p156"/>
            <p:cNvSpPr/>
            <p:nvPr/>
          </p:nvSpPr>
          <p:spPr>
            <a:xfrm>
              <a:off x="3553400" y="3252025"/>
              <a:ext cx="48250" cy="16400"/>
            </a:xfrm>
            <a:custGeom>
              <a:avLst/>
              <a:gdLst/>
              <a:ahLst/>
              <a:cxnLst/>
              <a:rect l="l" t="t" r="r" b="b"/>
              <a:pathLst>
                <a:path w="1930" h="656" extrusionOk="0">
                  <a:moveTo>
                    <a:pt x="37" y="0"/>
                  </a:moveTo>
                  <a:cubicBezTo>
                    <a:pt x="37" y="95"/>
                    <a:pt x="25" y="179"/>
                    <a:pt x="1" y="274"/>
                  </a:cubicBezTo>
                  <a:lnTo>
                    <a:pt x="84" y="286"/>
                  </a:lnTo>
                  <a:lnTo>
                    <a:pt x="1930" y="655"/>
                  </a:lnTo>
                  <a:lnTo>
                    <a:pt x="1930" y="381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8" name="Google Shape;20818;p156"/>
            <p:cNvSpPr/>
            <p:nvPr/>
          </p:nvSpPr>
          <p:spPr>
            <a:xfrm>
              <a:off x="3481375" y="3258875"/>
              <a:ext cx="35150" cy="24425"/>
            </a:xfrm>
            <a:custGeom>
              <a:avLst/>
              <a:gdLst/>
              <a:ahLst/>
              <a:cxnLst/>
              <a:rect l="l" t="t" r="r" b="b"/>
              <a:pathLst>
                <a:path w="1406" h="977" extrusionOk="0">
                  <a:moveTo>
                    <a:pt x="1286" y="0"/>
                  </a:moveTo>
                  <a:lnTo>
                    <a:pt x="1" y="976"/>
                  </a:lnTo>
                  <a:lnTo>
                    <a:pt x="441" y="976"/>
                  </a:lnTo>
                  <a:lnTo>
                    <a:pt x="1405" y="238"/>
                  </a:lnTo>
                  <a:cubicBezTo>
                    <a:pt x="1346" y="167"/>
                    <a:pt x="1310" y="83"/>
                    <a:pt x="128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9" name="Google Shape;20819;p156"/>
            <p:cNvSpPr/>
            <p:nvPr/>
          </p:nvSpPr>
          <p:spPr>
            <a:xfrm>
              <a:off x="3544475" y="3190100"/>
              <a:ext cx="57175" cy="49150"/>
            </a:xfrm>
            <a:custGeom>
              <a:avLst/>
              <a:gdLst/>
              <a:ahLst/>
              <a:cxnLst/>
              <a:rect l="l" t="t" r="r" b="b"/>
              <a:pathLst>
                <a:path w="2287" h="1966" extrusionOk="0">
                  <a:moveTo>
                    <a:pt x="2287" y="1"/>
                  </a:moveTo>
                  <a:lnTo>
                    <a:pt x="1" y="1763"/>
                  </a:lnTo>
                  <a:cubicBezTo>
                    <a:pt x="72" y="1822"/>
                    <a:pt x="144" y="1882"/>
                    <a:pt x="203" y="1965"/>
                  </a:cubicBezTo>
                  <a:lnTo>
                    <a:pt x="2287" y="334"/>
                  </a:lnTo>
                  <a:lnTo>
                    <a:pt x="228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0" name="Google Shape;20820;p156"/>
            <p:cNvSpPr/>
            <p:nvPr/>
          </p:nvSpPr>
          <p:spPr>
            <a:xfrm>
              <a:off x="2569050" y="3051400"/>
              <a:ext cx="368525" cy="75325"/>
            </a:xfrm>
            <a:custGeom>
              <a:avLst/>
              <a:gdLst/>
              <a:ahLst/>
              <a:cxnLst/>
              <a:rect l="l" t="t" r="r" b="b"/>
              <a:pathLst>
                <a:path w="14741" h="3013" extrusionOk="0">
                  <a:moveTo>
                    <a:pt x="48" y="0"/>
                  </a:moveTo>
                  <a:cubicBezTo>
                    <a:pt x="48" y="84"/>
                    <a:pt x="37" y="167"/>
                    <a:pt x="1" y="239"/>
                  </a:cubicBezTo>
                  <a:lnTo>
                    <a:pt x="1" y="286"/>
                  </a:lnTo>
                  <a:lnTo>
                    <a:pt x="14681" y="3013"/>
                  </a:lnTo>
                  <a:cubicBezTo>
                    <a:pt x="14681" y="2953"/>
                    <a:pt x="14693" y="2894"/>
                    <a:pt x="14705" y="2834"/>
                  </a:cubicBezTo>
                  <a:cubicBezTo>
                    <a:pt x="14729" y="2798"/>
                    <a:pt x="14729" y="2775"/>
                    <a:pt x="14741" y="2739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1" name="Google Shape;20821;p156"/>
            <p:cNvSpPr/>
            <p:nvPr/>
          </p:nvSpPr>
          <p:spPr>
            <a:xfrm>
              <a:off x="2951550" y="3140400"/>
              <a:ext cx="46750" cy="143500"/>
            </a:xfrm>
            <a:custGeom>
              <a:avLst/>
              <a:gdLst/>
              <a:ahLst/>
              <a:cxnLst/>
              <a:rect l="l" t="t" r="r" b="b"/>
              <a:pathLst>
                <a:path w="1870" h="5740" extrusionOk="0">
                  <a:moveTo>
                    <a:pt x="262" y="0"/>
                  </a:moveTo>
                  <a:cubicBezTo>
                    <a:pt x="179" y="48"/>
                    <a:pt x="96" y="60"/>
                    <a:pt x="0" y="84"/>
                  </a:cubicBezTo>
                  <a:lnTo>
                    <a:pt x="1596" y="5739"/>
                  </a:lnTo>
                  <a:lnTo>
                    <a:pt x="1870" y="5739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2" name="Google Shape;20822;p156"/>
            <p:cNvSpPr/>
            <p:nvPr/>
          </p:nvSpPr>
          <p:spPr>
            <a:xfrm>
              <a:off x="2657175" y="3196350"/>
              <a:ext cx="8050" cy="86950"/>
            </a:xfrm>
            <a:custGeom>
              <a:avLst/>
              <a:gdLst/>
              <a:ahLst/>
              <a:cxnLst/>
              <a:rect l="l" t="t" r="r" b="b"/>
              <a:pathLst>
                <a:path w="322" h="3478" extrusionOk="0">
                  <a:moveTo>
                    <a:pt x="143" y="1"/>
                  </a:moveTo>
                  <a:cubicBezTo>
                    <a:pt x="95" y="13"/>
                    <a:pt x="60" y="60"/>
                    <a:pt x="60" y="120"/>
                  </a:cubicBezTo>
                  <a:lnTo>
                    <a:pt x="0" y="3477"/>
                  </a:lnTo>
                  <a:lnTo>
                    <a:pt x="274" y="3477"/>
                  </a:lnTo>
                  <a:lnTo>
                    <a:pt x="322" y="227"/>
                  </a:lnTo>
                  <a:lnTo>
                    <a:pt x="14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3" name="Google Shape;20823;p156"/>
            <p:cNvSpPr/>
            <p:nvPr/>
          </p:nvSpPr>
          <p:spPr>
            <a:xfrm>
              <a:off x="2560125" y="3065400"/>
              <a:ext cx="178625" cy="217900"/>
            </a:xfrm>
            <a:custGeom>
              <a:avLst/>
              <a:gdLst/>
              <a:ahLst/>
              <a:cxnLst/>
              <a:rect l="l" t="t" r="r" b="b"/>
              <a:pathLst>
                <a:path w="7145" h="8716" extrusionOk="0">
                  <a:moveTo>
                    <a:pt x="215" y="0"/>
                  </a:moveTo>
                  <a:cubicBezTo>
                    <a:pt x="155" y="60"/>
                    <a:pt x="72" y="119"/>
                    <a:pt x="1" y="167"/>
                  </a:cubicBezTo>
                  <a:lnTo>
                    <a:pt x="4037" y="5227"/>
                  </a:lnTo>
                  <a:lnTo>
                    <a:pt x="4215" y="5441"/>
                  </a:lnTo>
                  <a:lnTo>
                    <a:pt x="6811" y="8715"/>
                  </a:lnTo>
                  <a:lnTo>
                    <a:pt x="7144" y="8715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4" name="Google Shape;20824;p156"/>
            <p:cNvSpPr/>
            <p:nvPr/>
          </p:nvSpPr>
          <p:spPr>
            <a:xfrm>
              <a:off x="3512025" y="3231250"/>
              <a:ext cx="42000" cy="42050"/>
            </a:xfrm>
            <a:custGeom>
              <a:avLst/>
              <a:gdLst/>
              <a:ahLst/>
              <a:cxnLst/>
              <a:rect l="l" t="t" r="r" b="b"/>
              <a:pathLst>
                <a:path w="1680" h="1682" extrusionOk="0">
                  <a:moveTo>
                    <a:pt x="834" y="1"/>
                  </a:moveTo>
                  <a:cubicBezTo>
                    <a:pt x="481" y="1"/>
                    <a:pt x="154" y="237"/>
                    <a:pt x="48" y="581"/>
                  </a:cubicBezTo>
                  <a:cubicBezTo>
                    <a:pt x="13" y="676"/>
                    <a:pt x="1" y="760"/>
                    <a:pt x="1" y="843"/>
                  </a:cubicBezTo>
                  <a:cubicBezTo>
                    <a:pt x="13" y="926"/>
                    <a:pt x="25" y="1010"/>
                    <a:pt x="48" y="1105"/>
                  </a:cubicBezTo>
                  <a:cubicBezTo>
                    <a:pt x="72" y="1188"/>
                    <a:pt x="120" y="1272"/>
                    <a:pt x="168" y="1343"/>
                  </a:cubicBezTo>
                  <a:cubicBezTo>
                    <a:pt x="263" y="1474"/>
                    <a:pt x="406" y="1581"/>
                    <a:pt x="584" y="1641"/>
                  </a:cubicBezTo>
                  <a:cubicBezTo>
                    <a:pt x="668" y="1669"/>
                    <a:pt x="754" y="1682"/>
                    <a:pt x="839" y="1682"/>
                  </a:cubicBezTo>
                  <a:cubicBezTo>
                    <a:pt x="1157" y="1682"/>
                    <a:pt x="1467" y="1498"/>
                    <a:pt x="1608" y="1188"/>
                  </a:cubicBezTo>
                  <a:cubicBezTo>
                    <a:pt x="1620" y="1165"/>
                    <a:pt x="1632" y="1129"/>
                    <a:pt x="1632" y="1105"/>
                  </a:cubicBezTo>
                  <a:cubicBezTo>
                    <a:pt x="1668" y="1010"/>
                    <a:pt x="1680" y="926"/>
                    <a:pt x="1680" y="831"/>
                  </a:cubicBezTo>
                  <a:cubicBezTo>
                    <a:pt x="1680" y="641"/>
                    <a:pt x="1608" y="462"/>
                    <a:pt x="1489" y="319"/>
                  </a:cubicBezTo>
                  <a:cubicBezTo>
                    <a:pt x="1430" y="236"/>
                    <a:pt x="1370" y="176"/>
                    <a:pt x="1275" y="129"/>
                  </a:cubicBezTo>
                  <a:lnTo>
                    <a:pt x="1096" y="45"/>
                  </a:lnTo>
                  <a:cubicBezTo>
                    <a:pt x="1009" y="15"/>
                    <a:pt x="921" y="1"/>
                    <a:pt x="83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5" name="Google Shape;20825;p156"/>
            <p:cNvSpPr/>
            <p:nvPr/>
          </p:nvSpPr>
          <p:spPr>
            <a:xfrm>
              <a:off x="3341175" y="2161300"/>
              <a:ext cx="64025" cy="59775"/>
            </a:xfrm>
            <a:custGeom>
              <a:avLst/>
              <a:gdLst/>
              <a:ahLst/>
              <a:cxnLst/>
              <a:rect l="l" t="t" r="r" b="b"/>
              <a:pathLst>
                <a:path w="2561" h="2391" extrusionOk="0">
                  <a:moveTo>
                    <a:pt x="1350" y="0"/>
                  </a:moveTo>
                  <a:cubicBezTo>
                    <a:pt x="840" y="0"/>
                    <a:pt x="366" y="323"/>
                    <a:pt x="191" y="826"/>
                  </a:cubicBezTo>
                  <a:cubicBezTo>
                    <a:pt x="1" y="1457"/>
                    <a:pt x="346" y="2124"/>
                    <a:pt x="965" y="2338"/>
                  </a:cubicBezTo>
                  <a:cubicBezTo>
                    <a:pt x="1084" y="2374"/>
                    <a:pt x="1204" y="2391"/>
                    <a:pt x="1323" y="2391"/>
                  </a:cubicBezTo>
                  <a:cubicBezTo>
                    <a:pt x="1525" y="2391"/>
                    <a:pt x="1721" y="2341"/>
                    <a:pt x="1894" y="2243"/>
                  </a:cubicBezTo>
                  <a:cubicBezTo>
                    <a:pt x="1965" y="2196"/>
                    <a:pt x="2037" y="2148"/>
                    <a:pt x="2120" y="2100"/>
                  </a:cubicBezTo>
                  <a:cubicBezTo>
                    <a:pt x="2275" y="1957"/>
                    <a:pt x="2418" y="1779"/>
                    <a:pt x="2477" y="1565"/>
                  </a:cubicBezTo>
                  <a:cubicBezTo>
                    <a:pt x="2501" y="1469"/>
                    <a:pt x="2513" y="1386"/>
                    <a:pt x="2537" y="1303"/>
                  </a:cubicBezTo>
                  <a:cubicBezTo>
                    <a:pt x="2561" y="969"/>
                    <a:pt x="2441" y="612"/>
                    <a:pt x="2203" y="374"/>
                  </a:cubicBezTo>
                  <a:cubicBezTo>
                    <a:pt x="2144" y="314"/>
                    <a:pt x="2072" y="255"/>
                    <a:pt x="2001" y="207"/>
                  </a:cubicBezTo>
                  <a:cubicBezTo>
                    <a:pt x="1906" y="148"/>
                    <a:pt x="1799" y="100"/>
                    <a:pt x="1703" y="52"/>
                  </a:cubicBezTo>
                  <a:cubicBezTo>
                    <a:pt x="1586" y="17"/>
                    <a:pt x="1467" y="0"/>
                    <a:pt x="135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6" name="Google Shape;20826;p156"/>
            <p:cNvSpPr/>
            <p:nvPr/>
          </p:nvSpPr>
          <p:spPr>
            <a:xfrm>
              <a:off x="3201575" y="1860600"/>
              <a:ext cx="32475" cy="30475"/>
            </a:xfrm>
            <a:custGeom>
              <a:avLst/>
              <a:gdLst/>
              <a:ahLst/>
              <a:cxnLst/>
              <a:rect l="l" t="t" r="r" b="b"/>
              <a:pathLst>
                <a:path w="1299" h="1219" extrusionOk="0">
                  <a:moveTo>
                    <a:pt x="690" y="0"/>
                  </a:moveTo>
                  <a:cubicBezTo>
                    <a:pt x="433" y="0"/>
                    <a:pt x="194" y="164"/>
                    <a:pt x="108" y="412"/>
                  </a:cubicBezTo>
                  <a:cubicBezTo>
                    <a:pt x="1" y="746"/>
                    <a:pt x="179" y="1091"/>
                    <a:pt x="501" y="1186"/>
                  </a:cubicBezTo>
                  <a:cubicBezTo>
                    <a:pt x="564" y="1207"/>
                    <a:pt x="630" y="1218"/>
                    <a:pt x="694" y="1218"/>
                  </a:cubicBezTo>
                  <a:cubicBezTo>
                    <a:pt x="809" y="1218"/>
                    <a:pt x="921" y="1184"/>
                    <a:pt x="1013" y="1115"/>
                  </a:cubicBezTo>
                  <a:cubicBezTo>
                    <a:pt x="1108" y="1091"/>
                    <a:pt x="1167" y="1020"/>
                    <a:pt x="1215" y="936"/>
                  </a:cubicBezTo>
                  <a:lnTo>
                    <a:pt x="1251" y="853"/>
                  </a:lnTo>
                  <a:cubicBezTo>
                    <a:pt x="1251" y="829"/>
                    <a:pt x="1275" y="817"/>
                    <a:pt x="1275" y="805"/>
                  </a:cubicBezTo>
                  <a:cubicBezTo>
                    <a:pt x="1298" y="722"/>
                    <a:pt x="1298" y="650"/>
                    <a:pt x="1298" y="579"/>
                  </a:cubicBezTo>
                  <a:cubicBezTo>
                    <a:pt x="1287" y="329"/>
                    <a:pt x="1120" y="103"/>
                    <a:pt x="882" y="31"/>
                  </a:cubicBezTo>
                  <a:cubicBezTo>
                    <a:pt x="818" y="10"/>
                    <a:pt x="753" y="0"/>
                    <a:pt x="6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7" name="Google Shape;20827;p156"/>
            <p:cNvSpPr/>
            <p:nvPr/>
          </p:nvSpPr>
          <p:spPr>
            <a:xfrm>
              <a:off x="3351600" y="1734200"/>
              <a:ext cx="11625" cy="10025"/>
            </a:xfrm>
            <a:custGeom>
              <a:avLst/>
              <a:gdLst/>
              <a:ahLst/>
              <a:cxnLst/>
              <a:rect l="l" t="t" r="r" b="b"/>
              <a:pathLst>
                <a:path w="465" h="401" extrusionOk="0">
                  <a:moveTo>
                    <a:pt x="223" y="0"/>
                  </a:moveTo>
                  <a:cubicBezTo>
                    <a:pt x="135" y="0"/>
                    <a:pt x="62" y="62"/>
                    <a:pt x="24" y="146"/>
                  </a:cubicBezTo>
                  <a:cubicBezTo>
                    <a:pt x="0" y="230"/>
                    <a:pt x="24" y="337"/>
                    <a:pt x="119" y="384"/>
                  </a:cubicBezTo>
                  <a:cubicBezTo>
                    <a:pt x="131" y="396"/>
                    <a:pt x="155" y="396"/>
                    <a:pt x="167" y="396"/>
                  </a:cubicBezTo>
                  <a:cubicBezTo>
                    <a:pt x="186" y="399"/>
                    <a:pt x="205" y="400"/>
                    <a:pt x="223" y="400"/>
                  </a:cubicBezTo>
                  <a:cubicBezTo>
                    <a:pt x="287" y="400"/>
                    <a:pt x="347" y="383"/>
                    <a:pt x="393" y="337"/>
                  </a:cubicBezTo>
                  <a:cubicBezTo>
                    <a:pt x="405" y="325"/>
                    <a:pt x="429" y="289"/>
                    <a:pt x="429" y="265"/>
                  </a:cubicBezTo>
                  <a:cubicBezTo>
                    <a:pt x="465" y="206"/>
                    <a:pt x="453" y="134"/>
                    <a:pt x="405" y="87"/>
                  </a:cubicBezTo>
                  <a:cubicBezTo>
                    <a:pt x="369" y="51"/>
                    <a:pt x="346" y="27"/>
                    <a:pt x="298" y="15"/>
                  </a:cubicBezTo>
                  <a:cubicBezTo>
                    <a:pt x="272" y="5"/>
                    <a:pt x="247" y="0"/>
                    <a:pt x="22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8" name="Google Shape;20828;p156"/>
            <p:cNvSpPr/>
            <p:nvPr/>
          </p:nvSpPr>
          <p:spPr>
            <a:xfrm>
              <a:off x="2525900" y="3030750"/>
              <a:ext cx="45275" cy="41925"/>
            </a:xfrm>
            <a:custGeom>
              <a:avLst/>
              <a:gdLst/>
              <a:ahLst/>
              <a:cxnLst/>
              <a:rect l="l" t="t" r="r" b="b"/>
              <a:pathLst>
                <a:path w="1811" h="1677" extrusionOk="0">
                  <a:moveTo>
                    <a:pt x="954" y="0"/>
                  </a:moveTo>
                  <a:cubicBezTo>
                    <a:pt x="592" y="0"/>
                    <a:pt x="261" y="230"/>
                    <a:pt x="155" y="576"/>
                  </a:cubicBezTo>
                  <a:cubicBezTo>
                    <a:pt x="0" y="1005"/>
                    <a:pt x="262" y="1493"/>
                    <a:pt x="691" y="1636"/>
                  </a:cubicBezTo>
                  <a:cubicBezTo>
                    <a:pt x="780" y="1663"/>
                    <a:pt x="870" y="1676"/>
                    <a:pt x="957" y="1676"/>
                  </a:cubicBezTo>
                  <a:cubicBezTo>
                    <a:pt x="1103" y="1676"/>
                    <a:pt x="1243" y="1639"/>
                    <a:pt x="1370" y="1565"/>
                  </a:cubicBezTo>
                  <a:cubicBezTo>
                    <a:pt x="1453" y="1517"/>
                    <a:pt x="1524" y="1457"/>
                    <a:pt x="1584" y="1398"/>
                  </a:cubicBezTo>
                  <a:cubicBezTo>
                    <a:pt x="1644" y="1303"/>
                    <a:pt x="1691" y="1219"/>
                    <a:pt x="1727" y="1112"/>
                  </a:cubicBezTo>
                  <a:cubicBezTo>
                    <a:pt x="1727" y="1112"/>
                    <a:pt x="1727" y="1100"/>
                    <a:pt x="1751" y="1100"/>
                  </a:cubicBezTo>
                  <a:cubicBezTo>
                    <a:pt x="1774" y="1029"/>
                    <a:pt x="1786" y="934"/>
                    <a:pt x="1786" y="862"/>
                  </a:cubicBezTo>
                  <a:cubicBezTo>
                    <a:pt x="1810" y="505"/>
                    <a:pt x="1572" y="160"/>
                    <a:pt x="1215" y="41"/>
                  </a:cubicBezTo>
                  <a:cubicBezTo>
                    <a:pt x="1128" y="13"/>
                    <a:pt x="1040" y="0"/>
                    <a:pt x="95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9" name="Google Shape;20829;p156"/>
            <p:cNvSpPr/>
            <p:nvPr/>
          </p:nvSpPr>
          <p:spPr>
            <a:xfrm>
              <a:off x="2935775" y="3112575"/>
              <a:ext cx="30375" cy="29925"/>
            </a:xfrm>
            <a:custGeom>
              <a:avLst/>
              <a:gdLst/>
              <a:ahLst/>
              <a:cxnLst/>
              <a:rect l="l" t="t" r="r" b="b"/>
              <a:pathLst>
                <a:path w="1215" h="1197" extrusionOk="0">
                  <a:moveTo>
                    <a:pt x="616" y="0"/>
                  </a:moveTo>
                  <a:cubicBezTo>
                    <a:pt x="393" y="0"/>
                    <a:pt x="187" y="131"/>
                    <a:pt x="84" y="328"/>
                  </a:cubicBezTo>
                  <a:cubicBezTo>
                    <a:pt x="72" y="363"/>
                    <a:pt x="60" y="387"/>
                    <a:pt x="60" y="411"/>
                  </a:cubicBezTo>
                  <a:cubicBezTo>
                    <a:pt x="24" y="459"/>
                    <a:pt x="12" y="518"/>
                    <a:pt x="12" y="578"/>
                  </a:cubicBezTo>
                  <a:cubicBezTo>
                    <a:pt x="0" y="840"/>
                    <a:pt x="155" y="1066"/>
                    <a:pt x="429" y="1161"/>
                  </a:cubicBezTo>
                  <a:cubicBezTo>
                    <a:pt x="500" y="1197"/>
                    <a:pt x="572" y="1197"/>
                    <a:pt x="655" y="1197"/>
                  </a:cubicBezTo>
                  <a:cubicBezTo>
                    <a:pt x="739" y="1197"/>
                    <a:pt x="834" y="1161"/>
                    <a:pt x="905" y="1113"/>
                  </a:cubicBezTo>
                  <a:cubicBezTo>
                    <a:pt x="1024" y="1054"/>
                    <a:pt x="1108" y="959"/>
                    <a:pt x="1167" y="804"/>
                  </a:cubicBezTo>
                  <a:cubicBezTo>
                    <a:pt x="1167" y="792"/>
                    <a:pt x="1191" y="792"/>
                    <a:pt x="1191" y="768"/>
                  </a:cubicBezTo>
                  <a:cubicBezTo>
                    <a:pt x="1215" y="697"/>
                    <a:pt x="1215" y="625"/>
                    <a:pt x="1215" y="554"/>
                  </a:cubicBezTo>
                  <a:cubicBezTo>
                    <a:pt x="1215" y="470"/>
                    <a:pt x="1191" y="399"/>
                    <a:pt x="1155" y="339"/>
                  </a:cubicBezTo>
                  <a:cubicBezTo>
                    <a:pt x="1096" y="197"/>
                    <a:pt x="965" y="78"/>
                    <a:pt x="798" y="30"/>
                  </a:cubicBezTo>
                  <a:cubicBezTo>
                    <a:pt x="737" y="10"/>
                    <a:pt x="676" y="0"/>
                    <a:pt x="6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0" name="Google Shape;20830;p156"/>
            <p:cNvSpPr/>
            <p:nvPr/>
          </p:nvSpPr>
          <p:spPr>
            <a:xfrm>
              <a:off x="3176575" y="2977575"/>
              <a:ext cx="32175" cy="29400"/>
            </a:xfrm>
            <a:custGeom>
              <a:avLst/>
              <a:gdLst/>
              <a:ahLst/>
              <a:cxnLst/>
              <a:rect l="l" t="t" r="r" b="b"/>
              <a:pathLst>
                <a:path w="1287" h="1176" extrusionOk="0">
                  <a:moveTo>
                    <a:pt x="620" y="1"/>
                  </a:moveTo>
                  <a:cubicBezTo>
                    <a:pt x="524" y="13"/>
                    <a:pt x="441" y="36"/>
                    <a:pt x="370" y="84"/>
                  </a:cubicBezTo>
                  <a:cubicBezTo>
                    <a:pt x="251" y="155"/>
                    <a:pt x="155" y="263"/>
                    <a:pt x="108" y="405"/>
                  </a:cubicBezTo>
                  <a:cubicBezTo>
                    <a:pt x="1" y="715"/>
                    <a:pt x="167" y="1048"/>
                    <a:pt x="477" y="1144"/>
                  </a:cubicBezTo>
                  <a:cubicBezTo>
                    <a:pt x="545" y="1165"/>
                    <a:pt x="613" y="1176"/>
                    <a:pt x="679" y="1176"/>
                  </a:cubicBezTo>
                  <a:cubicBezTo>
                    <a:pt x="797" y="1176"/>
                    <a:pt x="909" y="1141"/>
                    <a:pt x="1001" y="1072"/>
                  </a:cubicBezTo>
                  <a:cubicBezTo>
                    <a:pt x="1108" y="1025"/>
                    <a:pt x="1167" y="953"/>
                    <a:pt x="1215" y="882"/>
                  </a:cubicBezTo>
                  <a:cubicBezTo>
                    <a:pt x="1227" y="846"/>
                    <a:pt x="1239" y="798"/>
                    <a:pt x="1263" y="775"/>
                  </a:cubicBezTo>
                  <a:cubicBezTo>
                    <a:pt x="1274" y="715"/>
                    <a:pt x="1286" y="656"/>
                    <a:pt x="1286" y="584"/>
                  </a:cubicBezTo>
                  <a:cubicBezTo>
                    <a:pt x="1286" y="489"/>
                    <a:pt x="1274" y="405"/>
                    <a:pt x="1227" y="322"/>
                  </a:cubicBezTo>
                  <a:cubicBezTo>
                    <a:pt x="1155" y="191"/>
                    <a:pt x="1036" y="72"/>
                    <a:pt x="870" y="24"/>
                  </a:cubicBezTo>
                  <a:cubicBezTo>
                    <a:pt x="798" y="1"/>
                    <a:pt x="703" y="1"/>
                    <a:pt x="62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1" name="Google Shape;20831;p156"/>
            <p:cNvSpPr/>
            <p:nvPr/>
          </p:nvSpPr>
          <p:spPr>
            <a:xfrm>
              <a:off x="3498925" y="2893500"/>
              <a:ext cx="31300" cy="29750"/>
            </a:xfrm>
            <a:custGeom>
              <a:avLst/>
              <a:gdLst/>
              <a:ahLst/>
              <a:cxnLst/>
              <a:rect l="l" t="t" r="r" b="b"/>
              <a:pathLst>
                <a:path w="1252" h="1190" extrusionOk="0">
                  <a:moveTo>
                    <a:pt x="613" y="0"/>
                  </a:moveTo>
                  <a:cubicBezTo>
                    <a:pt x="572" y="0"/>
                    <a:pt x="531" y="6"/>
                    <a:pt x="489" y="18"/>
                  </a:cubicBezTo>
                  <a:cubicBezTo>
                    <a:pt x="406" y="30"/>
                    <a:pt x="334" y="78"/>
                    <a:pt x="251" y="113"/>
                  </a:cubicBezTo>
                  <a:cubicBezTo>
                    <a:pt x="132" y="173"/>
                    <a:pt x="61" y="268"/>
                    <a:pt x="37" y="399"/>
                  </a:cubicBezTo>
                  <a:cubicBezTo>
                    <a:pt x="1" y="470"/>
                    <a:pt x="1" y="566"/>
                    <a:pt x="1" y="637"/>
                  </a:cubicBezTo>
                  <a:cubicBezTo>
                    <a:pt x="1" y="732"/>
                    <a:pt x="37" y="804"/>
                    <a:pt x="72" y="875"/>
                  </a:cubicBezTo>
                  <a:cubicBezTo>
                    <a:pt x="120" y="947"/>
                    <a:pt x="180" y="1030"/>
                    <a:pt x="251" y="1066"/>
                  </a:cubicBezTo>
                  <a:cubicBezTo>
                    <a:pt x="299" y="1101"/>
                    <a:pt x="358" y="1125"/>
                    <a:pt x="418" y="1161"/>
                  </a:cubicBezTo>
                  <a:cubicBezTo>
                    <a:pt x="483" y="1181"/>
                    <a:pt x="549" y="1190"/>
                    <a:pt x="612" y="1190"/>
                  </a:cubicBezTo>
                  <a:cubicBezTo>
                    <a:pt x="664" y="1190"/>
                    <a:pt x="715" y="1184"/>
                    <a:pt x="763" y="1173"/>
                  </a:cubicBezTo>
                  <a:cubicBezTo>
                    <a:pt x="846" y="1137"/>
                    <a:pt x="930" y="1101"/>
                    <a:pt x="1001" y="1042"/>
                  </a:cubicBezTo>
                  <a:cubicBezTo>
                    <a:pt x="1073" y="971"/>
                    <a:pt x="1132" y="875"/>
                    <a:pt x="1168" y="768"/>
                  </a:cubicBezTo>
                  <a:cubicBezTo>
                    <a:pt x="1251" y="530"/>
                    <a:pt x="1168" y="268"/>
                    <a:pt x="965" y="113"/>
                  </a:cubicBezTo>
                  <a:cubicBezTo>
                    <a:pt x="906" y="78"/>
                    <a:pt x="846" y="42"/>
                    <a:pt x="787" y="30"/>
                  </a:cubicBezTo>
                  <a:cubicBezTo>
                    <a:pt x="775" y="30"/>
                    <a:pt x="751" y="18"/>
                    <a:pt x="727" y="18"/>
                  </a:cubicBezTo>
                  <a:cubicBezTo>
                    <a:pt x="692" y="6"/>
                    <a:pt x="653" y="0"/>
                    <a:pt x="6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2" name="Google Shape;20832;p156"/>
            <p:cNvSpPr/>
            <p:nvPr/>
          </p:nvSpPr>
          <p:spPr>
            <a:xfrm>
              <a:off x="3351900" y="1991575"/>
              <a:ext cx="23525" cy="21275"/>
            </a:xfrm>
            <a:custGeom>
              <a:avLst/>
              <a:gdLst/>
              <a:ahLst/>
              <a:cxnLst/>
              <a:rect l="l" t="t" r="r" b="b"/>
              <a:pathLst>
                <a:path w="941" h="851" extrusionOk="0">
                  <a:moveTo>
                    <a:pt x="460" y="0"/>
                  </a:moveTo>
                  <a:cubicBezTo>
                    <a:pt x="430" y="0"/>
                    <a:pt x="400" y="3"/>
                    <a:pt x="369" y="7"/>
                  </a:cubicBezTo>
                  <a:cubicBezTo>
                    <a:pt x="346" y="7"/>
                    <a:pt x="310" y="31"/>
                    <a:pt x="298" y="43"/>
                  </a:cubicBezTo>
                  <a:cubicBezTo>
                    <a:pt x="227" y="91"/>
                    <a:pt x="155" y="150"/>
                    <a:pt x="107" y="233"/>
                  </a:cubicBezTo>
                  <a:cubicBezTo>
                    <a:pt x="96" y="245"/>
                    <a:pt x="96" y="281"/>
                    <a:pt x="72" y="293"/>
                  </a:cubicBezTo>
                  <a:cubicBezTo>
                    <a:pt x="0" y="519"/>
                    <a:pt x="119" y="757"/>
                    <a:pt x="346" y="829"/>
                  </a:cubicBezTo>
                  <a:cubicBezTo>
                    <a:pt x="387" y="844"/>
                    <a:pt x="430" y="850"/>
                    <a:pt x="474" y="850"/>
                  </a:cubicBezTo>
                  <a:cubicBezTo>
                    <a:pt x="570" y="850"/>
                    <a:pt x="669" y="818"/>
                    <a:pt x="750" y="769"/>
                  </a:cubicBezTo>
                  <a:cubicBezTo>
                    <a:pt x="810" y="710"/>
                    <a:pt x="858" y="638"/>
                    <a:pt x="881" y="567"/>
                  </a:cubicBezTo>
                  <a:lnTo>
                    <a:pt x="881" y="543"/>
                  </a:lnTo>
                  <a:cubicBezTo>
                    <a:pt x="941" y="341"/>
                    <a:pt x="834" y="126"/>
                    <a:pt x="643" y="43"/>
                  </a:cubicBezTo>
                  <a:cubicBezTo>
                    <a:pt x="631" y="43"/>
                    <a:pt x="631" y="31"/>
                    <a:pt x="608" y="31"/>
                  </a:cubicBezTo>
                  <a:cubicBezTo>
                    <a:pt x="562" y="8"/>
                    <a:pt x="512" y="0"/>
                    <a:pt x="46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3" name="Google Shape;20833;p156"/>
            <p:cNvSpPr/>
            <p:nvPr/>
          </p:nvSpPr>
          <p:spPr>
            <a:xfrm>
              <a:off x="3264375" y="2877675"/>
              <a:ext cx="22950" cy="21150"/>
            </a:xfrm>
            <a:custGeom>
              <a:avLst/>
              <a:gdLst/>
              <a:ahLst/>
              <a:cxnLst/>
              <a:rect l="l" t="t" r="r" b="b"/>
              <a:pathLst>
                <a:path w="918" h="846" extrusionOk="0">
                  <a:moveTo>
                    <a:pt x="497" y="0"/>
                  </a:moveTo>
                  <a:cubicBezTo>
                    <a:pt x="318" y="0"/>
                    <a:pt x="142" y="118"/>
                    <a:pt x="84" y="282"/>
                  </a:cubicBezTo>
                  <a:cubicBezTo>
                    <a:pt x="1" y="508"/>
                    <a:pt x="120" y="746"/>
                    <a:pt x="346" y="830"/>
                  </a:cubicBezTo>
                  <a:cubicBezTo>
                    <a:pt x="390" y="840"/>
                    <a:pt x="433" y="845"/>
                    <a:pt x="475" y="845"/>
                  </a:cubicBezTo>
                  <a:cubicBezTo>
                    <a:pt x="580" y="845"/>
                    <a:pt x="678" y="811"/>
                    <a:pt x="763" y="734"/>
                  </a:cubicBezTo>
                  <a:cubicBezTo>
                    <a:pt x="822" y="687"/>
                    <a:pt x="870" y="627"/>
                    <a:pt x="882" y="544"/>
                  </a:cubicBezTo>
                  <a:cubicBezTo>
                    <a:pt x="882" y="547"/>
                    <a:pt x="882" y="549"/>
                    <a:pt x="883" y="549"/>
                  </a:cubicBezTo>
                  <a:cubicBezTo>
                    <a:pt x="884" y="549"/>
                    <a:pt x="889" y="540"/>
                    <a:pt x="906" y="532"/>
                  </a:cubicBezTo>
                  <a:cubicBezTo>
                    <a:pt x="918" y="437"/>
                    <a:pt x="918" y="365"/>
                    <a:pt x="882" y="270"/>
                  </a:cubicBezTo>
                  <a:cubicBezTo>
                    <a:pt x="858" y="187"/>
                    <a:pt x="799" y="127"/>
                    <a:pt x="703" y="68"/>
                  </a:cubicBezTo>
                  <a:lnTo>
                    <a:pt x="620" y="20"/>
                  </a:lnTo>
                  <a:cubicBezTo>
                    <a:pt x="580" y="7"/>
                    <a:pt x="538" y="0"/>
                    <a:pt x="4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4" name="Google Shape;20834;p156"/>
            <p:cNvSpPr/>
            <p:nvPr/>
          </p:nvSpPr>
          <p:spPr>
            <a:xfrm>
              <a:off x="3367975" y="3068275"/>
              <a:ext cx="23825" cy="21175"/>
            </a:xfrm>
            <a:custGeom>
              <a:avLst/>
              <a:gdLst/>
              <a:ahLst/>
              <a:cxnLst/>
              <a:rect l="l" t="t" r="r" b="b"/>
              <a:pathLst>
                <a:path w="953" h="847" extrusionOk="0">
                  <a:moveTo>
                    <a:pt x="495" y="1"/>
                  </a:moveTo>
                  <a:cubicBezTo>
                    <a:pt x="315" y="1"/>
                    <a:pt x="141" y="113"/>
                    <a:pt x="72" y="290"/>
                  </a:cubicBezTo>
                  <a:cubicBezTo>
                    <a:pt x="0" y="504"/>
                    <a:pt x="119" y="742"/>
                    <a:pt x="346" y="826"/>
                  </a:cubicBezTo>
                  <a:cubicBezTo>
                    <a:pt x="390" y="840"/>
                    <a:pt x="435" y="846"/>
                    <a:pt x="478" y="846"/>
                  </a:cubicBezTo>
                  <a:cubicBezTo>
                    <a:pt x="659" y="846"/>
                    <a:pt x="824" y="734"/>
                    <a:pt x="881" y="552"/>
                  </a:cubicBezTo>
                  <a:cubicBezTo>
                    <a:pt x="953" y="326"/>
                    <a:pt x="834" y="87"/>
                    <a:pt x="607" y="16"/>
                  </a:cubicBezTo>
                  <a:cubicBezTo>
                    <a:pt x="570" y="6"/>
                    <a:pt x="532" y="1"/>
                    <a:pt x="49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5" name="Google Shape;20835;p156"/>
            <p:cNvSpPr/>
            <p:nvPr/>
          </p:nvSpPr>
          <p:spPr>
            <a:xfrm>
              <a:off x="3106025" y="2697300"/>
              <a:ext cx="23250" cy="21150"/>
            </a:xfrm>
            <a:custGeom>
              <a:avLst/>
              <a:gdLst/>
              <a:ahLst/>
              <a:cxnLst/>
              <a:rect l="l" t="t" r="r" b="b"/>
              <a:pathLst>
                <a:path w="930" h="846" extrusionOk="0">
                  <a:moveTo>
                    <a:pt x="490" y="0"/>
                  </a:moveTo>
                  <a:cubicBezTo>
                    <a:pt x="317" y="0"/>
                    <a:pt x="140" y="117"/>
                    <a:pt x="72" y="282"/>
                  </a:cubicBezTo>
                  <a:cubicBezTo>
                    <a:pt x="1" y="508"/>
                    <a:pt x="120" y="746"/>
                    <a:pt x="346" y="818"/>
                  </a:cubicBezTo>
                  <a:cubicBezTo>
                    <a:pt x="370" y="841"/>
                    <a:pt x="417" y="841"/>
                    <a:pt x="453" y="841"/>
                  </a:cubicBezTo>
                  <a:cubicBezTo>
                    <a:pt x="475" y="844"/>
                    <a:pt x="496" y="845"/>
                    <a:pt x="517" y="845"/>
                  </a:cubicBezTo>
                  <a:cubicBezTo>
                    <a:pt x="590" y="845"/>
                    <a:pt x="660" y="828"/>
                    <a:pt x="715" y="782"/>
                  </a:cubicBezTo>
                  <a:cubicBezTo>
                    <a:pt x="787" y="734"/>
                    <a:pt x="870" y="639"/>
                    <a:pt x="894" y="556"/>
                  </a:cubicBezTo>
                  <a:cubicBezTo>
                    <a:pt x="894" y="544"/>
                    <a:pt x="894" y="520"/>
                    <a:pt x="906" y="508"/>
                  </a:cubicBezTo>
                  <a:cubicBezTo>
                    <a:pt x="929" y="425"/>
                    <a:pt x="929" y="329"/>
                    <a:pt x="882" y="246"/>
                  </a:cubicBezTo>
                  <a:cubicBezTo>
                    <a:pt x="846" y="198"/>
                    <a:pt x="822" y="139"/>
                    <a:pt x="775" y="103"/>
                  </a:cubicBezTo>
                  <a:cubicBezTo>
                    <a:pt x="727" y="67"/>
                    <a:pt x="667" y="32"/>
                    <a:pt x="608" y="20"/>
                  </a:cubicBezTo>
                  <a:cubicBezTo>
                    <a:pt x="570" y="6"/>
                    <a:pt x="530" y="0"/>
                    <a:pt x="4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6" name="Google Shape;20836;p156"/>
            <p:cNvSpPr/>
            <p:nvPr/>
          </p:nvSpPr>
          <p:spPr>
            <a:xfrm>
              <a:off x="3470350" y="2344400"/>
              <a:ext cx="22950" cy="21525"/>
            </a:xfrm>
            <a:custGeom>
              <a:avLst/>
              <a:gdLst/>
              <a:ahLst/>
              <a:cxnLst/>
              <a:rect l="l" t="t" r="r" b="b"/>
              <a:pathLst>
                <a:path w="918" h="861" extrusionOk="0">
                  <a:moveTo>
                    <a:pt x="467" y="0"/>
                  </a:moveTo>
                  <a:cubicBezTo>
                    <a:pt x="427" y="0"/>
                    <a:pt x="388" y="9"/>
                    <a:pt x="346" y="27"/>
                  </a:cubicBezTo>
                  <a:cubicBezTo>
                    <a:pt x="251" y="51"/>
                    <a:pt x="180" y="98"/>
                    <a:pt x="120" y="170"/>
                  </a:cubicBezTo>
                  <a:cubicBezTo>
                    <a:pt x="84" y="206"/>
                    <a:pt x="72" y="253"/>
                    <a:pt x="61" y="289"/>
                  </a:cubicBezTo>
                  <a:cubicBezTo>
                    <a:pt x="1" y="467"/>
                    <a:pt x="72" y="670"/>
                    <a:pt x="227" y="765"/>
                  </a:cubicBezTo>
                  <a:cubicBezTo>
                    <a:pt x="251" y="801"/>
                    <a:pt x="299" y="813"/>
                    <a:pt x="346" y="825"/>
                  </a:cubicBezTo>
                  <a:cubicBezTo>
                    <a:pt x="406" y="848"/>
                    <a:pt x="442" y="860"/>
                    <a:pt x="489" y="860"/>
                  </a:cubicBezTo>
                  <a:cubicBezTo>
                    <a:pt x="525" y="860"/>
                    <a:pt x="549" y="860"/>
                    <a:pt x="584" y="848"/>
                  </a:cubicBezTo>
                  <a:cubicBezTo>
                    <a:pt x="668" y="825"/>
                    <a:pt x="739" y="765"/>
                    <a:pt x="799" y="706"/>
                  </a:cubicBezTo>
                  <a:cubicBezTo>
                    <a:pt x="834" y="670"/>
                    <a:pt x="858" y="622"/>
                    <a:pt x="882" y="563"/>
                  </a:cubicBezTo>
                  <a:cubicBezTo>
                    <a:pt x="918" y="444"/>
                    <a:pt x="894" y="313"/>
                    <a:pt x="834" y="206"/>
                  </a:cubicBezTo>
                  <a:cubicBezTo>
                    <a:pt x="787" y="134"/>
                    <a:pt x="715" y="75"/>
                    <a:pt x="620" y="39"/>
                  </a:cubicBezTo>
                  <a:cubicBezTo>
                    <a:pt x="608" y="39"/>
                    <a:pt x="608" y="39"/>
                    <a:pt x="596" y="27"/>
                  </a:cubicBezTo>
                  <a:cubicBezTo>
                    <a:pt x="549" y="9"/>
                    <a:pt x="507" y="0"/>
                    <a:pt x="4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7" name="Google Shape;20837;p156"/>
            <p:cNvSpPr/>
            <p:nvPr/>
          </p:nvSpPr>
          <p:spPr>
            <a:xfrm>
              <a:off x="3351300" y="1881200"/>
              <a:ext cx="21150" cy="21400"/>
            </a:xfrm>
            <a:custGeom>
              <a:avLst/>
              <a:gdLst/>
              <a:ahLst/>
              <a:cxnLst/>
              <a:rect l="l" t="t" r="r" b="b"/>
              <a:pathLst>
                <a:path w="846" h="856" extrusionOk="0">
                  <a:moveTo>
                    <a:pt x="424" y="1"/>
                  </a:moveTo>
                  <a:cubicBezTo>
                    <a:pt x="358" y="1"/>
                    <a:pt x="289" y="14"/>
                    <a:pt x="227" y="41"/>
                  </a:cubicBezTo>
                  <a:cubicBezTo>
                    <a:pt x="143" y="88"/>
                    <a:pt x="72" y="148"/>
                    <a:pt x="24" y="219"/>
                  </a:cubicBezTo>
                  <a:cubicBezTo>
                    <a:pt x="12" y="231"/>
                    <a:pt x="12" y="267"/>
                    <a:pt x="0" y="279"/>
                  </a:cubicBezTo>
                  <a:lnTo>
                    <a:pt x="0" y="481"/>
                  </a:lnTo>
                  <a:cubicBezTo>
                    <a:pt x="12" y="636"/>
                    <a:pt x="120" y="755"/>
                    <a:pt x="262" y="815"/>
                  </a:cubicBezTo>
                  <a:cubicBezTo>
                    <a:pt x="286" y="815"/>
                    <a:pt x="286" y="827"/>
                    <a:pt x="298" y="827"/>
                  </a:cubicBezTo>
                  <a:cubicBezTo>
                    <a:pt x="337" y="846"/>
                    <a:pt x="384" y="855"/>
                    <a:pt x="430" y="855"/>
                  </a:cubicBezTo>
                  <a:cubicBezTo>
                    <a:pt x="467" y="855"/>
                    <a:pt x="504" y="849"/>
                    <a:pt x="536" y="838"/>
                  </a:cubicBezTo>
                  <a:cubicBezTo>
                    <a:pt x="667" y="815"/>
                    <a:pt x="774" y="708"/>
                    <a:pt x="822" y="577"/>
                  </a:cubicBezTo>
                  <a:lnTo>
                    <a:pt x="822" y="565"/>
                  </a:lnTo>
                  <a:cubicBezTo>
                    <a:pt x="846" y="469"/>
                    <a:pt x="846" y="386"/>
                    <a:pt x="822" y="303"/>
                  </a:cubicBezTo>
                  <a:cubicBezTo>
                    <a:pt x="774" y="172"/>
                    <a:pt x="679" y="65"/>
                    <a:pt x="536" y="29"/>
                  </a:cubicBezTo>
                  <a:cubicBezTo>
                    <a:pt x="524" y="29"/>
                    <a:pt x="501" y="29"/>
                    <a:pt x="489" y="5"/>
                  </a:cubicBezTo>
                  <a:cubicBezTo>
                    <a:pt x="468" y="2"/>
                    <a:pt x="446" y="1"/>
                    <a:pt x="42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8" name="Google Shape;20838;p156"/>
            <p:cNvSpPr/>
            <p:nvPr/>
          </p:nvSpPr>
          <p:spPr>
            <a:xfrm>
              <a:off x="3416475" y="2983725"/>
              <a:ext cx="12525" cy="12075"/>
            </a:xfrm>
            <a:custGeom>
              <a:avLst/>
              <a:gdLst/>
              <a:ahLst/>
              <a:cxnLst/>
              <a:rect l="l" t="t" r="r" b="b"/>
              <a:pathLst>
                <a:path w="501" h="483" extrusionOk="0">
                  <a:moveTo>
                    <a:pt x="264" y="0"/>
                  </a:moveTo>
                  <a:cubicBezTo>
                    <a:pt x="159" y="0"/>
                    <a:pt x="54" y="68"/>
                    <a:pt x="13" y="171"/>
                  </a:cubicBezTo>
                  <a:cubicBezTo>
                    <a:pt x="1" y="207"/>
                    <a:pt x="1" y="255"/>
                    <a:pt x="1" y="290"/>
                  </a:cubicBezTo>
                  <a:cubicBezTo>
                    <a:pt x="1" y="314"/>
                    <a:pt x="13" y="326"/>
                    <a:pt x="13" y="350"/>
                  </a:cubicBezTo>
                  <a:cubicBezTo>
                    <a:pt x="37" y="410"/>
                    <a:pt x="84" y="457"/>
                    <a:pt x="156" y="469"/>
                  </a:cubicBezTo>
                  <a:cubicBezTo>
                    <a:pt x="180" y="469"/>
                    <a:pt x="191" y="469"/>
                    <a:pt x="191" y="481"/>
                  </a:cubicBezTo>
                  <a:cubicBezTo>
                    <a:pt x="201" y="482"/>
                    <a:pt x="210" y="482"/>
                    <a:pt x="219" y="482"/>
                  </a:cubicBezTo>
                  <a:cubicBezTo>
                    <a:pt x="315" y="482"/>
                    <a:pt x="398" y="426"/>
                    <a:pt x="441" y="350"/>
                  </a:cubicBezTo>
                  <a:cubicBezTo>
                    <a:pt x="441" y="326"/>
                    <a:pt x="453" y="326"/>
                    <a:pt x="453" y="314"/>
                  </a:cubicBezTo>
                  <a:cubicBezTo>
                    <a:pt x="501" y="195"/>
                    <a:pt x="441" y="64"/>
                    <a:pt x="322" y="17"/>
                  </a:cubicBezTo>
                  <a:cubicBezTo>
                    <a:pt x="322" y="17"/>
                    <a:pt x="311" y="17"/>
                    <a:pt x="311" y="5"/>
                  </a:cubicBezTo>
                  <a:cubicBezTo>
                    <a:pt x="295" y="2"/>
                    <a:pt x="280" y="0"/>
                    <a:pt x="26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9" name="Google Shape;20839;p156"/>
            <p:cNvSpPr/>
            <p:nvPr/>
          </p:nvSpPr>
          <p:spPr>
            <a:xfrm>
              <a:off x="3439400" y="2748675"/>
              <a:ext cx="13125" cy="12125"/>
            </a:xfrm>
            <a:custGeom>
              <a:avLst/>
              <a:gdLst/>
              <a:ahLst/>
              <a:cxnLst/>
              <a:rect l="l" t="t" r="r" b="b"/>
              <a:pathLst>
                <a:path w="525" h="485" extrusionOk="0">
                  <a:moveTo>
                    <a:pt x="267" y="0"/>
                  </a:moveTo>
                  <a:cubicBezTo>
                    <a:pt x="219" y="0"/>
                    <a:pt x="170" y="13"/>
                    <a:pt x="132" y="36"/>
                  </a:cubicBezTo>
                  <a:cubicBezTo>
                    <a:pt x="96" y="60"/>
                    <a:pt x="48" y="108"/>
                    <a:pt x="25" y="167"/>
                  </a:cubicBezTo>
                  <a:cubicBezTo>
                    <a:pt x="1" y="239"/>
                    <a:pt x="13" y="310"/>
                    <a:pt x="60" y="370"/>
                  </a:cubicBezTo>
                  <a:cubicBezTo>
                    <a:pt x="96" y="417"/>
                    <a:pt x="132" y="465"/>
                    <a:pt x="191" y="477"/>
                  </a:cubicBezTo>
                  <a:cubicBezTo>
                    <a:pt x="216" y="482"/>
                    <a:pt x="241" y="485"/>
                    <a:pt x="265" y="485"/>
                  </a:cubicBezTo>
                  <a:cubicBezTo>
                    <a:pt x="300" y="485"/>
                    <a:pt x="335" y="479"/>
                    <a:pt x="370" y="465"/>
                  </a:cubicBezTo>
                  <a:cubicBezTo>
                    <a:pt x="406" y="441"/>
                    <a:pt x="429" y="429"/>
                    <a:pt x="453" y="406"/>
                  </a:cubicBezTo>
                  <a:cubicBezTo>
                    <a:pt x="465" y="370"/>
                    <a:pt x="489" y="346"/>
                    <a:pt x="489" y="310"/>
                  </a:cubicBezTo>
                  <a:cubicBezTo>
                    <a:pt x="525" y="227"/>
                    <a:pt x="489" y="132"/>
                    <a:pt x="429" y="72"/>
                  </a:cubicBezTo>
                  <a:cubicBezTo>
                    <a:pt x="406" y="48"/>
                    <a:pt x="370" y="25"/>
                    <a:pt x="346" y="13"/>
                  </a:cubicBezTo>
                  <a:cubicBezTo>
                    <a:pt x="321" y="4"/>
                    <a:pt x="294" y="0"/>
                    <a:pt x="2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0" name="Google Shape;20840;p156"/>
            <p:cNvSpPr/>
            <p:nvPr/>
          </p:nvSpPr>
          <p:spPr>
            <a:xfrm>
              <a:off x="3343850" y="2820000"/>
              <a:ext cx="13125" cy="12425"/>
            </a:xfrm>
            <a:custGeom>
              <a:avLst/>
              <a:gdLst/>
              <a:ahLst/>
              <a:cxnLst/>
              <a:rect l="l" t="t" r="r" b="b"/>
              <a:pathLst>
                <a:path w="525" h="497" extrusionOk="0">
                  <a:moveTo>
                    <a:pt x="293" y="0"/>
                  </a:moveTo>
                  <a:cubicBezTo>
                    <a:pt x="185" y="0"/>
                    <a:pt x="65" y="60"/>
                    <a:pt x="25" y="172"/>
                  </a:cubicBezTo>
                  <a:cubicBezTo>
                    <a:pt x="1" y="255"/>
                    <a:pt x="25" y="362"/>
                    <a:pt x="84" y="422"/>
                  </a:cubicBezTo>
                  <a:cubicBezTo>
                    <a:pt x="120" y="458"/>
                    <a:pt x="144" y="470"/>
                    <a:pt x="179" y="482"/>
                  </a:cubicBezTo>
                  <a:cubicBezTo>
                    <a:pt x="207" y="491"/>
                    <a:pt x="234" y="496"/>
                    <a:pt x="261" y="496"/>
                  </a:cubicBezTo>
                  <a:cubicBezTo>
                    <a:pt x="361" y="496"/>
                    <a:pt x="451" y="428"/>
                    <a:pt x="489" y="315"/>
                  </a:cubicBezTo>
                  <a:cubicBezTo>
                    <a:pt x="525" y="243"/>
                    <a:pt x="501" y="184"/>
                    <a:pt x="477" y="124"/>
                  </a:cubicBezTo>
                  <a:cubicBezTo>
                    <a:pt x="441" y="77"/>
                    <a:pt x="406" y="41"/>
                    <a:pt x="346" y="5"/>
                  </a:cubicBezTo>
                  <a:cubicBezTo>
                    <a:pt x="329" y="2"/>
                    <a:pt x="311" y="0"/>
                    <a:pt x="29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1" name="Google Shape;20841;p156"/>
            <p:cNvSpPr/>
            <p:nvPr/>
          </p:nvSpPr>
          <p:spPr>
            <a:xfrm>
              <a:off x="3509650" y="2342575"/>
              <a:ext cx="14325" cy="12400"/>
            </a:xfrm>
            <a:custGeom>
              <a:avLst/>
              <a:gdLst/>
              <a:ahLst/>
              <a:cxnLst/>
              <a:rect l="l" t="t" r="r" b="b"/>
              <a:pathLst>
                <a:path w="573" h="496" extrusionOk="0">
                  <a:moveTo>
                    <a:pt x="307" y="0"/>
                  </a:moveTo>
                  <a:cubicBezTo>
                    <a:pt x="194" y="0"/>
                    <a:pt x="90" y="68"/>
                    <a:pt x="48" y="171"/>
                  </a:cubicBezTo>
                  <a:cubicBezTo>
                    <a:pt x="1" y="302"/>
                    <a:pt x="84" y="445"/>
                    <a:pt x="215" y="481"/>
                  </a:cubicBezTo>
                  <a:cubicBezTo>
                    <a:pt x="243" y="491"/>
                    <a:pt x="270" y="496"/>
                    <a:pt x="297" y="496"/>
                  </a:cubicBezTo>
                  <a:cubicBezTo>
                    <a:pt x="397" y="496"/>
                    <a:pt x="487" y="429"/>
                    <a:pt x="524" y="326"/>
                  </a:cubicBezTo>
                  <a:cubicBezTo>
                    <a:pt x="572" y="183"/>
                    <a:pt x="501" y="52"/>
                    <a:pt x="358" y="5"/>
                  </a:cubicBezTo>
                  <a:cubicBezTo>
                    <a:pt x="341" y="2"/>
                    <a:pt x="324" y="0"/>
                    <a:pt x="30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2" name="Google Shape;20842;p156"/>
            <p:cNvSpPr/>
            <p:nvPr/>
          </p:nvSpPr>
          <p:spPr>
            <a:xfrm>
              <a:off x="3414400" y="2157325"/>
              <a:ext cx="14325" cy="12475"/>
            </a:xfrm>
            <a:custGeom>
              <a:avLst/>
              <a:gdLst/>
              <a:ahLst/>
              <a:cxnLst/>
              <a:rect l="l" t="t" r="r" b="b"/>
              <a:pathLst>
                <a:path w="573" h="499" extrusionOk="0">
                  <a:moveTo>
                    <a:pt x="296" y="1"/>
                  </a:moveTo>
                  <a:cubicBezTo>
                    <a:pt x="187" y="1"/>
                    <a:pt x="88" y="76"/>
                    <a:pt x="48" y="176"/>
                  </a:cubicBezTo>
                  <a:cubicBezTo>
                    <a:pt x="1" y="307"/>
                    <a:pt x="84" y="438"/>
                    <a:pt x="215" y="485"/>
                  </a:cubicBezTo>
                  <a:cubicBezTo>
                    <a:pt x="240" y="494"/>
                    <a:pt x="266" y="499"/>
                    <a:pt x="290" y="499"/>
                  </a:cubicBezTo>
                  <a:cubicBezTo>
                    <a:pt x="394" y="499"/>
                    <a:pt x="486" y="424"/>
                    <a:pt x="524" y="319"/>
                  </a:cubicBezTo>
                  <a:cubicBezTo>
                    <a:pt x="572" y="188"/>
                    <a:pt x="501" y="57"/>
                    <a:pt x="358" y="9"/>
                  </a:cubicBezTo>
                  <a:cubicBezTo>
                    <a:pt x="337" y="3"/>
                    <a:pt x="316" y="1"/>
                    <a:pt x="29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3" name="Google Shape;20843;p156"/>
            <p:cNvSpPr/>
            <p:nvPr/>
          </p:nvSpPr>
          <p:spPr>
            <a:xfrm>
              <a:off x="3460550" y="2080150"/>
              <a:ext cx="12525" cy="12150"/>
            </a:xfrm>
            <a:custGeom>
              <a:avLst/>
              <a:gdLst/>
              <a:ahLst/>
              <a:cxnLst/>
              <a:rect l="l" t="t" r="r" b="b"/>
              <a:pathLst>
                <a:path w="501" h="486" extrusionOk="0">
                  <a:moveTo>
                    <a:pt x="226" y="0"/>
                  </a:moveTo>
                  <a:cubicBezTo>
                    <a:pt x="143" y="12"/>
                    <a:pt x="48" y="72"/>
                    <a:pt x="24" y="167"/>
                  </a:cubicBezTo>
                  <a:cubicBezTo>
                    <a:pt x="0" y="191"/>
                    <a:pt x="0" y="215"/>
                    <a:pt x="0" y="250"/>
                  </a:cubicBezTo>
                  <a:cubicBezTo>
                    <a:pt x="0" y="358"/>
                    <a:pt x="60" y="441"/>
                    <a:pt x="167" y="477"/>
                  </a:cubicBezTo>
                  <a:cubicBezTo>
                    <a:pt x="194" y="483"/>
                    <a:pt x="221" y="486"/>
                    <a:pt x="245" y="486"/>
                  </a:cubicBezTo>
                  <a:cubicBezTo>
                    <a:pt x="315" y="486"/>
                    <a:pt x="373" y="461"/>
                    <a:pt x="417" y="417"/>
                  </a:cubicBezTo>
                  <a:cubicBezTo>
                    <a:pt x="453" y="381"/>
                    <a:pt x="464" y="358"/>
                    <a:pt x="476" y="322"/>
                  </a:cubicBezTo>
                  <a:cubicBezTo>
                    <a:pt x="500" y="262"/>
                    <a:pt x="500" y="227"/>
                    <a:pt x="476" y="167"/>
                  </a:cubicBezTo>
                  <a:cubicBezTo>
                    <a:pt x="453" y="84"/>
                    <a:pt x="405" y="36"/>
                    <a:pt x="333" y="12"/>
                  </a:cubicBezTo>
                  <a:cubicBezTo>
                    <a:pt x="298" y="0"/>
                    <a:pt x="262" y="0"/>
                    <a:pt x="22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4" name="Google Shape;20844;p156"/>
            <p:cNvSpPr/>
            <p:nvPr/>
          </p:nvSpPr>
          <p:spPr>
            <a:xfrm>
              <a:off x="3537325" y="2434925"/>
              <a:ext cx="13725" cy="12725"/>
            </a:xfrm>
            <a:custGeom>
              <a:avLst/>
              <a:gdLst/>
              <a:ahLst/>
              <a:cxnLst/>
              <a:rect l="l" t="t" r="r" b="b"/>
              <a:pathLst>
                <a:path w="549" h="509" extrusionOk="0">
                  <a:moveTo>
                    <a:pt x="282" y="0"/>
                  </a:moveTo>
                  <a:cubicBezTo>
                    <a:pt x="163" y="0"/>
                    <a:pt x="58" y="70"/>
                    <a:pt x="25" y="180"/>
                  </a:cubicBezTo>
                  <a:lnTo>
                    <a:pt x="25" y="204"/>
                  </a:lnTo>
                  <a:cubicBezTo>
                    <a:pt x="1" y="323"/>
                    <a:pt x="60" y="454"/>
                    <a:pt x="191" y="502"/>
                  </a:cubicBezTo>
                  <a:cubicBezTo>
                    <a:pt x="213" y="506"/>
                    <a:pt x="235" y="509"/>
                    <a:pt x="257" y="509"/>
                  </a:cubicBezTo>
                  <a:cubicBezTo>
                    <a:pt x="294" y="509"/>
                    <a:pt x="332" y="501"/>
                    <a:pt x="370" y="478"/>
                  </a:cubicBezTo>
                  <a:cubicBezTo>
                    <a:pt x="430" y="454"/>
                    <a:pt x="477" y="406"/>
                    <a:pt x="501" y="335"/>
                  </a:cubicBezTo>
                  <a:cubicBezTo>
                    <a:pt x="549" y="204"/>
                    <a:pt x="477" y="61"/>
                    <a:pt x="346" y="25"/>
                  </a:cubicBezTo>
                  <a:cubicBezTo>
                    <a:pt x="322" y="25"/>
                    <a:pt x="322" y="25"/>
                    <a:pt x="310" y="2"/>
                  </a:cubicBezTo>
                  <a:cubicBezTo>
                    <a:pt x="301" y="1"/>
                    <a:pt x="292" y="0"/>
                    <a:pt x="28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5" name="Google Shape;20845;p156"/>
            <p:cNvSpPr/>
            <p:nvPr/>
          </p:nvSpPr>
          <p:spPr>
            <a:xfrm>
              <a:off x="3328975" y="2549325"/>
              <a:ext cx="14025" cy="12525"/>
            </a:xfrm>
            <a:custGeom>
              <a:avLst/>
              <a:gdLst/>
              <a:ahLst/>
              <a:cxnLst/>
              <a:rect l="l" t="t" r="r" b="b"/>
              <a:pathLst>
                <a:path w="561" h="501" extrusionOk="0">
                  <a:moveTo>
                    <a:pt x="289" y="0"/>
                  </a:moveTo>
                  <a:cubicBezTo>
                    <a:pt x="180" y="0"/>
                    <a:pt x="78" y="68"/>
                    <a:pt x="48" y="176"/>
                  </a:cubicBezTo>
                  <a:cubicBezTo>
                    <a:pt x="1" y="307"/>
                    <a:pt x="72" y="450"/>
                    <a:pt x="203" y="486"/>
                  </a:cubicBezTo>
                  <a:cubicBezTo>
                    <a:pt x="233" y="496"/>
                    <a:pt x="263" y="501"/>
                    <a:pt x="291" y="501"/>
                  </a:cubicBezTo>
                  <a:cubicBezTo>
                    <a:pt x="397" y="501"/>
                    <a:pt x="487" y="434"/>
                    <a:pt x="524" y="331"/>
                  </a:cubicBezTo>
                  <a:cubicBezTo>
                    <a:pt x="560" y="188"/>
                    <a:pt x="489" y="57"/>
                    <a:pt x="358" y="10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846" name="Google Shape;20846;p156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0847" name="Google Shape;20847;p156"/>
          <p:cNvSpPr txBox="1">
            <a:spLocks noGrp="1"/>
          </p:cNvSpPr>
          <p:nvPr>
            <p:ph type="title" idx="2"/>
          </p:nvPr>
        </p:nvSpPr>
        <p:spPr>
          <a:xfrm>
            <a:off x="2730867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48" name="Google Shape;20848;p156"/>
          <p:cNvSpPr txBox="1">
            <a:spLocks noGrp="1"/>
          </p:cNvSpPr>
          <p:nvPr>
            <p:ph type="subTitle" idx="1"/>
          </p:nvPr>
        </p:nvSpPr>
        <p:spPr>
          <a:xfrm>
            <a:off x="2730867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849" name="Google Shape;20849;p156"/>
          <p:cNvSpPr txBox="1">
            <a:spLocks noGrp="1"/>
          </p:cNvSpPr>
          <p:nvPr>
            <p:ph type="title" idx="3"/>
          </p:nvPr>
        </p:nvSpPr>
        <p:spPr>
          <a:xfrm>
            <a:off x="9352260" y="5121633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50" name="Google Shape;20850;p156"/>
          <p:cNvSpPr txBox="1">
            <a:spLocks noGrp="1"/>
          </p:cNvSpPr>
          <p:nvPr>
            <p:ph type="subTitle" idx="4"/>
          </p:nvPr>
        </p:nvSpPr>
        <p:spPr>
          <a:xfrm>
            <a:off x="93382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851" name="Google Shape;20851;p156"/>
          <p:cNvSpPr txBox="1">
            <a:spLocks noGrp="1"/>
          </p:cNvSpPr>
          <p:nvPr>
            <p:ph type="title" idx="5"/>
          </p:nvPr>
        </p:nvSpPr>
        <p:spPr>
          <a:xfrm>
            <a:off x="2730867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52" name="Google Shape;20852;p156"/>
          <p:cNvSpPr txBox="1">
            <a:spLocks noGrp="1"/>
          </p:cNvSpPr>
          <p:nvPr>
            <p:ph type="subTitle" idx="6"/>
          </p:nvPr>
        </p:nvSpPr>
        <p:spPr>
          <a:xfrm>
            <a:off x="2730867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853" name="Google Shape;20853;p156"/>
          <p:cNvSpPr txBox="1">
            <a:spLocks noGrp="1"/>
          </p:cNvSpPr>
          <p:nvPr>
            <p:ph type="title" idx="7"/>
          </p:nvPr>
        </p:nvSpPr>
        <p:spPr>
          <a:xfrm>
            <a:off x="9352260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54" name="Google Shape;20854;p156"/>
          <p:cNvSpPr txBox="1">
            <a:spLocks noGrp="1"/>
          </p:cNvSpPr>
          <p:nvPr>
            <p:ph type="subTitle" idx="8"/>
          </p:nvPr>
        </p:nvSpPr>
        <p:spPr>
          <a:xfrm>
            <a:off x="9352260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855" name="Google Shape;20855;p156"/>
          <p:cNvSpPr txBox="1">
            <a:spLocks noGrp="1"/>
          </p:cNvSpPr>
          <p:nvPr>
            <p:ph type="title" idx="9"/>
          </p:nvPr>
        </p:nvSpPr>
        <p:spPr>
          <a:xfrm>
            <a:off x="15945666" y="5134867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56" name="Google Shape;20856;p156"/>
          <p:cNvSpPr txBox="1">
            <a:spLocks noGrp="1"/>
          </p:cNvSpPr>
          <p:nvPr>
            <p:ph type="subTitle" idx="13"/>
          </p:nvPr>
        </p:nvSpPr>
        <p:spPr>
          <a:xfrm>
            <a:off x="15945666" y="5998133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0857" name="Google Shape;20857;p156"/>
          <p:cNvSpPr txBox="1">
            <a:spLocks noGrp="1"/>
          </p:cNvSpPr>
          <p:nvPr>
            <p:ph type="title" idx="14"/>
          </p:nvPr>
        </p:nvSpPr>
        <p:spPr>
          <a:xfrm>
            <a:off x="15945666" y="9634200"/>
            <a:ext cx="57072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0858" name="Google Shape;20858;p156"/>
          <p:cNvSpPr txBox="1">
            <a:spLocks noGrp="1"/>
          </p:cNvSpPr>
          <p:nvPr>
            <p:ph type="subTitle" idx="15"/>
          </p:nvPr>
        </p:nvSpPr>
        <p:spPr>
          <a:xfrm>
            <a:off x="15945666" y="10497467"/>
            <a:ext cx="5707200" cy="12927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0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60" name="Google Shape;20860;p157"/>
          <p:cNvGrpSpPr/>
          <p:nvPr/>
        </p:nvGrpSpPr>
        <p:grpSpPr>
          <a:xfrm rot="-5400000">
            <a:off x="16839396" y="4438196"/>
            <a:ext cx="11981600" cy="3106514"/>
            <a:chOff x="2582150" y="3714800"/>
            <a:chExt cx="2689050" cy="697200"/>
          </a:xfrm>
        </p:grpSpPr>
        <p:sp>
          <p:nvSpPr>
            <p:cNvPr id="20861" name="Google Shape;20861;p157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2" name="Google Shape;20862;p157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3" name="Google Shape;20863;p157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4" name="Google Shape;20864;p157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5" name="Google Shape;20865;p157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6" name="Google Shape;20866;p157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7" name="Google Shape;20867;p157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8" name="Google Shape;20868;p157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9" name="Google Shape;20869;p157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0" name="Google Shape;20870;p157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1" name="Google Shape;20871;p157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2" name="Google Shape;20872;p157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3" name="Google Shape;20873;p157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4" name="Google Shape;20874;p157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5" name="Google Shape;20875;p157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6" name="Google Shape;20876;p157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7" name="Google Shape;20877;p157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8" name="Google Shape;20878;p157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9" name="Google Shape;20879;p157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0" name="Google Shape;20880;p157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1" name="Google Shape;20881;p157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2" name="Google Shape;20882;p157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3" name="Google Shape;20883;p157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4" name="Google Shape;20884;p157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5" name="Google Shape;20885;p157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6" name="Google Shape;20886;p157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7" name="Google Shape;20887;p157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8" name="Google Shape;20888;p157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9" name="Google Shape;20889;p157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0" name="Google Shape;20890;p157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1" name="Google Shape;20891;p157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2" name="Google Shape;20892;p157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3" name="Google Shape;20893;p157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4" name="Google Shape;20894;p157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5" name="Google Shape;20895;p157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6" name="Google Shape;20896;p157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7" name="Google Shape;20897;p157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8" name="Google Shape;20898;p157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9" name="Google Shape;20899;p157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0" name="Google Shape;20900;p157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1" name="Google Shape;20901;p157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2" name="Google Shape;20902;p157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3" name="Google Shape;20903;p157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4" name="Google Shape;20904;p157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5" name="Google Shape;20905;p157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6" name="Google Shape;20906;p157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7" name="Google Shape;20907;p157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8" name="Google Shape;20908;p157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9" name="Google Shape;20909;p157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0" name="Google Shape;20910;p157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1" name="Google Shape;20911;p157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2" name="Google Shape;20912;p157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3" name="Google Shape;20913;p157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4" name="Google Shape;20914;p157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5" name="Google Shape;20915;p157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6" name="Google Shape;20916;p157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7" name="Google Shape;20917;p157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8" name="Google Shape;20918;p157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9" name="Google Shape;20919;p157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0" name="Google Shape;20920;p157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21" name="Google Shape;20921;p157"/>
          <p:cNvGrpSpPr/>
          <p:nvPr/>
        </p:nvGrpSpPr>
        <p:grpSpPr>
          <a:xfrm rot="5400000" flipH="1">
            <a:off x="-4437000" y="4438196"/>
            <a:ext cx="11981600" cy="3106514"/>
            <a:chOff x="2582150" y="3714800"/>
            <a:chExt cx="2689050" cy="697200"/>
          </a:xfrm>
        </p:grpSpPr>
        <p:sp>
          <p:nvSpPr>
            <p:cNvPr id="20922" name="Google Shape;20922;p157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3" name="Google Shape;20923;p157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4" name="Google Shape;20924;p157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5" name="Google Shape;20925;p157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6" name="Google Shape;20926;p157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7" name="Google Shape;20927;p157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8" name="Google Shape;20928;p157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9" name="Google Shape;20929;p157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0" name="Google Shape;20930;p157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1" name="Google Shape;20931;p157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2" name="Google Shape;20932;p157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3" name="Google Shape;20933;p157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4" name="Google Shape;20934;p157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5" name="Google Shape;20935;p157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6" name="Google Shape;20936;p157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7" name="Google Shape;20937;p157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8" name="Google Shape;20938;p157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9" name="Google Shape;20939;p157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0" name="Google Shape;20940;p157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1" name="Google Shape;20941;p157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2" name="Google Shape;20942;p157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3" name="Google Shape;20943;p157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4" name="Google Shape;20944;p157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5" name="Google Shape;20945;p157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6" name="Google Shape;20946;p157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7" name="Google Shape;20947;p157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8" name="Google Shape;20948;p157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9" name="Google Shape;20949;p157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0" name="Google Shape;20950;p157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1" name="Google Shape;20951;p157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2" name="Google Shape;20952;p157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3" name="Google Shape;20953;p157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4" name="Google Shape;20954;p157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5" name="Google Shape;20955;p157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6" name="Google Shape;20956;p157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7" name="Google Shape;20957;p157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8" name="Google Shape;20958;p157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9" name="Google Shape;20959;p157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0" name="Google Shape;20960;p157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1" name="Google Shape;20961;p157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2" name="Google Shape;20962;p157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3" name="Google Shape;20963;p157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4" name="Google Shape;20964;p157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5" name="Google Shape;20965;p157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6" name="Google Shape;20966;p157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7" name="Google Shape;20967;p157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8" name="Google Shape;20968;p157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9" name="Google Shape;20969;p157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0" name="Google Shape;20970;p157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1" name="Google Shape;20971;p157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2" name="Google Shape;20972;p157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3" name="Google Shape;20973;p157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4" name="Google Shape;20974;p157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5" name="Google Shape;20975;p157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6" name="Google Shape;20976;p157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7" name="Google Shape;20977;p157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8" name="Google Shape;20978;p157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9" name="Google Shape;20979;p157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0" name="Google Shape;20980;p157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1" name="Google Shape;20981;p157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982" name="Google Shape;20982;p157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20983" name="Google Shape;20983;p157"/>
          <p:cNvSpPr txBox="1">
            <a:spLocks noGrp="1"/>
          </p:cNvSpPr>
          <p:nvPr>
            <p:ph type="title" hasCustomPrompt="1"/>
          </p:nvPr>
        </p:nvSpPr>
        <p:spPr>
          <a:xfrm>
            <a:off x="19200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984" name="Google Shape;20984;p157"/>
          <p:cNvSpPr txBox="1">
            <a:spLocks noGrp="1"/>
          </p:cNvSpPr>
          <p:nvPr>
            <p:ph type="subTitle" idx="1"/>
          </p:nvPr>
        </p:nvSpPr>
        <p:spPr>
          <a:xfrm>
            <a:off x="1920000" y="5889000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0985" name="Google Shape;20985;p157"/>
          <p:cNvSpPr txBox="1">
            <a:spLocks noGrp="1"/>
          </p:cNvSpPr>
          <p:nvPr>
            <p:ph type="title" idx="2" hasCustomPrompt="1"/>
          </p:nvPr>
        </p:nvSpPr>
        <p:spPr>
          <a:xfrm>
            <a:off x="12318400" y="4273000"/>
            <a:ext cx="10145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986" name="Google Shape;20986;p157"/>
          <p:cNvSpPr txBox="1">
            <a:spLocks noGrp="1"/>
          </p:cNvSpPr>
          <p:nvPr>
            <p:ph type="subTitle" idx="3"/>
          </p:nvPr>
        </p:nvSpPr>
        <p:spPr>
          <a:xfrm>
            <a:off x="12318400" y="5934178"/>
            <a:ext cx="10145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0987" name="Google Shape;20987;p157"/>
          <p:cNvSpPr txBox="1">
            <a:spLocks noGrp="1"/>
          </p:cNvSpPr>
          <p:nvPr>
            <p:ph type="title" idx="4" hasCustomPrompt="1"/>
          </p:nvPr>
        </p:nvSpPr>
        <p:spPr>
          <a:xfrm>
            <a:off x="5929600" y="8320967"/>
            <a:ext cx="12524700" cy="20505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988" name="Google Shape;20988;p157"/>
          <p:cNvSpPr txBox="1">
            <a:spLocks noGrp="1"/>
          </p:cNvSpPr>
          <p:nvPr>
            <p:ph type="subTitle" idx="5"/>
          </p:nvPr>
        </p:nvSpPr>
        <p:spPr>
          <a:xfrm>
            <a:off x="5929600" y="10004767"/>
            <a:ext cx="12524700" cy="15969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PT Sans"/>
              <a:buNone/>
              <a:defRPr sz="45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T Sans"/>
              <a:buNone/>
              <a:defRPr sz="56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0989" name="Google Shape;20989;p157"/>
          <p:cNvSpPr txBox="1">
            <a:spLocks noGrp="1"/>
          </p:cNvSpPr>
          <p:nvPr>
            <p:ph type="title" idx="6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20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91" name="Google Shape;20991;p158"/>
          <p:cNvGrpSpPr/>
          <p:nvPr/>
        </p:nvGrpSpPr>
        <p:grpSpPr>
          <a:xfrm>
            <a:off x="18085887" y="36"/>
            <a:ext cx="6298407" cy="4654278"/>
            <a:chOff x="2924750" y="1147900"/>
            <a:chExt cx="1220125" cy="901625"/>
          </a:xfrm>
        </p:grpSpPr>
        <p:sp>
          <p:nvSpPr>
            <p:cNvPr id="20992" name="Google Shape;20992;p158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3" name="Google Shape;20993;p158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4" name="Google Shape;20994;p158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5" name="Google Shape;20995;p158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6" name="Google Shape;20996;p158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7" name="Google Shape;20997;p158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8" name="Google Shape;20998;p158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9" name="Google Shape;20999;p158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0" name="Google Shape;21000;p158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1" name="Google Shape;21001;p158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2" name="Google Shape;21002;p158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3" name="Google Shape;21003;p158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4" name="Google Shape;21004;p158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5" name="Google Shape;21005;p158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6" name="Google Shape;21006;p158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7" name="Google Shape;21007;p158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8" name="Google Shape;21008;p158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9" name="Google Shape;21009;p158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0" name="Google Shape;21010;p158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1" name="Google Shape;21011;p158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2" name="Google Shape;21012;p158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3" name="Google Shape;21013;p158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4" name="Google Shape;21014;p158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5" name="Google Shape;21015;p158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6" name="Google Shape;21016;p158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7" name="Google Shape;21017;p158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8" name="Google Shape;21018;p158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9" name="Google Shape;21019;p158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0" name="Google Shape;21020;p158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1" name="Google Shape;21021;p158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2" name="Google Shape;21022;p158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3" name="Google Shape;21023;p158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4" name="Google Shape;21024;p158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5" name="Google Shape;21025;p158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6" name="Google Shape;21026;p158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7" name="Google Shape;21027;p158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8" name="Google Shape;21028;p158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9" name="Google Shape;21029;p158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0" name="Google Shape;21030;p158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1" name="Google Shape;21031;p158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2" name="Google Shape;21032;p158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3" name="Google Shape;21033;p158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4" name="Google Shape;21034;p158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5" name="Google Shape;21035;p158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6" name="Google Shape;21036;p158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7" name="Google Shape;21037;p158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8" name="Google Shape;21038;p158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9" name="Google Shape;21039;p158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0" name="Google Shape;21040;p158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1" name="Google Shape;21041;p158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2" name="Google Shape;21042;p158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3" name="Google Shape;21043;p158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4" name="Google Shape;21044;p158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5" name="Google Shape;21045;p158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6" name="Google Shape;21046;p158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7" name="Google Shape;21047;p158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8" name="Google Shape;21048;p158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9" name="Google Shape;21049;p158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0" name="Google Shape;21050;p158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1" name="Google Shape;21051;p158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2" name="Google Shape;21052;p158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3" name="Google Shape;21053;p158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54" name="Google Shape;21054;p158"/>
          <p:cNvGrpSpPr/>
          <p:nvPr/>
        </p:nvGrpSpPr>
        <p:grpSpPr>
          <a:xfrm flipH="1">
            <a:off x="-10" y="36"/>
            <a:ext cx="6298407" cy="4654278"/>
            <a:chOff x="2924750" y="1147900"/>
            <a:chExt cx="1220125" cy="901625"/>
          </a:xfrm>
        </p:grpSpPr>
        <p:sp>
          <p:nvSpPr>
            <p:cNvPr id="21055" name="Google Shape;21055;p158"/>
            <p:cNvSpPr/>
            <p:nvPr/>
          </p:nvSpPr>
          <p:spPr>
            <a:xfrm>
              <a:off x="2925350" y="1181225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1" y="1"/>
                  </a:moveTo>
                  <a:cubicBezTo>
                    <a:pt x="1" y="7"/>
                    <a:pt x="4" y="10"/>
                    <a:pt x="5" y="10"/>
                  </a:cubicBezTo>
                  <a:cubicBezTo>
                    <a:pt x="7" y="10"/>
                    <a:pt x="7" y="7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6" name="Google Shape;21056;p158"/>
            <p:cNvSpPr/>
            <p:nvPr/>
          </p:nvSpPr>
          <p:spPr>
            <a:xfrm>
              <a:off x="2925650" y="1181825"/>
              <a:ext cx="325" cy="400"/>
            </a:xfrm>
            <a:custGeom>
              <a:avLst/>
              <a:gdLst/>
              <a:ahLst/>
              <a:cxnLst/>
              <a:rect l="l" t="t" r="r" b="b"/>
              <a:pathLst>
                <a:path w="13" h="16" extrusionOk="0">
                  <a:moveTo>
                    <a:pt x="1" y="0"/>
                  </a:moveTo>
                  <a:cubicBezTo>
                    <a:pt x="1" y="10"/>
                    <a:pt x="8" y="12"/>
                    <a:pt x="11" y="12"/>
                  </a:cubicBezTo>
                  <a:lnTo>
                    <a:pt x="11" y="12"/>
                  </a:lnTo>
                  <a:cubicBezTo>
                    <a:pt x="10" y="8"/>
                    <a:pt x="7" y="0"/>
                    <a:pt x="1" y="0"/>
                  </a:cubicBezTo>
                  <a:close/>
                  <a:moveTo>
                    <a:pt x="11" y="12"/>
                  </a:moveTo>
                  <a:lnTo>
                    <a:pt x="11" y="12"/>
                  </a:lnTo>
                  <a:cubicBezTo>
                    <a:pt x="12" y="14"/>
                    <a:pt x="12" y="16"/>
                    <a:pt x="12" y="16"/>
                  </a:cubicBezTo>
                  <a:cubicBezTo>
                    <a:pt x="12" y="16"/>
                    <a:pt x="12" y="15"/>
                    <a:pt x="12" y="12"/>
                  </a:cubicBezTo>
                  <a:cubicBezTo>
                    <a:pt x="12" y="12"/>
                    <a:pt x="12" y="12"/>
                    <a:pt x="11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7" name="Google Shape;21057;p158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8" name="Google Shape;21058;p158"/>
            <p:cNvSpPr/>
            <p:nvPr/>
          </p:nvSpPr>
          <p:spPr>
            <a:xfrm>
              <a:off x="2924750" y="117975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0"/>
                  </a:moveTo>
                  <a:lnTo>
                    <a:pt x="1" y="0"/>
                  </a:lnTo>
                  <a:lnTo>
                    <a:pt x="1" y="1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9" name="Google Shape;21059;p158"/>
            <p:cNvSpPr/>
            <p:nvPr/>
          </p:nvSpPr>
          <p:spPr>
            <a:xfrm>
              <a:off x="2925350" y="1181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0" name="Google Shape;21060;p158"/>
            <p:cNvSpPr/>
            <p:nvPr/>
          </p:nvSpPr>
          <p:spPr>
            <a:xfrm>
              <a:off x="2931900" y="1162175"/>
              <a:ext cx="86650" cy="19375"/>
            </a:xfrm>
            <a:custGeom>
              <a:avLst/>
              <a:gdLst/>
              <a:ahLst/>
              <a:cxnLst/>
              <a:rect l="l" t="t" r="r" b="b"/>
              <a:pathLst>
                <a:path w="3466" h="775" extrusionOk="0">
                  <a:moveTo>
                    <a:pt x="3465" y="1"/>
                  </a:moveTo>
                  <a:lnTo>
                    <a:pt x="1" y="524"/>
                  </a:lnTo>
                  <a:lnTo>
                    <a:pt x="1" y="608"/>
                  </a:lnTo>
                  <a:lnTo>
                    <a:pt x="274" y="775"/>
                  </a:lnTo>
                  <a:lnTo>
                    <a:pt x="3382" y="298"/>
                  </a:lnTo>
                  <a:lnTo>
                    <a:pt x="346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1" name="Google Shape;21061;p158"/>
            <p:cNvSpPr/>
            <p:nvPr/>
          </p:nvSpPr>
          <p:spPr>
            <a:xfrm>
              <a:off x="3024175" y="1148200"/>
              <a:ext cx="134275" cy="20250"/>
            </a:xfrm>
            <a:custGeom>
              <a:avLst/>
              <a:gdLst/>
              <a:ahLst/>
              <a:cxnLst/>
              <a:rect l="l" t="t" r="r" b="b"/>
              <a:pathLst>
                <a:path w="5371" h="810" extrusionOk="0">
                  <a:moveTo>
                    <a:pt x="3489" y="0"/>
                  </a:moveTo>
                  <a:lnTo>
                    <a:pt x="72" y="512"/>
                  </a:lnTo>
                  <a:lnTo>
                    <a:pt x="1" y="810"/>
                  </a:lnTo>
                  <a:lnTo>
                    <a:pt x="53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2" name="Google Shape;21062;p158"/>
            <p:cNvSpPr/>
            <p:nvPr/>
          </p:nvSpPr>
          <p:spPr>
            <a:xfrm>
              <a:off x="3114950" y="1293450"/>
              <a:ext cx="203925" cy="127125"/>
            </a:xfrm>
            <a:custGeom>
              <a:avLst/>
              <a:gdLst/>
              <a:ahLst/>
              <a:cxnLst/>
              <a:rect l="l" t="t" r="r" b="b"/>
              <a:pathLst>
                <a:path w="8157" h="5085" extrusionOk="0">
                  <a:moveTo>
                    <a:pt x="287" y="0"/>
                  </a:moveTo>
                  <a:lnTo>
                    <a:pt x="1" y="155"/>
                  </a:lnTo>
                  <a:lnTo>
                    <a:pt x="8050" y="5084"/>
                  </a:lnTo>
                  <a:cubicBezTo>
                    <a:pt x="8073" y="4989"/>
                    <a:pt x="8109" y="4918"/>
                    <a:pt x="8157" y="4858"/>
                  </a:cubicBezTo>
                  <a:lnTo>
                    <a:pt x="8109" y="4798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3" name="Google Shape;21063;p158"/>
            <p:cNvSpPr/>
            <p:nvPr/>
          </p:nvSpPr>
          <p:spPr>
            <a:xfrm>
              <a:off x="2925950" y="1177350"/>
              <a:ext cx="77425" cy="50325"/>
            </a:xfrm>
            <a:custGeom>
              <a:avLst/>
              <a:gdLst/>
              <a:ahLst/>
              <a:cxnLst/>
              <a:rect l="l" t="t" r="r" b="b"/>
              <a:pathLst>
                <a:path w="3097" h="2013" extrusionOk="0">
                  <a:moveTo>
                    <a:pt x="0" y="179"/>
                  </a:moveTo>
                  <a:cubicBezTo>
                    <a:pt x="25" y="196"/>
                    <a:pt x="44" y="207"/>
                    <a:pt x="66" y="212"/>
                  </a:cubicBezTo>
                  <a:lnTo>
                    <a:pt x="66" y="212"/>
                  </a:lnTo>
                  <a:lnTo>
                    <a:pt x="12" y="179"/>
                  </a:lnTo>
                  <a:close/>
                  <a:moveTo>
                    <a:pt x="239" y="1"/>
                  </a:moveTo>
                  <a:lnTo>
                    <a:pt x="239" y="84"/>
                  </a:lnTo>
                  <a:cubicBezTo>
                    <a:pt x="239" y="150"/>
                    <a:pt x="188" y="216"/>
                    <a:pt x="114" y="216"/>
                  </a:cubicBezTo>
                  <a:cubicBezTo>
                    <a:pt x="108" y="216"/>
                    <a:pt x="102" y="216"/>
                    <a:pt x="96" y="215"/>
                  </a:cubicBezTo>
                  <a:cubicBezTo>
                    <a:pt x="85" y="215"/>
                    <a:pt x="75" y="214"/>
                    <a:pt x="66" y="212"/>
                  </a:cubicBezTo>
                  <a:lnTo>
                    <a:pt x="66" y="212"/>
                  </a:lnTo>
                  <a:lnTo>
                    <a:pt x="3025" y="2013"/>
                  </a:lnTo>
                  <a:lnTo>
                    <a:pt x="3096" y="1727"/>
                  </a:lnTo>
                  <a:lnTo>
                    <a:pt x="512" y="168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4" name="Google Shape;21064;p158"/>
            <p:cNvSpPr/>
            <p:nvPr/>
          </p:nvSpPr>
          <p:spPr>
            <a:xfrm>
              <a:off x="3007800" y="1224975"/>
              <a:ext cx="107175" cy="68200"/>
            </a:xfrm>
            <a:custGeom>
              <a:avLst/>
              <a:gdLst/>
              <a:ahLst/>
              <a:cxnLst/>
              <a:rect l="l" t="t" r="r" b="b"/>
              <a:pathLst>
                <a:path w="4287" h="2728" extrusionOk="0">
                  <a:moveTo>
                    <a:pt x="72" y="1"/>
                  </a:moveTo>
                  <a:lnTo>
                    <a:pt x="1" y="287"/>
                  </a:lnTo>
                  <a:lnTo>
                    <a:pt x="4001" y="2727"/>
                  </a:lnTo>
                  <a:lnTo>
                    <a:pt x="4287" y="2584"/>
                  </a:lnTo>
                  <a:lnTo>
                    <a:pt x="7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5" name="Google Shape;21065;p158"/>
            <p:cNvSpPr/>
            <p:nvPr/>
          </p:nvSpPr>
          <p:spPr>
            <a:xfrm>
              <a:off x="2924750" y="1180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6" name="Google Shape;21066;p158"/>
            <p:cNvSpPr/>
            <p:nvPr/>
          </p:nvSpPr>
          <p:spPr>
            <a:xfrm>
              <a:off x="2926250" y="1182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7" name="Google Shape;21067;p158"/>
            <p:cNvSpPr/>
            <p:nvPr/>
          </p:nvSpPr>
          <p:spPr>
            <a:xfrm>
              <a:off x="2925350" y="11812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8" name="Google Shape;21068;p158"/>
            <p:cNvSpPr/>
            <p:nvPr/>
          </p:nvSpPr>
          <p:spPr>
            <a:xfrm>
              <a:off x="2924750" y="1148200"/>
              <a:ext cx="7175" cy="34850"/>
            </a:xfrm>
            <a:custGeom>
              <a:avLst/>
              <a:gdLst/>
              <a:ahLst/>
              <a:cxnLst/>
              <a:rect l="l" t="t" r="r" b="b"/>
              <a:pathLst>
                <a:path w="287" h="1394" extrusionOk="0">
                  <a:moveTo>
                    <a:pt x="1" y="0"/>
                  </a:moveTo>
                  <a:lnTo>
                    <a:pt x="1" y="1250"/>
                  </a:lnTo>
                  <a:lnTo>
                    <a:pt x="1" y="1262"/>
                  </a:lnTo>
                  <a:lnTo>
                    <a:pt x="1" y="1274"/>
                  </a:lnTo>
                  <a:lnTo>
                    <a:pt x="1" y="1286"/>
                  </a:lnTo>
                  <a:lnTo>
                    <a:pt x="1" y="1310"/>
                  </a:lnTo>
                  <a:lnTo>
                    <a:pt x="1" y="1322"/>
                  </a:lnTo>
                  <a:lnTo>
                    <a:pt x="1" y="1334"/>
                  </a:lnTo>
                  <a:lnTo>
                    <a:pt x="1" y="1345"/>
                  </a:lnTo>
                  <a:lnTo>
                    <a:pt x="25" y="1357"/>
                  </a:lnTo>
                  <a:cubicBezTo>
                    <a:pt x="48" y="1381"/>
                    <a:pt x="84" y="1393"/>
                    <a:pt x="108" y="1393"/>
                  </a:cubicBezTo>
                  <a:cubicBezTo>
                    <a:pt x="227" y="1393"/>
                    <a:pt x="287" y="1334"/>
                    <a:pt x="287" y="1250"/>
                  </a:cubicBezTo>
                  <a:lnTo>
                    <a:pt x="287" y="1167"/>
                  </a:lnTo>
                  <a:lnTo>
                    <a:pt x="287" y="1083"/>
                  </a:lnTo>
                  <a:lnTo>
                    <a:pt x="28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9" name="Google Shape;21069;p158"/>
            <p:cNvSpPr/>
            <p:nvPr/>
          </p:nvSpPr>
          <p:spPr>
            <a:xfrm>
              <a:off x="2963750" y="1147900"/>
              <a:ext cx="65800" cy="224750"/>
            </a:xfrm>
            <a:custGeom>
              <a:avLst/>
              <a:gdLst/>
              <a:ahLst/>
              <a:cxnLst/>
              <a:rect l="l" t="t" r="r" b="b"/>
              <a:pathLst>
                <a:path w="2632" h="8990" extrusionOk="0">
                  <a:moveTo>
                    <a:pt x="2334" y="0"/>
                  </a:moveTo>
                  <a:lnTo>
                    <a:pt x="2179" y="572"/>
                  </a:lnTo>
                  <a:lnTo>
                    <a:pt x="2108" y="869"/>
                  </a:lnTo>
                  <a:lnTo>
                    <a:pt x="1572" y="2917"/>
                  </a:lnTo>
                  <a:lnTo>
                    <a:pt x="1489" y="3203"/>
                  </a:lnTo>
                  <a:lnTo>
                    <a:pt x="1" y="8989"/>
                  </a:lnTo>
                  <a:cubicBezTo>
                    <a:pt x="24" y="8954"/>
                    <a:pt x="48" y="8906"/>
                    <a:pt x="96" y="8882"/>
                  </a:cubicBezTo>
                  <a:lnTo>
                    <a:pt x="382" y="8727"/>
                  </a:lnTo>
                  <a:lnTo>
                    <a:pt x="1763" y="3370"/>
                  </a:lnTo>
                  <a:lnTo>
                    <a:pt x="1834" y="3084"/>
                  </a:lnTo>
                  <a:lnTo>
                    <a:pt x="2418" y="822"/>
                  </a:lnTo>
                  <a:lnTo>
                    <a:pt x="2489" y="524"/>
                  </a:lnTo>
                  <a:lnTo>
                    <a:pt x="263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0" name="Google Shape;21070;p158"/>
            <p:cNvSpPr/>
            <p:nvPr/>
          </p:nvSpPr>
          <p:spPr>
            <a:xfrm>
              <a:off x="3178350" y="1148775"/>
              <a:ext cx="49150" cy="83375"/>
            </a:xfrm>
            <a:custGeom>
              <a:avLst/>
              <a:gdLst/>
              <a:ahLst/>
              <a:cxnLst/>
              <a:rect l="l" t="t" r="r" b="b"/>
              <a:pathLst>
                <a:path w="1966" h="3335" extrusionOk="0">
                  <a:moveTo>
                    <a:pt x="239" y="1"/>
                  </a:moveTo>
                  <a:cubicBezTo>
                    <a:pt x="180" y="72"/>
                    <a:pt x="84" y="120"/>
                    <a:pt x="1" y="156"/>
                  </a:cubicBezTo>
                  <a:lnTo>
                    <a:pt x="1704" y="3335"/>
                  </a:lnTo>
                  <a:lnTo>
                    <a:pt x="1965" y="3204"/>
                  </a:lnTo>
                  <a:lnTo>
                    <a:pt x="2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1" name="Google Shape;21071;p158"/>
            <p:cNvSpPr/>
            <p:nvPr/>
          </p:nvSpPr>
          <p:spPr>
            <a:xfrm>
              <a:off x="3226875" y="1235100"/>
              <a:ext cx="97950" cy="179800"/>
            </a:xfrm>
            <a:custGeom>
              <a:avLst/>
              <a:gdLst/>
              <a:ahLst/>
              <a:cxnLst/>
              <a:rect l="l" t="t" r="r" b="b"/>
              <a:pathLst>
                <a:path w="3918" h="7192" extrusionOk="0">
                  <a:moveTo>
                    <a:pt x="144" y="1"/>
                  </a:moveTo>
                  <a:lnTo>
                    <a:pt x="1" y="72"/>
                  </a:lnTo>
                  <a:cubicBezTo>
                    <a:pt x="144" y="108"/>
                    <a:pt x="227" y="239"/>
                    <a:pt x="203" y="370"/>
                  </a:cubicBezTo>
                  <a:cubicBezTo>
                    <a:pt x="179" y="453"/>
                    <a:pt x="155" y="489"/>
                    <a:pt x="96" y="536"/>
                  </a:cubicBezTo>
                  <a:lnTo>
                    <a:pt x="3632" y="7132"/>
                  </a:lnTo>
                  <a:lnTo>
                    <a:pt x="3668" y="7192"/>
                  </a:lnTo>
                  <a:cubicBezTo>
                    <a:pt x="3727" y="7121"/>
                    <a:pt x="3811" y="7073"/>
                    <a:pt x="3918" y="7061"/>
                  </a:cubicBezTo>
                  <a:lnTo>
                    <a:pt x="14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2" name="Google Shape;21072;p158"/>
            <p:cNvSpPr/>
            <p:nvPr/>
          </p:nvSpPr>
          <p:spPr>
            <a:xfrm>
              <a:off x="3496850" y="1223200"/>
              <a:ext cx="70575" cy="90500"/>
            </a:xfrm>
            <a:custGeom>
              <a:avLst/>
              <a:gdLst/>
              <a:ahLst/>
              <a:cxnLst/>
              <a:rect l="l" t="t" r="r" b="b"/>
              <a:pathLst>
                <a:path w="2823" h="3620" extrusionOk="0">
                  <a:moveTo>
                    <a:pt x="179" y="0"/>
                  </a:moveTo>
                  <a:lnTo>
                    <a:pt x="1" y="227"/>
                  </a:lnTo>
                  <a:lnTo>
                    <a:pt x="2691" y="3620"/>
                  </a:lnTo>
                  <a:cubicBezTo>
                    <a:pt x="2680" y="3572"/>
                    <a:pt x="2680" y="3548"/>
                    <a:pt x="2691" y="3501"/>
                  </a:cubicBezTo>
                  <a:cubicBezTo>
                    <a:pt x="2703" y="3429"/>
                    <a:pt x="2751" y="3346"/>
                    <a:pt x="2822" y="3322"/>
                  </a:cubicBez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3" name="Google Shape;21073;p158"/>
            <p:cNvSpPr/>
            <p:nvPr/>
          </p:nvSpPr>
          <p:spPr>
            <a:xfrm>
              <a:off x="3568875" y="1316375"/>
              <a:ext cx="104225" cy="127100"/>
            </a:xfrm>
            <a:custGeom>
              <a:avLst/>
              <a:gdLst/>
              <a:ahLst/>
              <a:cxnLst/>
              <a:rect l="l" t="t" r="r" b="b"/>
              <a:pathLst>
                <a:path w="4169" h="5084" extrusionOk="0">
                  <a:moveTo>
                    <a:pt x="275" y="0"/>
                  </a:moveTo>
                  <a:lnTo>
                    <a:pt x="227" y="12"/>
                  </a:lnTo>
                  <a:cubicBezTo>
                    <a:pt x="191" y="24"/>
                    <a:pt x="168" y="36"/>
                    <a:pt x="120" y="60"/>
                  </a:cubicBezTo>
                  <a:lnTo>
                    <a:pt x="1" y="119"/>
                  </a:lnTo>
                  <a:lnTo>
                    <a:pt x="3942" y="5084"/>
                  </a:lnTo>
                  <a:cubicBezTo>
                    <a:pt x="4001" y="5013"/>
                    <a:pt x="4085" y="4953"/>
                    <a:pt x="4168" y="4905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4" name="Google Shape;21074;p158"/>
            <p:cNvSpPr/>
            <p:nvPr/>
          </p:nvSpPr>
          <p:spPr>
            <a:xfrm>
              <a:off x="3432250" y="1148200"/>
              <a:ext cx="64625" cy="75025"/>
            </a:xfrm>
            <a:custGeom>
              <a:avLst/>
              <a:gdLst/>
              <a:ahLst/>
              <a:cxnLst/>
              <a:rect l="l" t="t" r="r" b="b"/>
              <a:pathLst>
                <a:path w="2585" h="3001" extrusionOk="0">
                  <a:moveTo>
                    <a:pt x="1" y="0"/>
                  </a:moveTo>
                  <a:lnTo>
                    <a:pt x="2406" y="3000"/>
                  </a:lnTo>
                  <a:lnTo>
                    <a:pt x="2585" y="2774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5" name="Google Shape;21075;p158"/>
            <p:cNvSpPr/>
            <p:nvPr/>
          </p:nvSpPr>
          <p:spPr>
            <a:xfrm>
              <a:off x="2964350" y="1148200"/>
              <a:ext cx="427150" cy="226525"/>
            </a:xfrm>
            <a:custGeom>
              <a:avLst/>
              <a:gdLst/>
              <a:ahLst/>
              <a:cxnLst/>
              <a:rect l="l" t="t" r="r" b="b"/>
              <a:pathLst>
                <a:path w="17086" h="9061" extrusionOk="0">
                  <a:moveTo>
                    <a:pt x="16491" y="0"/>
                  </a:moveTo>
                  <a:lnTo>
                    <a:pt x="10502" y="3227"/>
                  </a:lnTo>
                  <a:lnTo>
                    <a:pt x="10252" y="3358"/>
                  </a:lnTo>
                  <a:lnTo>
                    <a:pt x="6025" y="5655"/>
                  </a:lnTo>
                  <a:lnTo>
                    <a:pt x="5739" y="5798"/>
                  </a:lnTo>
                  <a:lnTo>
                    <a:pt x="358" y="8703"/>
                  </a:lnTo>
                  <a:lnTo>
                    <a:pt x="72" y="8846"/>
                  </a:lnTo>
                  <a:cubicBezTo>
                    <a:pt x="24" y="8882"/>
                    <a:pt x="0" y="8930"/>
                    <a:pt x="0" y="8965"/>
                  </a:cubicBezTo>
                  <a:lnTo>
                    <a:pt x="72" y="8965"/>
                  </a:lnTo>
                  <a:cubicBezTo>
                    <a:pt x="143" y="8989"/>
                    <a:pt x="203" y="9013"/>
                    <a:pt x="262" y="9061"/>
                  </a:cubicBezTo>
                  <a:lnTo>
                    <a:pt x="6013" y="5953"/>
                  </a:lnTo>
                  <a:lnTo>
                    <a:pt x="6299" y="5798"/>
                  </a:lnTo>
                  <a:lnTo>
                    <a:pt x="6846" y="5536"/>
                  </a:lnTo>
                  <a:lnTo>
                    <a:pt x="6846" y="5501"/>
                  </a:lnTo>
                  <a:cubicBezTo>
                    <a:pt x="6867" y="5378"/>
                    <a:pt x="6975" y="5291"/>
                    <a:pt x="7095" y="5291"/>
                  </a:cubicBezTo>
                  <a:cubicBezTo>
                    <a:pt x="7115" y="5291"/>
                    <a:pt x="7136" y="5293"/>
                    <a:pt x="7156" y="5298"/>
                  </a:cubicBezTo>
                  <a:cubicBezTo>
                    <a:pt x="7192" y="5298"/>
                    <a:pt x="7216" y="5310"/>
                    <a:pt x="7227" y="5322"/>
                  </a:cubicBezTo>
                  <a:lnTo>
                    <a:pt x="10204" y="3715"/>
                  </a:lnTo>
                  <a:cubicBezTo>
                    <a:pt x="10246" y="3609"/>
                    <a:pt x="10344" y="3532"/>
                    <a:pt x="10457" y="3532"/>
                  </a:cubicBezTo>
                  <a:cubicBezTo>
                    <a:pt x="10472" y="3532"/>
                    <a:pt x="10487" y="3533"/>
                    <a:pt x="10502" y="3536"/>
                  </a:cubicBezTo>
                  <a:lnTo>
                    <a:pt x="10525" y="3536"/>
                  </a:lnTo>
                  <a:lnTo>
                    <a:pt x="10656" y="3465"/>
                  </a:lnTo>
                  <a:lnTo>
                    <a:pt x="17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6" name="Google Shape;21076;p158"/>
            <p:cNvSpPr/>
            <p:nvPr/>
          </p:nvSpPr>
          <p:spPr>
            <a:xfrm>
              <a:off x="3321825" y="1432750"/>
              <a:ext cx="8375" cy="4325"/>
            </a:xfrm>
            <a:custGeom>
              <a:avLst/>
              <a:gdLst/>
              <a:ahLst/>
              <a:cxnLst/>
              <a:rect l="l" t="t" r="r" b="b"/>
              <a:pathLst>
                <a:path w="335" h="173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60"/>
                    <a:pt x="13" y="119"/>
                    <a:pt x="60" y="143"/>
                  </a:cubicBezTo>
                  <a:cubicBezTo>
                    <a:pt x="85" y="163"/>
                    <a:pt x="116" y="173"/>
                    <a:pt x="147" y="173"/>
                  </a:cubicBezTo>
                  <a:cubicBezTo>
                    <a:pt x="189" y="173"/>
                    <a:pt x="230" y="154"/>
                    <a:pt x="251" y="119"/>
                  </a:cubicBezTo>
                  <a:lnTo>
                    <a:pt x="334" y="24"/>
                  </a:lnTo>
                  <a:lnTo>
                    <a:pt x="334" y="24"/>
                  </a:lnTo>
                  <a:cubicBezTo>
                    <a:pt x="291" y="42"/>
                    <a:pt x="234" y="53"/>
                    <a:pt x="184" y="53"/>
                  </a:cubicBezTo>
                  <a:cubicBezTo>
                    <a:pt x="165" y="53"/>
                    <a:pt x="148" y="51"/>
                    <a:pt x="132" y="48"/>
                  </a:cubicBezTo>
                  <a:cubicBezTo>
                    <a:pt x="96" y="24"/>
                    <a:pt x="48" y="12"/>
                    <a:pt x="13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7" name="Google Shape;21077;p158"/>
            <p:cNvSpPr/>
            <p:nvPr/>
          </p:nvSpPr>
          <p:spPr>
            <a:xfrm>
              <a:off x="3335825" y="1148200"/>
              <a:ext cx="226825" cy="267000"/>
            </a:xfrm>
            <a:custGeom>
              <a:avLst/>
              <a:gdLst/>
              <a:ahLst/>
              <a:cxnLst/>
              <a:rect l="l" t="t" r="r" b="b"/>
              <a:pathLst>
                <a:path w="9073" h="10680" extrusionOk="0">
                  <a:moveTo>
                    <a:pt x="8704" y="0"/>
                  </a:moveTo>
                  <a:lnTo>
                    <a:pt x="6442" y="2774"/>
                  </a:lnTo>
                  <a:lnTo>
                    <a:pt x="6251" y="3000"/>
                  </a:lnTo>
                  <a:lnTo>
                    <a:pt x="0" y="10680"/>
                  </a:lnTo>
                  <a:lnTo>
                    <a:pt x="0" y="10680"/>
                  </a:lnTo>
                  <a:lnTo>
                    <a:pt x="560" y="10442"/>
                  </a:lnTo>
                  <a:lnTo>
                    <a:pt x="6442" y="3227"/>
                  </a:lnTo>
                  <a:lnTo>
                    <a:pt x="6620" y="3000"/>
                  </a:lnTo>
                  <a:lnTo>
                    <a:pt x="907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8" name="Google Shape;21078;p158"/>
            <p:cNvSpPr/>
            <p:nvPr/>
          </p:nvSpPr>
          <p:spPr>
            <a:xfrm>
              <a:off x="3867725" y="1148200"/>
              <a:ext cx="46775" cy="39000"/>
            </a:xfrm>
            <a:custGeom>
              <a:avLst/>
              <a:gdLst/>
              <a:ahLst/>
              <a:cxnLst/>
              <a:rect l="l" t="t" r="r" b="b"/>
              <a:pathLst>
                <a:path w="1871" h="1560" extrusionOk="0">
                  <a:moveTo>
                    <a:pt x="1" y="0"/>
                  </a:moveTo>
                  <a:lnTo>
                    <a:pt x="1668" y="1560"/>
                  </a:lnTo>
                  <a:cubicBezTo>
                    <a:pt x="1727" y="1488"/>
                    <a:pt x="1787" y="1429"/>
                    <a:pt x="1870" y="1381"/>
                  </a:cubicBezTo>
                  <a:lnTo>
                    <a:pt x="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9" name="Google Shape;21079;p158"/>
            <p:cNvSpPr/>
            <p:nvPr/>
          </p:nvSpPr>
          <p:spPr>
            <a:xfrm>
              <a:off x="3688250" y="1330350"/>
              <a:ext cx="105100" cy="114625"/>
            </a:xfrm>
            <a:custGeom>
              <a:avLst/>
              <a:gdLst/>
              <a:ahLst/>
              <a:cxnLst/>
              <a:rect l="l" t="t" r="r" b="b"/>
              <a:pathLst>
                <a:path w="4204" h="4585" extrusionOk="0">
                  <a:moveTo>
                    <a:pt x="4156" y="1"/>
                  </a:moveTo>
                  <a:lnTo>
                    <a:pt x="0" y="4406"/>
                  </a:lnTo>
                  <a:cubicBezTo>
                    <a:pt x="84" y="4454"/>
                    <a:pt x="143" y="4513"/>
                    <a:pt x="179" y="4585"/>
                  </a:cubicBezTo>
                  <a:lnTo>
                    <a:pt x="238" y="4573"/>
                  </a:lnTo>
                  <a:lnTo>
                    <a:pt x="4203" y="370"/>
                  </a:lnTo>
                  <a:lnTo>
                    <a:pt x="415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0" name="Google Shape;21080;p158"/>
            <p:cNvSpPr/>
            <p:nvPr/>
          </p:nvSpPr>
          <p:spPr>
            <a:xfrm>
              <a:off x="3798375" y="1205350"/>
              <a:ext cx="116125" cy="127400"/>
            </a:xfrm>
            <a:custGeom>
              <a:avLst/>
              <a:gdLst/>
              <a:ahLst/>
              <a:cxnLst/>
              <a:rect l="l" t="t" r="r" b="b"/>
              <a:pathLst>
                <a:path w="4645" h="5096" extrusionOk="0">
                  <a:moveTo>
                    <a:pt x="4442" y="0"/>
                  </a:moveTo>
                  <a:lnTo>
                    <a:pt x="1" y="4715"/>
                  </a:lnTo>
                  <a:lnTo>
                    <a:pt x="48" y="5096"/>
                  </a:lnTo>
                  <a:lnTo>
                    <a:pt x="4644" y="191"/>
                  </a:lnTo>
                  <a:cubicBezTo>
                    <a:pt x="4561" y="155"/>
                    <a:pt x="4489" y="95"/>
                    <a:pt x="4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1" name="Google Shape;21081;p158"/>
            <p:cNvSpPr/>
            <p:nvPr/>
          </p:nvSpPr>
          <p:spPr>
            <a:xfrm>
              <a:off x="3335825" y="1313675"/>
              <a:ext cx="235775" cy="107500"/>
            </a:xfrm>
            <a:custGeom>
              <a:avLst/>
              <a:gdLst/>
              <a:ahLst/>
              <a:cxnLst/>
              <a:rect l="l" t="t" r="r" b="b"/>
              <a:pathLst>
                <a:path w="9431" h="4300" extrusionOk="0">
                  <a:moveTo>
                    <a:pt x="9132" y="1"/>
                  </a:moveTo>
                  <a:lnTo>
                    <a:pt x="560" y="3823"/>
                  </a:lnTo>
                  <a:lnTo>
                    <a:pt x="0" y="4073"/>
                  </a:lnTo>
                  <a:cubicBezTo>
                    <a:pt x="48" y="4132"/>
                    <a:pt x="84" y="4204"/>
                    <a:pt x="96" y="4287"/>
                  </a:cubicBezTo>
                  <a:lnTo>
                    <a:pt x="215" y="4299"/>
                  </a:lnTo>
                  <a:lnTo>
                    <a:pt x="9311" y="239"/>
                  </a:lnTo>
                  <a:lnTo>
                    <a:pt x="9430" y="179"/>
                  </a:lnTo>
                  <a:cubicBezTo>
                    <a:pt x="9406" y="179"/>
                    <a:pt x="9382" y="185"/>
                    <a:pt x="9359" y="185"/>
                  </a:cubicBezTo>
                  <a:cubicBezTo>
                    <a:pt x="9347" y="185"/>
                    <a:pt x="9335" y="183"/>
                    <a:pt x="9323" y="179"/>
                  </a:cubicBezTo>
                  <a:cubicBezTo>
                    <a:pt x="9216" y="168"/>
                    <a:pt x="9144" y="84"/>
                    <a:pt x="9132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2" name="Google Shape;21082;p158"/>
            <p:cNvSpPr/>
            <p:nvPr/>
          </p:nvSpPr>
          <p:spPr>
            <a:xfrm>
              <a:off x="3573950" y="1221400"/>
              <a:ext cx="200050" cy="95575"/>
            </a:xfrm>
            <a:custGeom>
              <a:avLst/>
              <a:gdLst/>
              <a:ahLst/>
              <a:cxnLst/>
              <a:rect l="l" t="t" r="r" b="b"/>
              <a:pathLst>
                <a:path w="8002" h="3823" extrusionOk="0">
                  <a:moveTo>
                    <a:pt x="7894" y="1"/>
                  </a:moveTo>
                  <a:lnTo>
                    <a:pt x="4739" y="1418"/>
                  </a:lnTo>
                  <a:cubicBezTo>
                    <a:pt x="4751" y="1453"/>
                    <a:pt x="4751" y="1489"/>
                    <a:pt x="4739" y="1537"/>
                  </a:cubicBezTo>
                  <a:cubicBezTo>
                    <a:pt x="4708" y="1659"/>
                    <a:pt x="4608" y="1747"/>
                    <a:pt x="4490" y="1747"/>
                  </a:cubicBezTo>
                  <a:cubicBezTo>
                    <a:pt x="4470" y="1747"/>
                    <a:pt x="4450" y="1744"/>
                    <a:pt x="4429" y="1739"/>
                  </a:cubicBezTo>
                  <a:cubicBezTo>
                    <a:pt x="4346" y="1727"/>
                    <a:pt x="4287" y="1680"/>
                    <a:pt x="4251" y="1620"/>
                  </a:cubicBezTo>
                  <a:lnTo>
                    <a:pt x="48" y="3478"/>
                  </a:lnTo>
                  <a:cubicBezTo>
                    <a:pt x="108" y="3537"/>
                    <a:pt x="131" y="3597"/>
                    <a:pt x="108" y="3656"/>
                  </a:cubicBezTo>
                  <a:cubicBezTo>
                    <a:pt x="96" y="3739"/>
                    <a:pt x="72" y="3775"/>
                    <a:pt x="0" y="3823"/>
                  </a:cubicBezTo>
                  <a:lnTo>
                    <a:pt x="48" y="3811"/>
                  </a:lnTo>
                  <a:lnTo>
                    <a:pt x="8001" y="263"/>
                  </a:lnTo>
                  <a:cubicBezTo>
                    <a:pt x="7942" y="191"/>
                    <a:pt x="7894" y="108"/>
                    <a:pt x="789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3" name="Google Shape;21083;p158"/>
            <p:cNvSpPr/>
            <p:nvPr/>
          </p:nvSpPr>
          <p:spPr>
            <a:xfrm>
              <a:off x="3336725" y="1420550"/>
              <a:ext cx="327425" cy="35725"/>
            </a:xfrm>
            <a:custGeom>
              <a:avLst/>
              <a:gdLst/>
              <a:ahLst/>
              <a:cxnLst/>
              <a:rect l="l" t="t" r="r" b="b"/>
              <a:pathLst>
                <a:path w="13097" h="1429" extrusionOk="0">
                  <a:moveTo>
                    <a:pt x="48" y="0"/>
                  </a:moveTo>
                  <a:cubicBezTo>
                    <a:pt x="60" y="36"/>
                    <a:pt x="60" y="95"/>
                    <a:pt x="48" y="155"/>
                  </a:cubicBezTo>
                  <a:cubicBezTo>
                    <a:pt x="36" y="203"/>
                    <a:pt x="12" y="250"/>
                    <a:pt x="0" y="274"/>
                  </a:cubicBezTo>
                  <a:lnTo>
                    <a:pt x="13073" y="1429"/>
                  </a:lnTo>
                  <a:cubicBezTo>
                    <a:pt x="13073" y="1369"/>
                    <a:pt x="13073" y="1286"/>
                    <a:pt x="13085" y="1215"/>
                  </a:cubicBezTo>
                  <a:cubicBezTo>
                    <a:pt x="13085" y="1191"/>
                    <a:pt x="13097" y="1167"/>
                    <a:pt x="13097" y="1143"/>
                  </a:cubicBezTo>
                  <a:lnTo>
                    <a:pt x="167" y="1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4" name="Google Shape;21084;p158"/>
            <p:cNvSpPr/>
            <p:nvPr/>
          </p:nvSpPr>
          <p:spPr>
            <a:xfrm>
              <a:off x="3331050" y="1428575"/>
              <a:ext cx="531350" cy="595650"/>
            </a:xfrm>
            <a:custGeom>
              <a:avLst/>
              <a:gdLst/>
              <a:ahLst/>
              <a:cxnLst/>
              <a:rect l="l" t="t" r="r" b="b"/>
              <a:pathLst>
                <a:path w="21254" h="23826" extrusionOk="0">
                  <a:moveTo>
                    <a:pt x="227" y="1"/>
                  </a:moveTo>
                  <a:cubicBezTo>
                    <a:pt x="179" y="96"/>
                    <a:pt x="96" y="155"/>
                    <a:pt x="1" y="179"/>
                  </a:cubicBezTo>
                  <a:lnTo>
                    <a:pt x="21027" y="23825"/>
                  </a:lnTo>
                  <a:cubicBezTo>
                    <a:pt x="21099" y="23754"/>
                    <a:pt x="21170" y="23694"/>
                    <a:pt x="21254" y="23646"/>
                  </a:cubicBezTo>
                  <a:lnTo>
                    <a:pt x="22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5" name="Google Shape;21085;p158"/>
            <p:cNvSpPr/>
            <p:nvPr/>
          </p:nvSpPr>
          <p:spPr>
            <a:xfrm>
              <a:off x="3684975" y="1465200"/>
              <a:ext cx="135150" cy="215225"/>
            </a:xfrm>
            <a:custGeom>
              <a:avLst/>
              <a:gdLst/>
              <a:ahLst/>
              <a:cxnLst/>
              <a:rect l="l" t="t" r="r" b="b"/>
              <a:pathLst>
                <a:path w="5406" h="8609" extrusionOk="0">
                  <a:moveTo>
                    <a:pt x="239" y="0"/>
                  </a:moveTo>
                  <a:cubicBezTo>
                    <a:pt x="179" y="72"/>
                    <a:pt x="96" y="119"/>
                    <a:pt x="0" y="143"/>
                  </a:cubicBezTo>
                  <a:lnTo>
                    <a:pt x="5168" y="8608"/>
                  </a:lnTo>
                  <a:cubicBezTo>
                    <a:pt x="5239" y="8549"/>
                    <a:pt x="5311" y="8513"/>
                    <a:pt x="5406" y="8465"/>
                  </a:cubicBez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6" name="Google Shape;21086;p158"/>
            <p:cNvSpPr/>
            <p:nvPr/>
          </p:nvSpPr>
          <p:spPr>
            <a:xfrm>
              <a:off x="3807000" y="1404475"/>
              <a:ext cx="1525" cy="1800"/>
            </a:xfrm>
            <a:custGeom>
              <a:avLst/>
              <a:gdLst/>
              <a:ahLst/>
              <a:cxnLst/>
              <a:rect l="l" t="t" r="r" b="b"/>
              <a:pathLst>
                <a:path w="61" h="72" extrusionOk="0">
                  <a:moveTo>
                    <a:pt x="49" y="0"/>
                  </a:moveTo>
                  <a:lnTo>
                    <a:pt x="1" y="12"/>
                  </a:lnTo>
                  <a:cubicBezTo>
                    <a:pt x="33" y="23"/>
                    <a:pt x="56" y="53"/>
                    <a:pt x="60" y="67"/>
                  </a:cubicBezTo>
                  <a:lnTo>
                    <a:pt x="60" y="67"/>
                  </a:lnTo>
                  <a:lnTo>
                    <a:pt x="49" y="0"/>
                  </a:lnTo>
                  <a:close/>
                  <a:moveTo>
                    <a:pt x="60" y="67"/>
                  </a:moveTo>
                  <a:lnTo>
                    <a:pt x="60" y="72"/>
                  </a:lnTo>
                  <a:cubicBezTo>
                    <a:pt x="60" y="71"/>
                    <a:pt x="60" y="69"/>
                    <a:pt x="60" y="67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7" name="Google Shape;21087;p158"/>
            <p:cNvSpPr/>
            <p:nvPr/>
          </p:nvSpPr>
          <p:spPr>
            <a:xfrm>
              <a:off x="3802850" y="1412200"/>
              <a:ext cx="39600" cy="263150"/>
            </a:xfrm>
            <a:custGeom>
              <a:avLst/>
              <a:gdLst/>
              <a:ahLst/>
              <a:cxnLst/>
              <a:rect l="l" t="t" r="r" b="b"/>
              <a:pathLst>
                <a:path w="1584" h="10526" extrusionOk="0">
                  <a:moveTo>
                    <a:pt x="274" y="1"/>
                  </a:moveTo>
                  <a:cubicBezTo>
                    <a:pt x="226" y="108"/>
                    <a:pt x="119" y="179"/>
                    <a:pt x="0" y="179"/>
                  </a:cubicBezTo>
                  <a:lnTo>
                    <a:pt x="1298" y="10478"/>
                  </a:lnTo>
                  <a:cubicBezTo>
                    <a:pt x="1358" y="10478"/>
                    <a:pt x="1417" y="10478"/>
                    <a:pt x="1477" y="10490"/>
                  </a:cubicBezTo>
                  <a:cubicBezTo>
                    <a:pt x="1512" y="10490"/>
                    <a:pt x="1536" y="10502"/>
                    <a:pt x="1572" y="10526"/>
                  </a:cubicBezTo>
                  <a:cubicBezTo>
                    <a:pt x="1584" y="10502"/>
                    <a:pt x="1584" y="10478"/>
                    <a:pt x="1584" y="10443"/>
                  </a:cubicBezTo>
                  <a:lnTo>
                    <a:pt x="27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8" name="Google Shape;21088;p158"/>
            <p:cNvSpPr/>
            <p:nvPr/>
          </p:nvSpPr>
          <p:spPr>
            <a:xfrm>
              <a:off x="3779925" y="1231525"/>
              <a:ext cx="27400" cy="168800"/>
            </a:xfrm>
            <a:custGeom>
              <a:avLst/>
              <a:gdLst/>
              <a:ahLst/>
              <a:cxnLst/>
              <a:rect l="l" t="t" r="r" b="b"/>
              <a:pathLst>
                <a:path w="1096" h="6752" extrusionOk="0">
                  <a:moveTo>
                    <a:pt x="262" y="1"/>
                  </a:moveTo>
                  <a:cubicBezTo>
                    <a:pt x="219" y="18"/>
                    <a:pt x="162" y="29"/>
                    <a:pt x="107" y="29"/>
                  </a:cubicBezTo>
                  <a:cubicBezTo>
                    <a:pt x="87" y="29"/>
                    <a:pt x="67" y="28"/>
                    <a:pt x="48" y="25"/>
                  </a:cubicBezTo>
                  <a:cubicBezTo>
                    <a:pt x="24" y="25"/>
                    <a:pt x="12" y="13"/>
                    <a:pt x="0" y="13"/>
                  </a:cubicBezTo>
                  <a:lnTo>
                    <a:pt x="489" y="3954"/>
                  </a:lnTo>
                  <a:lnTo>
                    <a:pt x="536" y="4323"/>
                  </a:lnTo>
                  <a:lnTo>
                    <a:pt x="834" y="6752"/>
                  </a:lnTo>
                  <a:lnTo>
                    <a:pt x="1096" y="6633"/>
                  </a:lnTo>
                  <a:lnTo>
                    <a:pt x="774" y="4061"/>
                  </a:lnTo>
                  <a:lnTo>
                    <a:pt x="727" y="3680"/>
                  </a:lnTo>
                  <a:lnTo>
                    <a:pt x="262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9" name="Google Shape;21089;p158"/>
            <p:cNvSpPr/>
            <p:nvPr/>
          </p:nvSpPr>
          <p:spPr>
            <a:xfrm>
              <a:off x="3692700" y="1340475"/>
              <a:ext cx="254525" cy="111350"/>
            </a:xfrm>
            <a:custGeom>
              <a:avLst/>
              <a:gdLst/>
              <a:ahLst/>
              <a:cxnLst/>
              <a:rect l="l" t="t" r="r" b="b"/>
              <a:pathLst>
                <a:path w="10181" h="4454" extrusionOk="0">
                  <a:moveTo>
                    <a:pt x="10086" y="0"/>
                  </a:moveTo>
                  <a:lnTo>
                    <a:pt x="4585" y="2275"/>
                  </a:lnTo>
                  <a:lnTo>
                    <a:pt x="4323" y="2394"/>
                  </a:lnTo>
                  <a:lnTo>
                    <a:pt x="60" y="4180"/>
                  </a:lnTo>
                  <a:lnTo>
                    <a:pt x="1" y="4180"/>
                  </a:lnTo>
                  <a:cubicBezTo>
                    <a:pt x="49" y="4251"/>
                    <a:pt x="96" y="4346"/>
                    <a:pt x="108" y="4453"/>
                  </a:cubicBezTo>
                  <a:lnTo>
                    <a:pt x="4168" y="2751"/>
                  </a:lnTo>
                  <a:lnTo>
                    <a:pt x="4168" y="2727"/>
                  </a:lnTo>
                  <a:cubicBezTo>
                    <a:pt x="4202" y="2593"/>
                    <a:pt x="4319" y="2512"/>
                    <a:pt x="4461" y="2512"/>
                  </a:cubicBezTo>
                  <a:cubicBezTo>
                    <a:pt x="4470" y="2512"/>
                    <a:pt x="4480" y="2512"/>
                    <a:pt x="4490" y="2513"/>
                  </a:cubicBezTo>
                  <a:cubicBezTo>
                    <a:pt x="4525" y="2525"/>
                    <a:pt x="4573" y="2548"/>
                    <a:pt x="4609" y="2572"/>
                  </a:cubicBezTo>
                  <a:lnTo>
                    <a:pt x="4644" y="2560"/>
                  </a:lnTo>
                  <a:lnTo>
                    <a:pt x="10181" y="250"/>
                  </a:lnTo>
                  <a:lnTo>
                    <a:pt x="10121" y="203"/>
                  </a:lnTo>
                  <a:lnTo>
                    <a:pt x="10109" y="191"/>
                  </a:lnTo>
                  <a:lnTo>
                    <a:pt x="10109" y="179"/>
                  </a:lnTo>
                  <a:cubicBezTo>
                    <a:pt x="10109" y="179"/>
                    <a:pt x="10109" y="167"/>
                    <a:pt x="10097" y="167"/>
                  </a:cubicBezTo>
                  <a:lnTo>
                    <a:pt x="10097" y="143"/>
                  </a:lnTo>
                  <a:lnTo>
                    <a:pt x="10097" y="131"/>
                  </a:lnTo>
                  <a:lnTo>
                    <a:pt x="10097" y="119"/>
                  </a:lnTo>
                  <a:lnTo>
                    <a:pt x="10097" y="108"/>
                  </a:lnTo>
                  <a:lnTo>
                    <a:pt x="100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0" name="Google Shape;21090;p158"/>
            <p:cNvSpPr/>
            <p:nvPr/>
          </p:nvSpPr>
          <p:spPr>
            <a:xfrm>
              <a:off x="3949600" y="1148200"/>
              <a:ext cx="145275" cy="193775"/>
            </a:xfrm>
            <a:custGeom>
              <a:avLst/>
              <a:gdLst/>
              <a:ahLst/>
              <a:cxnLst/>
              <a:rect l="l" t="t" r="r" b="b"/>
              <a:pathLst>
                <a:path w="5811" h="7751" extrusionOk="0">
                  <a:moveTo>
                    <a:pt x="5477" y="0"/>
                  </a:moveTo>
                  <a:lnTo>
                    <a:pt x="0" y="7418"/>
                  </a:lnTo>
                  <a:lnTo>
                    <a:pt x="48" y="7703"/>
                  </a:lnTo>
                  <a:lnTo>
                    <a:pt x="119" y="7751"/>
                  </a:lnTo>
                  <a:lnTo>
                    <a:pt x="58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1" name="Google Shape;21091;p158"/>
            <p:cNvSpPr/>
            <p:nvPr/>
          </p:nvSpPr>
          <p:spPr>
            <a:xfrm>
              <a:off x="3922500" y="1210400"/>
              <a:ext cx="28300" cy="133075"/>
            </a:xfrm>
            <a:custGeom>
              <a:avLst/>
              <a:gdLst/>
              <a:ahLst/>
              <a:cxnLst/>
              <a:rect l="l" t="t" r="r" b="b"/>
              <a:pathLst>
                <a:path w="1132" h="5323" extrusionOk="0">
                  <a:moveTo>
                    <a:pt x="274" y="0"/>
                  </a:moveTo>
                  <a:cubicBezTo>
                    <a:pt x="191" y="48"/>
                    <a:pt x="96" y="60"/>
                    <a:pt x="1" y="60"/>
                  </a:cubicBezTo>
                  <a:lnTo>
                    <a:pt x="846" y="5203"/>
                  </a:lnTo>
                  <a:lnTo>
                    <a:pt x="855" y="5273"/>
                  </a:lnTo>
                  <a:lnTo>
                    <a:pt x="855" y="5273"/>
                  </a:lnTo>
                  <a:cubicBezTo>
                    <a:pt x="858" y="5248"/>
                    <a:pt x="871" y="5226"/>
                    <a:pt x="894" y="5203"/>
                  </a:cubicBezTo>
                  <a:cubicBezTo>
                    <a:pt x="916" y="5166"/>
                    <a:pt x="963" y="5142"/>
                    <a:pt x="1009" y="5142"/>
                  </a:cubicBezTo>
                  <a:cubicBezTo>
                    <a:pt x="1036" y="5142"/>
                    <a:pt x="1062" y="5150"/>
                    <a:pt x="1084" y="5168"/>
                  </a:cubicBezTo>
                  <a:lnTo>
                    <a:pt x="1132" y="5203"/>
                  </a:lnTo>
                  <a:lnTo>
                    <a:pt x="1084" y="4930"/>
                  </a:lnTo>
                  <a:lnTo>
                    <a:pt x="274" y="0"/>
                  </a:lnTo>
                  <a:close/>
                  <a:moveTo>
                    <a:pt x="855" y="5273"/>
                  </a:moveTo>
                  <a:cubicBezTo>
                    <a:pt x="852" y="5288"/>
                    <a:pt x="853" y="5304"/>
                    <a:pt x="858" y="5322"/>
                  </a:cubicBezTo>
                  <a:lnTo>
                    <a:pt x="858" y="5299"/>
                  </a:lnTo>
                  <a:lnTo>
                    <a:pt x="855" y="527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2" name="Google Shape;21092;p158"/>
            <p:cNvSpPr/>
            <p:nvPr/>
          </p:nvSpPr>
          <p:spPr>
            <a:xfrm>
              <a:off x="4062400" y="1422025"/>
              <a:ext cx="82475" cy="66100"/>
            </a:xfrm>
            <a:custGeom>
              <a:avLst/>
              <a:gdLst/>
              <a:ahLst/>
              <a:cxnLst/>
              <a:rect l="l" t="t" r="r" b="b"/>
              <a:pathLst>
                <a:path w="3299" h="2644" extrusionOk="0">
                  <a:moveTo>
                    <a:pt x="84" y="1"/>
                  </a:moveTo>
                  <a:lnTo>
                    <a:pt x="1" y="298"/>
                  </a:lnTo>
                  <a:lnTo>
                    <a:pt x="3299" y="2644"/>
                  </a:lnTo>
                  <a:lnTo>
                    <a:pt x="3299" y="2299"/>
                  </a:lnTo>
                  <a:lnTo>
                    <a:pt x="8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3" name="Google Shape;21093;p158"/>
            <p:cNvSpPr/>
            <p:nvPr/>
          </p:nvSpPr>
          <p:spPr>
            <a:xfrm>
              <a:off x="3943925" y="1338950"/>
              <a:ext cx="113725" cy="85775"/>
            </a:xfrm>
            <a:custGeom>
              <a:avLst/>
              <a:gdLst/>
              <a:ahLst/>
              <a:cxnLst/>
              <a:rect l="l" t="t" r="r" b="b"/>
              <a:pathLst>
                <a:path w="4549" h="3431" extrusionOk="0">
                  <a:moveTo>
                    <a:pt x="152" y="0"/>
                  </a:moveTo>
                  <a:cubicBezTo>
                    <a:pt x="106" y="0"/>
                    <a:pt x="59" y="24"/>
                    <a:pt x="37" y="61"/>
                  </a:cubicBezTo>
                  <a:cubicBezTo>
                    <a:pt x="1" y="85"/>
                    <a:pt x="1" y="133"/>
                    <a:pt x="1" y="180"/>
                  </a:cubicBezTo>
                  <a:lnTo>
                    <a:pt x="1" y="192"/>
                  </a:lnTo>
                  <a:lnTo>
                    <a:pt x="1" y="204"/>
                  </a:lnTo>
                  <a:lnTo>
                    <a:pt x="1" y="216"/>
                  </a:lnTo>
                  <a:cubicBezTo>
                    <a:pt x="1" y="216"/>
                    <a:pt x="1" y="240"/>
                    <a:pt x="13" y="240"/>
                  </a:cubicBezTo>
                  <a:lnTo>
                    <a:pt x="13" y="252"/>
                  </a:lnTo>
                  <a:lnTo>
                    <a:pt x="37" y="264"/>
                  </a:lnTo>
                  <a:lnTo>
                    <a:pt x="96" y="311"/>
                  </a:lnTo>
                  <a:lnTo>
                    <a:pt x="4466" y="3431"/>
                  </a:lnTo>
                  <a:lnTo>
                    <a:pt x="4549" y="3157"/>
                  </a:lnTo>
                  <a:lnTo>
                    <a:pt x="310" y="121"/>
                  </a:lnTo>
                  <a:lnTo>
                    <a:pt x="239" y="73"/>
                  </a:lnTo>
                  <a:lnTo>
                    <a:pt x="227" y="26"/>
                  </a:lnTo>
                  <a:cubicBezTo>
                    <a:pt x="205" y="8"/>
                    <a:pt x="179" y="0"/>
                    <a:pt x="1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4" name="Google Shape;21094;p158"/>
            <p:cNvSpPr/>
            <p:nvPr/>
          </p:nvSpPr>
          <p:spPr>
            <a:xfrm>
              <a:off x="3988275" y="1670575"/>
              <a:ext cx="3300" cy="2400"/>
            </a:xfrm>
            <a:custGeom>
              <a:avLst/>
              <a:gdLst/>
              <a:ahLst/>
              <a:cxnLst/>
              <a:rect l="l" t="t" r="r" b="b"/>
              <a:pathLst>
                <a:path w="132" h="96" extrusionOk="0">
                  <a:moveTo>
                    <a:pt x="25" y="0"/>
                  </a:moveTo>
                  <a:lnTo>
                    <a:pt x="1" y="96"/>
                  </a:lnTo>
                  <a:cubicBezTo>
                    <a:pt x="60" y="96"/>
                    <a:pt x="120" y="72"/>
                    <a:pt x="132" y="12"/>
                  </a:cubicBezTo>
                  <a:cubicBezTo>
                    <a:pt x="108" y="12"/>
                    <a:pt x="72" y="12"/>
                    <a:pt x="2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5" name="Google Shape;21095;p158"/>
            <p:cNvSpPr/>
            <p:nvPr/>
          </p:nvSpPr>
          <p:spPr>
            <a:xfrm>
              <a:off x="3997500" y="1148200"/>
              <a:ext cx="147075" cy="480725"/>
            </a:xfrm>
            <a:custGeom>
              <a:avLst/>
              <a:gdLst/>
              <a:ahLst/>
              <a:cxnLst/>
              <a:rect l="l" t="t" r="r" b="b"/>
              <a:pathLst>
                <a:path w="5883" h="19229" extrusionOk="0">
                  <a:moveTo>
                    <a:pt x="5585" y="0"/>
                  </a:moveTo>
                  <a:lnTo>
                    <a:pt x="2442" y="10775"/>
                  </a:lnTo>
                  <a:lnTo>
                    <a:pt x="2358" y="11049"/>
                  </a:lnTo>
                  <a:lnTo>
                    <a:pt x="1" y="19133"/>
                  </a:lnTo>
                  <a:cubicBezTo>
                    <a:pt x="96" y="19145"/>
                    <a:pt x="191" y="19181"/>
                    <a:pt x="275" y="19229"/>
                  </a:cubicBezTo>
                  <a:lnTo>
                    <a:pt x="2597" y="11228"/>
                  </a:lnTo>
                  <a:lnTo>
                    <a:pt x="2680" y="10954"/>
                  </a:lnTo>
                  <a:lnTo>
                    <a:pt x="588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6" name="Google Shape;21096;p158"/>
            <p:cNvSpPr/>
            <p:nvPr/>
          </p:nvSpPr>
          <p:spPr>
            <a:xfrm>
              <a:off x="3833500" y="1736350"/>
              <a:ext cx="39925" cy="281600"/>
            </a:xfrm>
            <a:custGeom>
              <a:avLst/>
              <a:gdLst/>
              <a:ahLst/>
              <a:cxnLst/>
              <a:rect l="l" t="t" r="r" b="b"/>
              <a:pathLst>
                <a:path w="1597" h="11264" extrusionOk="0">
                  <a:moveTo>
                    <a:pt x="286" y="1"/>
                  </a:moveTo>
                  <a:cubicBezTo>
                    <a:pt x="214" y="37"/>
                    <a:pt x="148" y="53"/>
                    <a:pt x="73" y="53"/>
                  </a:cubicBezTo>
                  <a:cubicBezTo>
                    <a:pt x="50" y="53"/>
                    <a:pt x="26" y="51"/>
                    <a:pt x="1" y="48"/>
                  </a:cubicBezTo>
                  <a:lnTo>
                    <a:pt x="1" y="48"/>
                  </a:lnTo>
                  <a:lnTo>
                    <a:pt x="1310" y="11264"/>
                  </a:lnTo>
                  <a:cubicBezTo>
                    <a:pt x="1369" y="11256"/>
                    <a:pt x="1428" y="11247"/>
                    <a:pt x="1487" y="11247"/>
                  </a:cubicBezTo>
                  <a:cubicBezTo>
                    <a:pt x="1511" y="11247"/>
                    <a:pt x="1536" y="11249"/>
                    <a:pt x="1560" y="11252"/>
                  </a:cubicBezTo>
                  <a:lnTo>
                    <a:pt x="1596" y="11252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7" name="Google Shape;21097;p158"/>
            <p:cNvSpPr/>
            <p:nvPr/>
          </p:nvSpPr>
          <p:spPr>
            <a:xfrm>
              <a:off x="3873400" y="1667900"/>
              <a:ext cx="115500" cy="351550"/>
            </a:xfrm>
            <a:custGeom>
              <a:avLst/>
              <a:gdLst/>
              <a:ahLst/>
              <a:cxnLst/>
              <a:rect l="l" t="t" r="r" b="b"/>
              <a:pathLst>
                <a:path w="4620" h="14062" extrusionOk="0">
                  <a:moveTo>
                    <a:pt x="4358" y="0"/>
                  </a:moveTo>
                  <a:lnTo>
                    <a:pt x="0" y="14014"/>
                  </a:lnTo>
                  <a:cubicBezTo>
                    <a:pt x="36" y="14038"/>
                    <a:pt x="71" y="14038"/>
                    <a:pt x="119" y="14062"/>
                  </a:cubicBezTo>
                  <a:lnTo>
                    <a:pt x="417" y="13657"/>
                  </a:lnTo>
                  <a:lnTo>
                    <a:pt x="4596" y="226"/>
                  </a:lnTo>
                  <a:lnTo>
                    <a:pt x="4620" y="107"/>
                  </a:lnTo>
                  <a:cubicBezTo>
                    <a:pt x="4536" y="84"/>
                    <a:pt x="4441" y="60"/>
                    <a:pt x="435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8" name="Google Shape;21098;p158"/>
            <p:cNvSpPr/>
            <p:nvPr/>
          </p:nvSpPr>
          <p:spPr>
            <a:xfrm>
              <a:off x="4009425" y="1573825"/>
              <a:ext cx="135450" cy="64925"/>
            </a:xfrm>
            <a:custGeom>
              <a:avLst/>
              <a:gdLst/>
              <a:ahLst/>
              <a:cxnLst/>
              <a:rect l="l" t="t" r="r" b="b"/>
              <a:pathLst>
                <a:path w="5418" h="2597" extrusionOk="0">
                  <a:moveTo>
                    <a:pt x="5418" y="1"/>
                  </a:moveTo>
                  <a:lnTo>
                    <a:pt x="0" y="2358"/>
                  </a:lnTo>
                  <a:cubicBezTo>
                    <a:pt x="72" y="2442"/>
                    <a:pt x="131" y="2525"/>
                    <a:pt x="167" y="2596"/>
                  </a:cubicBezTo>
                  <a:lnTo>
                    <a:pt x="5418" y="310"/>
                  </a:lnTo>
                  <a:lnTo>
                    <a:pt x="541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9" name="Google Shape;21099;p158"/>
            <p:cNvSpPr/>
            <p:nvPr/>
          </p:nvSpPr>
          <p:spPr>
            <a:xfrm>
              <a:off x="3864450" y="1649725"/>
              <a:ext cx="108075" cy="53925"/>
            </a:xfrm>
            <a:custGeom>
              <a:avLst/>
              <a:gdLst/>
              <a:ahLst/>
              <a:cxnLst/>
              <a:rect l="l" t="t" r="r" b="b"/>
              <a:pathLst>
                <a:path w="4323" h="2157" extrusionOk="0">
                  <a:moveTo>
                    <a:pt x="4263" y="1"/>
                  </a:moveTo>
                  <a:lnTo>
                    <a:pt x="1" y="1870"/>
                  </a:lnTo>
                  <a:cubicBezTo>
                    <a:pt x="25" y="1966"/>
                    <a:pt x="37" y="2061"/>
                    <a:pt x="37" y="2156"/>
                  </a:cubicBezTo>
                  <a:lnTo>
                    <a:pt x="4323" y="275"/>
                  </a:lnTo>
                  <a:cubicBezTo>
                    <a:pt x="4299" y="191"/>
                    <a:pt x="4263" y="96"/>
                    <a:pt x="426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0" name="Google Shape;21100;p158"/>
            <p:cNvSpPr/>
            <p:nvPr/>
          </p:nvSpPr>
          <p:spPr>
            <a:xfrm>
              <a:off x="3876375" y="1648550"/>
              <a:ext cx="268500" cy="374775"/>
            </a:xfrm>
            <a:custGeom>
              <a:avLst/>
              <a:gdLst/>
              <a:ahLst/>
              <a:cxnLst/>
              <a:rect l="l" t="t" r="r" b="b"/>
              <a:pathLst>
                <a:path w="10740" h="14991" extrusionOk="0">
                  <a:moveTo>
                    <a:pt x="10740" y="0"/>
                  </a:moveTo>
                  <a:lnTo>
                    <a:pt x="298" y="14419"/>
                  </a:lnTo>
                  <a:lnTo>
                    <a:pt x="0" y="14824"/>
                  </a:lnTo>
                  <a:cubicBezTo>
                    <a:pt x="83" y="14859"/>
                    <a:pt x="155" y="14919"/>
                    <a:pt x="214" y="14990"/>
                  </a:cubicBezTo>
                  <a:lnTo>
                    <a:pt x="10740" y="477"/>
                  </a:lnTo>
                  <a:lnTo>
                    <a:pt x="1074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1" name="Google Shape;21101;p158"/>
            <p:cNvSpPr/>
            <p:nvPr/>
          </p:nvSpPr>
          <p:spPr>
            <a:xfrm>
              <a:off x="3970725" y="1626200"/>
              <a:ext cx="44675" cy="45050"/>
            </a:xfrm>
            <a:custGeom>
              <a:avLst/>
              <a:gdLst/>
              <a:ahLst/>
              <a:cxnLst/>
              <a:rect l="l" t="t" r="r" b="b"/>
              <a:pathLst>
                <a:path w="1787" h="1802" extrusionOk="0">
                  <a:moveTo>
                    <a:pt x="842" y="1"/>
                  </a:moveTo>
                  <a:cubicBezTo>
                    <a:pt x="463" y="1"/>
                    <a:pt x="105" y="307"/>
                    <a:pt x="12" y="728"/>
                  </a:cubicBezTo>
                  <a:cubicBezTo>
                    <a:pt x="0" y="799"/>
                    <a:pt x="0" y="882"/>
                    <a:pt x="0" y="954"/>
                  </a:cubicBezTo>
                  <a:cubicBezTo>
                    <a:pt x="0" y="1061"/>
                    <a:pt x="36" y="1144"/>
                    <a:pt x="60" y="1240"/>
                  </a:cubicBezTo>
                  <a:cubicBezTo>
                    <a:pt x="131" y="1430"/>
                    <a:pt x="262" y="1573"/>
                    <a:pt x="453" y="1680"/>
                  </a:cubicBezTo>
                  <a:cubicBezTo>
                    <a:pt x="524" y="1728"/>
                    <a:pt x="608" y="1752"/>
                    <a:pt x="715" y="1787"/>
                  </a:cubicBezTo>
                  <a:cubicBezTo>
                    <a:pt x="750" y="1787"/>
                    <a:pt x="786" y="1799"/>
                    <a:pt x="822" y="1799"/>
                  </a:cubicBezTo>
                  <a:cubicBezTo>
                    <a:pt x="844" y="1801"/>
                    <a:pt x="867" y="1802"/>
                    <a:pt x="889" y="1802"/>
                  </a:cubicBezTo>
                  <a:cubicBezTo>
                    <a:pt x="1304" y="1802"/>
                    <a:pt x="1683" y="1491"/>
                    <a:pt x="1751" y="1073"/>
                  </a:cubicBezTo>
                  <a:cubicBezTo>
                    <a:pt x="1786" y="871"/>
                    <a:pt x="1751" y="680"/>
                    <a:pt x="1679" y="525"/>
                  </a:cubicBezTo>
                  <a:cubicBezTo>
                    <a:pt x="1643" y="430"/>
                    <a:pt x="1596" y="359"/>
                    <a:pt x="1512" y="287"/>
                  </a:cubicBezTo>
                  <a:cubicBezTo>
                    <a:pt x="1453" y="228"/>
                    <a:pt x="1382" y="168"/>
                    <a:pt x="1298" y="120"/>
                  </a:cubicBezTo>
                  <a:cubicBezTo>
                    <a:pt x="1215" y="73"/>
                    <a:pt x="1120" y="49"/>
                    <a:pt x="1024" y="25"/>
                  </a:cubicBezTo>
                  <a:cubicBezTo>
                    <a:pt x="964" y="9"/>
                    <a:pt x="902" y="1"/>
                    <a:pt x="84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2" name="Google Shape;21102;p158"/>
            <p:cNvSpPr/>
            <p:nvPr/>
          </p:nvSpPr>
          <p:spPr>
            <a:xfrm>
              <a:off x="3799275" y="1673800"/>
              <a:ext cx="66400" cy="63775"/>
            </a:xfrm>
            <a:custGeom>
              <a:avLst/>
              <a:gdLst/>
              <a:ahLst/>
              <a:cxnLst/>
              <a:rect l="l" t="t" r="r" b="b"/>
              <a:pathLst>
                <a:path w="2656" h="2551" extrusionOk="0">
                  <a:moveTo>
                    <a:pt x="1366" y="0"/>
                  </a:moveTo>
                  <a:cubicBezTo>
                    <a:pt x="1186" y="0"/>
                    <a:pt x="1002" y="38"/>
                    <a:pt x="846" y="121"/>
                  </a:cubicBezTo>
                  <a:cubicBezTo>
                    <a:pt x="762" y="169"/>
                    <a:pt x="679" y="205"/>
                    <a:pt x="608" y="264"/>
                  </a:cubicBezTo>
                  <a:cubicBezTo>
                    <a:pt x="369" y="443"/>
                    <a:pt x="191" y="717"/>
                    <a:pt x="131" y="1038"/>
                  </a:cubicBezTo>
                  <a:cubicBezTo>
                    <a:pt x="0" y="1729"/>
                    <a:pt x="465" y="2396"/>
                    <a:pt x="1143" y="2527"/>
                  </a:cubicBezTo>
                  <a:cubicBezTo>
                    <a:pt x="1215" y="2550"/>
                    <a:pt x="1286" y="2550"/>
                    <a:pt x="1370" y="2550"/>
                  </a:cubicBezTo>
                  <a:cubicBezTo>
                    <a:pt x="1453" y="2550"/>
                    <a:pt x="1560" y="2527"/>
                    <a:pt x="1643" y="2515"/>
                  </a:cubicBezTo>
                  <a:cubicBezTo>
                    <a:pt x="2120" y="2407"/>
                    <a:pt x="2525" y="2026"/>
                    <a:pt x="2632" y="1503"/>
                  </a:cubicBezTo>
                  <a:cubicBezTo>
                    <a:pt x="2644" y="1395"/>
                    <a:pt x="2655" y="1300"/>
                    <a:pt x="2644" y="1193"/>
                  </a:cubicBezTo>
                  <a:cubicBezTo>
                    <a:pt x="2644" y="1086"/>
                    <a:pt x="2620" y="1003"/>
                    <a:pt x="2596" y="907"/>
                  </a:cubicBezTo>
                  <a:cubicBezTo>
                    <a:pt x="2489" y="502"/>
                    <a:pt x="2144" y="169"/>
                    <a:pt x="1715" y="50"/>
                  </a:cubicBezTo>
                  <a:cubicBezTo>
                    <a:pt x="1679" y="26"/>
                    <a:pt x="1655" y="26"/>
                    <a:pt x="1620" y="14"/>
                  </a:cubicBezTo>
                  <a:cubicBezTo>
                    <a:pt x="1560" y="2"/>
                    <a:pt x="1501" y="2"/>
                    <a:pt x="1441" y="2"/>
                  </a:cubicBezTo>
                  <a:cubicBezTo>
                    <a:pt x="1416" y="1"/>
                    <a:pt x="1391" y="0"/>
                    <a:pt x="136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3" name="Google Shape;21103;p158"/>
            <p:cNvSpPr/>
            <p:nvPr/>
          </p:nvSpPr>
          <p:spPr>
            <a:xfrm>
              <a:off x="2952150" y="1372925"/>
              <a:ext cx="24425" cy="22850"/>
            </a:xfrm>
            <a:custGeom>
              <a:avLst/>
              <a:gdLst/>
              <a:ahLst/>
              <a:cxnLst/>
              <a:rect l="l" t="t" r="r" b="b"/>
              <a:pathLst>
                <a:path w="977" h="914" extrusionOk="0">
                  <a:moveTo>
                    <a:pt x="488" y="0"/>
                  </a:moveTo>
                  <a:cubicBezTo>
                    <a:pt x="262" y="0"/>
                    <a:pt x="72" y="143"/>
                    <a:pt x="36" y="369"/>
                  </a:cubicBezTo>
                  <a:cubicBezTo>
                    <a:pt x="0" y="619"/>
                    <a:pt x="155" y="857"/>
                    <a:pt x="417" y="905"/>
                  </a:cubicBezTo>
                  <a:cubicBezTo>
                    <a:pt x="446" y="911"/>
                    <a:pt x="474" y="913"/>
                    <a:pt x="503" y="913"/>
                  </a:cubicBezTo>
                  <a:cubicBezTo>
                    <a:pt x="719" y="913"/>
                    <a:pt x="911" y="757"/>
                    <a:pt x="953" y="536"/>
                  </a:cubicBezTo>
                  <a:cubicBezTo>
                    <a:pt x="977" y="357"/>
                    <a:pt x="905" y="191"/>
                    <a:pt x="774" y="84"/>
                  </a:cubicBezTo>
                  <a:cubicBezTo>
                    <a:pt x="715" y="36"/>
                    <a:pt x="655" y="12"/>
                    <a:pt x="57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4" name="Google Shape;21104;p158"/>
            <p:cNvSpPr/>
            <p:nvPr/>
          </p:nvSpPr>
          <p:spPr>
            <a:xfrm>
              <a:off x="3905825" y="1180125"/>
              <a:ext cx="33975" cy="32075"/>
            </a:xfrm>
            <a:custGeom>
              <a:avLst/>
              <a:gdLst/>
              <a:ahLst/>
              <a:cxnLst/>
              <a:rect l="l" t="t" r="r" b="b"/>
              <a:pathLst>
                <a:path w="1359" h="1283" extrusionOk="0">
                  <a:moveTo>
                    <a:pt x="669" y="0"/>
                  </a:moveTo>
                  <a:cubicBezTo>
                    <a:pt x="558" y="0"/>
                    <a:pt x="445" y="29"/>
                    <a:pt x="346" y="92"/>
                  </a:cubicBezTo>
                  <a:cubicBezTo>
                    <a:pt x="263" y="128"/>
                    <a:pt x="203" y="211"/>
                    <a:pt x="144" y="283"/>
                  </a:cubicBezTo>
                  <a:cubicBezTo>
                    <a:pt x="96" y="354"/>
                    <a:pt x="48" y="426"/>
                    <a:pt x="37" y="521"/>
                  </a:cubicBezTo>
                  <a:cubicBezTo>
                    <a:pt x="1" y="699"/>
                    <a:pt x="48" y="878"/>
                    <a:pt x="144" y="1009"/>
                  </a:cubicBezTo>
                  <a:cubicBezTo>
                    <a:pt x="203" y="1104"/>
                    <a:pt x="275" y="1164"/>
                    <a:pt x="346" y="1200"/>
                  </a:cubicBezTo>
                  <a:cubicBezTo>
                    <a:pt x="406" y="1235"/>
                    <a:pt x="465" y="1259"/>
                    <a:pt x="549" y="1259"/>
                  </a:cubicBezTo>
                  <a:cubicBezTo>
                    <a:pt x="584" y="1283"/>
                    <a:pt x="632" y="1283"/>
                    <a:pt x="668" y="1283"/>
                  </a:cubicBezTo>
                  <a:cubicBezTo>
                    <a:pt x="763" y="1283"/>
                    <a:pt x="858" y="1247"/>
                    <a:pt x="941" y="1223"/>
                  </a:cubicBezTo>
                  <a:cubicBezTo>
                    <a:pt x="1120" y="1128"/>
                    <a:pt x="1263" y="961"/>
                    <a:pt x="1287" y="759"/>
                  </a:cubicBezTo>
                  <a:cubicBezTo>
                    <a:pt x="1358" y="414"/>
                    <a:pt x="1120" y="68"/>
                    <a:pt x="775" y="9"/>
                  </a:cubicBezTo>
                  <a:cubicBezTo>
                    <a:pt x="740" y="3"/>
                    <a:pt x="705" y="0"/>
                    <a:pt x="66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5" name="Google Shape;21105;p158"/>
            <p:cNvSpPr/>
            <p:nvPr/>
          </p:nvSpPr>
          <p:spPr>
            <a:xfrm>
              <a:off x="3663250" y="1438025"/>
              <a:ext cx="32175" cy="31950"/>
            </a:xfrm>
            <a:custGeom>
              <a:avLst/>
              <a:gdLst/>
              <a:ahLst/>
              <a:cxnLst/>
              <a:rect l="l" t="t" r="r" b="b"/>
              <a:pathLst>
                <a:path w="1287" h="1278" extrusionOk="0">
                  <a:moveTo>
                    <a:pt x="636" y="1"/>
                  </a:moveTo>
                  <a:cubicBezTo>
                    <a:pt x="545" y="1"/>
                    <a:pt x="457" y="26"/>
                    <a:pt x="381" y="51"/>
                  </a:cubicBezTo>
                  <a:cubicBezTo>
                    <a:pt x="286" y="99"/>
                    <a:pt x="215" y="158"/>
                    <a:pt x="155" y="230"/>
                  </a:cubicBezTo>
                  <a:cubicBezTo>
                    <a:pt x="95" y="289"/>
                    <a:pt x="60" y="373"/>
                    <a:pt x="36" y="456"/>
                  </a:cubicBezTo>
                  <a:cubicBezTo>
                    <a:pt x="36" y="468"/>
                    <a:pt x="24" y="504"/>
                    <a:pt x="24" y="528"/>
                  </a:cubicBezTo>
                  <a:cubicBezTo>
                    <a:pt x="0" y="611"/>
                    <a:pt x="0" y="682"/>
                    <a:pt x="24" y="742"/>
                  </a:cubicBezTo>
                  <a:cubicBezTo>
                    <a:pt x="60" y="1004"/>
                    <a:pt x="262" y="1218"/>
                    <a:pt x="548" y="1266"/>
                  </a:cubicBezTo>
                  <a:cubicBezTo>
                    <a:pt x="584" y="1274"/>
                    <a:pt x="622" y="1278"/>
                    <a:pt x="660" y="1278"/>
                  </a:cubicBezTo>
                  <a:cubicBezTo>
                    <a:pt x="737" y="1278"/>
                    <a:pt x="814" y="1262"/>
                    <a:pt x="869" y="1230"/>
                  </a:cubicBezTo>
                  <a:cubicBezTo>
                    <a:pt x="965" y="1206"/>
                    <a:pt x="1048" y="1147"/>
                    <a:pt x="1108" y="1087"/>
                  </a:cubicBezTo>
                  <a:cubicBezTo>
                    <a:pt x="1203" y="992"/>
                    <a:pt x="1262" y="873"/>
                    <a:pt x="1274" y="742"/>
                  </a:cubicBezTo>
                  <a:cubicBezTo>
                    <a:pt x="1286" y="682"/>
                    <a:pt x="1286" y="611"/>
                    <a:pt x="1274" y="551"/>
                  </a:cubicBezTo>
                  <a:cubicBezTo>
                    <a:pt x="1262" y="456"/>
                    <a:pt x="1227" y="349"/>
                    <a:pt x="1167" y="278"/>
                  </a:cubicBezTo>
                  <a:cubicBezTo>
                    <a:pt x="1119" y="206"/>
                    <a:pt x="1060" y="147"/>
                    <a:pt x="988" y="99"/>
                  </a:cubicBezTo>
                  <a:cubicBezTo>
                    <a:pt x="917" y="51"/>
                    <a:pt x="846" y="27"/>
                    <a:pt x="750" y="16"/>
                  </a:cubicBezTo>
                  <a:cubicBezTo>
                    <a:pt x="712" y="5"/>
                    <a:pt x="674" y="1"/>
                    <a:pt x="6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6" name="Google Shape;21106;p158"/>
            <p:cNvSpPr/>
            <p:nvPr/>
          </p:nvSpPr>
          <p:spPr>
            <a:xfrm>
              <a:off x="3771300" y="1209975"/>
              <a:ext cx="23525" cy="22375"/>
            </a:xfrm>
            <a:custGeom>
              <a:avLst/>
              <a:gdLst/>
              <a:ahLst/>
              <a:cxnLst/>
              <a:rect l="l" t="t" r="r" b="b"/>
              <a:pathLst>
                <a:path w="941" h="895" extrusionOk="0">
                  <a:moveTo>
                    <a:pt x="474" y="1"/>
                  </a:moveTo>
                  <a:cubicBezTo>
                    <a:pt x="258" y="1"/>
                    <a:pt x="56" y="167"/>
                    <a:pt x="12" y="363"/>
                  </a:cubicBezTo>
                  <a:cubicBezTo>
                    <a:pt x="12" y="398"/>
                    <a:pt x="0" y="446"/>
                    <a:pt x="0" y="470"/>
                  </a:cubicBezTo>
                  <a:cubicBezTo>
                    <a:pt x="0" y="577"/>
                    <a:pt x="48" y="660"/>
                    <a:pt x="107" y="744"/>
                  </a:cubicBezTo>
                  <a:cubicBezTo>
                    <a:pt x="167" y="779"/>
                    <a:pt x="238" y="839"/>
                    <a:pt x="334" y="875"/>
                  </a:cubicBezTo>
                  <a:cubicBezTo>
                    <a:pt x="345" y="875"/>
                    <a:pt x="357" y="887"/>
                    <a:pt x="369" y="887"/>
                  </a:cubicBezTo>
                  <a:cubicBezTo>
                    <a:pt x="409" y="891"/>
                    <a:pt x="444" y="894"/>
                    <a:pt x="477" y="894"/>
                  </a:cubicBezTo>
                  <a:cubicBezTo>
                    <a:pt x="524" y="894"/>
                    <a:pt x="566" y="889"/>
                    <a:pt x="607" y="875"/>
                  </a:cubicBezTo>
                  <a:cubicBezTo>
                    <a:pt x="762" y="815"/>
                    <a:pt x="881" y="696"/>
                    <a:pt x="893" y="529"/>
                  </a:cubicBezTo>
                  <a:cubicBezTo>
                    <a:pt x="941" y="291"/>
                    <a:pt x="774" y="53"/>
                    <a:pt x="536" y="6"/>
                  </a:cubicBezTo>
                  <a:cubicBezTo>
                    <a:pt x="515" y="2"/>
                    <a:pt x="495" y="1"/>
                    <a:pt x="47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7" name="Google Shape;21107;p158"/>
            <p:cNvSpPr/>
            <p:nvPr/>
          </p:nvSpPr>
          <p:spPr>
            <a:xfrm>
              <a:off x="3896300" y="1404575"/>
              <a:ext cx="24750" cy="22450"/>
            </a:xfrm>
            <a:custGeom>
              <a:avLst/>
              <a:gdLst/>
              <a:ahLst/>
              <a:cxnLst/>
              <a:rect l="l" t="t" r="r" b="b"/>
              <a:pathLst>
                <a:path w="990" h="898" extrusionOk="0">
                  <a:moveTo>
                    <a:pt x="502" y="0"/>
                  </a:moveTo>
                  <a:cubicBezTo>
                    <a:pt x="294" y="0"/>
                    <a:pt x="102" y="155"/>
                    <a:pt x="60" y="365"/>
                  </a:cubicBezTo>
                  <a:cubicBezTo>
                    <a:pt x="1" y="603"/>
                    <a:pt x="168" y="842"/>
                    <a:pt x="418" y="889"/>
                  </a:cubicBezTo>
                  <a:cubicBezTo>
                    <a:pt x="445" y="895"/>
                    <a:pt x="473" y="897"/>
                    <a:pt x="500" y="897"/>
                  </a:cubicBezTo>
                  <a:cubicBezTo>
                    <a:pt x="708" y="897"/>
                    <a:pt x="899" y="743"/>
                    <a:pt x="941" y="532"/>
                  </a:cubicBezTo>
                  <a:cubicBezTo>
                    <a:pt x="989" y="294"/>
                    <a:pt x="822" y="56"/>
                    <a:pt x="584" y="8"/>
                  </a:cubicBezTo>
                  <a:cubicBezTo>
                    <a:pt x="557" y="3"/>
                    <a:pt x="529" y="0"/>
                    <a:pt x="502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8" name="Google Shape;21108;p158"/>
            <p:cNvSpPr/>
            <p:nvPr/>
          </p:nvSpPr>
          <p:spPr>
            <a:xfrm>
              <a:off x="3314975" y="1411675"/>
              <a:ext cx="23550" cy="22800"/>
            </a:xfrm>
            <a:custGeom>
              <a:avLst/>
              <a:gdLst/>
              <a:ahLst/>
              <a:cxnLst/>
              <a:rect l="l" t="t" r="r" b="b"/>
              <a:pathLst>
                <a:path w="942" h="912" extrusionOk="0">
                  <a:moveTo>
                    <a:pt x="485" y="1"/>
                  </a:moveTo>
                  <a:cubicBezTo>
                    <a:pt x="456" y="1"/>
                    <a:pt x="430" y="4"/>
                    <a:pt x="406" y="10"/>
                  </a:cubicBezTo>
                  <a:cubicBezTo>
                    <a:pt x="322" y="22"/>
                    <a:pt x="227" y="81"/>
                    <a:pt x="156" y="141"/>
                  </a:cubicBezTo>
                  <a:cubicBezTo>
                    <a:pt x="96" y="200"/>
                    <a:pt x="60" y="272"/>
                    <a:pt x="49" y="367"/>
                  </a:cubicBezTo>
                  <a:cubicBezTo>
                    <a:pt x="1" y="570"/>
                    <a:pt x="108" y="772"/>
                    <a:pt x="287" y="855"/>
                  </a:cubicBezTo>
                  <a:cubicBezTo>
                    <a:pt x="334" y="867"/>
                    <a:pt x="358" y="891"/>
                    <a:pt x="406" y="903"/>
                  </a:cubicBezTo>
                  <a:cubicBezTo>
                    <a:pt x="441" y="909"/>
                    <a:pt x="474" y="912"/>
                    <a:pt x="505" y="912"/>
                  </a:cubicBezTo>
                  <a:cubicBezTo>
                    <a:pt x="537" y="912"/>
                    <a:pt x="566" y="909"/>
                    <a:pt x="596" y="903"/>
                  </a:cubicBezTo>
                  <a:cubicBezTo>
                    <a:pt x="620" y="903"/>
                    <a:pt x="632" y="891"/>
                    <a:pt x="644" y="891"/>
                  </a:cubicBezTo>
                  <a:cubicBezTo>
                    <a:pt x="739" y="831"/>
                    <a:pt x="822" y="772"/>
                    <a:pt x="870" y="677"/>
                  </a:cubicBezTo>
                  <a:cubicBezTo>
                    <a:pt x="870" y="665"/>
                    <a:pt x="882" y="653"/>
                    <a:pt x="882" y="653"/>
                  </a:cubicBezTo>
                  <a:cubicBezTo>
                    <a:pt x="906" y="605"/>
                    <a:pt x="918" y="570"/>
                    <a:pt x="930" y="534"/>
                  </a:cubicBezTo>
                  <a:cubicBezTo>
                    <a:pt x="942" y="474"/>
                    <a:pt x="942" y="427"/>
                    <a:pt x="930" y="367"/>
                  </a:cubicBezTo>
                  <a:cubicBezTo>
                    <a:pt x="918" y="296"/>
                    <a:pt x="882" y="212"/>
                    <a:pt x="834" y="153"/>
                  </a:cubicBezTo>
                  <a:cubicBezTo>
                    <a:pt x="787" y="81"/>
                    <a:pt x="680" y="22"/>
                    <a:pt x="572" y="10"/>
                  </a:cubicBezTo>
                  <a:cubicBezTo>
                    <a:pt x="543" y="4"/>
                    <a:pt x="513" y="1"/>
                    <a:pt x="48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9" name="Google Shape;21109;p158"/>
            <p:cNvSpPr/>
            <p:nvPr/>
          </p:nvSpPr>
          <p:spPr>
            <a:xfrm>
              <a:off x="3166450" y="1148200"/>
              <a:ext cx="18475" cy="4700"/>
            </a:xfrm>
            <a:custGeom>
              <a:avLst/>
              <a:gdLst/>
              <a:ahLst/>
              <a:cxnLst/>
              <a:rect l="l" t="t" r="r" b="b"/>
              <a:pathLst>
                <a:path w="739" h="188" extrusionOk="0">
                  <a:moveTo>
                    <a:pt x="1" y="0"/>
                  </a:moveTo>
                  <a:cubicBezTo>
                    <a:pt x="60" y="83"/>
                    <a:pt x="155" y="155"/>
                    <a:pt x="275" y="179"/>
                  </a:cubicBezTo>
                  <a:cubicBezTo>
                    <a:pt x="304" y="185"/>
                    <a:pt x="334" y="188"/>
                    <a:pt x="364" y="188"/>
                  </a:cubicBezTo>
                  <a:cubicBezTo>
                    <a:pt x="394" y="188"/>
                    <a:pt x="423" y="185"/>
                    <a:pt x="453" y="179"/>
                  </a:cubicBezTo>
                  <a:cubicBezTo>
                    <a:pt x="548" y="155"/>
                    <a:pt x="632" y="95"/>
                    <a:pt x="691" y="24"/>
                  </a:cubicBezTo>
                  <a:cubicBezTo>
                    <a:pt x="715" y="24"/>
                    <a:pt x="727" y="12"/>
                    <a:pt x="739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0" name="Google Shape;21110;p158"/>
            <p:cNvSpPr/>
            <p:nvPr/>
          </p:nvSpPr>
          <p:spPr>
            <a:xfrm>
              <a:off x="3852550" y="2017750"/>
              <a:ext cx="33950" cy="31775"/>
            </a:xfrm>
            <a:custGeom>
              <a:avLst/>
              <a:gdLst/>
              <a:ahLst/>
              <a:cxnLst/>
              <a:rect l="l" t="t" r="r" b="b"/>
              <a:pathLst>
                <a:path w="1358" h="1271" extrusionOk="0">
                  <a:moveTo>
                    <a:pt x="691" y="0"/>
                  </a:moveTo>
                  <a:cubicBezTo>
                    <a:pt x="640" y="0"/>
                    <a:pt x="590" y="6"/>
                    <a:pt x="548" y="20"/>
                  </a:cubicBezTo>
                  <a:cubicBezTo>
                    <a:pt x="489" y="44"/>
                    <a:pt x="441" y="56"/>
                    <a:pt x="394" y="79"/>
                  </a:cubicBezTo>
                  <a:cubicBezTo>
                    <a:pt x="310" y="127"/>
                    <a:pt x="227" y="187"/>
                    <a:pt x="191" y="258"/>
                  </a:cubicBezTo>
                  <a:cubicBezTo>
                    <a:pt x="132" y="341"/>
                    <a:pt x="84" y="425"/>
                    <a:pt x="72" y="520"/>
                  </a:cubicBezTo>
                  <a:cubicBezTo>
                    <a:pt x="1" y="853"/>
                    <a:pt x="239" y="1199"/>
                    <a:pt x="572" y="1258"/>
                  </a:cubicBezTo>
                  <a:cubicBezTo>
                    <a:pt x="614" y="1267"/>
                    <a:pt x="655" y="1271"/>
                    <a:pt x="696" y="1271"/>
                  </a:cubicBezTo>
                  <a:cubicBezTo>
                    <a:pt x="996" y="1271"/>
                    <a:pt x="1270" y="1051"/>
                    <a:pt x="1322" y="758"/>
                  </a:cubicBezTo>
                  <a:cubicBezTo>
                    <a:pt x="1358" y="556"/>
                    <a:pt x="1310" y="365"/>
                    <a:pt x="1191" y="234"/>
                  </a:cubicBezTo>
                  <a:cubicBezTo>
                    <a:pt x="1108" y="163"/>
                    <a:pt x="1036" y="91"/>
                    <a:pt x="953" y="56"/>
                  </a:cubicBezTo>
                  <a:cubicBezTo>
                    <a:pt x="917" y="44"/>
                    <a:pt x="870" y="20"/>
                    <a:pt x="834" y="8"/>
                  </a:cubicBezTo>
                  <a:lnTo>
                    <a:pt x="798" y="8"/>
                  </a:lnTo>
                  <a:cubicBezTo>
                    <a:pt x="764" y="3"/>
                    <a:pt x="727" y="0"/>
                    <a:pt x="69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1" name="Google Shape;21111;p158"/>
            <p:cNvSpPr/>
            <p:nvPr/>
          </p:nvSpPr>
          <p:spPr>
            <a:xfrm>
              <a:off x="3796600" y="1402900"/>
              <a:ext cx="13700" cy="13525"/>
            </a:xfrm>
            <a:custGeom>
              <a:avLst/>
              <a:gdLst/>
              <a:ahLst/>
              <a:cxnLst/>
              <a:rect l="l" t="t" r="r" b="b"/>
              <a:pathLst>
                <a:path w="548" h="541" extrusionOk="0">
                  <a:moveTo>
                    <a:pt x="290" y="0"/>
                  </a:moveTo>
                  <a:cubicBezTo>
                    <a:pt x="164" y="0"/>
                    <a:pt x="55" y="89"/>
                    <a:pt x="12" y="206"/>
                  </a:cubicBezTo>
                  <a:lnTo>
                    <a:pt x="12" y="242"/>
                  </a:lnTo>
                  <a:cubicBezTo>
                    <a:pt x="0" y="397"/>
                    <a:pt x="72" y="528"/>
                    <a:pt x="226" y="540"/>
                  </a:cubicBezTo>
                  <a:lnTo>
                    <a:pt x="250" y="540"/>
                  </a:lnTo>
                  <a:cubicBezTo>
                    <a:pt x="259" y="540"/>
                    <a:pt x="267" y="541"/>
                    <a:pt x="276" y="541"/>
                  </a:cubicBezTo>
                  <a:cubicBezTo>
                    <a:pt x="385" y="541"/>
                    <a:pt x="480" y="471"/>
                    <a:pt x="524" y="361"/>
                  </a:cubicBezTo>
                  <a:cubicBezTo>
                    <a:pt x="524" y="349"/>
                    <a:pt x="536" y="325"/>
                    <a:pt x="536" y="313"/>
                  </a:cubicBezTo>
                  <a:cubicBezTo>
                    <a:pt x="548" y="242"/>
                    <a:pt x="536" y="170"/>
                    <a:pt x="488" y="123"/>
                  </a:cubicBezTo>
                  <a:cubicBezTo>
                    <a:pt x="476" y="99"/>
                    <a:pt x="465" y="87"/>
                    <a:pt x="453" y="63"/>
                  </a:cubicBezTo>
                  <a:cubicBezTo>
                    <a:pt x="417" y="28"/>
                    <a:pt x="369" y="16"/>
                    <a:pt x="334" y="4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2" name="Google Shape;21112;p158"/>
            <p:cNvSpPr/>
            <p:nvPr/>
          </p:nvSpPr>
          <p:spPr>
            <a:xfrm>
              <a:off x="3563825" y="1305250"/>
              <a:ext cx="12825" cy="13225"/>
            </a:xfrm>
            <a:custGeom>
              <a:avLst/>
              <a:gdLst/>
              <a:ahLst/>
              <a:cxnLst/>
              <a:rect l="l" t="t" r="r" b="b"/>
              <a:pathLst>
                <a:path w="513" h="529" extrusionOk="0">
                  <a:moveTo>
                    <a:pt x="253" y="0"/>
                  </a:moveTo>
                  <a:cubicBezTo>
                    <a:pt x="208" y="0"/>
                    <a:pt x="161" y="13"/>
                    <a:pt x="108" y="40"/>
                  </a:cubicBezTo>
                  <a:cubicBezTo>
                    <a:pt x="60" y="64"/>
                    <a:pt x="12" y="124"/>
                    <a:pt x="1" y="219"/>
                  </a:cubicBezTo>
                  <a:lnTo>
                    <a:pt x="1" y="338"/>
                  </a:lnTo>
                  <a:lnTo>
                    <a:pt x="1" y="350"/>
                  </a:lnTo>
                  <a:cubicBezTo>
                    <a:pt x="24" y="433"/>
                    <a:pt x="96" y="516"/>
                    <a:pt x="191" y="528"/>
                  </a:cubicBezTo>
                  <a:lnTo>
                    <a:pt x="298" y="528"/>
                  </a:lnTo>
                  <a:cubicBezTo>
                    <a:pt x="322" y="516"/>
                    <a:pt x="370" y="505"/>
                    <a:pt x="393" y="481"/>
                  </a:cubicBezTo>
                  <a:cubicBezTo>
                    <a:pt x="441" y="445"/>
                    <a:pt x="489" y="397"/>
                    <a:pt x="501" y="326"/>
                  </a:cubicBezTo>
                  <a:cubicBezTo>
                    <a:pt x="513" y="266"/>
                    <a:pt x="501" y="183"/>
                    <a:pt x="477" y="147"/>
                  </a:cubicBezTo>
                  <a:cubicBezTo>
                    <a:pt x="441" y="88"/>
                    <a:pt x="370" y="28"/>
                    <a:pt x="298" y="4"/>
                  </a:cubicBezTo>
                  <a:cubicBezTo>
                    <a:pt x="283" y="2"/>
                    <a:pt x="268" y="0"/>
                    <a:pt x="2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3" name="Google Shape;21113;p158"/>
            <p:cNvSpPr/>
            <p:nvPr/>
          </p:nvSpPr>
          <p:spPr>
            <a:xfrm>
              <a:off x="3679325" y="1251700"/>
              <a:ext cx="13400" cy="13375"/>
            </a:xfrm>
            <a:custGeom>
              <a:avLst/>
              <a:gdLst/>
              <a:ahLst/>
              <a:cxnLst/>
              <a:rect l="l" t="t" r="r" b="b"/>
              <a:pathLst>
                <a:path w="536" h="535" extrusionOk="0">
                  <a:moveTo>
                    <a:pt x="290" y="0"/>
                  </a:moveTo>
                  <a:cubicBezTo>
                    <a:pt x="155" y="0"/>
                    <a:pt x="46" y="99"/>
                    <a:pt x="24" y="218"/>
                  </a:cubicBezTo>
                  <a:cubicBezTo>
                    <a:pt x="0" y="289"/>
                    <a:pt x="24" y="349"/>
                    <a:pt x="48" y="408"/>
                  </a:cubicBezTo>
                  <a:cubicBezTo>
                    <a:pt x="95" y="468"/>
                    <a:pt x="155" y="515"/>
                    <a:pt x="226" y="527"/>
                  </a:cubicBezTo>
                  <a:cubicBezTo>
                    <a:pt x="248" y="532"/>
                    <a:pt x="270" y="535"/>
                    <a:pt x="291" y="535"/>
                  </a:cubicBezTo>
                  <a:cubicBezTo>
                    <a:pt x="416" y="535"/>
                    <a:pt x="516" y="447"/>
                    <a:pt x="536" y="325"/>
                  </a:cubicBezTo>
                  <a:lnTo>
                    <a:pt x="536" y="206"/>
                  </a:lnTo>
                  <a:cubicBezTo>
                    <a:pt x="512" y="111"/>
                    <a:pt x="441" y="39"/>
                    <a:pt x="334" y="3"/>
                  </a:cubicBezTo>
                  <a:cubicBezTo>
                    <a:pt x="319" y="1"/>
                    <a:pt x="304" y="0"/>
                    <a:pt x="29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4" name="Google Shape;21114;p158"/>
            <p:cNvSpPr/>
            <p:nvPr/>
          </p:nvSpPr>
          <p:spPr>
            <a:xfrm>
              <a:off x="3144725" y="1163875"/>
              <a:ext cx="14600" cy="13400"/>
            </a:xfrm>
            <a:custGeom>
              <a:avLst/>
              <a:gdLst/>
              <a:ahLst/>
              <a:cxnLst/>
              <a:rect l="l" t="t" r="r" b="b"/>
              <a:pathLst>
                <a:path w="584" h="536" extrusionOk="0">
                  <a:moveTo>
                    <a:pt x="294" y="0"/>
                  </a:moveTo>
                  <a:cubicBezTo>
                    <a:pt x="163" y="0"/>
                    <a:pt x="57" y="81"/>
                    <a:pt x="36" y="218"/>
                  </a:cubicBezTo>
                  <a:cubicBezTo>
                    <a:pt x="1" y="361"/>
                    <a:pt x="96" y="504"/>
                    <a:pt x="239" y="528"/>
                  </a:cubicBezTo>
                  <a:cubicBezTo>
                    <a:pt x="261" y="533"/>
                    <a:pt x="282" y="535"/>
                    <a:pt x="303" y="535"/>
                  </a:cubicBezTo>
                  <a:cubicBezTo>
                    <a:pt x="429" y="535"/>
                    <a:pt x="528" y="448"/>
                    <a:pt x="548" y="326"/>
                  </a:cubicBezTo>
                  <a:cubicBezTo>
                    <a:pt x="584" y="171"/>
                    <a:pt x="489" y="40"/>
                    <a:pt x="346" y="4"/>
                  </a:cubicBezTo>
                  <a:cubicBezTo>
                    <a:pt x="328" y="1"/>
                    <a:pt x="311" y="0"/>
                    <a:pt x="294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5" name="Google Shape;21115;p158"/>
            <p:cNvSpPr/>
            <p:nvPr/>
          </p:nvSpPr>
          <p:spPr>
            <a:xfrm>
              <a:off x="3218550" y="1236775"/>
              <a:ext cx="14300" cy="13050"/>
            </a:xfrm>
            <a:custGeom>
              <a:avLst/>
              <a:gdLst/>
              <a:ahLst/>
              <a:cxnLst/>
              <a:rect l="l" t="t" r="r" b="b"/>
              <a:pathLst>
                <a:path w="572" h="522" extrusionOk="0">
                  <a:moveTo>
                    <a:pt x="284" y="1"/>
                  </a:moveTo>
                  <a:cubicBezTo>
                    <a:pt x="173" y="1"/>
                    <a:pt x="78" y="69"/>
                    <a:pt x="36" y="184"/>
                  </a:cubicBezTo>
                  <a:cubicBezTo>
                    <a:pt x="36" y="207"/>
                    <a:pt x="24" y="219"/>
                    <a:pt x="24" y="219"/>
                  </a:cubicBezTo>
                  <a:cubicBezTo>
                    <a:pt x="0" y="350"/>
                    <a:pt x="84" y="481"/>
                    <a:pt x="238" y="517"/>
                  </a:cubicBezTo>
                  <a:cubicBezTo>
                    <a:pt x="255" y="520"/>
                    <a:pt x="272" y="521"/>
                    <a:pt x="289" y="521"/>
                  </a:cubicBezTo>
                  <a:cubicBezTo>
                    <a:pt x="343" y="521"/>
                    <a:pt x="395" y="506"/>
                    <a:pt x="441" y="469"/>
                  </a:cubicBezTo>
                  <a:cubicBezTo>
                    <a:pt x="488" y="422"/>
                    <a:pt x="536" y="386"/>
                    <a:pt x="548" y="303"/>
                  </a:cubicBezTo>
                  <a:cubicBezTo>
                    <a:pt x="572" y="172"/>
                    <a:pt x="488" y="41"/>
                    <a:pt x="357" y="5"/>
                  </a:cubicBezTo>
                  <a:lnTo>
                    <a:pt x="334" y="5"/>
                  </a:lnTo>
                  <a:cubicBezTo>
                    <a:pt x="317" y="2"/>
                    <a:pt x="300" y="1"/>
                    <a:pt x="28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6" name="Google Shape;21116;p158"/>
            <p:cNvSpPr/>
            <p:nvPr/>
          </p:nvSpPr>
          <p:spPr>
            <a:xfrm>
              <a:off x="3135200" y="1280250"/>
              <a:ext cx="13725" cy="13400"/>
            </a:xfrm>
            <a:custGeom>
              <a:avLst/>
              <a:gdLst/>
              <a:ahLst/>
              <a:cxnLst/>
              <a:rect l="l" t="t" r="r" b="b"/>
              <a:pathLst>
                <a:path w="549" h="536" extrusionOk="0">
                  <a:moveTo>
                    <a:pt x="277" y="0"/>
                  </a:moveTo>
                  <a:cubicBezTo>
                    <a:pt x="158" y="0"/>
                    <a:pt x="34" y="81"/>
                    <a:pt x="12" y="219"/>
                  </a:cubicBezTo>
                  <a:lnTo>
                    <a:pt x="12" y="242"/>
                  </a:lnTo>
                  <a:cubicBezTo>
                    <a:pt x="1" y="385"/>
                    <a:pt x="84" y="504"/>
                    <a:pt x="215" y="528"/>
                  </a:cubicBezTo>
                  <a:cubicBezTo>
                    <a:pt x="237" y="533"/>
                    <a:pt x="259" y="536"/>
                    <a:pt x="280" y="536"/>
                  </a:cubicBezTo>
                  <a:cubicBezTo>
                    <a:pt x="405" y="536"/>
                    <a:pt x="506" y="448"/>
                    <a:pt x="536" y="326"/>
                  </a:cubicBezTo>
                  <a:cubicBezTo>
                    <a:pt x="548" y="207"/>
                    <a:pt x="501" y="100"/>
                    <a:pt x="393" y="40"/>
                  </a:cubicBezTo>
                  <a:cubicBezTo>
                    <a:pt x="370" y="28"/>
                    <a:pt x="358" y="4"/>
                    <a:pt x="322" y="4"/>
                  </a:cubicBezTo>
                  <a:cubicBezTo>
                    <a:pt x="307" y="2"/>
                    <a:pt x="292" y="0"/>
                    <a:pt x="27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17" name="Google Shape;21117;p158"/>
          <p:cNvGrpSpPr/>
          <p:nvPr/>
        </p:nvGrpSpPr>
        <p:grpSpPr>
          <a:xfrm flipH="1">
            <a:off x="259" y="11397596"/>
            <a:ext cx="8941898" cy="2318399"/>
            <a:chOff x="2582150" y="3714800"/>
            <a:chExt cx="2689050" cy="697200"/>
          </a:xfrm>
        </p:grpSpPr>
        <p:sp>
          <p:nvSpPr>
            <p:cNvPr id="21118" name="Google Shape;21118;p15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9" name="Google Shape;21119;p15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0" name="Google Shape;21120;p15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1" name="Google Shape;21121;p15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2" name="Google Shape;21122;p15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3" name="Google Shape;21123;p15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4" name="Google Shape;21124;p15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5" name="Google Shape;21125;p15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6" name="Google Shape;21126;p15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7" name="Google Shape;21127;p15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8" name="Google Shape;21128;p15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9" name="Google Shape;21129;p15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0" name="Google Shape;21130;p15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1" name="Google Shape;21131;p15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2" name="Google Shape;21132;p15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3" name="Google Shape;21133;p15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4" name="Google Shape;21134;p15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5" name="Google Shape;21135;p15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6" name="Google Shape;21136;p15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7" name="Google Shape;21137;p15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8" name="Google Shape;21138;p15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9" name="Google Shape;21139;p15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0" name="Google Shape;21140;p15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1" name="Google Shape;21141;p15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2" name="Google Shape;21142;p15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3" name="Google Shape;21143;p15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4" name="Google Shape;21144;p15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5" name="Google Shape;21145;p15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6" name="Google Shape;21146;p15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7" name="Google Shape;21147;p15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8" name="Google Shape;21148;p15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9" name="Google Shape;21149;p15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0" name="Google Shape;21150;p15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1" name="Google Shape;21151;p15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2" name="Google Shape;21152;p15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3" name="Google Shape;21153;p15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4" name="Google Shape;21154;p15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5" name="Google Shape;21155;p15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6" name="Google Shape;21156;p15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7" name="Google Shape;21157;p15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8" name="Google Shape;21158;p15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9" name="Google Shape;21159;p15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0" name="Google Shape;21160;p15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1" name="Google Shape;21161;p15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2" name="Google Shape;21162;p15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3" name="Google Shape;21163;p15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4" name="Google Shape;21164;p15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5" name="Google Shape;21165;p15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6" name="Google Shape;21166;p15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7" name="Google Shape;21167;p15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8" name="Google Shape;21168;p15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9" name="Google Shape;21169;p15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0" name="Google Shape;21170;p15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1" name="Google Shape;21171;p15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2" name="Google Shape;21172;p15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3" name="Google Shape;21173;p15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4" name="Google Shape;21174;p15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5" name="Google Shape;21175;p15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6" name="Google Shape;21176;p15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7" name="Google Shape;21177;p15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78" name="Google Shape;21178;p158"/>
          <p:cNvGrpSpPr/>
          <p:nvPr/>
        </p:nvGrpSpPr>
        <p:grpSpPr>
          <a:xfrm>
            <a:off x="15442330" y="11397596"/>
            <a:ext cx="8941898" cy="2318399"/>
            <a:chOff x="2582150" y="3714800"/>
            <a:chExt cx="2689050" cy="697200"/>
          </a:xfrm>
        </p:grpSpPr>
        <p:sp>
          <p:nvSpPr>
            <p:cNvPr id="21179" name="Google Shape;21179;p158"/>
            <p:cNvSpPr/>
            <p:nvPr/>
          </p:nvSpPr>
          <p:spPr>
            <a:xfrm>
              <a:off x="3636750" y="44021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0" name="Google Shape;21180;p158"/>
            <p:cNvSpPr/>
            <p:nvPr/>
          </p:nvSpPr>
          <p:spPr>
            <a:xfrm>
              <a:off x="3640625" y="4406925"/>
              <a:ext cx="19375" cy="4475"/>
            </a:xfrm>
            <a:custGeom>
              <a:avLst/>
              <a:gdLst/>
              <a:ahLst/>
              <a:cxnLst/>
              <a:rect l="l" t="t" r="r" b="b"/>
              <a:pathLst>
                <a:path w="775" h="179" extrusionOk="0">
                  <a:moveTo>
                    <a:pt x="393" y="0"/>
                  </a:moveTo>
                  <a:lnTo>
                    <a:pt x="36" y="108"/>
                  </a:lnTo>
                  <a:lnTo>
                    <a:pt x="0" y="179"/>
                  </a:lnTo>
                  <a:lnTo>
                    <a:pt x="774" y="179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1" name="Google Shape;21181;p158"/>
            <p:cNvSpPr/>
            <p:nvPr/>
          </p:nvSpPr>
          <p:spPr>
            <a:xfrm>
              <a:off x="3634075" y="44039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24"/>
                  </a:lnTo>
                  <a:lnTo>
                    <a:pt x="0" y="24"/>
                  </a:ln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2" name="Google Shape;21182;p158"/>
            <p:cNvSpPr/>
            <p:nvPr/>
          </p:nvSpPr>
          <p:spPr>
            <a:xfrm>
              <a:off x="3635275" y="44030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3" name="Google Shape;21183;p158"/>
            <p:cNvSpPr/>
            <p:nvPr/>
          </p:nvSpPr>
          <p:spPr>
            <a:xfrm>
              <a:off x="3746875" y="4334600"/>
              <a:ext cx="142325" cy="46150"/>
            </a:xfrm>
            <a:custGeom>
              <a:avLst/>
              <a:gdLst/>
              <a:ahLst/>
              <a:cxnLst/>
              <a:rect l="l" t="t" r="r" b="b"/>
              <a:pathLst>
                <a:path w="5693" h="1846" extrusionOk="0">
                  <a:moveTo>
                    <a:pt x="5418" y="0"/>
                  </a:moveTo>
                  <a:lnTo>
                    <a:pt x="1" y="1488"/>
                  </a:lnTo>
                  <a:lnTo>
                    <a:pt x="1" y="1846"/>
                  </a:lnTo>
                  <a:lnTo>
                    <a:pt x="5692" y="262"/>
                  </a:lnTo>
                  <a:lnTo>
                    <a:pt x="541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4" name="Google Shape;21184;p158"/>
            <p:cNvSpPr/>
            <p:nvPr/>
          </p:nvSpPr>
          <p:spPr>
            <a:xfrm>
              <a:off x="3891850" y="4256600"/>
              <a:ext cx="273575" cy="81875"/>
            </a:xfrm>
            <a:custGeom>
              <a:avLst/>
              <a:gdLst/>
              <a:ahLst/>
              <a:cxnLst/>
              <a:rect l="l" t="t" r="r" b="b"/>
              <a:pathLst>
                <a:path w="10943" h="3275" extrusionOk="0">
                  <a:moveTo>
                    <a:pt x="10883" y="1"/>
                  </a:moveTo>
                  <a:lnTo>
                    <a:pt x="0" y="3013"/>
                  </a:lnTo>
                  <a:lnTo>
                    <a:pt x="286" y="3275"/>
                  </a:lnTo>
                  <a:lnTo>
                    <a:pt x="10883" y="358"/>
                  </a:lnTo>
                  <a:lnTo>
                    <a:pt x="10942" y="298"/>
                  </a:lnTo>
                  <a:cubicBezTo>
                    <a:pt x="10894" y="215"/>
                    <a:pt x="10883" y="108"/>
                    <a:pt x="1088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5" name="Google Shape;21185;p158"/>
            <p:cNvSpPr/>
            <p:nvPr/>
          </p:nvSpPr>
          <p:spPr>
            <a:xfrm>
              <a:off x="3634375" y="44033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6" name="Google Shape;21186;p158"/>
            <p:cNvSpPr/>
            <p:nvPr/>
          </p:nvSpPr>
          <p:spPr>
            <a:xfrm>
              <a:off x="3635275" y="4402450"/>
              <a:ext cx="300" cy="625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2" y="1"/>
                  </a:moveTo>
                  <a:cubicBezTo>
                    <a:pt x="12" y="1"/>
                    <a:pt x="0" y="25"/>
                    <a:pt x="12" y="1"/>
                  </a:cubicBezTo>
                  <a:lnTo>
                    <a:pt x="0" y="25"/>
                  </a:lnTo>
                  <a:lnTo>
                    <a:pt x="0" y="25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7" name="Google Shape;21187;p158"/>
            <p:cNvSpPr/>
            <p:nvPr/>
          </p:nvSpPr>
          <p:spPr>
            <a:xfrm>
              <a:off x="3636750" y="4373575"/>
              <a:ext cx="101825" cy="35750"/>
            </a:xfrm>
            <a:custGeom>
              <a:avLst/>
              <a:gdLst/>
              <a:ahLst/>
              <a:cxnLst/>
              <a:rect l="l" t="t" r="r" b="b"/>
              <a:pathLst>
                <a:path w="4073" h="1430" extrusionOk="0">
                  <a:moveTo>
                    <a:pt x="4073" y="1"/>
                  </a:moveTo>
                  <a:lnTo>
                    <a:pt x="12" y="1120"/>
                  </a:lnTo>
                  <a:lnTo>
                    <a:pt x="1" y="1120"/>
                  </a:lnTo>
                  <a:cubicBezTo>
                    <a:pt x="24" y="1132"/>
                    <a:pt x="60" y="1132"/>
                    <a:pt x="96" y="1132"/>
                  </a:cubicBezTo>
                  <a:cubicBezTo>
                    <a:pt x="191" y="1156"/>
                    <a:pt x="251" y="1251"/>
                    <a:pt x="215" y="1334"/>
                  </a:cubicBezTo>
                  <a:lnTo>
                    <a:pt x="191" y="1430"/>
                  </a:lnTo>
                  <a:lnTo>
                    <a:pt x="548" y="1322"/>
                  </a:lnTo>
                  <a:lnTo>
                    <a:pt x="4061" y="358"/>
                  </a:lnTo>
                  <a:lnTo>
                    <a:pt x="40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8" name="Google Shape;21188;p158"/>
            <p:cNvSpPr/>
            <p:nvPr/>
          </p:nvSpPr>
          <p:spPr>
            <a:xfrm>
              <a:off x="3635850" y="440215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7" y="1"/>
                  </a:moveTo>
                  <a:cubicBezTo>
                    <a:pt x="13" y="1"/>
                    <a:pt x="1" y="1"/>
                    <a:pt x="1" y="13"/>
                  </a:cubicBezTo>
                  <a:cubicBezTo>
                    <a:pt x="1" y="13"/>
                    <a:pt x="13" y="1"/>
                    <a:pt x="3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9" name="Google Shape;21189;p158"/>
            <p:cNvSpPr/>
            <p:nvPr/>
          </p:nvSpPr>
          <p:spPr>
            <a:xfrm>
              <a:off x="3634075" y="44039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2" y="0"/>
                  </a:moveTo>
                  <a:lnTo>
                    <a:pt x="12" y="0"/>
                  </a:lnTo>
                  <a:cubicBezTo>
                    <a:pt x="6" y="14"/>
                    <a:pt x="3" y="19"/>
                    <a:pt x="1" y="24"/>
                  </a:cubicBezTo>
                  <a:lnTo>
                    <a:pt x="1" y="24"/>
                  </a:lnTo>
                  <a:cubicBezTo>
                    <a:pt x="12" y="24"/>
                    <a:pt x="12" y="23"/>
                    <a:pt x="12" y="0"/>
                  </a:cubicBezTo>
                  <a:close/>
                  <a:moveTo>
                    <a:pt x="1" y="24"/>
                  </a:moveTo>
                  <a:cubicBezTo>
                    <a:pt x="1" y="24"/>
                    <a:pt x="1" y="24"/>
                    <a:pt x="0" y="24"/>
                  </a:cubicBezTo>
                  <a:lnTo>
                    <a:pt x="0" y="36"/>
                  </a:lnTo>
                  <a:cubicBezTo>
                    <a:pt x="0" y="31"/>
                    <a:pt x="0" y="28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0" name="Google Shape;21190;p158"/>
            <p:cNvSpPr/>
            <p:nvPr/>
          </p:nvSpPr>
          <p:spPr>
            <a:xfrm>
              <a:off x="2599425" y="4199450"/>
              <a:ext cx="104800" cy="112250"/>
            </a:xfrm>
            <a:custGeom>
              <a:avLst/>
              <a:gdLst/>
              <a:ahLst/>
              <a:cxnLst/>
              <a:rect l="l" t="t" r="r" b="b"/>
              <a:pathLst>
                <a:path w="4192" h="4490" extrusionOk="0">
                  <a:moveTo>
                    <a:pt x="3929" y="1"/>
                  </a:moveTo>
                  <a:lnTo>
                    <a:pt x="0" y="4394"/>
                  </a:lnTo>
                  <a:cubicBezTo>
                    <a:pt x="84" y="4394"/>
                    <a:pt x="167" y="4430"/>
                    <a:pt x="250" y="4489"/>
                  </a:cubicBezTo>
                  <a:lnTo>
                    <a:pt x="417" y="4418"/>
                  </a:lnTo>
                  <a:lnTo>
                    <a:pt x="4191" y="203"/>
                  </a:lnTo>
                  <a:lnTo>
                    <a:pt x="39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1" name="Google Shape;21191;p158"/>
            <p:cNvSpPr/>
            <p:nvPr/>
          </p:nvSpPr>
          <p:spPr>
            <a:xfrm>
              <a:off x="2778900" y="4187850"/>
              <a:ext cx="124150" cy="53600"/>
            </a:xfrm>
            <a:custGeom>
              <a:avLst/>
              <a:gdLst/>
              <a:ahLst/>
              <a:cxnLst/>
              <a:rect l="l" t="t" r="r" b="b"/>
              <a:pathLst>
                <a:path w="4966" h="2144" extrusionOk="0">
                  <a:moveTo>
                    <a:pt x="4942" y="0"/>
                  </a:moveTo>
                  <a:cubicBezTo>
                    <a:pt x="4930" y="0"/>
                    <a:pt x="4918" y="0"/>
                    <a:pt x="4918" y="12"/>
                  </a:cubicBezTo>
                  <a:cubicBezTo>
                    <a:pt x="4930" y="12"/>
                    <a:pt x="4942" y="12"/>
                    <a:pt x="4942" y="0"/>
                  </a:cubicBezTo>
                  <a:close/>
                  <a:moveTo>
                    <a:pt x="4918" y="12"/>
                  </a:moveTo>
                  <a:lnTo>
                    <a:pt x="1" y="1834"/>
                  </a:lnTo>
                  <a:cubicBezTo>
                    <a:pt x="84" y="1917"/>
                    <a:pt x="120" y="2024"/>
                    <a:pt x="144" y="2143"/>
                  </a:cubicBezTo>
                  <a:lnTo>
                    <a:pt x="4966" y="358"/>
                  </a:lnTo>
                  <a:lnTo>
                    <a:pt x="4882" y="310"/>
                  </a:lnTo>
                  <a:cubicBezTo>
                    <a:pt x="4811" y="250"/>
                    <a:pt x="4799" y="155"/>
                    <a:pt x="4847" y="72"/>
                  </a:cubicBezTo>
                  <a:cubicBezTo>
                    <a:pt x="4859" y="48"/>
                    <a:pt x="4882" y="36"/>
                    <a:pt x="4918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2" name="Google Shape;21192;p158"/>
            <p:cNvSpPr/>
            <p:nvPr/>
          </p:nvSpPr>
          <p:spPr>
            <a:xfrm>
              <a:off x="2905125" y="41881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0"/>
                  </a:moveTo>
                  <a:cubicBezTo>
                    <a:pt x="12" y="0"/>
                    <a:pt x="12" y="24"/>
                    <a:pt x="36" y="24"/>
                  </a:cubicBezTo>
                  <a:cubicBezTo>
                    <a:pt x="12" y="24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3" name="Google Shape;21193;p158"/>
            <p:cNvSpPr/>
            <p:nvPr/>
          </p:nvSpPr>
          <p:spPr>
            <a:xfrm>
              <a:off x="2903925" y="41878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4" name="Google Shape;21194;p158"/>
            <p:cNvSpPr/>
            <p:nvPr/>
          </p:nvSpPr>
          <p:spPr>
            <a:xfrm>
              <a:off x="2903325" y="41878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2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5" name="Google Shape;21195;p158"/>
            <p:cNvSpPr/>
            <p:nvPr/>
          </p:nvSpPr>
          <p:spPr>
            <a:xfrm>
              <a:off x="2906000" y="41887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6" name="Google Shape;21196;p158"/>
            <p:cNvSpPr/>
            <p:nvPr/>
          </p:nvSpPr>
          <p:spPr>
            <a:xfrm>
              <a:off x="2898575" y="4188150"/>
              <a:ext cx="179200" cy="127725"/>
            </a:xfrm>
            <a:custGeom>
              <a:avLst/>
              <a:gdLst/>
              <a:ahLst/>
              <a:cxnLst/>
              <a:rect l="l" t="t" r="r" b="b"/>
              <a:pathLst>
                <a:path w="7168" h="5109" extrusionOk="0">
                  <a:moveTo>
                    <a:pt x="155" y="0"/>
                  </a:moveTo>
                  <a:cubicBezTo>
                    <a:pt x="143" y="0"/>
                    <a:pt x="131" y="0"/>
                    <a:pt x="131" y="24"/>
                  </a:cubicBezTo>
                  <a:cubicBezTo>
                    <a:pt x="95" y="24"/>
                    <a:pt x="83" y="36"/>
                    <a:pt x="60" y="60"/>
                  </a:cubicBezTo>
                  <a:cubicBezTo>
                    <a:pt x="0" y="143"/>
                    <a:pt x="24" y="238"/>
                    <a:pt x="95" y="298"/>
                  </a:cubicBezTo>
                  <a:lnTo>
                    <a:pt x="179" y="346"/>
                  </a:lnTo>
                  <a:lnTo>
                    <a:pt x="7049" y="5108"/>
                  </a:lnTo>
                  <a:cubicBezTo>
                    <a:pt x="7049" y="5084"/>
                    <a:pt x="7037" y="5049"/>
                    <a:pt x="7037" y="5025"/>
                  </a:cubicBezTo>
                  <a:cubicBezTo>
                    <a:pt x="7049" y="4918"/>
                    <a:pt x="7096" y="4834"/>
                    <a:pt x="7168" y="4787"/>
                  </a:cubicBezTo>
                  <a:lnTo>
                    <a:pt x="298" y="24"/>
                  </a:lnTo>
                  <a:cubicBezTo>
                    <a:pt x="274" y="24"/>
                    <a:pt x="274" y="0"/>
                    <a:pt x="26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7" name="Google Shape;21197;p158"/>
            <p:cNvSpPr/>
            <p:nvPr/>
          </p:nvSpPr>
          <p:spPr>
            <a:xfrm>
              <a:off x="2605375" y="4242625"/>
              <a:ext cx="151825" cy="76225"/>
            </a:xfrm>
            <a:custGeom>
              <a:avLst/>
              <a:gdLst/>
              <a:ahLst/>
              <a:cxnLst/>
              <a:rect l="l" t="t" r="r" b="b"/>
              <a:pathLst>
                <a:path w="6073" h="3049" extrusionOk="0">
                  <a:moveTo>
                    <a:pt x="5870" y="0"/>
                  </a:moveTo>
                  <a:lnTo>
                    <a:pt x="155" y="2679"/>
                  </a:lnTo>
                  <a:lnTo>
                    <a:pt x="0" y="2750"/>
                  </a:lnTo>
                  <a:cubicBezTo>
                    <a:pt x="84" y="2822"/>
                    <a:pt x="143" y="2929"/>
                    <a:pt x="155" y="3048"/>
                  </a:cubicBezTo>
                  <a:lnTo>
                    <a:pt x="6073" y="286"/>
                  </a:lnTo>
                  <a:cubicBezTo>
                    <a:pt x="6037" y="226"/>
                    <a:pt x="6013" y="167"/>
                    <a:pt x="5989" y="107"/>
                  </a:cubicBezTo>
                  <a:lnTo>
                    <a:pt x="587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8" name="Google Shape;21198;p158"/>
            <p:cNvSpPr/>
            <p:nvPr/>
          </p:nvSpPr>
          <p:spPr>
            <a:xfrm>
              <a:off x="2768500" y="4252150"/>
              <a:ext cx="210450" cy="159250"/>
            </a:xfrm>
            <a:custGeom>
              <a:avLst/>
              <a:gdLst/>
              <a:ahLst/>
              <a:cxnLst/>
              <a:rect l="l" t="t" r="r" b="b"/>
              <a:pathLst>
                <a:path w="8418" h="6370" extrusionOk="0">
                  <a:moveTo>
                    <a:pt x="381" y="0"/>
                  </a:moveTo>
                  <a:cubicBezTo>
                    <a:pt x="286" y="95"/>
                    <a:pt x="155" y="155"/>
                    <a:pt x="0" y="155"/>
                  </a:cubicBezTo>
                  <a:lnTo>
                    <a:pt x="7858" y="6370"/>
                  </a:lnTo>
                  <a:lnTo>
                    <a:pt x="8418" y="6370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9" name="Google Shape;21199;p158"/>
            <p:cNvSpPr/>
            <p:nvPr/>
          </p:nvSpPr>
          <p:spPr>
            <a:xfrm>
              <a:off x="2694975" y="4191125"/>
              <a:ext cx="62225" cy="54200"/>
            </a:xfrm>
            <a:custGeom>
              <a:avLst/>
              <a:gdLst/>
              <a:ahLst/>
              <a:cxnLst/>
              <a:rect l="l" t="t" r="r" b="b"/>
              <a:pathLst>
                <a:path w="2489" h="2168" extrusionOk="0">
                  <a:moveTo>
                    <a:pt x="131" y="0"/>
                  </a:moveTo>
                  <a:cubicBezTo>
                    <a:pt x="95" y="24"/>
                    <a:pt x="72" y="36"/>
                    <a:pt x="60" y="60"/>
                  </a:cubicBezTo>
                  <a:cubicBezTo>
                    <a:pt x="0" y="143"/>
                    <a:pt x="12" y="238"/>
                    <a:pt x="84" y="298"/>
                  </a:cubicBezTo>
                  <a:lnTo>
                    <a:pt x="107" y="322"/>
                  </a:lnTo>
                  <a:lnTo>
                    <a:pt x="369" y="524"/>
                  </a:lnTo>
                  <a:lnTo>
                    <a:pt x="2286" y="2060"/>
                  </a:lnTo>
                  <a:lnTo>
                    <a:pt x="2429" y="2167"/>
                  </a:lnTo>
                  <a:cubicBezTo>
                    <a:pt x="2405" y="2108"/>
                    <a:pt x="2405" y="2060"/>
                    <a:pt x="2405" y="2001"/>
                  </a:cubicBezTo>
                  <a:cubicBezTo>
                    <a:pt x="2405" y="1929"/>
                    <a:pt x="2441" y="1846"/>
                    <a:pt x="2489" y="1774"/>
                  </a:cubicBezTo>
                  <a:lnTo>
                    <a:pt x="655" y="322"/>
                  </a:lnTo>
                  <a:cubicBezTo>
                    <a:pt x="596" y="405"/>
                    <a:pt x="500" y="453"/>
                    <a:pt x="405" y="453"/>
                  </a:cubicBezTo>
                  <a:cubicBezTo>
                    <a:pt x="250" y="453"/>
                    <a:pt x="143" y="298"/>
                    <a:pt x="167" y="155"/>
                  </a:cubicBezTo>
                  <a:cubicBezTo>
                    <a:pt x="167" y="96"/>
                    <a:pt x="191" y="48"/>
                    <a:pt x="22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0" name="Google Shape;21200;p158"/>
            <p:cNvSpPr/>
            <p:nvPr/>
          </p:nvSpPr>
          <p:spPr>
            <a:xfrm>
              <a:off x="3016725" y="4319125"/>
              <a:ext cx="67000" cy="92275"/>
            </a:xfrm>
            <a:custGeom>
              <a:avLst/>
              <a:gdLst/>
              <a:ahLst/>
              <a:cxnLst/>
              <a:rect l="l" t="t" r="r" b="b"/>
              <a:pathLst>
                <a:path w="2680" h="3691" extrusionOk="0">
                  <a:moveTo>
                    <a:pt x="2680" y="119"/>
                  </a:moveTo>
                  <a:lnTo>
                    <a:pt x="2675" y="126"/>
                  </a:lnTo>
                  <a:lnTo>
                    <a:pt x="2675" y="126"/>
                  </a:lnTo>
                  <a:cubicBezTo>
                    <a:pt x="2677" y="124"/>
                    <a:pt x="2679" y="122"/>
                    <a:pt x="2680" y="119"/>
                  </a:cubicBezTo>
                  <a:close/>
                  <a:moveTo>
                    <a:pt x="2370" y="0"/>
                  </a:moveTo>
                  <a:lnTo>
                    <a:pt x="1" y="3560"/>
                  </a:lnTo>
                  <a:cubicBezTo>
                    <a:pt x="96" y="3596"/>
                    <a:pt x="168" y="3631"/>
                    <a:pt x="227" y="3691"/>
                  </a:cubicBezTo>
                  <a:lnTo>
                    <a:pt x="310" y="3691"/>
                  </a:lnTo>
                  <a:lnTo>
                    <a:pt x="2675" y="126"/>
                  </a:lnTo>
                  <a:lnTo>
                    <a:pt x="2675" y="126"/>
                  </a:lnTo>
                  <a:cubicBezTo>
                    <a:pt x="2661" y="143"/>
                    <a:pt x="2628" y="143"/>
                    <a:pt x="2596" y="143"/>
                  </a:cubicBezTo>
                  <a:cubicBezTo>
                    <a:pt x="2501" y="143"/>
                    <a:pt x="2418" y="83"/>
                    <a:pt x="23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1" name="Google Shape;21201;p158"/>
            <p:cNvSpPr/>
            <p:nvPr/>
          </p:nvSpPr>
          <p:spPr>
            <a:xfrm>
              <a:off x="3084000" y="4036650"/>
              <a:ext cx="186075" cy="275050"/>
            </a:xfrm>
            <a:custGeom>
              <a:avLst/>
              <a:gdLst/>
              <a:ahLst/>
              <a:cxnLst/>
              <a:rect l="l" t="t" r="r" b="b"/>
              <a:pathLst>
                <a:path w="7443" h="11002" extrusionOk="0">
                  <a:moveTo>
                    <a:pt x="7168" y="0"/>
                  </a:moveTo>
                  <a:lnTo>
                    <a:pt x="1" y="10811"/>
                  </a:lnTo>
                  <a:cubicBezTo>
                    <a:pt x="108" y="10847"/>
                    <a:pt x="203" y="10918"/>
                    <a:pt x="227" y="11001"/>
                  </a:cubicBezTo>
                  <a:cubicBezTo>
                    <a:pt x="239" y="11001"/>
                    <a:pt x="263" y="10989"/>
                    <a:pt x="286" y="10989"/>
                  </a:cubicBezTo>
                  <a:lnTo>
                    <a:pt x="7442" y="179"/>
                  </a:lnTo>
                  <a:cubicBezTo>
                    <a:pt x="7323" y="155"/>
                    <a:pt x="7240" y="95"/>
                    <a:pt x="71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2" name="Google Shape;21202;p158"/>
            <p:cNvSpPr/>
            <p:nvPr/>
          </p:nvSpPr>
          <p:spPr>
            <a:xfrm>
              <a:off x="3088475" y="4311375"/>
              <a:ext cx="161950" cy="100025"/>
            </a:xfrm>
            <a:custGeom>
              <a:avLst/>
              <a:gdLst/>
              <a:ahLst/>
              <a:cxnLst/>
              <a:rect l="l" t="t" r="r" b="b"/>
              <a:pathLst>
                <a:path w="6478" h="4001" extrusionOk="0">
                  <a:moveTo>
                    <a:pt x="107" y="0"/>
                  </a:moveTo>
                  <a:cubicBezTo>
                    <a:pt x="96" y="0"/>
                    <a:pt x="72" y="0"/>
                    <a:pt x="48" y="12"/>
                  </a:cubicBezTo>
                  <a:cubicBezTo>
                    <a:pt x="60" y="60"/>
                    <a:pt x="84" y="108"/>
                    <a:pt x="60" y="155"/>
                  </a:cubicBezTo>
                  <a:cubicBezTo>
                    <a:pt x="60" y="215"/>
                    <a:pt x="36" y="250"/>
                    <a:pt x="0" y="298"/>
                  </a:cubicBezTo>
                  <a:lnTo>
                    <a:pt x="24" y="310"/>
                  </a:lnTo>
                  <a:lnTo>
                    <a:pt x="5834" y="4001"/>
                  </a:lnTo>
                  <a:lnTo>
                    <a:pt x="6477" y="4001"/>
                  </a:lnTo>
                  <a:lnTo>
                    <a:pt x="203" y="36"/>
                  </a:lnTo>
                  <a:cubicBezTo>
                    <a:pt x="167" y="12"/>
                    <a:pt x="143" y="0"/>
                    <a:pt x="10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3" name="Google Shape;21203;p158"/>
            <p:cNvSpPr/>
            <p:nvPr/>
          </p:nvSpPr>
          <p:spPr>
            <a:xfrm>
              <a:off x="3271525" y="4040200"/>
              <a:ext cx="47350" cy="371200"/>
            </a:xfrm>
            <a:custGeom>
              <a:avLst/>
              <a:gdLst/>
              <a:ahLst/>
              <a:cxnLst/>
              <a:rect l="l" t="t" r="r" b="b"/>
              <a:pathLst>
                <a:path w="1894" h="14848" extrusionOk="0">
                  <a:moveTo>
                    <a:pt x="334" y="1"/>
                  </a:moveTo>
                  <a:cubicBezTo>
                    <a:pt x="255" y="51"/>
                    <a:pt x="159" y="75"/>
                    <a:pt x="60" y="75"/>
                  </a:cubicBezTo>
                  <a:cubicBezTo>
                    <a:pt x="40" y="75"/>
                    <a:pt x="20" y="74"/>
                    <a:pt x="1" y="72"/>
                  </a:cubicBezTo>
                  <a:lnTo>
                    <a:pt x="1" y="72"/>
                  </a:lnTo>
                  <a:lnTo>
                    <a:pt x="1548" y="14848"/>
                  </a:lnTo>
                  <a:lnTo>
                    <a:pt x="1894" y="1484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4" name="Google Shape;21204;p158"/>
            <p:cNvSpPr/>
            <p:nvPr/>
          </p:nvSpPr>
          <p:spPr>
            <a:xfrm>
              <a:off x="3632275" y="4401925"/>
              <a:ext cx="10750" cy="9475"/>
            </a:xfrm>
            <a:custGeom>
              <a:avLst/>
              <a:gdLst/>
              <a:ahLst/>
              <a:cxnLst/>
              <a:rect l="l" t="t" r="r" b="b"/>
              <a:pathLst>
                <a:path w="430" h="379" extrusionOk="0">
                  <a:moveTo>
                    <a:pt x="227" y="1"/>
                  </a:moveTo>
                  <a:cubicBezTo>
                    <a:pt x="209" y="1"/>
                    <a:pt x="191" y="4"/>
                    <a:pt x="180" y="10"/>
                  </a:cubicBezTo>
                  <a:cubicBezTo>
                    <a:pt x="156" y="10"/>
                    <a:pt x="156" y="22"/>
                    <a:pt x="144" y="22"/>
                  </a:cubicBezTo>
                  <a:lnTo>
                    <a:pt x="132" y="22"/>
                  </a:lnTo>
                  <a:lnTo>
                    <a:pt x="120" y="46"/>
                  </a:lnTo>
                  <a:lnTo>
                    <a:pt x="96" y="57"/>
                  </a:lnTo>
                  <a:lnTo>
                    <a:pt x="84" y="69"/>
                  </a:lnTo>
                  <a:lnTo>
                    <a:pt x="84" y="81"/>
                  </a:lnTo>
                  <a:cubicBezTo>
                    <a:pt x="84" y="105"/>
                    <a:pt x="72" y="105"/>
                    <a:pt x="72" y="117"/>
                  </a:cubicBezTo>
                  <a:lnTo>
                    <a:pt x="1" y="379"/>
                  </a:lnTo>
                  <a:lnTo>
                    <a:pt x="334" y="379"/>
                  </a:lnTo>
                  <a:lnTo>
                    <a:pt x="370" y="308"/>
                  </a:lnTo>
                  <a:lnTo>
                    <a:pt x="394" y="224"/>
                  </a:lnTo>
                  <a:cubicBezTo>
                    <a:pt x="430" y="129"/>
                    <a:pt x="370" y="46"/>
                    <a:pt x="275" y="10"/>
                  </a:cubicBezTo>
                  <a:cubicBezTo>
                    <a:pt x="263" y="4"/>
                    <a:pt x="245" y="1"/>
                    <a:pt x="227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5" name="Google Shape;21205;p158"/>
            <p:cNvSpPr/>
            <p:nvPr/>
          </p:nvSpPr>
          <p:spPr>
            <a:xfrm>
              <a:off x="3737350" y="4195300"/>
              <a:ext cx="14325" cy="216100"/>
            </a:xfrm>
            <a:custGeom>
              <a:avLst/>
              <a:gdLst/>
              <a:ahLst/>
              <a:cxnLst/>
              <a:rect l="l" t="t" r="r" b="b"/>
              <a:pathLst>
                <a:path w="573" h="8644" extrusionOk="0">
                  <a:moveTo>
                    <a:pt x="227" y="0"/>
                  </a:moveTo>
                  <a:lnTo>
                    <a:pt x="37" y="7156"/>
                  </a:lnTo>
                  <a:lnTo>
                    <a:pt x="25" y="7513"/>
                  </a:lnTo>
                  <a:lnTo>
                    <a:pt x="1" y="8644"/>
                  </a:lnTo>
                  <a:lnTo>
                    <a:pt x="346" y="8644"/>
                  </a:lnTo>
                  <a:lnTo>
                    <a:pt x="382" y="7418"/>
                  </a:lnTo>
                  <a:lnTo>
                    <a:pt x="394" y="7060"/>
                  </a:lnTo>
                  <a:lnTo>
                    <a:pt x="572" y="429"/>
                  </a:lnTo>
                  <a:lnTo>
                    <a:pt x="287" y="167"/>
                  </a:lnTo>
                  <a:cubicBezTo>
                    <a:pt x="239" y="119"/>
                    <a:pt x="227" y="60"/>
                    <a:pt x="23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6" name="Google Shape;21206;p158"/>
            <p:cNvSpPr/>
            <p:nvPr/>
          </p:nvSpPr>
          <p:spPr>
            <a:xfrm>
              <a:off x="4021625" y="4264050"/>
              <a:ext cx="149750" cy="147350"/>
            </a:xfrm>
            <a:custGeom>
              <a:avLst/>
              <a:gdLst/>
              <a:ahLst/>
              <a:cxnLst/>
              <a:rect l="l" t="t" r="r" b="b"/>
              <a:pathLst>
                <a:path w="5990" h="5894" extrusionOk="0">
                  <a:moveTo>
                    <a:pt x="5751" y="0"/>
                  </a:moveTo>
                  <a:lnTo>
                    <a:pt x="5692" y="60"/>
                  </a:lnTo>
                  <a:lnTo>
                    <a:pt x="0" y="5894"/>
                  </a:lnTo>
                  <a:lnTo>
                    <a:pt x="477" y="5894"/>
                  </a:lnTo>
                  <a:lnTo>
                    <a:pt x="5989" y="238"/>
                  </a:lnTo>
                  <a:cubicBezTo>
                    <a:pt x="5882" y="179"/>
                    <a:pt x="5799" y="108"/>
                    <a:pt x="575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7" name="Google Shape;21207;p158"/>
            <p:cNvSpPr/>
            <p:nvPr/>
          </p:nvSpPr>
          <p:spPr>
            <a:xfrm>
              <a:off x="4484475" y="4346500"/>
              <a:ext cx="96475" cy="64900"/>
            </a:xfrm>
            <a:custGeom>
              <a:avLst/>
              <a:gdLst/>
              <a:ahLst/>
              <a:cxnLst/>
              <a:rect l="l" t="t" r="r" b="b"/>
              <a:pathLst>
                <a:path w="3859" h="2596" extrusionOk="0">
                  <a:moveTo>
                    <a:pt x="3668" y="0"/>
                  </a:moveTo>
                  <a:lnTo>
                    <a:pt x="1" y="2596"/>
                  </a:lnTo>
                  <a:lnTo>
                    <a:pt x="584" y="2596"/>
                  </a:lnTo>
                  <a:lnTo>
                    <a:pt x="3858" y="262"/>
                  </a:lnTo>
                  <a:cubicBezTo>
                    <a:pt x="3787" y="191"/>
                    <a:pt x="3715" y="96"/>
                    <a:pt x="366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8" name="Google Shape;21208;p158"/>
            <p:cNvSpPr/>
            <p:nvPr/>
          </p:nvSpPr>
          <p:spPr>
            <a:xfrm>
              <a:off x="3743025" y="4194700"/>
              <a:ext cx="230700" cy="216425"/>
            </a:xfrm>
            <a:custGeom>
              <a:avLst/>
              <a:gdLst/>
              <a:ahLst/>
              <a:cxnLst/>
              <a:rect l="l" t="t" r="r" b="b"/>
              <a:pathLst>
                <a:path w="9228" h="8657" extrusionOk="0">
                  <a:moveTo>
                    <a:pt x="369" y="0"/>
                  </a:moveTo>
                  <a:cubicBezTo>
                    <a:pt x="309" y="26"/>
                    <a:pt x="243" y="46"/>
                    <a:pt x="179" y="46"/>
                  </a:cubicBezTo>
                  <a:cubicBezTo>
                    <a:pt x="155" y="46"/>
                    <a:pt x="131" y="43"/>
                    <a:pt x="107" y="36"/>
                  </a:cubicBezTo>
                  <a:cubicBezTo>
                    <a:pt x="72" y="36"/>
                    <a:pt x="48" y="24"/>
                    <a:pt x="12" y="24"/>
                  </a:cubicBezTo>
                  <a:cubicBezTo>
                    <a:pt x="0" y="84"/>
                    <a:pt x="12" y="143"/>
                    <a:pt x="60" y="191"/>
                  </a:cubicBezTo>
                  <a:lnTo>
                    <a:pt x="345" y="453"/>
                  </a:lnTo>
                  <a:lnTo>
                    <a:pt x="5584" y="5572"/>
                  </a:lnTo>
                  <a:lnTo>
                    <a:pt x="5870" y="5846"/>
                  </a:lnTo>
                  <a:lnTo>
                    <a:pt x="8739" y="8656"/>
                  </a:lnTo>
                  <a:lnTo>
                    <a:pt x="9227" y="8656"/>
                  </a:lnTo>
                  <a:lnTo>
                    <a:pt x="7144" y="6620"/>
                  </a:lnTo>
                  <a:cubicBezTo>
                    <a:pt x="7120" y="6620"/>
                    <a:pt x="7102" y="6625"/>
                    <a:pt x="7078" y="6625"/>
                  </a:cubicBezTo>
                  <a:cubicBezTo>
                    <a:pt x="7066" y="6625"/>
                    <a:pt x="7053" y="6624"/>
                    <a:pt x="7037" y="6620"/>
                  </a:cubicBezTo>
                  <a:cubicBezTo>
                    <a:pt x="6858" y="6596"/>
                    <a:pt x="6739" y="6453"/>
                    <a:pt x="6751" y="6275"/>
                  </a:cubicBezTo>
                  <a:lnTo>
                    <a:pt x="6751" y="6239"/>
                  </a:lnTo>
                  <a:lnTo>
                    <a:pt x="6239" y="5739"/>
                  </a:lnTo>
                  <a:lnTo>
                    <a:pt x="5953" y="5465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9" name="Google Shape;21209;p158"/>
            <p:cNvSpPr/>
            <p:nvPr/>
          </p:nvSpPr>
          <p:spPr>
            <a:xfrm>
              <a:off x="4185325" y="4269100"/>
              <a:ext cx="69975" cy="142300"/>
            </a:xfrm>
            <a:custGeom>
              <a:avLst/>
              <a:gdLst/>
              <a:ahLst/>
              <a:cxnLst/>
              <a:rect l="l" t="t" r="r" b="b"/>
              <a:pathLst>
                <a:path w="2799" h="5692" extrusionOk="0">
                  <a:moveTo>
                    <a:pt x="1" y="1"/>
                  </a:moveTo>
                  <a:lnTo>
                    <a:pt x="2430" y="5692"/>
                  </a:lnTo>
                  <a:lnTo>
                    <a:pt x="2799" y="5692"/>
                  </a:lnTo>
                  <a:lnTo>
                    <a:pt x="572" y="4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0" name="Google Shape;21210;p158"/>
            <p:cNvSpPr/>
            <p:nvPr/>
          </p:nvSpPr>
          <p:spPr>
            <a:xfrm>
              <a:off x="4174625" y="4240475"/>
              <a:ext cx="9550" cy="5725"/>
            </a:xfrm>
            <a:custGeom>
              <a:avLst/>
              <a:gdLst/>
              <a:ahLst/>
              <a:cxnLst/>
              <a:rect l="l" t="t" r="r" b="b"/>
              <a:pathLst>
                <a:path w="382" h="229" extrusionOk="0">
                  <a:moveTo>
                    <a:pt x="180" y="1"/>
                  </a:moveTo>
                  <a:cubicBezTo>
                    <a:pt x="159" y="1"/>
                    <a:pt x="138" y="5"/>
                    <a:pt x="119" y="15"/>
                  </a:cubicBezTo>
                  <a:lnTo>
                    <a:pt x="107" y="15"/>
                  </a:lnTo>
                  <a:cubicBezTo>
                    <a:pt x="48" y="38"/>
                    <a:pt x="0" y="98"/>
                    <a:pt x="0" y="169"/>
                  </a:cubicBezTo>
                  <a:cubicBezTo>
                    <a:pt x="60" y="158"/>
                    <a:pt x="119" y="158"/>
                    <a:pt x="167" y="158"/>
                  </a:cubicBezTo>
                  <a:cubicBezTo>
                    <a:pt x="250" y="158"/>
                    <a:pt x="322" y="193"/>
                    <a:pt x="381" y="229"/>
                  </a:cubicBezTo>
                  <a:lnTo>
                    <a:pt x="322" y="98"/>
                  </a:lnTo>
                  <a:cubicBezTo>
                    <a:pt x="304" y="36"/>
                    <a:pt x="241" y="1"/>
                    <a:pt x="18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1" name="Google Shape;21211;p158"/>
            <p:cNvSpPr/>
            <p:nvPr/>
          </p:nvSpPr>
          <p:spPr>
            <a:xfrm>
              <a:off x="4599075" y="4353050"/>
              <a:ext cx="37825" cy="58350"/>
            </a:xfrm>
            <a:custGeom>
              <a:avLst/>
              <a:gdLst/>
              <a:ahLst/>
              <a:cxnLst/>
              <a:rect l="l" t="t" r="r" b="b"/>
              <a:pathLst>
                <a:path w="1513" h="2334" extrusionOk="0">
                  <a:moveTo>
                    <a:pt x="274" y="0"/>
                  </a:moveTo>
                  <a:cubicBezTo>
                    <a:pt x="203" y="72"/>
                    <a:pt x="96" y="119"/>
                    <a:pt x="0" y="155"/>
                  </a:cubicBezTo>
                  <a:lnTo>
                    <a:pt x="1120" y="2334"/>
                  </a:lnTo>
                  <a:lnTo>
                    <a:pt x="1513" y="2334"/>
                  </a:lnTo>
                  <a:lnTo>
                    <a:pt x="334" y="48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2" name="Google Shape;21212;p158"/>
            <p:cNvSpPr/>
            <p:nvPr/>
          </p:nvSpPr>
          <p:spPr>
            <a:xfrm>
              <a:off x="4185025" y="4263750"/>
              <a:ext cx="182500" cy="147650"/>
            </a:xfrm>
            <a:custGeom>
              <a:avLst/>
              <a:gdLst/>
              <a:ahLst/>
              <a:cxnLst/>
              <a:rect l="l" t="t" r="r" b="b"/>
              <a:pathLst>
                <a:path w="7300" h="5906" extrusionOk="0">
                  <a:moveTo>
                    <a:pt x="179" y="0"/>
                  </a:moveTo>
                  <a:cubicBezTo>
                    <a:pt x="132" y="96"/>
                    <a:pt x="72" y="155"/>
                    <a:pt x="1" y="215"/>
                  </a:cubicBezTo>
                  <a:lnTo>
                    <a:pt x="549" y="691"/>
                  </a:lnTo>
                  <a:lnTo>
                    <a:pt x="6776" y="5906"/>
                  </a:lnTo>
                  <a:lnTo>
                    <a:pt x="7299" y="5906"/>
                  </a:lnTo>
                  <a:lnTo>
                    <a:pt x="299" y="36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3" name="Google Shape;21213;p158"/>
            <p:cNvSpPr/>
            <p:nvPr/>
          </p:nvSpPr>
          <p:spPr>
            <a:xfrm>
              <a:off x="4189800" y="4255125"/>
              <a:ext cx="386375" cy="83950"/>
            </a:xfrm>
            <a:custGeom>
              <a:avLst/>
              <a:gdLst/>
              <a:ahLst/>
              <a:cxnLst/>
              <a:rect l="l" t="t" r="r" b="b"/>
              <a:pathLst>
                <a:path w="15455" h="3358" extrusionOk="0">
                  <a:moveTo>
                    <a:pt x="36" y="0"/>
                  </a:moveTo>
                  <a:lnTo>
                    <a:pt x="36" y="0"/>
                  </a:lnTo>
                  <a:cubicBezTo>
                    <a:pt x="48" y="48"/>
                    <a:pt x="48" y="107"/>
                    <a:pt x="48" y="155"/>
                  </a:cubicBezTo>
                  <a:cubicBezTo>
                    <a:pt x="48" y="214"/>
                    <a:pt x="24" y="286"/>
                    <a:pt x="0" y="334"/>
                  </a:cubicBezTo>
                  <a:lnTo>
                    <a:pt x="143" y="381"/>
                  </a:lnTo>
                  <a:lnTo>
                    <a:pt x="15395" y="3358"/>
                  </a:lnTo>
                  <a:lnTo>
                    <a:pt x="15395" y="3262"/>
                  </a:lnTo>
                  <a:cubicBezTo>
                    <a:pt x="15407" y="3179"/>
                    <a:pt x="15419" y="3084"/>
                    <a:pt x="15455" y="3012"/>
                  </a:cubicBezTo>
                  <a:lnTo>
                    <a:pt x="3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4" name="Google Shape;21214;p158"/>
            <p:cNvSpPr/>
            <p:nvPr/>
          </p:nvSpPr>
          <p:spPr>
            <a:xfrm>
              <a:off x="4185925" y="3740775"/>
              <a:ext cx="804900" cy="513475"/>
            </a:xfrm>
            <a:custGeom>
              <a:avLst/>
              <a:gdLst/>
              <a:ahLst/>
              <a:cxnLst/>
              <a:rect l="l" t="t" r="r" b="b"/>
              <a:pathLst>
                <a:path w="32196" h="20539" extrusionOk="0">
                  <a:moveTo>
                    <a:pt x="32017" y="0"/>
                  </a:moveTo>
                  <a:lnTo>
                    <a:pt x="1" y="20265"/>
                  </a:lnTo>
                  <a:cubicBezTo>
                    <a:pt x="84" y="20324"/>
                    <a:pt x="155" y="20431"/>
                    <a:pt x="191" y="20538"/>
                  </a:cubicBezTo>
                  <a:lnTo>
                    <a:pt x="32195" y="274"/>
                  </a:lnTo>
                  <a:cubicBezTo>
                    <a:pt x="32124" y="203"/>
                    <a:pt x="32052" y="95"/>
                    <a:pt x="3201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5" name="Google Shape;21215;p158"/>
            <p:cNvSpPr/>
            <p:nvPr/>
          </p:nvSpPr>
          <p:spPr>
            <a:xfrm>
              <a:off x="4604725" y="4122375"/>
              <a:ext cx="224450" cy="207175"/>
            </a:xfrm>
            <a:custGeom>
              <a:avLst/>
              <a:gdLst/>
              <a:ahLst/>
              <a:cxnLst/>
              <a:rect l="l" t="t" r="r" b="b"/>
              <a:pathLst>
                <a:path w="8978" h="8287" extrusionOk="0">
                  <a:moveTo>
                    <a:pt x="8752" y="0"/>
                  </a:moveTo>
                  <a:lnTo>
                    <a:pt x="1" y="8037"/>
                  </a:lnTo>
                  <a:cubicBezTo>
                    <a:pt x="96" y="8108"/>
                    <a:pt x="167" y="8191"/>
                    <a:pt x="227" y="8287"/>
                  </a:cubicBezTo>
                  <a:lnTo>
                    <a:pt x="8978" y="250"/>
                  </a:lnTo>
                  <a:cubicBezTo>
                    <a:pt x="8907" y="167"/>
                    <a:pt x="8811" y="95"/>
                    <a:pt x="875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6" name="Google Shape;21216;p158"/>
            <p:cNvSpPr/>
            <p:nvPr/>
          </p:nvSpPr>
          <p:spPr>
            <a:xfrm>
              <a:off x="4727950" y="4136950"/>
              <a:ext cx="125650" cy="274450"/>
            </a:xfrm>
            <a:custGeom>
              <a:avLst/>
              <a:gdLst/>
              <a:ahLst/>
              <a:cxnLst/>
              <a:rect l="l" t="t" r="r" b="b"/>
              <a:pathLst>
                <a:path w="5026" h="10978" extrusionOk="0">
                  <a:moveTo>
                    <a:pt x="4704" y="0"/>
                  </a:moveTo>
                  <a:lnTo>
                    <a:pt x="1" y="10978"/>
                  </a:lnTo>
                  <a:lnTo>
                    <a:pt x="370" y="10978"/>
                  </a:lnTo>
                  <a:lnTo>
                    <a:pt x="5025" y="119"/>
                  </a:lnTo>
                  <a:lnTo>
                    <a:pt x="5025" y="48"/>
                  </a:lnTo>
                  <a:lnTo>
                    <a:pt x="4906" y="48"/>
                  </a:lnTo>
                  <a:cubicBezTo>
                    <a:pt x="4835" y="24"/>
                    <a:pt x="4763" y="24"/>
                    <a:pt x="470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7" name="Google Shape;21217;p158"/>
            <p:cNvSpPr/>
            <p:nvPr/>
          </p:nvSpPr>
          <p:spPr>
            <a:xfrm>
              <a:off x="4605925" y="4346200"/>
              <a:ext cx="86650" cy="65200"/>
            </a:xfrm>
            <a:custGeom>
              <a:avLst/>
              <a:gdLst/>
              <a:ahLst/>
              <a:cxnLst/>
              <a:rect l="l" t="t" r="r" b="b"/>
              <a:pathLst>
                <a:path w="3466" h="2608" extrusionOk="0">
                  <a:moveTo>
                    <a:pt x="203" y="0"/>
                  </a:moveTo>
                  <a:cubicBezTo>
                    <a:pt x="167" y="108"/>
                    <a:pt x="84" y="203"/>
                    <a:pt x="0" y="274"/>
                  </a:cubicBezTo>
                  <a:lnTo>
                    <a:pt x="60" y="322"/>
                  </a:lnTo>
                  <a:lnTo>
                    <a:pt x="2917" y="2608"/>
                  </a:lnTo>
                  <a:lnTo>
                    <a:pt x="3465" y="2608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8" name="Google Shape;21218;p158"/>
            <p:cNvSpPr/>
            <p:nvPr/>
          </p:nvSpPr>
          <p:spPr>
            <a:xfrm>
              <a:off x="5016400" y="4244400"/>
              <a:ext cx="9250" cy="167000"/>
            </a:xfrm>
            <a:custGeom>
              <a:avLst/>
              <a:gdLst/>
              <a:ahLst/>
              <a:cxnLst/>
              <a:rect l="l" t="t" r="r" b="b"/>
              <a:pathLst>
                <a:path w="370" h="6680" extrusionOk="0">
                  <a:moveTo>
                    <a:pt x="333" y="1"/>
                  </a:moveTo>
                  <a:cubicBezTo>
                    <a:pt x="262" y="27"/>
                    <a:pt x="177" y="41"/>
                    <a:pt x="89" y="41"/>
                  </a:cubicBezTo>
                  <a:cubicBezTo>
                    <a:pt x="60" y="41"/>
                    <a:pt x="30" y="39"/>
                    <a:pt x="0" y="36"/>
                  </a:cubicBezTo>
                  <a:lnTo>
                    <a:pt x="0" y="36"/>
                  </a:lnTo>
                  <a:lnTo>
                    <a:pt x="24" y="6680"/>
                  </a:lnTo>
                  <a:lnTo>
                    <a:pt x="369" y="6680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9" name="Google Shape;21219;p158"/>
            <p:cNvSpPr/>
            <p:nvPr/>
          </p:nvSpPr>
          <p:spPr>
            <a:xfrm>
              <a:off x="5021450" y="4188150"/>
              <a:ext cx="3300" cy="3900"/>
            </a:xfrm>
            <a:custGeom>
              <a:avLst/>
              <a:gdLst/>
              <a:ahLst/>
              <a:cxnLst/>
              <a:rect l="l" t="t" r="r" b="b"/>
              <a:pathLst>
                <a:path w="132" h="156" extrusionOk="0">
                  <a:moveTo>
                    <a:pt x="0" y="0"/>
                  </a:moveTo>
                  <a:lnTo>
                    <a:pt x="0" y="119"/>
                  </a:lnTo>
                  <a:lnTo>
                    <a:pt x="12" y="119"/>
                  </a:lnTo>
                  <a:cubicBezTo>
                    <a:pt x="48" y="143"/>
                    <a:pt x="96" y="155"/>
                    <a:pt x="131" y="155"/>
                  </a:cubicBezTo>
                  <a:cubicBezTo>
                    <a:pt x="120" y="84"/>
                    <a:pt x="72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0" name="Google Shape;21220;p158"/>
            <p:cNvSpPr/>
            <p:nvPr/>
          </p:nvSpPr>
          <p:spPr>
            <a:xfrm>
              <a:off x="4864275" y="3750900"/>
              <a:ext cx="138450" cy="315225"/>
            </a:xfrm>
            <a:custGeom>
              <a:avLst/>
              <a:gdLst/>
              <a:ahLst/>
              <a:cxnLst/>
              <a:rect l="l" t="t" r="r" b="b"/>
              <a:pathLst>
                <a:path w="5538" h="12609" extrusionOk="0">
                  <a:moveTo>
                    <a:pt x="5216" y="0"/>
                  </a:moveTo>
                  <a:lnTo>
                    <a:pt x="1" y="12490"/>
                  </a:lnTo>
                  <a:cubicBezTo>
                    <a:pt x="132" y="12513"/>
                    <a:pt x="227" y="12549"/>
                    <a:pt x="322" y="12609"/>
                  </a:cubicBezTo>
                  <a:lnTo>
                    <a:pt x="5537" y="95"/>
                  </a:lnTo>
                  <a:lnTo>
                    <a:pt x="5514" y="95"/>
                  </a:lnTo>
                  <a:cubicBezTo>
                    <a:pt x="5406" y="83"/>
                    <a:pt x="5299" y="48"/>
                    <a:pt x="521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1" name="Google Shape;21221;p158"/>
            <p:cNvSpPr/>
            <p:nvPr/>
          </p:nvSpPr>
          <p:spPr>
            <a:xfrm>
              <a:off x="5003300" y="3753275"/>
              <a:ext cx="18175" cy="439050"/>
            </a:xfrm>
            <a:custGeom>
              <a:avLst/>
              <a:gdLst/>
              <a:ahLst/>
              <a:cxnLst/>
              <a:rect l="l" t="t" r="r" b="b"/>
              <a:pathLst>
                <a:path w="727" h="17562" extrusionOk="0">
                  <a:moveTo>
                    <a:pt x="143" y="0"/>
                  </a:moveTo>
                  <a:cubicBezTo>
                    <a:pt x="111" y="0"/>
                    <a:pt x="74" y="6"/>
                    <a:pt x="42" y="6"/>
                  </a:cubicBezTo>
                  <a:cubicBezTo>
                    <a:pt x="27" y="6"/>
                    <a:pt x="12" y="4"/>
                    <a:pt x="0" y="0"/>
                  </a:cubicBezTo>
                  <a:lnTo>
                    <a:pt x="0" y="0"/>
                  </a:lnTo>
                  <a:lnTo>
                    <a:pt x="381" y="17562"/>
                  </a:lnTo>
                  <a:cubicBezTo>
                    <a:pt x="457" y="17545"/>
                    <a:pt x="539" y="17528"/>
                    <a:pt x="622" y="17528"/>
                  </a:cubicBezTo>
                  <a:cubicBezTo>
                    <a:pt x="657" y="17528"/>
                    <a:pt x="692" y="17531"/>
                    <a:pt x="726" y="17538"/>
                  </a:cubicBezTo>
                  <a:lnTo>
                    <a:pt x="726" y="17419"/>
                  </a:lnTo>
                  <a:lnTo>
                    <a:pt x="357" y="572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2" name="Google Shape;21222;p158"/>
            <p:cNvSpPr/>
            <p:nvPr/>
          </p:nvSpPr>
          <p:spPr>
            <a:xfrm>
              <a:off x="4886325" y="4112250"/>
              <a:ext cx="111625" cy="96750"/>
            </a:xfrm>
            <a:custGeom>
              <a:avLst/>
              <a:gdLst/>
              <a:ahLst/>
              <a:cxnLst/>
              <a:rect l="l" t="t" r="r" b="b"/>
              <a:pathLst>
                <a:path w="4465" h="3870" extrusionOk="0">
                  <a:moveTo>
                    <a:pt x="155" y="0"/>
                  </a:moveTo>
                  <a:cubicBezTo>
                    <a:pt x="107" y="107"/>
                    <a:pt x="60" y="226"/>
                    <a:pt x="0" y="322"/>
                  </a:cubicBezTo>
                  <a:lnTo>
                    <a:pt x="4310" y="3870"/>
                  </a:lnTo>
                  <a:cubicBezTo>
                    <a:pt x="4346" y="3774"/>
                    <a:pt x="4393" y="3667"/>
                    <a:pt x="4465" y="3572"/>
                  </a:cubicBezTo>
                  <a:lnTo>
                    <a:pt x="15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3" name="Google Shape;21223;p158"/>
            <p:cNvSpPr/>
            <p:nvPr/>
          </p:nvSpPr>
          <p:spPr>
            <a:xfrm>
              <a:off x="5032450" y="4235775"/>
              <a:ext cx="207800" cy="173550"/>
            </a:xfrm>
            <a:custGeom>
              <a:avLst/>
              <a:gdLst/>
              <a:ahLst/>
              <a:cxnLst/>
              <a:rect l="l" t="t" r="r" b="b"/>
              <a:pathLst>
                <a:path w="8312" h="6942" extrusionOk="0">
                  <a:moveTo>
                    <a:pt x="275" y="0"/>
                  </a:moveTo>
                  <a:cubicBezTo>
                    <a:pt x="191" y="96"/>
                    <a:pt x="96" y="167"/>
                    <a:pt x="1" y="226"/>
                  </a:cubicBezTo>
                  <a:lnTo>
                    <a:pt x="8121" y="6942"/>
                  </a:lnTo>
                  <a:cubicBezTo>
                    <a:pt x="8169" y="6834"/>
                    <a:pt x="8240" y="6751"/>
                    <a:pt x="8312" y="6668"/>
                  </a:cubicBez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4" name="Google Shape;21224;p158"/>
            <p:cNvSpPr/>
            <p:nvPr/>
          </p:nvSpPr>
          <p:spPr>
            <a:xfrm>
              <a:off x="5006875" y="3750000"/>
              <a:ext cx="242600" cy="651600"/>
            </a:xfrm>
            <a:custGeom>
              <a:avLst/>
              <a:gdLst/>
              <a:ahLst/>
              <a:cxnLst/>
              <a:rect l="l" t="t" r="r" b="b"/>
              <a:pathLst>
                <a:path w="9704" h="26064" extrusionOk="0">
                  <a:moveTo>
                    <a:pt x="333" y="0"/>
                  </a:moveTo>
                  <a:cubicBezTo>
                    <a:pt x="226" y="60"/>
                    <a:pt x="107" y="107"/>
                    <a:pt x="0" y="119"/>
                  </a:cubicBezTo>
                  <a:lnTo>
                    <a:pt x="214" y="679"/>
                  </a:lnTo>
                  <a:lnTo>
                    <a:pt x="9394" y="26063"/>
                  </a:lnTo>
                  <a:cubicBezTo>
                    <a:pt x="9489" y="26004"/>
                    <a:pt x="9585" y="25944"/>
                    <a:pt x="9704" y="25920"/>
                  </a:cubicBezTo>
                  <a:lnTo>
                    <a:pt x="33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5" name="Google Shape;21225;p158"/>
            <p:cNvSpPr/>
            <p:nvPr/>
          </p:nvSpPr>
          <p:spPr>
            <a:xfrm>
              <a:off x="4991100" y="4191000"/>
              <a:ext cx="56575" cy="53975"/>
            </a:xfrm>
            <a:custGeom>
              <a:avLst/>
              <a:gdLst/>
              <a:ahLst/>
              <a:cxnLst/>
              <a:rect l="l" t="t" r="r" b="b"/>
              <a:pathLst>
                <a:path w="2263" h="2159" extrusionOk="0">
                  <a:moveTo>
                    <a:pt x="1125" y="1"/>
                  </a:moveTo>
                  <a:cubicBezTo>
                    <a:pt x="1037" y="1"/>
                    <a:pt x="950" y="14"/>
                    <a:pt x="869" y="41"/>
                  </a:cubicBezTo>
                  <a:cubicBezTo>
                    <a:pt x="631" y="101"/>
                    <a:pt x="429" y="232"/>
                    <a:pt x="274" y="422"/>
                  </a:cubicBezTo>
                  <a:cubicBezTo>
                    <a:pt x="202" y="517"/>
                    <a:pt x="143" y="624"/>
                    <a:pt x="119" y="720"/>
                  </a:cubicBezTo>
                  <a:cubicBezTo>
                    <a:pt x="83" y="803"/>
                    <a:pt x="71" y="886"/>
                    <a:pt x="60" y="982"/>
                  </a:cubicBezTo>
                  <a:cubicBezTo>
                    <a:pt x="0" y="1577"/>
                    <a:pt x="441" y="2113"/>
                    <a:pt x="1024" y="2148"/>
                  </a:cubicBezTo>
                  <a:cubicBezTo>
                    <a:pt x="1061" y="2156"/>
                    <a:pt x="1098" y="2159"/>
                    <a:pt x="1134" y="2159"/>
                  </a:cubicBezTo>
                  <a:cubicBezTo>
                    <a:pt x="1216" y="2159"/>
                    <a:pt x="1295" y="2145"/>
                    <a:pt x="1369" y="2137"/>
                  </a:cubicBezTo>
                  <a:cubicBezTo>
                    <a:pt x="1464" y="2113"/>
                    <a:pt x="1572" y="2077"/>
                    <a:pt x="1679" y="2017"/>
                  </a:cubicBezTo>
                  <a:cubicBezTo>
                    <a:pt x="1750" y="1958"/>
                    <a:pt x="1845" y="1887"/>
                    <a:pt x="1929" y="1791"/>
                  </a:cubicBezTo>
                  <a:cubicBezTo>
                    <a:pt x="2084" y="1636"/>
                    <a:pt x="2167" y="1422"/>
                    <a:pt x="2203" y="1184"/>
                  </a:cubicBezTo>
                  <a:cubicBezTo>
                    <a:pt x="2262" y="636"/>
                    <a:pt x="1881" y="148"/>
                    <a:pt x="1345" y="29"/>
                  </a:cubicBezTo>
                  <a:cubicBezTo>
                    <a:pt x="1310" y="5"/>
                    <a:pt x="1274" y="5"/>
                    <a:pt x="1226" y="5"/>
                  </a:cubicBezTo>
                  <a:lnTo>
                    <a:pt x="1214" y="5"/>
                  </a:lnTo>
                  <a:cubicBezTo>
                    <a:pt x="1185" y="2"/>
                    <a:pt x="1155" y="1"/>
                    <a:pt x="11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6" name="Google Shape;21226;p158"/>
            <p:cNvSpPr/>
            <p:nvPr/>
          </p:nvSpPr>
          <p:spPr>
            <a:xfrm>
              <a:off x="4815775" y="4062050"/>
              <a:ext cx="78000" cy="76425"/>
            </a:xfrm>
            <a:custGeom>
              <a:avLst/>
              <a:gdLst/>
              <a:ahLst/>
              <a:cxnLst/>
              <a:rect l="l" t="t" r="r" b="b"/>
              <a:pathLst>
                <a:path w="3120" h="3057" extrusionOk="0">
                  <a:moveTo>
                    <a:pt x="1541" y="0"/>
                  </a:moveTo>
                  <a:cubicBezTo>
                    <a:pt x="769" y="0"/>
                    <a:pt x="102" y="595"/>
                    <a:pt x="24" y="1389"/>
                  </a:cubicBezTo>
                  <a:cubicBezTo>
                    <a:pt x="0" y="1770"/>
                    <a:pt x="107" y="2151"/>
                    <a:pt x="322" y="2425"/>
                  </a:cubicBezTo>
                  <a:cubicBezTo>
                    <a:pt x="405" y="2520"/>
                    <a:pt x="476" y="2604"/>
                    <a:pt x="548" y="2687"/>
                  </a:cubicBezTo>
                  <a:cubicBezTo>
                    <a:pt x="727" y="2842"/>
                    <a:pt x="953" y="2949"/>
                    <a:pt x="1191" y="3008"/>
                  </a:cubicBezTo>
                  <a:cubicBezTo>
                    <a:pt x="1262" y="3020"/>
                    <a:pt x="1322" y="3044"/>
                    <a:pt x="1393" y="3056"/>
                  </a:cubicBezTo>
                  <a:lnTo>
                    <a:pt x="1512" y="3056"/>
                  </a:lnTo>
                  <a:cubicBezTo>
                    <a:pt x="1523" y="3056"/>
                    <a:pt x="1534" y="3056"/>
                    <a:pt x="1545" y="3056"/>
                  </a:cubicBezTo>
                  <a:cubicBezTo>
                    <a:pt x="2068" y="3056"/>
                    <a:pt x="2554" y="2773"/>
                    <a:pt x="2822" y="2353"/>
                  </a:cubicBezTo>
                  <a:cubicBezTo>
                    <a:pt x="2882" y="2246"/>
                    <a:pt x="2941" y="2151"/>
                    <a:pt x="2977" y="2044"/>
                  </a:cubicBezTo>
                  <a:cubicBezTo>
                    <a:pt x="3013" y="1913"/>
                    <a:pt x="3048" y="1770"/>
                    <a:pt x="3060" y="1651"/>
                  </a:cubicBezTo>
                  <a:cubicBezTo>
                    <a:pt x="3120" y="1032"/>
                    <a:pt x="2798" y="448"/>
                    <a:pt x="2274" y="163"/>
                  </a:cubicBezTo>
                  <a:cubicBezTo>
                    <a:pt x="2167" y="103"/>
                    <a:pt x="2072" y="79"/>
                    <a:pt x="1965" y="44"/>
                  </a:cubicBezTo>
                  <a:cubicBezTo>
                    <a:pt x="1870" y="20"/>
                    <a:pt x="1786" y="8"/>
                    <a:pt x="1691" y="8"/>
                  </a:cubicBezTo>
                  <a:cubicBezTo>
                    <a:pt x="1640" y="3"/>
                    <a:pt x="1590" y="0"/>
                    <a:pt x="154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7" name="Google Shape;21227;p158"/>
            <p:cNvSpPr/>
            <p:nvPr/>
          </p:nvSpPr>
          <p:spPr>
            <a:xfrm>
              <a:off x="2997100" y="4406875"/>
              <a:ext cx="25600" cy="5125"/>
            </a:xfrm>
            <a:custGeom>
              <a:avLst/>
              <a:gdLst/>
              <a:ahLst/>
              <a:cxnLst/>
              <a:rect l="l" t="t" r="r" b="b"/>
              <a:pathLst>
                <a:path w="1024" h="205" extrusionOk="0">
                  <a:moveTo>
                    <a:pt x="540" y="1"/>
                  </a:moveTo>
                  <a:cubicBezTo>
                    <a:pt x="336" y="1"/>
                    <a:pt x="153" y="63"/>
                    <a:pt x="0" y="205"/>
                  </a:cubicBezTo>
                  <a:lnTo>
                    <a:pt x="1024" y="205"/>
                  </a:lnTo>
                  <a:cubicBezTo>
                    <a:pt x="964" y="145"/>
                    <a:pt x="881" y="98"/>
                    <a:pt x="798" y="62"/>
                  </a:cubicBezTo>
                  <a:cubicBezTo>
                    <a:pt x="726" y="26"/>
                    <a:pt x="655" y="2"/>
                    <a:pt x="595" y="2"/>
                  </a:cubicBezTo>
                  <a:cubicBezTo>
                    <a:pt x="577" y="1"/>
                    <a:pt x="558" y="1"/>
                    <a:pt x="5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8" name="Google Shape;21228;p158"/>
            <p:cNvSpPr/>
            <p:nvPr/>
          </p:nvSpPr>
          <p:spPr>
            <a:xfrm>
              <a:off x="2698250" y="4188575"/>
              <a:ext cx="14300" cy="13925"/>
            </a:xfrm>
            <a:custGeom>
              <a:avLst/>
              <a:gdLst/>
              <a:ahLst/>
              <a:cxnLst/>
              <a:rect l="l" t="t" r="r" b="b"/>
              <a:pathLst>
                <a:path w="572" h="557" extrusionOk="0">
                  <a:moveTo>
                    <a:pt x="264" y="1"/>
                  </a:moveTo>
                  <a:cubicBezTo>
                    <a:pt x="193" y="1"/>
                    <a:pt x="120" y="42"/>
                    <a:pt x="72" y="90"/>
                  </a:cubicBezTo>
                  <a:cubicBezTo>
                    <a:pt x="48" y="138"/>
                    <a:pt x="12" y="186"/>
                    <a:pt x="12" y="245"/>
                  </a:cubicBezTo>
                  <a:cubicBezTo>
                    <a:pt x="0" y="400"/>
                    <a:pt x="107" y="555"/>
                    <a:pt x="250" y="555"/>
                  </a:cubicBezTo>
                  <a:cubicBezTo>
                    <a:pt x="259" y="556"/>
                    <a:pt x="269" y="556"/>
                    <a:pt x="278" y="556"/>
                  </a:cubicBezTo>
                  <a:cubicBezTo>
                    <a:pt x="375" y="556"/>
                    <a:pt x="469" y="500"/>
                    <a:pt x="512" y="424"/>
                  </a:cubicBezTo>
                  <a:cubicBezTo>
                    <a:pt x="524" y="388"/>
                    <a:pt x="536" y="340"/>
                    <a:pt x="548" y="305"/>
                  </a:cubicBezTo>
                  <a:cubicBezTo>
                    <a:pt x="572" y="150"/>
                    <a:pt x="465" y="19"/>
                    <a:pt x="310" y="7"/>
                  </a:cubicBezTo>
                  <a:cubicBezTo>
                    <a:pt x="295" y="3"/>
                    <a:pt x="279" y="1"/>
                    <a:pt x="264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9" name="Google Shape;21229;p158"/>
            <p:cNvSpPr/>
            <p:nvPr/>
          </p:nvSpPr>
          <p:spPr>
            <a:xfrm>
              <a:off x="3732600" y="4168050"/>
              <a:ext cx="29200" cy="27800"/>
            </a:xfrm>
            <a:custGeom>
              <a:avLst/>
              <a:gdLst/>
              <a:ahLst/>
              <a:cxnLst/>
              <a:rect l="l" t="t" r="r" b="b"/>
              <a:pathLst>
                <a:path w="1168" h="1112" extrusionOk="0">
                  <a:moveTo>
                    <a:pt x="567" y="0"/>
                  </a:moveTo>
                  <a:cubicBezTo>
                    <a:pt x="300" y="0"/>
                    <a:pt x="69" y="223"/>
                    <a:pt x="36" y="495"/>
                  </a:cubicBezTo>
                  <a:cubicBezTo>
                    <a:pt x="0" y="757"/>
                    <a:pt x="179" y="995"/>
                    <a:pt x="417" y="1078"/>
                  </a:cubicBezTo>
                  <a:lnTo>
                    <a:pt x="429" y="1078"/>
                  </a:lnTo>
                  <a:cubicBezTo>
                    <a:pt x="465" y="1090"/>
                    <a:pt x="489" y="1102"/>
                    <a:pt x="524" y="1102"/>
                  </a:cubicBezTo>
                  <a:cubicBezTo>
                    <a:pt x="549" y="1109"/>
                    <a:pt x="574" y="1112"/>
                    <a:pt x="600" y="1112"/>
                  </a:cubicBezTo>
                  <a:cubicBezTo>
                    <a:pt x="661" y="1112"/>
                    <a:pt x="724" y="1095"/>
                    <a:pt x="774" y="1078"/>
                  </a:cubicBezTo>
                  <a:cubicBezTo>
                    <a:pt x="965" y="1007"/>
                    <a:pt x="1108" y="840"/>
                    <a:pt x="1131" y="614"/>
                  </a:cubicBezTo>
                  <a:cubicBezTo>
                    <a:pt x="1167" y="316"/>
                    <a:pt x="941" y="54"/>
                    <a:pt x="643" y="7"/>
                  </a:cubicBezTo>
                  <a:cubicBezTo>
                    <a:pt x="618" y="2"/>
                    <a:pt x="592" y="0"/>
                    <a:pt x="5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0" name="Google Shape;21230;p158"/>
            <p:cNvSpPr/>
            <p:nvPr/>
          </p:nvSpPr>
          <p:spPr>
            <a:xfrm>
              <a:off x="4574675" y="4319825"/>
              <a:ext cx="37825" cy="38250"/>
            </a:xfrm>
            <a:custGeom>
              <a:avLst/>
              <a:gdLst/>
              <a:ahLst/>
              <a:cxnLst/>
              <a:rect l="l" t="t" r="r" b="b"/>
              <a:pathLst>
                <a:path w="1513" h="1530" extrusionOk="0">
                  <a:moveTo>
                    <a:pt x="731" y="0"/>
                  </a:moveTo>
                  <a:cubicBezTo>
                    <a:pt x="438" y="0"/>
                    <a:pt x="177" y="180"/>
                    <a:pt x="60" y="436"/>
                  </a:cubicBezTo>
                  <a:cubicBezTo>
                    <a:pt x="24" y="508"/>
                    <a:pt x="0" y="603"/>
                    <a:pt x="0" y="686"/>
                  </a:cubicBezTo>
                  <a:lnTo>
                    <a:pt x="0" y="782"/>
                  </a:lnTo>
                  <a:cubicBezTo>
                    <a:pt x="0" y="889"/>
                    <a:pt x="24" y="984"/>
                    <a:pt x="60" y="1079"/>
                  </a:cubicBezTo>
                  <a:cubicBezTo>
                    <a:pt x="95" y="1186"/>
                    <a:pt x="179" y="1270"/>
                    <a:pt x="262" y="1341"/>
                  </a:cubicBezTo>
                  <a:cubicBezTo>
                    <a:pt x="381" y="1448"/>
                    <a:pt x="524" y="1508"/>
                    <a:pt x="679" y="1520"/>
                  </a:cubicBezTo>
                  <a:cubicBezTo>
                    <a:pt x="710" y="1527"/>
                    <a:pt x="742" y="1530"/>
                    <a:pt x="772" y="1530"/>
                  </a:cubicBezTo>
                  <a:cubicBezTo>
                    <a:pt x="847" y="1530"/>
                    <a:pt x="918" y="1513"/>
                    <a:pt x="976" y="1496"/>
                  </a:cubicBezTo>
                  <a:cubicBezTo>
                    <a:pt x="1084" y="1460"/>
                    <a:pt x="1167" y="1401"/>
                    <a:pt x="1250" y="1341"/>
                  </a:cubicBezTo>
                  <a:cubicBezTo>
                    <a:pt x="1334" y="1270"/>
                    <a:pt x="1393" y="1186"/>
                    <a:pt x="1441" y="1079"/>
                  </a:cubicBezTo>
                  <a:cubicBezTo>
                    <a:pt x="1465" y="1008"/>
                    <a:pt x="1488" y="925"/>
                    <a:pt x="1500" y="853"/>
                  </a:cubicBezTo>
                  <a:cubicBezTo>
                    <a:pt x="1512" y="686"/>
                    <a:pt x="1488" y="544"/>
                    <a:pt x="1417" y="424"/>
                  </a:cubicBezTo>
                  <a:cubicBezTo>
                    <a:pt x="1369" y="293"/>
                    <a:pt x="1298" y="198"/>
                    <a:pt x="1203" y="139"/>
                  </a:cubicBezTo>
                  <a:cubicBezTo>
                    <a:pt x="1096" y="67"/>
                    <a:pt x="965" y="8"/>
                    <a:pt x="834" y="8"/>
                  </a:cubicBezTo>
                  <a:cubicBezTo>
                    <a:pt x="799" y="3"/>
                    <a:pt x="765" y="0"/>
                    <a:pt x="731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1" name="Google Shape;21231;p158"/>
            <p:cNvSpPr/>
            <p:nvPr/>
          </p:nvSpPr>
          <p:spPr>
            <a:xfrm>
              <a:off x="4163600" y="4245300"/>
              <a:ext cx="27400" cy="26400"/>
            </a:xfrm>
            <a:custGeom>
              <a:avLst/>
              <a:gdLst/>
              <a:ahLst/>
              <a:cxnLst/>
              <a:rect l="l" t="t" r="r" b="b"/>
              <a:pathLst>
                <a:path w="1096" h="1056" extrusionOk="0">
                  <a:moveTo>
                    <a:pt x="608" y="0"/>
                  </a:moveTo>
                  <a:cubicBezTo>
                    <a:pt x="548" y="0"/>
                    <a:pt x="501" y="0"/>
                    <a:pt x="453" y="12"/>
                  </a:cubicBezTo>
                  <a:cubicBezTo>
                    <a:pt x="215" y="60"/>
                    <a:pt x="36" y="250"/>
                    <a:pt x="24" y="488"/>
                  </a:cubicBezTo>
                  <a:cubicBezTo>
                    <a:pt x="1" y="560"/>
                    <a:pt x="24" y="667"/>
                    <a:pt x="72" y="750"/>
                  </a:cubicBezTo>
                  <a:cubicBezTo>
                    <a:pt x="120" y="858"/>
                    <a:pt x="203" y="953"/>
                    <a:pt x="310" y="988"/>
                  </a:cubicBezTo>
                  <a:cubicBezTo>
                    <a:pt x="370" y="1024"/>
                    <a:pt x="429" y="1036"/>
                    <a:pt x="501" y="1048"/>
                  </a:cubicBezTo>
                  <a:cubicBezTo>
                    <a:pt x="528" y="1053"/>
                    <a:pt x="555" y="1055"/>
                    <a:pt x="581" y="1055"/>
                  </a:cubicBezTo>
                  <a:cubicBezTo>
                    <a:pt x="681" y="1055"/>
                    <a:pt x="773" y="1021"/>
                    <a:pt x="858" y="965"/>
                  </a:cubicBezTo>
                  <a:lnTo>
                    <a:pt x="870" y="965"/>
                  </a:lnTo>
                  <a:cubicBezTo>
                    <a:pt x="941" y="905"/>
                    <a:pt x="1013" y="846"/>
                    <a:pt x="1048" y="750"/>
                  </a:cubicBezTo>
                  <a:cubicBezTo>
                    <a:pt x="1084" y="691"/>
                    <a:pt x="1096" y="631"/>
                    <a:pt x="1096" y="572"/>
                  </a:cubicBezTo>
                  <a:cubicBezTo>
                    <a:pt x="1096" y="512"/>
                    <a:pt x="1096" y="465"/>
                    <a:pt x="1084" y="429"/>
                  </a:cubicBezTo>
                  <a:cubicBezTo>
                    <a:pt x="1084" y="417"/>
                    <a:pt x="1084" y="393"/>
                    <a:pt x="1072" y="381"/>
                  </a:cubicBezTo>
                  <a:cubicBezTo>
                    <a:pt x="1036" y="262"/>
                    <a:pt x="965" y="179"/>
                    <a:pt x="870" y="96"/>
                  </a:cubicBezTo>
                  <a:cubicBezTo>
                    <a:pt x="858" y="84"/>
                    <a:pt x="846" y="72"/>
                    <a:pt x="834" y="72"/>
                  </a:cubicBezTo>
                  <a:cubicBezTo>
                    <a:pt x="751" y="24"/>
                    <a:pt x="679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2" name="Google Shape;21232;p158"/>
            <p:cNvSpPr/>
            <p:nvPr/>
          </p:nvSpPr>
          <p:spPr>
            <a:xfrm>
              <a:off x="2754800" y="4228775"/>
              <a:ext cx="27100" cy="27250"/>
            </a:xfrm>
            <a:custGeom>
              <a:avLst/>
              <a:gdLst/>
              <a:ahLst/>
              <a:cxnLst/>
              <a:rect l="l" t="t" r="r" b="b"/>
              <a:pathLst>
                <a:path w="1084" h="1090" extrusionOk="0">
                  <a:moveTo>
                    <a:pt x="516" y="0"/>
                  </a:moveTo>
                  <a:cubicBezTo>
                    <a:pt x="325" y="0"/>
                    <a:pt x="166" y="111"/>
                    <a:pt x="72" y="268"/>
                  </a:cubicBezTo>
                  <a:cubicBezTo>
                    <a:pt x="36" y="328"/>
                    <a:pt x="12" y="399"/>
                    <a:pt x="0" y="495"/>
                  </a:cubicBezTo>
                  <a:cubicBezTo>
                    <a:pt x="0" y="554"/>
                    <a:pt x="0" y="614"/>
                    <a:pt x="12" y="661"/>
                  </a:cubicBezTo>
                  <a:cubicBezTo>
                    <a:pt x="36" y="721"/>
                    <a:pt x="60" y="780"/>
                    <a:pt x="96" y="840"/>
                  </a:cubicBezTo>
                  <a:cubicBezTo>
                    <a:pt x="179" y="971"/>
                    <a:pt x="310" y="1054"/>
                    <a:pt x="489" y="1090"/>
                  </a:cubicBezTo>
                  <a:lnTo>
                    <a:pt x="548" y="1090"/>
                  </a:lnTo>
                  <a:cubicBezTo>
                    <a:pt x="703" y="1090"/>
                    <a:pt x="834" y="1030"/>
                    <a:pt x="929" y="935"/>
                  </a:cubicBezTo>
                  <a:cubicBezTo>
                    <a:pt x="1012" y="852"/>
                    <a:pt x="1084" y="733"/>
                    <a:pt x="1084" y="602"/>
                  </a:cubicBezTo>
                  <a:lnTo>
                    <a:pt x="1084" y="506"/>
                  </a:lnTo>
                  <a:cubicBezTo>
                    <a:pt x="1084" y="387"/>
                    <a:pt x="1048" y="280"/>
                    <a:pt x="965" y="197"/>
                  </a:cubicBezTo>
                  <a:cubicBezTo>
                    <a:pt x="881" y="90"/>
                    <a:pt x="750" y="18"/>
                    <a:pt x="596" y="6"/>
                  </a:cubicBezTo>
                  <a:cubicBezTo>
                    <a:pt x="569" y="2"/>
                    <a:pt x="542" y="0"/>
                    <a:pt x="51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3" name="Google Shape;21233;p158"/>
            <p:cNvSpPr/>
            <p:nvPr/>
          </p:nvSpPr>
          <p:spPr>
            <a:xfrm>
              <a:off x="2582150" y="4308350"/>
              <a:ext cx="28000" cy="27250"/>
            </a:xfrm>
            <a:custGeom>
              <a:avLst/>
              <a:gdLst/>
              <a:ahLst/>
              <a:cxnLst/>
              <a:rect l="l" t="t" r="r" b="b"/>
              <a:pathLst>
                <a:path w="1120" h="1090" extrusionOk="0">
                  <a:moveTo>
                    <a:pt x="575" y="1"/>
                  </a:moveTo>
                  <a:cubicBezTo>
                    <a:pt x="296" y="1"/>
                    <a:pt x="58" y="208"/>
                    <a:pt x="25" y="491"/>
                  </a:cubicBezTo>
                  <a:cubicBezTo>
                    <a:pt x="1" y="788"/>
                    <a:pt x="215" y="1062"/>
                    <a:pt x="525" y="1086"/>
                  </a:cubicBezTo>
                  <a:cubicBezTo>
                    <a:pt x="545" y="1088"/>
                    <a:pt x="566" y="1090"/>
                    <a:pt x="586" y="1090"/>
                  </a:cubicBezTo>
                  <a:cubicBezTo>
                    <a:pt x="858" y="1090"/>
                    <a:pt x="1087" y="875"/>
                    <a:pt x="1120" y="598"/>
                  </a:cubicBezTo>
                  <a:cubicBezTo>
                    <a:pt x="1120" y="538"/>
                    <a:pt x="1120" y="479"/>
                    <a:pt x="1096" y="431"/>
                  </a:cubicBezTo>
                  <a:cubicBezTo>
                    <a:pt x="1072" y="312"/>
                    <a:pt x="1013" y="217"/>
                    <a:pt x="941" y="133"/>
                  </a:cubicBezTo>
                  <a:cubicBezTo>
                    <a:pt x="858" y="74"/>
                    <a:pt x="775" y="26"/>
                    <a:pt x="679" y="14"/>
                  </a:cubicBezTo>
                  <a:cubicBezTo>
                    <a:pt x="667" y="14"/>
                    <a:pt x="656" y="2"/>
                    <a:pt x="620" y="2"/>
                  </a:cubicBezTo>
                  <a:cubicBezTo>
                    <a:pt x="605" y="1"/>
                    <a:pt x="590" y="1"/>
                    <a:pt x="57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4" name="Google Shape;21234;p158"/>
            <p:cNvSpPr/>
            <p:nvPr/>
          </p:nvSpPr>
          <p:spPr>
            <a:xfrm>
              <a:off x="3259325" y="4015150"/>
              <a:ext cx="28300" cy="26950"/>
            </a:xfrm>
            <a:custGeom>
              <a:avLst/>
              <a:gdLst/>
              <a:ahLst/>
              <a:cxnLst/>
              <a:rect l="l" t="t" r="r" b="b"/>
              <a:pathLst>
                <a:path w="1132" h="1078" extrusionOk="0">
                  <a:moveTo>
                    <a:pt x="563" y="1"/>
                  </a:moveTo>
                  <a:cubicBezTo>
                    <a:pt x="284" y="1"/>
                    <a:pt x="46" y="208"/>
                    <a:pt x="12" y="491"/>
                  </a:cubicBezTo>
                  <a:cubicBezTo>
                    <a:pt x="0" y="646"/>
                    <a:pt x="48" y="777"/>
                    <a:pt x="155" y="896"/>
                  </a:cubicBezTo>
                  <a:cubicBezTo>
                    <a:pt x="215" y="967"/>
                    <a:pt x="310" y="1027"/>
                    <a:pt x="429" y="1062"/>
                  </a:cubicBezTo>
                  <a:cubicBezTo>
                    <a:pt x="453" y="1062"/>
                    <a:pt x="477" y="1074"/>
                    <a:pt x="489" y="1074"/>
                  </a:cubicBezTo>
                  <a:lnTo>
                    <a:pt x="512" y="1074"/>
                  </a:lnTo>
                  <a:cubicBezTo>
                    <a:pt x="533" y="1076"/>
                    <a:pt x="553" y="1077"/>
                    <a:pt x="572" y="1077"/>
                  </a:cubicBezTo>
                  <a:cubicBezTo>
                    <a:pt x="665" y="1077"/>
                    <a:pt x="745" y="1054"/>
                    <a:pt x="834" y="1015"/>
                  </a:cubicBezTo>
                  <a:cubicBezTo>
                    <a:pt x="989" y="931"/>
                    <a:pt x="1084" y="777"/>
                    <a:pt x="1108" y="598"/>
                  </a:cubicBezTo>
                  <a:cubicBezTo>
                    <a:pt x="1132" y="300"/>
                    <a:pt x="905" y="38"/>
                    <a:pt x="608" y="3"/>
                  </a:cubicBezTo>
                  <a:cubicBezTo>
                    <a:pt x="593" y="2"/>
                    <a:pt x="577" y="1"/>
                    <a:pt x="56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5" name="Google Shape;21235;p158"/>
            <p:cNvSpPr/>
            <p:nvPr/>
          </p:nvSpPr>
          <p:spPr>
            <a:xfrm>
              <a:off x="5234575" y="4397850"/>
              <a:ext cx="36625" cy="13550"/>
            </a:xfrm>
            <a:custGeom>
              <a:avLst/>
              <a:gdLst/>
              <a:ahLst/>
              <a:cxnLst/>
              <a:rect l="l" t="t" r="r" b="b"/>
              <a:pathLst>
                <a:path w="1465" h="542" extrusionOk="0">
                  <a:moveTo>
                    <a:pt x="736" y="1"/>
                  </a:moveTo>
                  <a:cubicBezTo>
                    <a:pt x="686" y="1"/>
                    <a:pt x="635" y="6"/>
                    <a:pt x="596" y="6"/>
                  </a:cubicBezTo>
                  <a:cubicBezTo>
                    <a:pt x="477" y="30"/>
                    <a:pt x="381" y="66"/>
                    <a:pt x="286" y="149"/>
                  </a:cubicBezTo>
                  <a:cubicBezTo>
                    <a:pt x="262" y="161"/>
                    <a:pt x="238" y="173"/>
                    <a:pt x="227" y="185"/>
                  </a:cubicBezTo>
                  <a:cubicBezTo>
                    <a:pt x="143" y="268"/>
                    <a:pt x="84" y="351"/>
                    <a:pt x="36" y="459"/>
                  </a:cubicBezTo>
                  <a:cubicBezTo>
                    <a:pt x="24" y="482"/>
                    <a:pt x="24" y="518"/>
                    <a:pt x="0" y="542"/>
                  </a:cubicBezTo>
                  <a:lnTo>
                    <a:pt x="1465" y="542"/>
                  </a:lnTo>
                  <a:cubicBezTo>
                    <a:pt x="1370" y="268"/>
                    <a:pt x="1120" y="42"/>
                    <a:pt x="810" y="6"/>
                  </a:cubicBezTo>
                  <a:cubicBezTo>
                    <a:pt x="786" y="2"/>
                    <a:pt x="761" y="1"/>
                    <a:pt x="73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6" name="Google Shape;21236;p158"/>
            <p:cNvSpPr/>
            <p:nvPr/>
          </p:nvSpPr>
          <p:spPr>
            <a:xfrm>
              <a:off x="4984250" y="3714800"/>
              <a:ext cx="39600" cy="38200"/>
            </a:xfrm>
            <a:custGeom>
              <a:avLst/>
              <a:gdLst/>
              <a:ahLst/>
              <a:cxnLst/>
              <a:rect l="l" t="t" r="r" b="b"/>
              <a:pathLst>
                <a:path w="1584" h="1528" extrusionOk="0">
                  <a:moveTo>
                    <a:pt x="778" y="0"/>
                  </a:moveTo>
                  <a:cubicBezTo>
                    <a:pt x="388" y="0"/>
                    <a:pt x="46" y="289"/>
                    <a:pt x="12" y="694"/>
                  </a:cubicBezTo>
                  <a:cubicBezTo>
                    <a:pt x="0" y="813"/>
                    <a:pt x="12" y="932"/>
                    <a:pt x="60" y="1039"/>
                  </a:cubicBezTo>
                  <a:cubicBezTo>
                    <a:pt x="119" y="1134"/>
                    <a:pt x="179" y="1242"/>
                    <a:pt x="274" y="1313"/>
                  </a:cubicBezTo>
                  <a:cubicBezTo>
                    <a:pt x="310" y="1361"/>
                    <a:pt x="369" y="1408"/>
                    <a:pt x="417" y="1432"/>
                  </a:cubicBezTo>
                  <a:cubicBezTo>
                    <a:pt x="512" y="1480"/>
                    <a:pt x="607" y="1527"/>
                    <a:pt x="715" y="1527"/>
                  </a:cubicBezTo>
                  <a:lnTo>
                    <a:pt x="893" y="1527"/>
                  </a:lnTo>
                  <a:cubicBezTo>
                    <a:pt x="1012" y="1515"/>
                    <a:pt x="1119" y="1468"/>
                    <a:pt x="1203" y="1408"/>
                  </a:cubicBezTo>
                  <a:cubicBezTo>
                    <a:pt x="1381" y="1289"/>
                    <a:pt x="1524" y="1075"/>
                    <a:pt x="1536" y="837"/>
                  </a:cubicBezTo>
                  <a:cubicBezTo>
                    <a:pt x="1584" y="420"/>
                    <a:pt x="1286" y="39"/>
                    <a:pt x="846" y="3"/>
                  </a:cubicBezTo>
                  <a:cubicBezTo>
                    <a:pt x="823" y="1"/>
                    <a:pt x="800" y="0"/>
                    <a:pt x="77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7" name="Google Shape;21237;p158"/>
            <p:cNvSpPr/>
            <p:nvPr/>
          </p:nvSpPr>
          <p:spPr>
            <a:xfrm>
              <a:off x="3074475" y="4307150"/>
              <a:ext cx="15500" cy="15550"/>
            </a:xfrm>
            <a:custGeom>
              <a:avLst/>
              <a:gdLst/>
              <a:ahLst/>
              <a:cxnLst/>
              <a:rect l="l" t="t" r="r" b="b"/>
              <a:pathLst>
                <a:path w="620" h="622" extrusionOk="0">
                  <a:moveTo>
                    <a:pt x="328" y="0"/>
                  </a:moveTo>
                  <a:cubicBezTo>
                    <a:pt x="264" y="0"/>
                    <a:pt x="195" y="30"/>
                    <a:pt x="144" y="50"/>
                  </a:cubicBezTo>
                  <a:cubicBezTo>
                    <a:pt x="72" y="86"/>
                    <a:pt x="13" y="169"/>
                    <a:pt x="1" y="277"/>
                  </a:cubicBezTo>
                  <a:cubicBezTo>
                    <a:pt x="1" y="300"/>
                    <a:pt x="1" y="336"/>
                    <a:pt x="13" y="360"/>
                  </a:cubicBezTo>
                  <a:cubicBezTo>
                    <a:pt x="24" y="408"/>
                    <a:pt x="48" y="455"/>
                    <a:pt x="60" y="479"/>
                  </a:cubicBezTo>
                  <a:cubicBezTo>
                    <a:pt x="96" y="562"/>
                    <a:pt x="191" y="622"/>
                    <a:pt x="286" y="622"/>
                  </a:cubicBezTo>
                  <a:lnTo>
                    <a:pt x="382" y="622"/>
                  </a:lnTo>
                  <a:cubicBezTo>
                    <a:pt x="465" y="598"/>
                    <a:pt x="536" y="562"/>
                    <a:pt x="560" y="503"/>
                  </a:cubicBezTo>
                  <a:cubicBezTo>
                    <a:pt x="596" y="455"/>
                    <a:pt x="620" y="408"/>
                    <a:pt x="620" y="348"/>
                  </a:cubicBezTo>
                  <a:cubicBezTo>
                    <a:pt x="620" y="300"/>
                    <a:pt x="620" y="265"/>
                    <a:pt x="608" y="217"/>
                  </a:cubicBezTo>
                  <a:cubicBezTo>
                    <a:pt x="584" y="110"/>
                    <a:pt x="489" y="38"/>
                    <a:pt x="382" y="27"/>
                  </a:cubicBezTo>
                  <a:cubicBezTo>
                    <a:pt x="370" y="27"/>
                    <a:pt x="358" y="27"/>
                    <a:pt x="358" y="3"/>
                  </a:cubicBezTo>
                  <a:cubicBezTo>
                    <a:pt x="348" y="1"/>
                    <a:pt x="338" y="0"/>
                    <a:pt x="32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8" name="Google Shape;21238;p158"/>
            <p:cNvSpPr/>
            <p:nvPr/>
          </p:nvSpPr>
          <p:spPr>
            <a:xfrm>
              <a:off x="3911200" y="4344925"/>
              <a:ext cx="16375" cy="15575"/>
            </a:xfrm>
            <a:custGeom>
              <a:avLst/>
              <a:gdLst/>
              <a:ahLst/>
              <a:cxnLst/>
              <a:rect l="l" t="t" r="r" b="b"/>
              <a:pathLst>
                <a:path w="655" h="623" extrusionOk="0">
                  <a:moveTo>
                    <a:pt x="312" y="1"/>
                  </a:moveTo>
                  <a:cubicBezTo>
                    <a:pt x="167" y="1"/>
                    <a:pt x="55" y="103"/>
                    <a:pt x="12" y="254"/>
                  </a:cubicBezTo>
                  <a:lnTo>
                    <a:pt x="12" y="278"/>
                  </a:lnTo>
                  <a:cubicBezTo>
                    <a:pt x="0" y="456"/>
                    <a:pt x="119" y="611"/>
                    <a:pt x="298" y="623"/>
                  </a:cubicBezTo>
                  <a:lnTo>
                    <a:pt x="405" y="623"/>
                  </a:lnTo>
                  <a:cubicBezTo>
                    <a:pt x="524" y="599"/>
                    <a:pt x="631" y="492"/>
                    <a:pt x="643" y="337"/>
                  </a:cubicBezTo>
                  <a:cubicBezTo>
                    <a:pt x="655" y="159"/>
                    <a:pt x="536" y="16"/>
                    <a:pt x="357" y="4"/>
                  </a:cubicBezTo>
                  <a:cubicBezTo>
                    <a:pt x="342" y="2"/>
                    <a:pt x="327" y="1"/>
                    <a:pt x="312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239" name="Google Shape;21239;p158"/>
          <p:cNvSpPr txBox="1">
            <a:spLocks noGrp="1"/>
          </p:cNvSpPr>
          <p:nvPr>
            <p:ph type="title" hasCustomPrompt="1"/>
          </p:nvPr>
        </p:nvSpPr>
        <p:spPr>
          <a:xfrm>
            <a:off x="4547600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1240" name="Google Shape;21240;p158"/>
          <p:cNvSpPr txBox="1">
            <a:spLocks noGrp="1"/>
          </p:cNvSpPr>
          <p:nvPr>
            <p:ph type="title" idx="2"/>
          </p:nvPr>
        </p:nvSpPr>
        <p:spPr>
          <a:xfrm>
            <a:off x="1920000" y="1186733"/>
            <a:ext cx="20544000" cy="152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9300"/>
              <a:buNone/>
              <a:defRPr/>
            </a:lvl9pPr>
          </a:lstStyle>
          <a:p>
            <a:endParaRPr/>
          </a:p>
        </p:txBody>
      </p:sp>
      <p:sp>
        <p:nvSpPr>
          <p:cNvPr id="21241" name="Google Shape;21241;p158"/>
          <p:cNvSpPr txBox="1">
            <a:spLocks noGrp="1"/>
          </p:cNvSpPr>
          <p:nvPr>
            <p:ph type="title" idx="3"/>
          </p:nvPr>
        </p:nvSpPr>
        <p:spPr>
          <a:xfrm>
            <a:off x="2251600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1242" name="Google Shape;21242;p158"/>
          <p:cNvSpPr txBox="1">
            <a:spLocks noGrp="1"/>
          </p:cNvSpPr>
          <p:nvPr>
            <p:ph type="subTitle" idx="1"/>
          </p:nvPr>
        </p:nvSpPr>
        <p:spPr>
          <a:xfrm>
            <a:off x="2251600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1243" name="Google Shape;21243;p158"/>
          <p:cNvSpPr txBox="1">
            <a:spLocks noGrp="1"/>
          </p:cNvSpPr>
          <p:nvPr>
            <p:ph type="title" idx="4"/>
          </p:nvPr>
        </p:nvSpPr>
        <p:spPr>
          <a:xfrm>
            <a:off x="9042934" y="3695400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1244" name="Google Shape;21244;p158"/>
          <p:cNvSpPr txBox="1">
            <a:spLocks noGrp="1"/>
          </p:cNvSpPr>
          <p:nvPr>
            <p:ph type="subTitle" idx="5"/>
          </p:nvPr>
        </p:nvSpPr>
        <p:spPr>
          <a:xfrm>
            <a:off x="9042938" y="4517933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1245" name="Google Shape;21245;p158"/>
          <p:cNvSpPr txBox="1">
            <a:spLocks noGrp="1"/>
          </p:cNvSpPr>
          <p:nvPr>
            <p:ph type="title" idx="6"/>
          </p:nvPr>
        </p:nvSpPr>
        <p:spPr>
          <a:xfrm>
            <a:off x="15834267" y="8629333"/>
            <a:ext cx="6298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21246" name="Google Shape;21246;p158"/>
          <p:cNvSpPr txBox="1">
            <a:spLocks noGrp="1"/>
          </p:cNvSpPr>
          <p:nvPr>
            <p:ph type="subTitle" idx="7"/>
          </p:nvPr>
        </p:nvSpPr>
        <p:spPr>
          <a:xfrm>
            <a:off x="15834276" y="9451867"/>
            <a:ext cx="6298500" cy="2318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SzPts val="4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SzPts val="4300"/>
              <a:buNone/>
              <a:defRPr/>
            </a:lvl9pPr>
          </a:lstStyle>
          <a:p>
            <a:endParaRPr/>
          </a:p>
        </p:txBody>
      </p:sp>
      <p:sp>
        <p:nvSpPr>
          <p:cNvPr id="21247" name="Google Shape;21247;p158"/>
          <p:cNvSpPr txBox="1">
            <a:spLocks noGrp="1"/>
          </p:cNvSpPr>
          <p:nvPr>
            <p:ph type="title" idx="8" hasCustomPrompt="1"/>
          </p:nvPr>
        </p:nvSpPr>
        <p:spPr>
          <a:xfrm>
            <a:off x="11418933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1248" name="Google Shape;21248;p158"/>
          <p:cNvSpPr txBox="1">
            <a:spLocks noGrp="1"/>
          </p:cNvSpPr>
          <p:nvPr>
            <p:ph type="title" idx="9" hasCustomPrompt="1"/>
          </p:nvPr>
        </p:nvSpPr>
        <p:spPr>
          <a:xfrm>
            <a:off x="18210267" y="6987233"/>
            <a:ext cx="1546500" cy="14073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2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50" name="Google Shape;21250;p159"/>
          <p:cNvGrpSpPr/>
          <p:nvPr/>
        </p:nvGrpSpPr>
        <p:grpSpPr>
          <a:xfrm rot="10800000" flipH="1">
            <a:off x="19108299" y="253"/>
            <a:ext cx="5275319" cy="12784894"/>
            <a:chOff x="5728375" y="1492875"/>
            <a:chExt cx="1308525" cy="3171250"/>
          </a:xfrm>
        </p:grpSpPr>
        <p:sp>
          <p:nvSpPr>
            <p:cNvPr id="21251" name="Google Shape;21251;p159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2" name="Google Shape;21252;p15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3" name="Google Shape;21253;p159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4" name="Google Shape;21254;p159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5" name="Google Shape;21255;p159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6" name="Google Shape;21256;p159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7" name="Google Shape;21257;p159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8" name="Google Shape;21258;p159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9" name="Google Shape;21259;p159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0" name="Google Shape;21260;p159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1" name="Google Shape;21261;p159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2" name="Google Shape;21262;p15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3" name="Google Shape;21263;p159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4" name="Google Shape;21264;p159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5" name="Google Shape;21265;p159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6" name="Google Shape;21266;p159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7" name="Google Shape;21267;p159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8" name="Google Shape;21268;p159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9" name="Google Shape;21269;p159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0" name="Google Shape;21270;p159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1" name="Google Shape;21271;p159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2" name="Google Shape;21272;p159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3" name="Google Shape;21273;p159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4" name="Google Shape;21274;p159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5" name="Google Shape;21275;p159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6" name="Google Shape;21276;p159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7" name="Google Shape;21277;p159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8" name="Google Shape;21278;p159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9" name="Google Shape;21279;p159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0" name="Google Shape;21280;p159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1" name="Google Shape;21281;p159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2" name="Google Shape;21282;p159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3" name="Google Shape;21283;p159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4" name="Google Shape;21284;p159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5" name="Google Shape;21285;p159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6" name="Google Shape;21286;p159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7" name="Google Shape;21287;p159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8" name="Google Shape;21288;p159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9" name="Google Shape;21289;p159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0" name="Google Shape;21290;p159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1" name="Google Shape;21291;p159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2" name="Google Shape;21292;p159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3" name="Google Shape;21293;p159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4" name="Google Shape;21294;p159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5" name="Google Shape;21295;p159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6" name="Google Shape;21296;p159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7" name="Google Shape;21297;p159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8" name="Google Shape;21298;p159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9" name="Google Shape;21299;p159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0" name="Google Shape;21300;p159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1" name="Google Shape;21301;p159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2" name="Google Shape;21302;p159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3" name="Google Shape;21303;p159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4" name="Google Shape;21304;p159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5" name="Google Shape;21305;p159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6" name="Google Shape;21306;p159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7" name="Google Shape;21307;p159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8" name="Google Shape;21308;p159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9" name="Google Shape;21309;p159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0" name="Google Shape;21310;p159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1" name="Google Shape;21311;p159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2" name="Google Shape;21312;p159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3" name="Google Shape;21313;p159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4" name="Google Shape;21314;p159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5" name="Google Shape;21315;p159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6" name="Google Shape;21316;p159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7" name="Google Shape;21317;p159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8" name="Google Shape;21318;p159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9" name="Google Shape;21319;p159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0" name="Google Shape;21320;p159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1" name="Google Shape;21321;p159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2" name="Google Shape;21322;p159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3" name="Google Shape;21323;p159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4" name="Google Shape;21324;p159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5" name="Google Shape;21325;p159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26" name="Google Shape;21326;p159"/>
          <p:cNvGrpSpPr/>
          <p:nvPr/>
        </p:nvGrpSpPr>
        <p:grpSpPr>
          <a:xfrm rot="10800000">
            <a:off x="474" y="253"/>
            <a:ext cx="5275319" cy="12784894"/>
            <a:chOff x="5728375" y="1492875"/>
            <a:chExt cx="1308525" cy="3171250"/>
          </a:xfrm>
        </p:grpSpPr>
        <p:sp>
          <p:nvSpPr>
            <p:cNvPr id="21327" name="Google Shape;21327;p159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8" name="Google Shape;21328;p15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9" name="Google Shape;21329;p159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0" name="Google Shape;21330;p159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1" name="Google Shape;21331;p159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2" name="Google Shape;21332;p159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3" name="Google Shape;21333;p159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4" name="Google Shape;21334;p159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5" name="Google Shape;21335;p159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6" name="Google Shape;21336;p159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7" name="Google Shape;21337;p159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8" name="Google Shape;21338;p159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9" name="Google Shape;21339;p159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0" name="Google Shape;21340;p159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1" name="Google Shape;21341;p159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2" name="Google Shape;21342;p159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3" name="Google Shape;21343;p159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4" name="Google Shape;21344;p159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5" name="Google Shape;21345;p159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6" name="Google Shape;21346;p159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7" name="Google Shape;21347;p159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8" name="Google Shape;21348;p159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9" name="Google Shape;21349;p159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0" name="Google Shape;21350;p159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1" name="Google Shape;21351;p159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2" name="Google Shape;21352;p159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3" name="Google Shape;21353;p159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4" name="Google Shape;21354;p159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5" name="Google Shape;21355;p159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6" name="Google Shape;21356;p159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7" name="Google Shape;21357;p159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8" name="Google Shape;21358;p159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9" name="Google Shape;21359;p159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0" name="Google Shape;21360;p159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1" name="Google Shape;21361;p159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2" name="Google Shape;21362;p159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3" name="Google Shape;21363;p159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4" name="Google Shape;21364;p159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5" name="Google Shape;21365;p159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6" name="Google Shape;21366;p159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7" name="Google Shape;21367;p159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8" name="Google Shape;21368;p159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9" name="Google Shape;21369;p159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0" name="Google Shape;21370;p159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1" name="Google Shape;21371;p159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2" name="Google Shape;21372;p159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3" name="Google Shape;21373;p159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4" name="Google Shape;21374;p159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5" name="Google Shape;21375;p159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6" name="Google Shape;21376;p159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7" name="Google Shape;21377;p159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8" name="Google Shape;21378;p159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9" name="Google Shape;21379;p159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0" name="Google Shape;21380;p159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1" name="Google Shape;21381;p159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2" name="Google Shape;21382;p159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3" name="Google Shape;21383;p159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4" name="Google Shape;21384;p159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5" name="Google Shape;21385;p159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6" name="Google Shape;21386;p159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7" name="Google Shape;21387;p159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8" name="Google Shape;21388;p159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9" name="Google Shape;21389;p159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0" name="Google Shape;21390;p159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1" name="Google Shape;21391;p159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2" name="Google Shape;21392;p159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3" name="Google Shape;21393;p159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4" name="Google Shape;21394;p159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5" name="Google Shape;21395;p159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6" name="Google Shape;21396;p159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7" name="Google Shape;21397;p159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8" name="Google Shape;21398;p159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9" name="Google Shape;21399;p159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0" name="Google Shape;21400;p159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1" name="Google Shape;21401;p159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02" name="Google Shape;21402;p159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  <p:sp>
        <p:nvSpPr>
          <p:cNvPr id="21403" name="Google Shape;21403;p159"/>
          <p:cNvSpPr txBox="1">
            <a:spLocks noGrp="1"/>
          </p:cNvSpPr>
          <p:nvPr>
            <p:ph type="subTitle" idx="1"/>
          </p:nvPr>
        </p:nvSpPr>
        <p:spPr>
          <a:xfrm>
            <a:off x="7612400" y="3022467"/>
            <a:ext cx="9159300" cy="3804000"/>
          </a:xfrm>
          <a:prstGeom prst="rect">
            <a:avLst/>
          </a:prstGeom>
        </p:spPr>
        <p:txBody>
          <a:bodyPr spcFirstLastPara="1" wrap="square" lIns="243800" tIns="243800" rIns="243800" bIns="2438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04" name="Google Shape;21404;p159"/>
          <p:cNvSpPr txBox="1"/>
          <p:nvPr/>
        </p:nvSpPr>
        <p:spPr>
          <a:xfrm>
            <a:off x="5900400" y="8798533"/>
            <a:ext cx="125832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CREDITS: This presentation template was created by </a:t>
            </a:r>
            <a:r>
              <a:rPr lang="en-US" sz="3200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including icons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-US" sz="32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infographics &amp; images by </a:t>
            </a:r>
            <a:r>
              <a:rPr lang="en-US" sz="3200" b="1">
                <a:solidFill>
                  <a:schemeClr val="dk1"/>
                </a:solidFill>
                <a:uFill>
                  <a:noFill/>
                </a:u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3200" b="1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1405" name="Google Shape;21405;p159"/>
          <p:cNvSpPr txBox="1">
            <a:spLocks noGrp="1"/>
          </p:cNvSpPr>
          <p:nvPr>
            <p:ph type="title"/>
          </p:nvPr>
        </p:nvSpPr>
        <p:spPr>
          <a:xfrm>
            <a:off x="1920000" y="1186733"/>
            <a:ext cx="20544000" cy="2234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1pPr>
            <a:lvl2pPr lvl="1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2pPr>
            <a:lvl3pPr lvl="2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3pPr>
            <a:lvl4pPr lvl="3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4pPr>
            <a:lvl5pPr lvl="4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5pPr>
            <a:lvl6pPr lvl="5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6pPr>
            <a:lvl7pPr lvl="6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7pPr>
            <a:lvl8pPr lvl="7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8pPr>
            <a:lvl9pPr lvl="8" rtl="0">
              <a:spcBef>
                <a:spcPts val="0"/>
              </a:spcBef>
              <a:spcAft>
                <a:spcPts val="0"/>
              </a:spcAft>
              <a:buSzPts val="13300"/>
              <a:buNone/>
              <a:defRPr sz="13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07" name="Google Shape;21407;p160"/>
          <p:cNvGrpSpPr/>
          <p:nvPr/>
        </p:nvGrpSpPr>
        <p:grpSpPr>
          <a:xfrm>
            <a:off x="19108299" y="137459"/>
            <a:ext cx="5275319" cy="12784894"/>
            <a:chOff x="5728375" y="1492875"/>
            <a:chExt cx="1308525" cy="3171250"/>
          </a:xfrm>
        </p:grpSpPr>
        <p:sp>
          <p:nvSpPr>
            <p:cNvPr id="21408" name="Google Shape;21408;p16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9" name="Google Shape;21409;p16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0" name="Google Shape;21410;p16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1" name="Google Shape;21411;p16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2" name="Google Shape;21412;p16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3" name="Google Shape;21413;p16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4" name="Google Shape;21414;p16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5" name="Google Shape;21415;p16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6" name="Google Shape;21416;p16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7" name="Google Shape;21417;p16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8" name="Google Shape;21418;p16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9" name="Google Shape;21419;p16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0" name="Google Shape;21420;p16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1" name="Google Shape;21421;p16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2" name="Google Shape;21422;p16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3" name="Google Shape;21423;p16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4" name="Google Shape;21424;p16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5" name="Google Shape;21425;p16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6" name="Google Shape;21426;p16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7" name="Google Shape;21427;p16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8" name="Google Shape;21428;p16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9" name="Google Shape;21429;p16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0" name="Google Shape;21430;p16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1" name="Google Shape;21431;p16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2" name="Google Shape;21432;p16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3" name="Google Shape;21433;p16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4" name="Google Shape;21434;p16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5" name="Google Shape;21435;p16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6" name="Google Shape;21436;p16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7" name="Google Shape;21437;p16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8" name="Google Shape;21438;p16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9" name="Google Shape;21439;p16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0" name="Google Shape;21440;p16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1" name="Google Shape;21441;p16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2" name="Google Shape;21442;p16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3" name="Google Shape;21443;p16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4" name="Google Shape;21444;p16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5" name="Google Shape;21445;p16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6" name="Google Shape;21446;p16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7" name="Google Shape;21447;p16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8" name="Google Shape;21448;p16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9" name="Google Shape;21449;p16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0" name="Google Shape;21450;p16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1" name="Google Shape;21451;p16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2" name="Google Shape;21452;p16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3" name="Google Shape;21453;p16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4" name="Google Shape;21454;p16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5" name="Google Shape;21455;p16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6" name="Google Shape;21456;p16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7" name="Google Shape;21457;p16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8" name="Google Shape;21458;p16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9" name="Google Shape;21459;p16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0" name="Google Shape;21460;p16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1" name="Google Shape;21461;p16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2" name="Google Shape;21462;p16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3" name="Google Shape;21463;p16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4" name="Google Shape;21464;p16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5" name="Google Shape;21465;p16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6" name="Google Shape;21466;p16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7" name="Google Shape;21467;p16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8" name="Google Shape;21468;p16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9" name="Google Shape;21469;p16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0" name="Google Shape;21470;p16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1" name="Google Shape;21471;p16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2" name="Google Shape;21472;p16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3" name="Google Shape;21473;p16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4" name="Google Shape;21474;p16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5" name="Google Shape;21475;p16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6" name="Google Shape;21476;p16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7" name="Google Shape;21477;p16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8" name="Google Shape;21478;p16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9" name="Google Shape;21479;p16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0" name="Google Shape;21480;p16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1" name="Google Shape;21481;p16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2" name="Google Shape;21482;p16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83" name="Google Shape;21483;p160"/>
          <p:cNvGrpSpPr/>
          <p:nvPr/>
        </p:nvGrpSpPr>
        <p:grpSpPr>
          <a:xfrm flipH="1">
            <a:off x="474" y="137459"/>
            <a:ext cx="5275319" cy="12784894"/>
            <a:chOff x="5728375" y="1492875"/>
            <a:chExt cx="1308525" cy="3171250"/>
          </a:xfrm>
        </p:grpSpPr>
        <p:sp>
          <p:nvSpPr>
            <p:cNvPr id="21484" name="Google Shape;21484;p160"/>
            <p:cNvSpPr/>
            <p:nvPr/>
          </p:nvSpPr>
          <p:spPr>
            <a:xfrm>
              <a:off x="6942225" y="2835900"/>
              <a:ext cx="625" cy="925"/>
            </a:xfrm>
            <a:custGeom>
              <a:avLst/>
              <a:gdLst/>
              <a:ahLst/>
              <a:cxnLst/>
              <a:rect l="l" t="t" r="r" b="b"/>
              <a:pathLst>
                <a:path w="25" h="37" extrusionOk="0">
                  <a:moveTo>
                    <a:pt x="24" y="0"/>
                  </a:moveTo>
                  <a:lnTo>
                    <a:pt x="24" y="0"/>
                  </a:lnTo>
                  <a:cubicBezTo>
                    <a:pt x="12" y="12"/>
                    <a:pt x="12" y="24"/>
                    <a:pt x="0" y="36"/>
                  </a:cubicBezTo>
                  <a:cubicBezTo>
                    <a:pt x="12" y="36"/>
                    <a:pt x="12" y="24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5" name="Google Shape;21485;p16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6" name="Google Shape;21486;p160"/>
            <p:cNvSpPr/>
            <p:nvPr/>
          </p:nvSpPr>
          <p:spPr>
            <a:xfrm>
              <a:off x="6945500" y="2844825"/>
              <a:ext cx="42300" cy="133375"/>
            </a:xfrm>
            <a:custGeom>
              <a:avLst/>
              <a:gdLst/>
              <a:ahLst/>
              <a:cxnLst/>
              <a:rect l="l" t="t" r="r" b="b"/>
              <a:pathLst>
                <a:path w="1692" h="5335" extrusionOk="0">
                  <a:moveTo>
                    <a:pt x="346" y="0"/>
                  </a:moveTo>
                  <a:lnTo>
                    <a:pt x="203" y="12"/>
                  </a:lnTo>
                  <a:lnTo>
                    <a:pt x="0" y="453"/>
                  </a:lnTo>
                  <a:lnTo>
                    <a:pt x="1215" y="5263"/>
                  </a:lnTo>
                  <a:lnTo>
                    <a:pt x="1691" y="5334"/>
                  </a:lnTo>
                  <a:lnTo>
                    <a:pt x="1691" y="5334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7" name="Google Shape;21487;p160"/>
            <p:cNvSpPr/>
            <p:nvPr/>
          </p:nvSpPr>
          <p:spPr>
            <a:xfrm>
              <a:off x="6943725" y="28353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8" name="Google Shape;21488;p160"/>
            <p:cNvSpPr/>
            <p:nvPr/>
          </p:nvSpPr>
          <p:spPr>
            <a:xfrm>
              <a:off x="6945500" y="2834575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5" y="0"/>
                  </a:moveTo>
                  <a:cubicBezTo>
                    <a:pt x="11" y="0"/>
                    <a:pt x="8" y="6"/>
                    <a:pt x="0" y="6"/>
                  </a:cubicBezTo>
                  <a:lnTo>
                    <a:pt x="24" y="6"/>
                  </a:lnTo>
                  <a:cubicBezTo>
                    <a:pt x="20" y="2"/>
                    <a:pt x="18" y="0"/>
                    <a:pt x="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9" name="Google Shape;21489;p160"/>
            <p:cNvSpPr/>
            <p:nvPr/>
          </p:nvSpPr>
          <p:spPr>
            <a:xfrm>
              <a:off x="6943125" y="2835625"/>
              <a:ext cx="550" cy="300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6" y="1"/>
                  </a:moveTo>
                  <a:cubicBezTo>
                    <a:pt x="13" y="1"/>
                    <a:pt x="8" y="3"/>
                    <a:pt x="0" y="11"/>
                  </a:cubicBezTo>
                  <a:cubicBezTo>
                    <a:pt x="16" y="11"/>
                    <a:pt x="21" y="1"/>
                    <a:pt x="1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0" name="Google Shape;21490;p160"/>
            <p:cNvSpPr/>
            <p:nvPr/>
          </p:nvSpPr>
          <p:spPr>
            <a:xfrm>
              <a:off x="6978825" y="2988300"/>
              <a:ext cx="57175" cy="218500"/>
            </a:xfrm>
            <a:custGeom>
              <a:avLst/>
              <a:gdLst/>
              <a:ahLst/>
              <a:cxnLst/>
              <a:rect l="l" t="t" r="r" b="b"/>
              <a:pathLst>
                <a:path w="2287" h="8740" extrusionOk="0">
                  <a:moveTo>
                    <a:pt x="1" y="0"/>
                  </a:moveTo>
                  <a:lnTo>
                    <a:pt x="2227" y="8739"/>
                  </a:lnTo>
                  <a:cubicBezTo>
                    <a:pt x="2239" y="8728"/>
                    <a:pt x="2251" y="8704"/>
                    <a:pt x="2287" y="8692"/>
                  </a:cubicBezTo>
                  <a:lnTo>
                    <a:pt x="2287" y="7180"/>
                  </a:lnTo>
                  <a:lnTo>
                    <a:pt x="477" y="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1" name="Google Shape;21491;p160"/>
            <p:cNvSpPr/>
            <p:nvPr/>
          </p:nvSpPr>
          <p:spPr>
            <a:xfrm>
              <a:off x="6796675" y="2972825"/>
              <a:ext cx="91400" cy="176525"/>
            </a:xfrm>
            <a:custGeom>
              <a:avLst/>
              <a:gdLst/>
              <a:ahLst/>
              <a:cxnLst/>
              <a:rect l="l" t="t" r="r" b="b"/>
              <a:pathLst>
                <a:path w="3656" h="7061" extrusionOk="0">
                  <a:moveTo>
                    <a:pt x="3203" y="0"/>
                  </a:moveTo>
                  <a:lnTo>
                    <a:pt x="0" y="6632"/>
                  </a:lnTo>
                  <a:lnTo>
                    <a:pt x="286" y="7061"/>
                  </a:lnTo>
                  <a:lnTo>
                    <a:pt x="3656" y="48"/>
                  </a:lnTo>
                  <a:lnTo>
                    <a:pt x="3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2" name="Google Shape;21492;p160"/>
            <p:cNvSpPr/>
            <p:nvPr/>
          </p:nvSpPr>
          <p:spPr>
            <a:xfrm>
              <a:off x="6629100" y="3150225"/>
              <a:ext cx="168775" cy="337550"/>
            </a:xfrm>
            <a:custGeom>
              <a:avLst/>
              <a:gdLst/>
              <a:ahLst/>
              <a:cxnLst/>
              <a:rect l="l" t="t" r="r" b="b"/>
              <a:pathLst>
                <a:path w="6751" h="13502" extrusionOk="0">
                  <a:moveTo>
                    <a:pt x="6465" y="0"/>
                  </a:moveTo>
                  <a:lnTo>
                    <a:pt x="0" y="13359"/>
                  </a:lnTo>
                  <a:cubicBezTo>
                    <a:pt x="155" y="13359"/>
                    <a:pt x="274" y="13419"/>
                    <a:pt x="381" y="13502"/>
                  </a:cubicBezTo>
                  <a:lnTo>
                    <a:pt x="464" y="13442"/>
                  </a:lnTo>
                  <a:lnTo>
                    <a:pt x="6751" y="429"/>
                  </a:lnTo>
                  <a:lnTo>
                    <a:pt x="646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3" name="Google Shape;21493;p160"/>
            <p:cNvSpPr/>
            <p:nvPr/>
          </p:nvSpPr>
          <p:spPr>
            <a:xfrm>
              <a:off x="6945500" y="2834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4" name="Google Shape;21494;p160"/>
            <p:cNvSpPr/>
            <p:nvPr/>
          </p:nvSpPr>
          <p:spPr>
            <a:xfrm>
              <a:off x="6943725" y="2835300"/>
              <a:ext cx="0" cy="625"/>
            </a:xfrm>
            <a:custGeom>
              <a:avLst/>
              <a:gdLst/>
              <a:ahLst/>
              <a:cxnLst/>
              <a:rect l="l" t="t" r="r" b="b"/>
              <a:pathLst>
                <a:path h="25" extrusionOk="0">
                  <a:moveTo>
                    <a:pt x="0" y="24"/>
                  </a:moveTo>
                  <a:cubicBezTo>
                    <a:pt x="0" y="24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0"/>
                    <a:pt x="0" y="24"/>
                  </a:cubicBezTo>
                  <a:cubicBezTo>
                    <a:pt x="0" y="0"/>
                    <a:pt x="0" y="24"/>
                    <a:pt x="0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5" name="Google Shape;21495;p160"/>
            <p:cNvSpPr/>
            <p:nvPr/>
          </p:nvSpPr>
          <p:spPr>
            <a:xfrm>
              <a:off x="6942225" y="2836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6" name="Google Shape;21496;p160"/>
            <p:cNvSpPr/>
            <p:nvPr/>
          </p:nvSpPr>
          <p:spPr>
            <a:xfrm>
              <a:off x="6881800" y="2836500"/>
              <a:ext cx="68775" cy="126825"/>
            </a:xfrm>
            <a:custGeom>
              <a:avLst/>
              <a:gdLst/>
              <a:ahLst/>
              <a:cxnLst/>
              <a:rect l="l" t="t" r="r" b="b"/>
              <a:pathLst>
                <a:path w="2751" h="5073" extrusionOk="0">
                  <a:moveTo>
                    <a:pt x="2429" y="0"/>
                  </a:moveTo>
                  <a:cubicBezTo>
                    <a:pt x="2417" y="0"/>
                    <a:pt x="2417" y="12"/>
                    <a:pt x="2417" y="12"/>
                  </a:cubicBezTo>
                  <a:lnTo>
                    <a:pt x="1" y="5001"/>
                  </a:lnTo>
                  <a:lnTo>
                    <a:pt x="465" y="5072"/>
                  </a:lnTo>
                  <a:lnTo>
                    <a:pt x="2548" y="774"/>
                  </a:lnTo>
                  <a:lnTo>
                    <a:pt x="2751" y="345"/>
                  </a:lnTo>
                  <a:lnTo>
                    <a:pt x="2632" y="357"/>
                  </a:lnTo>
                  <a:cubicBezTo>
                    <a:pt x="2624" y="358"/>
                    <a:pt x="2615" y="358"/>
                    <a:pt x="2607" y="358"/>
                  </a:cubicBezTo>
                  <a:cubicBezTo>
                    <a:pt x="2488" y="358"/>
                    <a:pt x="2394" y="276"/>
                    <a:pt x="2394" y="131"/>
                  </a:cubicBezTo>
                  <a:cubicBezTo>
                    <a:pt x="2394" y="95"/>
                    <a:pt x="2394" y="48"/>
                    <a:pt x="2429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7" name="Google Shape;21497;p160"/>
            <p:cNvSpPr/>
            <p:nvPr/>
          </p:nvSpPr>
          <p:spPr>
            <a:xfrm>
              <a:off x="6902350" y="1492875"/>
              <a:ext cx="133950" cy="92000"/>
            </a:xfrm>
            <a:custGeom>
              <a:avLst/>
              <a:gdLst/>
              <a:ahLst/>
              <a:cxnLst/>
              <a:rect l="l" t="t" r="r" b="b"/>
              <a:pathLst>
                <a:path w="5358" h="3680" extrusionOk="0">
                  <a:moveTo>
                    <a:pt x="5358" y="0"/>
                  </a:moveTo>
                  <a:lnTo>
                    <a:pt x="0" y="3275"/>
                  </a:lnTo>
                  <a:lnTo>
                    <a:pt x="202" y="3679"/>
                  </a:lnTo>
                  <a:lnTo>
                    <a:pt x="5358" y="524"/>
                  </a:lnTo>
                  <a:lnTo>
                    <a:pt x="535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8" name="Google Shape;21498;p160"/>
            <p:cNvSpPr/>
            <p:nvPr/>
          </p:nvSpPr>
          <p:spPr>
            <a:xfrm>
              <a:off x="6839525" y="1837250"/>
              <a:ext cx="325" cy="925"/>
            </a:xfrm>
            <a:custGeom>
              <a:avLst/>
              <a:gdLst/>
              <a:ahLst/>
              <a:cxnLst/>
              <a:rect l="l" t="t" r="r" b="b"/>
              <a:pathLst>
                <a:path w="13" h="37" extrusionOk="0">
                  <a:moveTo>
                    <a:pt x="13" y="1"/>
                  </a:moveTo>
                  <a:cubicBezTo>
                    <a:pt x="1" y="1"/>
                    <a:pt x="1" y="25"/>
                    <a:pt x="1" y="37"/>
                  </a:cubicBezTo>
                  <a:cubicBezTo>
                    <a:pt x="1" y="25"/>
                    <a:pt x="1" y="13"/>
                    <a:pt x="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9" name="Google Shape;21499;p160"/>
            <p:cNvSpPr/>
            <p:nvPr/>
          </p:nvSpPr>
          <p:spPr>
            <a:xfrm>
              <a:off x="6839525" y="1689025"/>
              <a:ext cx="97375" cy="151525"/>
            </a:xfrm>
            <a:custGeom>
              <a:avLst/>
              <a:gdLst/>
              <a:ahLst/>
              <a:cxnLst/>
              <a:rect l="l" t="t" r="r" b="b"/>
              <a:pathLst>
                <a:path w="3895" h="6061" extrusionOk="0">
                  <a:moveTo>
                    <a:pt x="20" y="5898"/>
                  </a:moveTo>
                  <a:cubicBezTo>
                    <a:pt x="13" y="5908"/>
                    <a:pt x="6" y="5919"/>
                    <a:pt x="1" y="5930"/>
                  </a:cubicBezTo>
                  <a:lnTo>
                    <a:pt x="20" y="5898"/>
                  </a:lnTo>
                  <a:close/>
                  <a:moveTo>
                    <a:pt x="3513" y="1"/>
                  </a:moveTo>
                  <a:lnTo>
                    <a:pt x="20" y="5898"/>
                  </a:lnTo>
                  <a:lnTo>
                    <a:pt x="20" y="5898"/>
                  </a:lnTo>
                  <a:cubicBezTo>
                    <a:pt x="42" y="5867"/>
                    <a:pt x="69" y="5844"/>
                    <a:pt x="96" y="5835"/>
                  </a:cubicBezTo>
                  <a:cubicBezTo>
                    <a:pt x="130" y="5818"/>
                    <a:pt x="166" y="5809"/>
                    <a:pt x="201" y="5809"/>
                  </a:cubicBezTo>
                  <a:cubicBezTo>
                    <a:pt x="288" y="5809"/>
                    <a:pt x="368" y="5860"/>
                    <a:pt x="394" y="5954"/>
                  </a:cubicBezTo>
                  <a:lnTo>
                    <a:pt x="441" y="6061"/>
                  </a:lnTo>
                  <a:lnTo>
                    <a:pt x="3894" y="239"/>
                  </a:lnTo>
                  <a:cubicBezTo>
                    <a:pt x="3727" y="191"/>
                    <a:pt x="3597" y="120"/>
                    <a:pt x="3513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0" name="Google Shape;21500;p160"/>
            <p:cNvSpPr/>
            <p:nvPr/>
          </p:nvSpPr>
          <p:spPr>
            <a:xfrm>
              <a:off x="6838950" y="1834425"/>
              <a:ext cx="124725" cy="258250"/>
            </a:xfrm>
            <a:custGeom>
              <a:avLst/>
              <a:gdLst/>
              <a:ahLst/>
              <a:cxnLst/>
              <a:rect l="l" t="t" r="r" b="b"/>
              <a:pathLst>
                <a:path w="4989" h="10330" extrusionOk="0">
                  <a:moveTo>
                    <a:pt x="212" y="0"/>
                  </a:moveTo>
                  <a:cubicBezTo>
                    <a:pt x="182" y="0"/>
                    <a:pt x="150" y="6"/>
                    <a:pt x="119" y="19"/>
                  </a:cubicBezTo>
                  <a:cubicBezTo>
                    <a:pt x="83" y="31"/>
                    <a:pt x="48" y="66"/>
                    <a:pt x="24" y="102"/>
                  </a:cubicBezTo>
                  <a:cubicBezTo>
                    <a:pt x="24" y="126"/>
                    <a:pt x="0" y="138"/>
                    <a:pt x="0" y="150"/>
                  </a:cubicBezTo>
                  <a:lnTo>
                    <a:pt x="0" y="162"/>
                  </a:lnTo>
                  <a:lnTo>
                    <a:pt x="0" y="197"/>
                  </a:lnTo>
                  <a:lnTo>
                    <a:pt x="0" y="209"/>
                  </a:lnTo>
                  <a:lnTo>
                    <a:pt x="0" y="245"/>
                  </a:lnTo>
                  <a:lnTo>
                    <a:pt x="0" y="257"/>
                  </a:lnTo>
                  <a:cubicBezTo>
                    <a:pt x="0" y="269"/>
                    <a:pt x="24" y="281"/>
                    <a:pt x="24" y="304"/>
                  </a:cubicBezTo>
                  <a:lnTo>
                    <a:pt x="4560" y="10329"/>
                  </a:lnTo>
                  <a:cubicBezTo>
                    <a:pt x="4624" y="10255"/>
                    <a:pt x="4736" y="10209"/>
                    <a:pt x="4845" y="10209"/>
                  </a:cubicBezTo>
                  <a:cubicBezTo>
                    <a:pt x="4857" y="10209"/>
                    <a:pt x="4869" y="10209"/>
                    <a:pt x="4882" y="10210"/>
                  </a:cubicBezTo>
                  <a:cubicBezTo>
                    <a:pt x="4917" y="10210"/>
                    <a:pt x="4965" y="10222"/>
                    <a:pt x="4989" y="10246"/>
                  </a:cubicBezTo>
                  <a:lnTo>
                    <a:pt x="464" y="221"/>
                  </a:lnTo>
                  <a:lnTo>
                    <a:pt x="417" y="126"/>
                  </a:lnTo>
                  <a:cubicBezTo>
                    <a:pt x="373" y="47"/>
                    <a:pt x="297" y="0"/>
                    <a:pt x="21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1" name="Google Shape;21501;p160"/>
            <p:cNvSpPr/>
            <p:nvPr/>
          </p:nvSpPr>
          <p:spPr>
            <a:xfrm>
              <a:off x="6945800" y="1529475"/>
              <a:ext cx="90500" cy="135175"/>
            </a:xfrm>
            <a:custGeom>
              <a:avLst/>
              <a:gdLst/>
              <a:ahLst/>
              <a:cxnLst/>
              <a:rect l="l" t="t" r="r" b="b"/>
              <a:pathLst>
                <a:path w="3620" h="5407" extrusionOk="0">
                  <a:moveTo>
                    <a:pt x="3620" y="1"/>
                  </a:moveTo>
                  <a:lnTo>
                    <a:pt x="0" y="5073"/>
                  </a:lnTo>
                  <a:lnTo>
                    <a:pt x="108" y="5263"/>
                  </a:lnTo>
                  <a:cubicBezTo>
                    <a:pt x="179" y="5299"/>
                    <a:pt x="250" y="5335"/>
                    <a:pt x="310" y="5406"/>
                  </a:cubicBezTo>
                  <a:lnTo>
                    <a:pt x="3620" y="775"/>
                  </a:lnTo>
                  <a:lnTo>
                    <a:pt x="362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2" name="Google Shape;21502;p160"/>
            <p:cNvSpPr/>
            <p:nvPr/>
          </p:nvSpPr>
          <p:spPr>
            <a:xfrm>
              <a:off x="6951750" y="1681000"/>
              <a:ext cx="84550" cy="169075"/>
            </a:xfrm>
            <a:custGeom>
              <a:avLst/>
              <a:gdLst/>
              <a:ahLst/>
              <a:cxnLst/>
              <a:rect l="l" t="t" r="r" b="b"/>
              <a:pathLst>
                <a:path w="3382" h="6763" extrusionOk="0">
                  <a:moveTo>
                    <a:pt x="286" y="0"/>
                  </a:moveTo>
                  <a:cubicBezTo>
                    <a:pt x="239" y="179"/>
                    <a:pt x="155" y="334"/>
                    <a:pt x="0" y="429"/>
                  </a:cubicBezTo>
                  <a:lnTo>
                    <a:pt x="3382" y="6763"/>
                  </a:lnTo>
                  <a:lnTo>
                    <a:pt x="3382" y="581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3" name="Google Shape;21503;p160"/>
            <p:cNvSpPr/>
            <p:nvPr/>
          </p:nvSpPr>
          <p:spPr>
            <a:xfrm>
              <a:off x="6891325" y="1570800"/>
              <a:ext cx="56875" cy="90275"/>
            </a:xfrm>
            <a:custGeom>
              <a:avLst/>
              <a:gdLst/>
              <a:ahLst/>
              <a:cxnLst/>
              <a:rect l="l" t="t" r="r" b="b"/>
              <a:pathLst>
                <a:path w="2275" h="3611" extrusionOk="0">
                  <a:moveTo>
                    <a:pt x="219" y="1"/>
                  </a:moveTo>
                  <a:cubicBezTo>
                    <a:pt x="185" y="1"/>
                    <a:pt x="151" y="9"/>
                    <a:pt x="120" y="27"/>
                  </a:cubicBezTo>
                  <a:cubicBezTo>
                    <a:pt x="84" y="62"/>
                    <a:pt x="48" y="86"/>
                    <a:pt x="36" y="122"/>
                  </a:cubicBezTo>
                  <a:cubicBezTo>
                    <a:pt x="24" y="146"/>
                    <a:pt x="1" y="193"/>
                    <a:pt x="1" y="241"/>
                  </a:cubicBezTo>
                  <a:cubicBezTo>
                    <a:pt x="72" y="205"/>
                    <a:pt x="143" y="193"/>
                    <a:pt x="215" y="193"/>
                  </a:cubicBezTo>
                  <a:cubicBezTo>
                    <a:pt x="405" y="205"/>
                    <a:pt x="572" y="384"/>
                    <a:pt x="548" y="574"/>
                  </a:cubicBezTo>
                  <a:cubicBezTo>
                    <a:pt x="524" y="717"/>
                    <a:pt x="441" y="836"/>
                    <a:pt x="322" y="872"/>
                  </a:cubicBezTo>
                  <a:lnTo>
                    <a:pt x="1763" y="3587"/>
                  </a:lnTo>
                  <a:cubicBezTo>
                    <a:pt x="1834" y="3560"/>
                    <a:pt x="1906" y="3546"/>
                    <a:pt x="1982" y="3546"/>
                  </a:cubicBezTo>
                  <a:cubicBezTo>
                    <a:pt x="2007" y="3546"/>
                    <a:pt x="2034" y="3548"/>
                    <a:pt x="2060" y="3551"/>
                  </a:cubicBezTo>
                  <a:cubicBezTo>
                    <a:pt x="2132" y="3575"/>
                    <a:pt x="2215" y="3587"/>
                    <a:pt x="2275" y="3610"/>
                  </a:cubicBezTo>
                  <a:lnTo>
                    <a:pt x="2167" y="3420"/>
                  </a:lnTo>
                  <a:lnTo>
                    <a:pt x="643" y="551"/>
                  </a:lnTo>
                  <a:lnTo>
                    <a:pt x="441" y="146"/>
                  </a:lnTo>
                  <a:lnTo>
                    <a:pt x="417" y="122"/>
                  </a:lnTo>
                  <a:cubicBezTo>
                    <a:pt x="375" y="47"/>
                    <a:pt x="298" y="1"/>
                    <a:pt x="21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4" name="Google Shape;21504;p160"/>
            <p:cNvSpPr/>
            <p:nvPr/>
          </p:nvSpPr>
          <p:spPr>
            <a:xfrm>
              <a:off x="6967825" y="2063475"/>
              <a:ext cx="68475" cy="40500"/>
            </a:xfrm>
            <a:custGeom>
              <a:avLst/>
              <a:gdLst/>
              <a:ahLst/>
              <a:cxnLst/>
              <a:rect l="l" t="t" r="r" b="b"/>
              <a:pathLst>
                <a:path w="2739" h="1620" extrusionOk="0">
                  <a:moveTo>
                    <a:pt x="2739" y="1"/>
                  </a:moveTo>
                  <a:lnTo>
                    <a:pt x="0" y="1167"/>
                  </a:lnTo>
                  <a:cubicBezTo>
                    <a:pt x="72" y="1263"/>
                    <a:pt x="131" y="1370"/>
                    <a:pt x="119" y="1501"/>
                  </a:cubicBezTo>
                  <a:cubicBezTo>
                    <a:pt x="119" y="1548"/>
                    <a:pt x="108" y="1572"/>
                    <a:pt x="84" y="1620"/>
                  </a:cubicBezTo>
                  <a:lnTo>
                    <a:pt x="2739" y="489"/>
                  </a:lnTo>
                  <a:lnTo>
                    <a:pt x="273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5" name="Google Shape;21505;p160"/>
            <p:cNvSpPr/>
            <p:nvPr/>
          </p:nvSpPr>
          <p:spPr>
            <a:xfrm>
              <a:off x="6558850" y="2100100"/>
              <a:ext cx="396200" cy="178025"/>
            </a:xfrm>
            <a:custGeom>
              <a:avLst/>
              <a:gdLst/>
              <a:ahLst/>
              <a:cxnLst/>
              <a:rect l="l" t="t" r="r" b="b"/>
              <a:pathLst>
                <a:path w="15848" h="7121" extrusionOk="0">
                  <a:moveTo>
                    <a:pt x="15657" y="0"/>
                  </a:moveTo>
                  <a:lnTo>
                    <a:pt x="0" y="6703"/>
                  </a:lnTo>
                  <a:cubicBezTo>
                    <a:pt x="95" y="6822"/>
                    <a:pt x="155" y="6965"/>
                    <a:pt x="167" y="7120"/>
                  </a:cubicBezTo>
                  <a:lnTo>
                    <a:pt x="15824" y="417"/>
                  </a:lnTo>
                  <a:cubicBezTo>
                    <a:pt x="15836" y="393"/>
                    <a:pt x="15836" y="357"/>
                    <a:pt x="15847" y="345"/>
                  </a:cubicBezTo>
                  <a:cubicBezTo>
                    <a:pt x="15728" y="274"/>
                    <a:pt x="15657" y="155"/>
                    <a:pt x="1565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6" name="Google Shape;21506;p160"/>
            <p:cNvSpPr/>
            <p:nvPr/>
          </p:nvSpPr>
          <p:spPr>
            <a:xfrm>
              <a:off x="6954425" y="2108725"/>
              <a:ext cx="81875" cy="207200"/>
            </a:xfrm>
            <a:custGeom>
              <a:avLst/>
              <a:gdLst/>
              <a:ahLst/>
              <a:cxnLst/>
              <a:rect l="l" t="t" r="r" b="b"/>
              <a:pathLst>
                <a:path w="3275" h="8288" extrusionOk="0">
                  <a:moveTo>
                    <a:pt x="24" y="0"/>
                  </a:moveTo>
                  <a:cubicBezTo>
                    <a:pt x="13" y="36"/>
                    <a:pt x="1" y="48"/>
                    <a:pt x="1" y="60"/>
                  </a:cubicBezTo>
                  <a:cubicBezTo>
                    <a:pt x="1" y="108"/>
                    <a:pt x="1" y="155"/>
                    <a:pt x="13" y="191"/>
                  </a:cubicBezTo>
                  <a:lnTo>
                    <a:pt x="3275" y="8287"/>
                  </a:lnTo>
                  <a:lnTo>
                    <a:pt x="3275" y="7097"/>
                  </a:lnTo>
                  <a:lnTo>
                    <a:pt x="429" y="36"/>
                  </a:lnTo>
                  <a:cubicBezTo>
                    <a:pt x="417" y="36"/>
                    <a:pt x="417" y="12"/>
                    <a:pt x="417" y="12"/>
                  </a:cubicBezTo>
                  <a:cubicBezTo>
                    <a:pt x="358" y="48"/>
                    <a:pt x="286" y="60"/>
                    <a:pt x="203" y="60"/>
                  </a:cubicBezTo>
                  <a:cubicBezTo>
                    <a:pt x="132" y="48"/>
                    <a:pt x="72" y="36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7" name="Google Shape;21507;p160"/>
            <p:cNvSpPr/>
            <p:nvPr/>
          </p:nvSpPr>
          <p:spPr>
            <a:xfrm>
              <a:off x="6559150" y="2280175"/>
              <a:ext cx="477150" cy="150350"/>
            </a:xfrm>
            <a:custGeom>
              <a:avLst/>
              <a:gdLst/>
              <a:ahLst/>
              <a:cxnLst/>
              <a:rect l="l" t="t" r="r" b="b"/>
              <a:pathLst>
                <a:path w="19086" h="6014" extrusionOk="0">
                  <a:moveTo>
                    <a:pt x="167" y="0"/>
                  </a:moveTo>
                  <a:cubicBezTo>
                    <a:pt x="155" y="167"/>
                    <a:pt x="95" y="298"/>
                    <a:pt x="0" y="405"/>
                  </a:cubicBezTo>
                  <a:lnTo>
                    <a:pt x="19086" y="6013"/>
                  </a:lnTo>
                  <a:lnTo>
                    <a:pt x="19086" y="5561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8" name="Google Shape;21508;p160"/>
            <p:cNvSpPr/>
            <p:nvPr/>
          </p:nvSpPr>
          <p:spPr>
            <a:xfrm>
              <a:off x="6941625" y="2825775"/>
              <a:ext cx="95275" cy="19700"/>
            </a:xfrm>
            <a:custGeom>
              <a:avLst/>
              <a:gdLst/>
              <a:ahLst/>
              <a:cxnLst/>
              <a:rect l="l" t="t" r="r" b="b"/>
              <a:pathLst>
                <a:path w="3811" h="788" extrusionOk="0">
                  <a:moveTo>
                    <a:pt x="3811" y="0"/>
                  </a:moveTo>
                  <a:lnTo>
                    <a:pt x="227" y="334"/>
                  </a:lnTo>
                  <a:lnTo>
                    <a:pt x="155" y="334"/>
                  </a:lnTo>
                  <a:cubicBezTo>
                    <a:pt x="132" y="334"/>
                    <a:pt x="132" y="358"/>
                    <a:pt x="120" y="358"/>
                  </a:cubicBezTo>
                  <a:cubicBezTo>
                    <a:pt x="120" y="370"/>
                    <a:pt x="108" y="370"/>
                    <a:pt x="108" y="370"/>
                  </a:cubicBezTo>
                  <a:cubicBezTo>
                    <a:pt x="108" y="381"/>
                    <a:pt x="96" y="381"/>
                    <a:pt x="96" y="381"/>
                  </a:cubicBezTo>
                  <a:lnTo>
                    <a:pt x="84" y="405"/>
                  </a:lnTo>
                  <a:lnTo>
                    <a:pt x="60" y="417"/>
                  </a:lnTo>
                  <a:cubicBezTo>
                    <a:pt x="48" y="417"/>
                    <a:pt x="48" y="429"/>
                    <a:pt x="36" y="441"/>
                  </a:cubicBezTo>
                  <a:cubicBezTo>
                    <a:pt x="1" y="489"/>
                    <a:pt x="1" y="536"/>
                    <a:pt x="1" y="584"/>
                  </a:cubicBezTo>
                  <a:cubicBezTo>
                    <a:pt x="1" y="707"/>
                    <a:pt x="105" y="787"/>
                    <a:pt x="216" y="787"/>
                  </a:cubicBezTo>
                  <a:cubicBezTo>
                    <a:pt x="224" y="787"/>
                    <a:pt x="231" y="787"/>
                    <a:pt x="239" y="786"/>
                  </a:cubicBezTo>
                  <a:lnTo>
                    <a:pt x="358" y="774"/>
                  </a:lnTo>
                  <a:lnTo>
                    <a:pt x="501" y="762"/>
                  </a:lnTo>
                  <a:lnTo>
                    <a:pt x="3811" y="441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9" name="Google Shape;21509;p160"/>
            <p:cNvSpPr/>
            <p:nvPr/>
          </p:nvSpPr>
          <p:spPr>
            <a:xfrm>
              <a:off x="6649325" y="2926075"/>
              <a:ext cx="386100" cy="71175"/>
            </a:xfrm>
            <a:custGeom>
              <a:avLst/>
              <a:gdLst/>
              <a:ahLst/>
              <a:cxnLst/>
              <a:rect l="l" t="t" r="r" b="b"/>
              <a:pathLst>
                <a:path w="15444" h="2847" extrusionOk="0">
                  <a:moveTo>
                    <a:pt x="1" y="1"/>
                  </a:moveTo>
                  <a:lnTo>
                    <a:pt x="1" y="25"/>
                  </a:lnTo>
                  <a:cubicBezTo>
                    <a:pt x="18" y="20"/>
                    <a:pt x="36" y="17"/>
                    <a:pt x="52" y="17"/>
                  </a:cubicBezTo>
                  <a:cubicBezTo>
                    <a:pt x="117" y="17"/>
                    <a:pt x="175" y="52"/>
                    <a:pt x="203" y="108"/>
                  </a:cubicBezTo>
                  <a:lnTo>
                    <a:pt x="489" y="525"/>
                  </a:lnTo>
                  <a:lnTo>
                    <a:pt x="9097" y="1846"/>
                  </a:lnTo>
                  <a:lnTo>
                    <a:pt x="9550" y="1918"/>
                  </a:lnTo>
                  <a:lnTo>
                    <a:pt x="13169" y="2489"/>
                  </a:lnTo>
                  <a:lnTo>
                    <a:pt x="13645" y="2561"/>
                  </a:lnTo>
                  <a:lnTo>
                    <a:pt x="15443" y="2846"/>
                  </a:lnTo>
                  <a:lnTo>
                    <a:pt x="15443" y="2406"/>
                  </a:lnTo>
                  <a:lnTo>
                    <a:pt x="13526" y="2108"/>
                  </a:lnTo>
                  <a:lnTo>
                    <a:pt x="13050" y="2025"/>
                  </a:lnTo>
                  <a:lnTo>
                    <a:pt x="9752" y="1525"/>
                  </a:lnTo>
                  <a:lnTo>
                    <a:pt x="9288" y="145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0" name="Google Shape;21510;p160"/>
            <p:cNvSpPr/>
            <p:nvPr/>
          </p:nvSpPr>
          <p:spPr>
            <a:xfrm>
              <a:off x="6909175" y="3226725"/>
              <a:ext cx="125350" cy="88725"/>
            </a:xfrm>
            <a:custGeom>
              <a:avLst/>
              <a:gdLst/>
              <a:ahLst/>
              <a:cxnLst/>
              <a:rect l="l" t="t" r="r" b="b"/>
              <a:pathLst>
                <a:path w="5014" h="3549" extrusionOk="0">
                  <a:moveTo>
                    <a:pt x="4740" y="0"/>
                  </a:moveTo>
                  <a:lnTo>
                    <a:pt x="1" y="3179"/>
                  </a:lnTo>
                  <a:lnTo>
                    <a:pt x="263" y="3548"/>
                  </a:lnTo>
                  <a:lnTo>
                    <a:pt x="5013" y="357"/>
                  </a:lnTo>
                  <a:cubicBezTo>
                    <a:pt x="4871" y="274"/>
                    <a:pt x="4787" y="155"/>
                    <a:pt x="474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1" name="Google Shape;21511;p160"/>
            <p:cNvSpPr/>
            <p:nvPr/>
          </p:nvSpPr>
          <p:spPr>
            <a:xfrm>
              <a:off x="6638625" y="3316900"/>
              <a:ext cx="267900" cy="180400"/>
            </a:xfrm>
            <a:custGeom>
              <a:avLst/>
              <a:gdLst/>
              <a:ahLst/>
              <a:cxnLst/>
              <a:rect l="l" t="t" r="r" b="b"/>
              <a:pathLst>
                <a:path w="10716" h="7216" extrusionOk="0">
                  <a:moveTo>
                    <a:pt x="10573" y="1"/>
                  </a:moveTo>
                  <a:cubicBezTo>
                    <a:pt x="10550" y="196"/>
                    <a:pt x="10372" y="347"/>
                    <a:pt x="10157" y="347"/>
                  </a:cubicBezTo>
                  <a:cubicBezTo>
                    <a:pt x="10149" y="347"/>
                    <a:pt x="10141" y="346"/>
                    <a:pt x="10132" y="346"/>
                  </a:cubicBezTo>
                  <a:cubicBezTo>
                    <a:pt x="10025" y="322"/>
                    <a:pt x="9918" y="287"/>
                    <a:pt x="9858" y="203"/>
                  </a:cubicBezTo>
                  <a:lnTo>
                    <a:pt x="83" y="6775"/>
                  </a:lnTo>
                  <a:lnTo>
                    <a:pt x="0" y="6835"/>
                  </a:lnTo>
                  <a:cubicBezTo>
                    <a:pt x="119" y="6930"/>
                    <a:pt x="203" y="7049"/>
                    <a:pt x="250" y="7216"/>
                  </a:cubicBezTo>
                  <a:lnTo>
                    <a:pt x="10716" y="191"/>
                  </a:lnTo>
                  <a:lnTo>
                    <a:pt x="1057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2" name="Google Shape;21512;p160"/>
            <p:cNvSpPr/>
            <p:nvPr/>
          </p:nvSpPr>
          <p:spPr>
            <a:xfrm>
              <a:off x="6965450" y="3661000"/>
              <a:ext cx="70850" cy="74725"/>
            </a:xfrm>
            <a:custGeom>
              <a:avLst/>
              <a:gdLst/>
              <a:ahLst/>
              <a:cxnLst/>
              <a:rect l="l" t="t" r="r" b="b"/>
              <a:pathLst>
                <a:path w="2834" h="2989" extrusionOk="0">
                  <a:moveTo>
                    <a:pt x="2834" y="0"/>
                  </a:moveTo>
                  <a:lnTo>
                    <a:pt x="0" y="2739"/>
                  </a:lnTo>
                  <a:lnTo>
                    <a:pt x="393" y="2989"/>
                  </a:lnTo>
                  <a:lnTo>
                    <a:pt x="2834" y="631"/>
                  </a:lnTo>
                  <a:lnTo>
                    <a:pt x="2834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3" name="Google Shape;21513;p160"/>
            <p:cNvSpPr/>
            <p:nvPr/>
          </p:nvSpPr>
          <p:spPr>
            <a:xfrm>
              <a:off x="6647850" y="3864600"/>
              <a:ext cx="184850" cy="181875"/>
            </a:xfrm>
            <a:custGeom>
              <a:avLst/>
              <a:gdLst/>
              <a:ahLst/>
              <a:cxnLst/>
              <a:rect l="l" t="t" r="r" b="b"/>
              <a:pathLst>
                <a:path w="7394" h="7275" extrusionOk="0">
                  <a:moveTo>
                    <a:pt x="7156" y="0"/>
                  </a:moveTo>
                  <a:lnTo>
                    <a:pt x="0" y="6953"/>
                  </a:lnTo>
                  <a:cubicBezTo>
                    <a:pt x="119" y="7025"/>
                    <a:pt x="226" y="7144"/>
                    <a:pt x="310" y="7275"/>
                  </a:cubicBezTo>
                  <a:lnTo>
                    <a:pt x="7394" y="405"/>
                  </a:lnTo>
                  <a:lnTo>
                    <a:pt x="7346" y="322"/>
                  </a:lnTo>
                  <a:cubicBezTo>
                    <a:pt x="7311" y="286"/>
                    <a:pt x="7275" y="238"/>
                    <a:pt x="7263" y="179"/>
                  </a:cubicBezTo>
                  <a:lnTo>
                    <a:pt x="715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4" name="Google Shape;21514;p160"/>
            <p:cNvSpPr/>
            <p:nvPr/>
          </p:nvSpPr>
          <p:spPr>
            <a:xfrm>
              <a:off x="6835375" y="3737800"/>
              <a:ext cx="131575" cy="122050"/>
            </a:xfrm>
            <a:custGeom>
              <a:avLst/>
              <a:gdLst/>
              <a:ahLst/>
              <a:cxnLst/>
              <a:rect l="l" t="t" r="r" b="b"/>
              <a:pathLst>
                <a:path w="5263" h="4882" extrusionOk="0">
                  <a:moveTo>
                    <a:pt x="4882" y="0"/>
                  </a:moveTo>
                  <a:lnTo>
                    <a:pt x="0" y="4727"/>
                  </a:lnTo>
                  <a:cubicBezTo>
                    <a:pt x="60" y="4703"/>
                    <a:pt x="119" y="4703"/>
                    <a:pt x="191" y="4703"/>
                  </a:cubicBezTo>
                  <a:cubicBezTo>
                    <a:pt x="310" y="4715"/>
                    <a:pt x="429" y="4775"/>
                    <a:pt x="488" y="4882"/>
                  </a:cubicBezTo>
                  <a:lnTo>
                    <a:pt x="5263" y="250"/>
                  </a:lnTo>
                  <a:lnTo>
                    <a:pt x="488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5" name="Google Shape;21515;p160"/>
            <p:cNvSpPr/>
            <p:nvPr/>
          </p:nvSpPr>
          <p:spPr>
            <a:xfrm>
              <a:off x="6647550" y="2926675"/>
              <a:ext cx="388750" cy="587000"/>
            </a:xfrm>
            <a:custGeom>
              <a:avLst/>
              <a:gdLst/>
              <a:ahLst/>
              <a:cxnLst/>
              <a:rect l="l" t="t" r="r" b="b"/>
              <a:pathLst>
                <a:path w="15550" h="23480" extrusionOk="0">
                  <a:moveTo>
                    <a:pt x="96" y="1"/>
                  </a:moveTo>
                  <a:lnTo>
                    <a:pt x="96" y="132"/>
                  </a:lnTo>
                  <a:cubicBezTo>
                    <a:pt x="84" y="251"/>
                    <a:pt x="60" y="358"/>
                    <a:pt x="0" y="441"/>
                  </a:cubicBezTo>
                  <a:lnTo>
                    <a:pt x="5739" y="8954"/>
                  </a:lnTo>
                  <a:lnTo>
                    <a:pt x="6025" y="9383"/>
                  </a:lnTo>
                  <a:lnTo>
                    <a:pt x="6561" y="10181"/>
                  </a:lnTo>
                  <a:lnTo>
                    <a:pt x="6608" y="10181"/>
                  </a:lnTo>
                  <a:cubicBezTo>
                    <a:pt x="6823" y="10192"/>
                    <a:pt x="7001" y="10395"/>
                    <a:pt x="6977" y="10621"/>
                  </a:cubicBezTo>
                  <a:cubicBezTo>
                    <a:pt x="6977" y="10669"/>
                    <a:pt x="6965" y="10692"/>
                    <a:pt x="6942" y="10740"/>
                  </a:cubicBezTo>
                  <a:lnTo>
                    <a:pt x="9918" y="15145"/>
                  </a:lnTo>
                  <a:cubicBezTo>
                    <a:pt x="10121" y="15193"/>
                    <a:pt x="10263" y="15372"/>
                    <a:pt x="10240" y="15574"/>
                  </a:cubicBezTo>
                  <a:lnTo>
                    <a:pt x="10240" y="15610"/>
                  </a:lnTo>
                  <a:lnTo>
                    <a:pt x="10371" y="15800"/>
                  </a:lnTo>
                  <a:lnTo>
                    <a:pt x="15550" y="23480"/>
                  </a:lnTo>
                  <a:lnTo>
                    <a:pt x="15550" y="22682"/>
                  </a:lnTo>
                  <a:lnTo>
                    <a:pt x="10728" y="15550"/>
                  </a:lnTo>
                  <a:lnTo>
                    <a:pt x="10478" y="15181"/>
                  </a:lnTo>
                  <a:lnTo>
                    <a:pt x="6263" y="8907"/>
                  </a:lnTo>
                  <a:lnTo>
                    <a:pt x="5977" y="8478"/>
                  </a:lnTo>
                  <a:lnTo>
                    <a:pt x="596" y="501"/>
                  </a:lnTo>
                  <a:lnTo>
                    <a:pt x="310" y="84"/>
                  </a:lnTo>
                  <a:cubicBezTo>
                    <a:pt x="262" y="25"/>
                    <a:pt x="179" y="1"/>
                    <a:pt x="96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6" name="Google Shape;21516;p160"/>
            <p:cNvSpPr/>
            <p:nvPr/>
          </p:nvSpPr>
          <p:spPr>
            <a:xfrm>
              <a:off x="6603800" y="3495625"/>
              <a:ext cx="7450" cy="13000"/>
            </a:xfrm>
            <a:custGeom>
              <a:avLst/>
              <a:gdLst/>
              <a:ahLst/>
              <a:cxnLst/>
              <a:rect l="l" t="t" r="r" b="b"/>
              <a:pathLst>
                <a:path w="298" h="520" extrusionOk="0">
                  <a:moveTo>
                    <a:pt x="237" y="0"/>
                  </a:moveTo>
                  <a:cubicBezTo>
                    <a:pt x="172" y="0"/>
                    <a:pt x="97" y="34"/>
                    <a:pt x="60" y="91"/>
                  </a:cubicBezTo>
                  <a:lnTo>
                    <a:pt x="60" y="115"/>
                  </a:lnTo>
                  <a:cubicBezTo>
                    <a:pt x="0" y="222"/>
                    <a:pt x="36" y="353"/>
                    <a:pt x="143" y="412"/>
                  </a:cubicBezTo>
                  <a:lnTo>
                    <a:pt x="298" y="519"/>
                  </a:lnTo>
                  <a:cubicBezTo>
                    <a:pt x="262" y="412"/>
                    <a:pt x="238" y="305"/>
                    <a:pt x="238" y="198"/>
                  </a:cubicBezTo>
                  <a:cubicBezTo>
                    <a:pt x="238" y="138"/>
                    <a:pt x="262" y="67"/>
                    <a:pt x="286" y="7"/>
                  </a:cubicBezTo>
                  <a:cubicBezTo>
                    <a:pt x="271" y="2"/>
                    <a:pt x="254" y="0"/>
                    <a:pt x="237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7" name="Google Shape;21517;p160"/>
            <p:cNvSpPr/>
            <p:nvPr/>
          </p:nvSpPr>
          <p:spPr>
            <a:xfrm>
              <a:off x="6640400" y="3514550"/>
              <a:ext cx="395900" cy="275350"/>
            </a:xfrm>
            <a:custGeom>
              <a:avLst/>
              <a:gdLst/>
              <a:ahLst/>
              <a:cxnLst/>
              <a:rect l="l" t="t" r="r" b="b"/>
              <a:pathLst>
                <a:path w="15836" h="11014" extrusionOk="0">
                  <a:moveTo>
                    <a:pt x="12" y="0"/>
                  </a:moveTo>
                  <a:lnTo>
                    <a:pt x="1" y="12"/>
                  </a:lnTo>
                  <a:lnTo>
                    <a:pt x="477" y="846"/>
                  </a:lnTo>
                  <a:lnTo>
                    <a:pt x="12681" y="8930"/>
                  </a:lnTo>
                  <a:lnTo>
                    <a:pt x="13062" y="9180"/>
                  </a:lnTo>
                  <a:lnTo>
                    <a:pt x="15836" y="11014"/>
                  </a:lnTo>
                  <a:lnTo>
                    <a:pt x="15836" y="10478"/>
                  </a:lnTo>
                  <a:lnTo>
                    <a:pt x="13395" y="8847"/>
                  </a:lnTo>
                  <a:lnTo>
                    <a:pt x="13002" y="859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8" name="Google Shape;21518;p160"/>
            <p:cNvSpPr/>
            <p:nvPr/>
          </p:nvSpPr>
          <p:spPr>
            <a:xfrm>
              <a:off x="6841925" y="4224750"/>
              <a:ext cx="194375" cy="153025"/>
            </a:xfrm>
            <a:custGeom>
              <a:avLst/>
              <a:gdLst/>
              <a:ahLst/>
              <a:cxnLst/>
              <a:rect l="l" t="t" r="r" b="b"/>
              <a:pathLst>
                <a:path w="7775" h="6121" extrusionOk="0">
                  <a:moveTo>
                    <a:pt x="560" y="1"/>
                  </a:moveTo>
                  <a:lnTo>
                    <a:pt x="0" y="120"/>
                  </a:lnTo>
                  <a:lnTo>
                    <a:pt x="7775" y="6121"/>
                  </a:lnTo>
                  <a:lnTo>
                    <a:pt x="7775" y="5549"/>
                  </a:lnTo>
                  <a:lnTo>
                    <a:pt x="56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9" name="Google Shape;21519;p160"/>
            <p:cNvSpPr/>
            <p:nvPr/>
          </p:nvSpPr>
          <p:spPr>
            <a:xfrm>
              <a:off x="6649325" y="4070575"/>
              <a:ext cx="195300" cy="148550"/>
            </a:xfrm>
            <a:custGeom>
              <a:avLst/>
              <a:gdLst/>
              <a:ahLst/>
              <a:cxnLst/>
              <a:rect l="l" t="t" r="r" b="b"/>
              <a:pathLst>
                <a:path w="7812" h="5942" extrusionOk="0">
                  <a:moveTo>
                    <a:pt x="263" y="0"/>
                  </a:moveTo>
                  <a:cubicBezTo>
                    <a:pt x="203" y="119"/>
                    <a:pt x="120" y="227"/>
                    <a:pt x="1" y="334"/>
                  </a:cubicBezTo>
                  <a:lnTo>
                    <a:pt x="48" y="405"/>
                  </a:lnTo>
                  <a:lnTo>
                    <a:pt x="7252" y="5942"/>
                  </a:lnTo>
                  <a:lnTo>
                    <a:pt x="7811" y="5811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0" name="Google Shape;21520;p160"/>
            <p:cNvSpPr/>
            <p:nvPr/>
          </p:nvSpPr>
          <p:spPr>
            <a:xfrm>
              <a:off x="6831200" y="3872325"/>
              <a:ext cx="180400" cy="298875"/>
            </a:xfrm>
            <a:custGeom>
              <a:avLst/>
              <a:gdLst/>
              <a:ahLst/>
              <a:cxnLst/>
              <a:rect l="l" t="t" r="r" b="b"/>
              <a:pathLst>
                <a:path w="7216" h="11955" extrusionOk="0">
                  <a:moveTo>
                    <a:pt x="0" y="1"/>
                  </a:moveTo>
                  <a:lnTo>
                    <a:pt x="48" y="72"/>
                  </a:lnTo>
                  <a:lnTo>
                    <a:pt x="6823" y="11955"/>
                  </a:lnTo>
                  <a:cubicBezTo>
                    <a:pt x="6918" y="11847"/>
                    <a:pt x="7073" y="11776"/>
                    <a:pt x="7216" y="11764"/>
                  </a:cubicBezTo>
                  <a:lnTo>
                    <a:pt x="4525" y="7025"/>
                  </a:lnTo>
                  <a:cubicBezTo>
                    <a:pt x="4465" y="7061"/>
                    <a:pt x="4394" y="7061"/>
                    <a:pt x="4334" y="7061"/>
                  </a:cubicBezTo>
                  <a:cubicBezTo>
                    <a:pt x="4108" y="7037"/>
                    <a:pt x="3941" y="6847"/>
                    <a:pt x="3965" y="6609"/>
                  </a:cubicBezTo>
                  <a:cubicBezTo>
                    <a:pt x="3977" y="6490"/>
                    <a:pt x="4037" y="6383"/>
                    <a:pt x="4120" y="6323"/>
                  </a:cubicBezTo>
                  <a:lnTo>
                    <a:pt x="548" y="60"/>
                  </a:lnTo>
                  <a:cubicBezTo>
                    <a:pt x="483" y="107"/>
                    <a:pt x="410" y="139"/>
                    <a:pt x="335" y="139"/>
                  </a:cubicBezTo>
                  <a:cubicBezTo>
                    <a:pt x="315" y="139"/>
                    <a:pt x="295" y="137"/>
                    <a:pt x="274" y="132"/>
                  </a:cubicBezTo>
                  <a:cubicBezTo>
                    <a:pt x="167" y="120"/>
                    <a:pt x="60" y="72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1" name="Google Shape;21521;p160"/>
            <p:cNvSpPr/>
            <p:nvPr/>
          </p:nvSpPr>
          <p:spPr>
            <a:xfrm>
              <a:off x="6632950" y="3514850"/>
              <a:ext cx="202450" cy="354225"/>
            </a:xfrm>
            <a:custGeom>
              <a:avLst/>
              <a:gdLst/>
              <a:ahLst/>
              <a:cxnLst/>
              <a:rect l="l" t="t" r="r" b="b"/>
              <a:pathLst>
                <a:path w="8098" h="14169" extrusionOk="0">
                  <a:moveTo>
                    <a:pt x="310" y="0"/>
                  </a:moveTo>
                  <a:cubicBezTo>
                    <a:pt x="227" y="84"/>
                    <a:pt x="120" y="143"/>
                    <a:pt x="1" y="179"/>
                  </a:cubicBezTo>
                  <a:lnTo>
                    <a:pt x="1" y="358"/>
                  </a:lnTo>
                  <a:lnTo>
                    <a:pt x="7764" y="13990"/>
                  </a:lnTo>
                  <a:lnTo>
                    <a:pt x="7871" y="14169"/>
                  </a:lnTo>
                  <a:cubicBezTo>
                    <a:pt x="7859" y="14121"/>
                    <a:pt x="7859" y="14062"/>
                    <a:pt x="7859" y="14002"/>
                  </a:cubicBezTo>
                  <a:cubicBezTo>
                    <a:pt x="7859" y="13835"/>
                    <a:pt x="7954" y="13716"/>
                    <a:pt x="8097" y="13657"/>
                  </a:cubicBezTo>
                  <a:lnTo>
                    <a:pt x="787" y="8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2" name="Google Shape;21522;p160"/>
            <p:cNvSpPr/>
            <p:nvPr/>
          </p:nvSpPr>
          <p:spPr>
            <a:xfrm>
              <a:off x="6621650" y="3519025"/>
              <a:ext cx="17000" cy="515550"/>
            </a:xfrm>
            <a:custGeom>
              <a:avLst/>
              <a:gdLst/>
              <a:ahLst/>
              <a:cxnLst/>
              <a:rect l="l" t="t" r="r" b="b"/>
              <a:pathLst>
                <a:path w="680" h="20622" extrusionOk="0">
                  <a:moveTo>
                    <a:pt x="0" y="0"/>
                  </a:moveTo>
                  <a:lnTo>
                    <a:pt x="227" y="20622"/>
                  </a:lnTo>
                  <a:cubicBezTo>
                    <a:pt x="311" y="20605"/>
                    <a:pt x="389" y="20588"/>
                    <a:pt x="470" y="20588"/>
                  </a:cubicBezTo>
                  <a:cubicBezTo>
                    <a:pt x="503" y="20588"/>
                    <a:pt x="537" y="20591"/>
                    <a:pt x="572" y="20598"/>
                  </a:cubicBezTo>
                  <a:cubicBezTo>
                    <a:pt x="596" y="20598"/>
                    <a:pt x="643" y="20610"/>
                    <a:pt x="679" y="20610"/>
                  </a:cubicBezTo>
                  <a:lnTo>
                    <a:pt x="453" y="202"/>
                  </a:lnTo>
                  <a:lnTo>
                    <a:pt x="453" y="24"/>
                  </a:lnTo>
                  <a:cubicBezTo>
                    <a:pt x="387" y="32"/>
                    <a:pt x="333" y="46"/>
                    <a:pt x="278" y="46"/>
                  </a:cubicBezTo>
                  <a:cubicBezTo>
                    <a:pt x="253" y="46"/>
                    <a:pt x="229" y="43"/>
                    <a:pt x="203" y="36"/>
                  </a:cubicBezTo>
                  <a:cubicBezTo>
                    <a:pt x="143" y="36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3" name="Google Shape;21523;p160"/>
            <p:cNvSpPr/>
            <p:nvPr/>
          </p:nvSpPr>
          <p:spPr>
            <a:xfrm>
              <a:off x="5767375" y="3510375"/>
              <a:ext cx="852500" cy="922475"/>
            </a:xfrm>
            <a:custGeom>
              <a:avLst/>
              <a:gdLst/>
              <a:ahLst/>
              <a:cxnLst/>
              <a:rect l="l" t="t" r="r" b="b"/>
              <a:pathLst>
                <a:path w="34100" h="36899" extrusionOk="0">
                  <a:moveTo>
                    <a:pt x="33779" y="1"/>
                  </a:moveTo>
                  <a:lnTo>
                    <a:pt x="1" y="36577"/>
                  </a:lnTo>
                  <a:cubicBezTo>
                    <a:pt x="143" y="36672"/>
                    <a:pt x="239" y="36779"/>
                    <a:pt x="334" y="36898"/>
                  </a:cubicBezTo>
                  <a:lnTo>
                    <a:pt x="34100" y="310"/>
                  </a:lnTo>
                  <a:cubicBezTo>
                    <a:pt x="33969" y="239"/>
                    <a:pt x="33862" y="132"/>
                    <a:pt x="33779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4" name="Google Shape;21524;p160"/>
            <p:cNvSpPr/>
            <p:nvPr/>
          </p:nvSpPr>
          <p:spPr>
            <a:xfrm>
              <a:off x="6299575" y="4069975"/>
              <a:ext cx="318525" cy="244400"/>
            </a:xfrm>
            <a:custGeom>
              <a:avLst/>
              <a:gdLst/>
              <a:ahLst/>
              <a:cxnLst/>
              <a:rect l="l" t="t" r="r" b="b"/>
              <a:pathLst>
                <a:path w="12741" h="9776" extrusionOk="0">
                  <a:moveTo>
                    <a:pt x="12455" y="1"/>
                  </a:moveTo>
                  <a:lnTo>
                    <a:pt x="1" y="9418"/>
                  </a:lnTo>
                  <a:cubicBezTo>
                    <a:pt x="108" y="9525"/>
                    <a:pt x="191" y="9645"/>
                    <a:pt x="263" y="9776"/>
                  </a:cubicBezTo>
                  <a:lnTo>
                    <a:pt x="12741" y="358"/>
                  </a:lnTo>
                  <a:cubicBezTo>
                    <a:pt x="12622" y="251"/>
                    <a:pt x="12514" y="131"/>
                    <a:pt x="124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5" name="Google Shape;21525;p160"/>
            <p:cNvSpPr/>
            <p:nvPr/>
          </p:nvSpPr>
          <p:spPr>
            <a:xfrm>
              <a:off x="6312675" y="4246175"/>
              <a:ext cx="406325" cy="101975"/>
            </a:xfrm>
            <a:custGeom>
              <a:avLst/>
              <a:gdLst/>
              <a:ahLst/>
              <a:cxnLst/>
              <a:rect l="l" t="t" r="r" b="b"/>
              <a:pathLst>
                <a:path w="16253" h="4079" extrusionOk="0">
                  <a:moveTo>
                    <a:pt x="15931" y="1"/>
                  </a:moveTo>
                  <a:lnTo>
                    <a:pt x="13" y="3620"/>
                  </a:lnTo>
                  <a:cubicBezTo>
                    <a:pt x="25" y="3716"/>
                    <a:pt x="25" y="3799"/>
                    <a:pt x="13" y="3918"/>
                  </a:cubicBezTo>
                  <a:cubicBezTo>
                    <a:pt x="13" y="3966"/>
                    <a:pt x="13" y="4025"/>
                    <a:pt x="1" y="4073"/>
                  </a:cubicBezTo>
                  <a:cubicBezTo>
                    <a:pt x="17" y="4073"/>
                    <a:pt x="38" y="4078"/>
                    <a:pt x="61" y="4078"/>
                  </a:cubicBezTo>
                  <a:cubicBezTo>
                    <a:pt x="72" y="4078"/>
                    <a:pt x="84" y="4077"/>
                    <a:pt x="96" y="4073"/>
                  </a:cubicBezTo>
                  <a:lnTo>
                    <a:pt x="16253" y="394"/>
                  </a:lnTo>
                  <a:cubicBezTo>
                    <a:pt x="16074" y="346"/>
                    <a:pt x="15931" y="203"/>
                    <a:pt x="1593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6" name="Google Shape;21526;p160"/>
            <p:cNvSpPr/>
            <p:nvPr/>
          </p:nvSpPr>
          <p:spPr>
            <a:xfrm>
              <a:off x="6728200" y="4251550"/>
              <a:ext cx="2725" cy="2100"/>
            </a:xfrm>
            <a:custGeom>
              <a:avLst/>
              <a:gdLst/>
              <a:ahLst/>
              <a:cxnLst/>
              <a:rect l="l" t="t" r="r" b="b"/>
              <a:pathLst>
                <a:path w="109" h="84" extrusionOk="0">
                  <a:moveTo>
                    <a:pt x="72" y="0"/>
                  </a:moveTo>
                  <a:cubicBezTo>
                    <a:pt x="60" y="24"/>
                    <a:pt x="25" y="60"/>
                    <a:pt x="1" y="84"/>
                  </a:cubicBezTo>
                  <a:lnTo>
                    <a:pt x="108" y="60"/>
                  </a:lnTo>
                  <a:lnTo>
                    <a:pt x="7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7" name="Google Shape;21527;p160"/>
            <p:cNvSpPr/>
            <p:nvPr/>
          </p:nvSpPr>
          <p:spPr>
            <a:xfrm>
              <a:off x="6736250" y="4181300"/>
              <a:ext cx="261950" cy="69375"/>
            </a:xfrm>
            <a:custGeom>
              <a:avLst/>
              <a:gdLst/>
              <a:ahLst/>
              <a:cxnLst/>
              <a:rect l="l" t="t" r="r" b="b"/>
              <a:pathLst>
                <a:path w="10478" h="2775" extrusionOk="0">
                  <a:moveTo>
                    <a:pt x="10442" y="0"/>
                  </a:moveTo>
                  <a:lnTo>
                    <a:pt x="4334" y="1382"/>
                  </a:lnTo>
                  <a:lnTo>
                    <a:pt x="3775" y="1513"/>
                  </a:lnTo>
                  <a:lnTo>
                    <a:pt x="0" y="2382"/>
                  </a:lnTo>
                  <a:lnTo>
                    <a:pt x="227" y="2775"/>
                  </a:lnTo>
                  <a:lnTo>
                    <a:pt x="4215" y="1870"/>
                  </a:lnTo>
                  <a:lnTo>
                    <a:pt x="4787" y="1739"/>
                  </a:lnTo>
                  <a:lnTo>
                    <a:pt x="10478" y="441"/>
                  </a:lnTo>
                  <a:cubicBezTo>
                    <a:pt x="10442" y="322"/>
                    <a:pt x="10406" y="203"/>
                    <a:pt x="10418" y="72"/>
                  </a:cubicBezTo>
                  <a:cubicBezTo>
                    <a:pt x="10418" y="36"/>
                    <a:pt x="10442" y="24"/>
                    <a:pt x="10442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8" name="Google Shape;21528;p160"/>
            <p:cNvSpPr/>
            <p:nvPr/>
          </p:nvSpPr>
          <p:spPr>
            <a:xfrm>
              <a:off x="6640400" y="4078600"/>
              <a:ext cx="213150" cy="382525"/>
            </a:xfrm>
            <a:custGeom>
              <a:avLst/>
              <a:gdLst/>
              <a:ahLst/>
              <a:cxnLst/>
              <a:rect l="l" t="t" r="r" b="b"/>
              <a:pathLst>
                <a:path w="8526" h="15301" extrusionOk="0">
                  <a:moveTo>
                    <a:pt x="405" y="1"/>
                  </a:moveTo>
                  <a:cubicBezTo>
                    <a:pt x="286" y="84"/>
                    <a:pt x="143" y="156"/>
                    <a:pt x="1" y="191"/>
                  </a:cubicBezTo>
                  <a:lnTo>
                    <a:pt x="3275" y="6275"/>
                  </a:lnTo>
                  <a:lnTo>
                    <a:pt x="3322" y="6275"/>
                  </a:lnTo>
                  <a:cubicBezTo>
                    <a:pt x="3537" y="6311"/>
                    <a:pt x="3703" y="6502"/>
                    <a:pt x="3691" y="6728"/>
                  </a:cubicBezTo>
                  <a:cubicBezTo>
                    <a:pt x="3680" y="6799"/>
                    <a:pt x="3644" y="6859"/>
                    <a:pt x="3620" y="6918"/>
                  </a:cubicBezTo>
                  <a:lnTo>
                    <a:pt x="3644" y="6978"/>
                  </a:lnTo>
                  <a:lnTo>
                    <a:pt x="8121" y="15300"/>
                  </a:lnTo>
                  <a:lnTo>
                    <a:pt x="8180" y="15193"/>
                  </a:lnTo>
                  <a:cubicBezTo>
                    <a:pt x="8204" y="15193"/>
                    <a:pt x="8204" y="15181"/>
                    <a:pt x="8216" y="15157"/>
                  </a:cubicBezTo>
                  <a:lnTo>
                    <a:pt x="8228" y="15146"/>
                  </a:lnTo>
                  <a:lnTo>
                    <a:pt x="8240" y="15134"/>
                  </a:lnTo>
                  <a:cubicBezTo>
                    <a:pt x="8240" y="15122"/>
                    <a:pt x="8263" y="15122"/>
                    <a:pt x="8263" y="15122"/>
                  </a:cubicBezTo>
                  <a:cubicBezTo>
                    <a:pt x="8263" y="15122"/>
                    <a:pt x="8263" y="15098"/>
                    <a:pt x="8275" y="15098"/>
                  </a:cubicBezTo>
                  <a:lnTo>
                    <a:pt x="8287" y="15098"/>
                  </a:lnTo>
                  <a:cubicBezTo>
                    <a:pt x="8287" y="15086"/>
                    <a:pt x="8299" y="15086"/>
                    <a:pt x="8299" y="15086"/>
                  </a:cubicBezTo>
                  <a:lnTo>
                    <a:pt x="8525" y="15026"/>
                  </a:lnTo>
                  <a:lnTo>
                    <a:pt x="4120" y="6871"/>
                  </a:lnTo>
                  <a:lnTo>
                    <a:pt x="3894" y="6466"/>
                  </a:lnTo>
                  <a:lnTo>
                    <a:pt x="441" y="72"/>
                  </a:lnTo>
                  <a:lnTo>
                    <a:pt x="405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9" name="Google Shape;21529;p160"/>
            <p:cNvSpPr/>
            <p:nvPr/>
          </p:nvSpPr>
          <p:spPr>
            <a:xfrm>
              <a:off x="6851450" y="4463175"/>
              <a:ext cx="184850" cy="115525"/>
            </a:xfrm>
            <a:custGeom>
              <a:avLst/>
              <a:gdLst/>
              <a:ahLst/>
              <a:cxnLst/>
              <a:rect l="l" t="t" r="r" b="b"/>
              <a:pathLst>
                <a:path w="7394" h="4621" extrusionOk="0">
                  <a:moveTo>
                    <a:pt x="488" y="1"/>
                  </a:moveTo>
                  <a:lnTo>
                    <a:pt x="60" y="108"/>
                  </a:lnTo>
                  <a:lnTo>
                    <a:pt x="0" y="227"/>
                  </a:lnTo>
                  <a:lnTo>
                    <a:pt x="7394" y="4620"/>
                  </a:lnTo>
                  <a:lnTo>
                    <a:pt x="7394" y="4096"/>
                  </a:lnTo>
                  <a:lnTo>
                    <a:pt x="48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0" name="Google Shape;21530;p160"/>
            <p:cNvSpPr/>
            <p:nvPr/>
          </p:nvSpPr>
          <p:spPr>
            <a:xfrm>
              <a:off x="6847575" y="4406025"/>
              <a:ext cx="188425" cy="60450"/>
            </a:xfrm>
            <a:custGeom>
              <a:avLst/>
              <a:gdLst/>
              <a:ahLst/>
              <a:cxnLst/>
              <a:rect l="l" t="t" r="r" b="b"/>
              <a:pathLst>
                <a:path w="7537" h="2418" extrusionOk="0">
                  <a:moveTo>
                    <a:pt x="17" y="1997"/>
                  </a:moveTo>
                  <a:cubicBezTo>
                    <a:pt x="11" y="1998"/>
                    <a:pt x="6" y="2000"/>
                    <a:pt x="0" y="2001"/>
                  </a:cubicBezTo>
                  <a:lnTo>
                    <a:pt x="17" y="1997"/>
                  </a:lnTo>
                  <a:close/>
                  <a:moveTo>
                    <a:pt x="7537" y="1"/>
                  </a:moveTo>
                  <a:lnTo>
                    <a:pt x="167" y="1965"/>
                  </a:lnTo>
                  <a:lnTo>
                    <a:pt x="17" y="1997"/>
                  </a:lnTo>
                  <a:lnTo>
                    <a:pt x="17" y="1997"/>
                  </a:lnTo>
                  <a:cubicBezTo>
                    <a:pt x="29" y="1995"/>
                    <a:pt x="43" y="1994"/>
                    <a:pt x="57" y="1994"/>
                  </a:cubicBezTo>
                  <a:cubicBezTo>
                    <a:pt x="92" y="1994"/>
                    <a:pt x="129" y="2002"/>
                    <a:pt x="167" y="2025"/>
                  </a:cubicBezTo>
                  <a:cubicBezTo>
                    <a:pt x="286" y="2084"/>
                    <a:pt x="310" y="2215"/>
                    <a:pt x="250" y="2322"/>
                  </a:cubicBezTo>
                  <a:lnTo>
                    <a:pt x="215" y="2418"/>
                  </a:lnTo>
                  <a:lnTo>
                    <a:pt x="631" y="2299"/>
                  </a:lnTo>
                  <a:lnTo>
                    <a:pt x="7537" y="453"/>
                  </a:lnTo>
                  <a:lnTo>
                    <a:pt x="753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1" name="Google Shape;21531;p160"/>
            <p:cNvSpPr/>
            <p:nvPr/>
          </p:nvSpPr>
          <p:spPr>
            <a:xfrm>
              <a:off x="6725825" y="4654575"/>
              <a:ext cx="17300" cy="9550"/>
            </a:xfrm>
            <a:custGeom>
              <a:avLst/>
              <a:gdLst/>
              <a:ahLst/>
              <a:cxnLst/>
              <a:rect l="l" t="t" r="r" b="b"/>
              <a:pathLst>
                <a:path w="692" h="382" extrusionOk="0">
                  <a:moveTo>
                    <a:pt x="227" y="0"/>
                  </a:moveTo>
                  <a:lnTo>
                    <a:pt x="1" y="381"/>
                  </a:lnTo>
                  <a:lnTo>
                    <a:pt x="525" y="381"/>
                  </a:lnTo>
                  <a:lnTo>
                    <a:pt x="691" y="84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2" name="Google Shape;21532;p160"/>
            <p:cNvSpPr/>
            <p:nvPr/>
          </p:nvSpPr>
          <p:spPr>
            <a:xfrm>
              <a:off x="6737150" y="4455550"/>
              <a:ext cx="117875" cy="190425"/>
            </a:xfrm>
            <a:custGeom>
              <a:avLst/>
              <a:gdLst/>
              <a:ahLst/>
              <a:cxnLst/>
              <a:rect l="l" t="t" r="r" b="b"/>
              <a:pathLst>
                <a:path w="4715" h="7617" extrusionOk="0">
                  <a:moveTo>
                    <a:pt x="4478" y="0"/>
                  </a:moveTo>
                  <a:cubicBezTo>
                    <a:pt x="4455" y="0"/>
                    <a:pt x="4430" y="3"/>
                    <a:pt x="4405" y="8"/>
                  </a:cubicBezTo>
                  <a:cubicBezTo>
                    <a:pt x="4405" y="20"/>
                    <a:pt x="4382" y="20"/>
                    <a:pt x="4382" y="20"/>
                  </a:cubicBezTo>
                  <a:lnTo>
                    <a:pt x="4370" y="20"/>
                  </a:lnTo>
                  <a:lnTo>
                    <a:pt x="4358" y="32"/>
                  </a:lnTo>
                  <a:cubicBezTo>
                    <a:pt x="4358" y="56"/>
                    <a:pt x="4346" y="56"/>
                    <a:pt x="4346" y="56"/>
                  </a:cubicBezTo>
                  <a:lnTo>
                    <a:pt x="4334" y="68"/>
                  </a:lnTo>
                  <a:lnTo>
                    <a:pt x="4310" y="79"/>
                  </a:lnTo>
                  <a:cubicBezTo>
                    <a:pt x="4298" y="79"/>
                    <a:pt x="4298" y="91"/>
                    <a:pt x="4286" y="115"/>
                  </a:cubicBezTo>
                  <a:lnTo>
                    <a:pt x="4227" y="222"/>
                  </a:lnTo>
                  <a:lnTo>
                    <a:pt x="0" y="7521"/>
                  </a:lnTo>
                  <a:lnTo>
                    <a:pt x="453" y="7616"/>
                  </a:lnTo>
                  <a:lnTo>
                    <a:pt x="4548" y="508"/>
                  </a:lnTo>
                  <a:lnTo>
                    <a:pt x="4608" y="389"/>
                  </a:lnTo>
                  <a:lnTo>
                    <a:pt x="4655" y="318"/>
                  </a:lnTo>
                  <a:cubicBezTo>
                    <a:pt x="4715" y="210"/>
                    <a:pt x="4667" y="79"/>
                    <a:pt x="4560" y="20"/>
                  </a:cubicBezTo>
                  <a:cubicBezTo>
                    <a:pt x="4539" y="6"/>
                    <a:pt x="4510" y="0"/>
                    <a:pt x="4478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3" name="Google Shape;21533;p160"/>
            <p:cNvSpPr/>
            <p:nvPr/>
          </p:nvSpPr>
          <p:spPr>
            <a:xfrm>
              <a:off x="6337975" y="4576300"/>
              <a:ext cx="3900" cy="5375"/>
            </a:xfrm>
            <a:custGeom>
              <a:avLst/>
              <a:gdLst/>
              <a:ahLst/>
              <a:cxnLst/>
              <a:rect l="l" t="t" r="r" b="b"/>
              <a:pathLst>
                <a:path w="156" h="215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95"/>
                    <a:pt x="72" y="179"/>
                    <a:pt x="156" y="214"/>
                  </a:cubicBezTo>
                  <a:lnTo>
                    <a:pt x="156" y="4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4" name="Google Shape;21534;p160"/>
            <p:cNvSpPr/>
            <p:nvPr/>
          </p:nvSpPr>
          <p:spPr>
            <a:xfrm>
              <a:off x="6410025" y="4583425"/>
              <a:ext cx="434000" cy="80700"/>
            </a:xfrm>
            <a:custGeom>
              <a:avLst/>
              <a:gdLst/>
              <a:ahLst/>
              <a:cxnLst/>
              <a:rect l="l" t="t" r="r" b="b"/>
              <a:pathLst>
                <a:path w="17360" h="3228" extrusionOk="0">
                  <a:moveTo>
                    <a:pt x="107" y="1"/>
                  </a:moveTo>
                  <a:cubicBezTo>
                    <a:pt x="95" y="144"/>
                    <a:pt x="60" y="298"/>
                    <a:pt x="0" y="429"/>
                  </a:cubicBezTo>
                  <a:lnTo>
                    <a:pt x="12859" y="2846"/>
                  </a:lnTo>
                  <a:lnTo>
                    <a:pt x="13323" y="2930"/>
                  </a:lnTo>
                  <a:lnTo>
                    <a:pt x="14931" y="3227"/>
                  </a:lnTo>
                  <a:lnTo>
                    <a:pt x="17359" y="3227"/>
                  </a:lnTo>
                  <a:lnTo>
                    <a:pt x="13561" y="2513"/>
                  </a:lnTo>
                  <a:lnTo>
                    <a:pt x="13097" y="2418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5" name="Google Shape;21535;p160"/>
            <p:cNvSpPr/>
            <p:nvPr/>
          </p:nvSpPr>
          <p:spPr>
            <a:xfrm>
              <a:off x="5778675" y="4344125"/>
              <a:ext cx="436700" cy="105675"/>
            </a:xfrm>
            <a:custGeom>
              <a:avLst/>
              <a:gdLst/>
              <a:ahLst/>
              <a:cxnLst/>
              <a:rect l="l" t="t" r="r" b="b"/>
              <a:pathLst>
                <a:path w="17468" h="4227" extrusionOk="0">
                  <a:moveTo>
                    <a:pt x="17384" y="0"/>
                  </a:moveTo>
                  <a:lnTo>
                    <a:pt x="1" y="3786"/>
                  </a:lnTo>
                  <a:cubicBezTo>
                    <a:pt x="25" y="3905"/>
                    <a:pt x="60" y="4048"/>
                    <a:pt x="49" y="4179"/>
                  </a:cubicBezTo>
                  <a:lnTo>
                    <a:pt x="49" y="4227"/>
                  </a:lnTo>
                  <a:lnTo>
                    <a:pt x="17467" y="429"/>
                  </a:lnTo>
                  <a:cubicBezTo>
                    <a:pt x="17432" y="286"/>
                    <a:pt x="17396" y="155"/>
                    <a:pt x="1738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6" name="Google Shape;21536;p160"/>
            <p:cNvSpPr/>
            <p:nvPr/>
          </p:nvSpPr>
          <p:spPr>
            <a:xfrm>
              <a:off x="5778975" y="4449775"/>
              <a:ext cx="566475" cy="127425"/>
            </a:xfrm>
            <a:custGeom>
              <a:avLst/>
              <a:gdLst/>
              <a:ahLst/>
              <a:cxnLst/>
              <a:rect l="l" t="t" r="r" b="b"/>
              <a:pathLst>
                <a:path w="22659" h="5097" extrusionOk="0">
                  <a:moveTo>
                    <a:pt x="48" y="1"/>
                  </a:moveTo>
                  <a:cubicBezTo>
                    <a:pt x="37" y="72"/>
                    <a:pt x="13" y="132"/>
                    <a:pt x="1" y="191"/>
                  </a:cubicBezTo>
                  <a:lnTo>
                    <a:pt x="691" y="596"/>
                  </a:lnTo>
                  <a:lnTo>
                    <a:pt x="22373" y="5061"/>
                  </a:lnTo>
                  <a:lnTo>
                    <a:pt x="22539" y="5097"/>
                  </a:lnTo>
                  <a:cubicBezTo>
                    <a:pt x="22551" y="4942"/>
                    <a:pt x="22575" y="4799"/>
                    <a:pt x="22658" y="4656"/>
                  </a:cubicBezTo>
                  <a:lnTo>
                    <a:pt x="4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7" name="Google Shape;21537;p160"/>
            <p:cNvSpPr/>
            <p:nvPr/>
          </p:nvSpPr>
          <p:spPr>
            <a:xfrm>
              <a:off x="6395425" y="4603375"/>
              <a:ext cx="42600" cy="60750"/>
            </a:xfrm>
            <a:custGeom>
              <a:avLst/>
              <a:gdLst/>
              <a:ahLst/>
              <a:cxnLst/>
              <a:rect l="l" t="t" r="r" b="b"/>
              <a:pathLst>
                <a:path w="1704" h="2430" extrusionOk="0">
                  <a:moveTo>
                    <a:pt x="346" y="0"/>
                  </a:moveTo>
                  <a:cubicBezTo>
                    <a:pt x="239" y="120"/>
                    <a:pt x="144" y="215"/>
                    <a:pt x="1" y="286"/>
                  </a:cubicBezTo>
                  <a:lnTo>
                    <a:pt x="1191" y="2429"/>
                  </a:lnTo>
                  <a:lnTo>
                    <a:pt x="1703" y="242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8" name="Google Shape;21538;p160"/>
            <p:cNvSpPr/>
            <p:nvPr/>
          </p:nvSpPr>
          <p:spPr>
            <a:xfrm>
              <a:off x="6271300" y="4385800"/>
              <a:ext cx="100350" cy="163725"/>
            </a:xfrm>
            <a:custGeom>
              <a:avLst/>
              <a:gdLst/>
              <a:ahLst/>
              <a:cxnLst/>
              <a:rect l="l" t="t" r="r" b="b"/>
              <a:pathLst>
                <a:path w="4014" h="6549" extrusionOk="0">
                  <a:moveTo>
                    <a:pt x="429" y="0"/>
                  </a:moveTo>
                  <a:cubicBezTo>
                    <a:pt x="298" y="60"/>
                    <a:pt x="144" y="107"/>
                    <a:pt x="1" y="131"/>
                  </a:cubicBezTo>
                  <a:lnTo>
                    <a:pt x="3585" y="6548"/>
                  </a:lnTo>
                  <a:cubicBezTo>
                    <a:pt x="3716" y="6477"/>
                    <a:pt x="3870" y="6429"/>
                    <a:pt x="4013" y="6406"/>
                  </a:cubicBezTo>
                  <a:lnTo>
                    <a:pt x="42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9" name="Google Shape;21539;p160"/>
            <p:cNvSpPr/>
            <p:nvPr/>
          </p:nvSpPr>
          <p:spPr>
            <a:xfrm>
              <a:off x="5772725" y="4454250"/>
              <a:ext cx="364950" cy="209875"/>
            </a:xfrm>
            <a:custGeom>
              <a:avLst/>
              <a:gdLst/>
              <a:ahLst/>
              <a:cxnLst/>
              <a:rect l="l" t="t" r="r" b="b"/>
              <a:pathLst>
                <a:path w="14598" h="8395" extrusionOk="0">
                  <a:moveTo>
                    <a:pt x="239" y="0"/>
                  </a:moveTo>
                  <a:cubicBezTo>
                    <a:pt x="179" y="155"/>
                    <a:pt x="108" y="286"/>
                    <a:pt x="1" y="393"/>
                  </a:cubicBezTo>
                  <a:lnTo>
                    <a:pt x="13705" y="8394"/>
                  </a:lnTo>
                  <a:lnTo>
                    <a:pt x="14598" y="8394"/>
                  </a:lnTo>
                  <a:lnTo>
                    <a:pt x="918" y="417"/>
                  </a:lnTo>
                  <a:lnTo>
                    <a:pt x="239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0" name="Google Shape;21540;p160"/>
            <p:cNvSpPr/>
            <p:nvPr/>
          </p:nvSpPr>
          <p:spPr>
            <a:xfrm>
              <a:off x="6341850" y="4544475"/>
              <a:ext cx="72350" cy="71050"/>
            </a:xfrm>
            <a:custGeom>
              <a:avLst/>
              <a:gdLst/>
              <a:ahLst/>
              <a:cxnLst/>
              <a:rect l="l" t="t" r="r" b="b"/>
              <a:pathLst>
                <a:path w="2894" h="2842" extrusionOk="0">
                  <a:moveTo>
                    <a:pt x="1417" y="1"/>
                  </a:moveTo>
                  <a:cubicBezTo>
                    <a:pt x="1338" y="1"/>
                    <a:pt x="1261" y="15"/>
                    <a:pt x="1179" y="23"/>
                  </a:cubicBezTo>
                  <a:cubicBezTo>
                    <a:pt x="1036" y="59"/>
                    <a:pt x="882" y="94"/>
                    <a:pt x="751" y="166"/>
                  </a:cubicBezTo>
                  <a:cubicBezTo>
                    <a:pt x="465" y="321"/>
                    <a:pt x="239" y="559"/>
                    <a:pt x="108" y="856"/>
                  </a:cubicBezTo>
                  <a:cubicBezTo>
                    <a:pt x="60" y="987"/>
                    <a:pt x="24" y="1142"/>
                    <a:pt x="1" y="1285"/>
                  </a:cubicBezTo>
                  <a:lnTo>
                    <a:pt x="1" y="1297"/>
                  </a:lnTo>
                  <a:lnTo>
                    <a:pt x="1" y="1464"/>
                  </a:lnTo>
                  <a:cubicBezTo>
                    <a:pt x="36" y="2178"/>
                    <a:pt x="584" y="2773"/>
                    <a:pt x="1298" y="2833"/>
                  </a:cubicBezTo>
                  <a:cubicBezTo>
                    <a:pt x="1351" y="2839"/>
                    <a:pt x="1403" y="2842"/>
                    <a:pt x="1455" y="2842"/>
                  </a:cubicBezTo>
                  <a:cubicBezTo>
                    <a:pt x="1707" y="2842"/>
                    <a:pt x="1946" y="2771"/>
                    <a:pt x="2144" y="2642"/>
                  </a:cubicBezTo>
                  <a:cubicBezTo>
                    <a:pt x="2287" y="2571"/>
                    <a:pt x="2382" y="2476"/>
                    <a:pt x="2489" y="2345"/>
                  </a:cubicBezTo>
                  <a:cubicBezTo>
                    <a:pt x="2584" y="2225"/>
                    <a:pt x="2656" y="2106"/>
                    <a:pt x="2715" y="1975"/>
                  </a:cubicBezTo>
                  <a:cubicBezTo>
                    <a:pt x="2775" y="1833"/>
                    <a:pt x="2799" y="1690"/>
                    <a:pt x="2822" y="1535"/>
                  </a:cubicBezTo>
                  <a:cubicBezTo>
                    <a:pt x="2894" y="761"/>
                    <a:pt x="2310" y="82"/>
                    <a:pt x="1525" y="11"/>
                  </a:cubicBezTo>
                  <a:cubicBezTo>
                    <a:pt x="1488" y="4"/>
                    <a:pt x="1452" y="1"/>
                    <a:pt x="141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1" name="Google Shape;21541;p160"/>
            <p:cNvSpPr/>
            <p:nvPr/>
          </p:nvSpPr>
          <p:spPr>
            <a:xfrm>
              <a:off x="6212375" y="4289200"/>
              <a:ext cx="100625" cy="100600"/>
            </a:xfrm>
            <a:custGeom>
              <a:avLst/>
              <a:gdLst/>
              <a:ahLst/>
              <a:cxnLst/>
              <a:rect l="l" t="t" r="r" b="b"/>
              <a:pathLst>
                <a:path w="4025" h="4024" extrusionOk="0">
                  <a:moveTo>
                    <a:pt x="2038" y="1"/>
                  </a:moveTo>
                  <a:cubicBezTo>
                    <a:pt x="1006" y="1"/>
                    <a:pt x="115" y="796"/>
                    <a:pt x="24" y="1840"/>
                  </a:cubicBezTo>
                  <a:cubicBezTo>
                    <a:pt x="0" y="1959"/>
                    <a:pt x="0" y="2078"/>
                    <a:pt x="24" y="2197"/>
                  </a:cubicBezTo>
                  <a:cubicBezTo>
                    <a:pt x="36" y="2352"/>
                    <a:pt x="60" y="2495"/>
                    <a:pt x="108" y="2626"/>
                  </a:cubicBezTo>
                  <a:cubicBezTo>
                    <a:pt x="358" y="3376"/>
                    <a:pt x="1036" y="3935"/>
                    <a:pt x="1846" y="4019"/>
                  </a:cubicBezTo>
                  <a:cubicBezTo>
                    <a:pt x="1890" y="4022"/>
                    <a:pt x="1934" y="4023"/>
                    <a:pt x="1978" y="4023"/>
                  </a:cubicBezTo>
                  <a:cubicBezTo>
                    <a:pt x="2107" y="4023"/>
                    <a:pt x="2230" y="4010"/>
                    <a:pt x="2346" y="3983"/>
                  </a:cubicBezTo>
                  <a:cubicBezTo>
                    <a:pt x="2501" y="3971"/>
                    <a:pt x="2655" y="3924"/>
                    <a:pt x="2786" y="3864"/>
                  </a:cubicBezTo>
                  <a:cubicBezTo>
                    <a:pt x="3417" y="3602"/>
                    <a:pt x="3894" y="3031"/>
                    <a:pt x="4013" y="2328"/>
                  </a:cubicBezTo>
                  <a:cubicBezTo>
                    <a:pt x="4013" y="2292"/>
                    <a:pt x="4025" y="2233"/>
                    <a:pt x="4025" y="2185"/>
                  </a:cubicBezTo>
                  <a:lnTo>
                    <a:pt x="4025" y="1899"/>
                  </a:lnTo>
                  <a:cubicBezTo>
                    <a:pt x="3989" y="1578"/>
                    <a:pt x="3906" y="1257"/>
                    <a:pt x="3739" y="995"/>
                  </a:cubicBezTo>
                  <a:cubicBezTo>
                    <a:pt x="3667" y="864"/>
                    <a:pt x="3572" y="745"/>
                    <a:pt x="3465" y="637"/>
                  </a:cubicBezTo>
                  <a:cubicBezTo>
                    <a:pt x="3144" y="292"/>
                    <a:pt x="2703" y="54"/>
                    <a:pt x="2191" y="6"/>
                  </a:cubicBezTo>
                  <a:cubicBezTo>
                    <a:pt x="2140" y="2"/>
                    <a:pt x="2089" y="1"/>
                    <a:pt x="2038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2" name="Google Shape;21542;p160"/>
            <p:cNvSpPr/>
            <p:nvPr/>
          </p:nvSpPr>
          <p:spPr>
            <a:xfrm>
              <a:off x="6886575" y="1575550"/>
              <a:ext cx="19050" cy="17950"/>
            </a:xfrm>
            <a:custGeom>
              <a:avLst/>
              <a:gdLst/>
              <a:ahLst/>
              <a:cxnLst/>
              <a:rect l="l" t="t" r="r" b="b"/>
              <a:pathLst>
                <a:path w="762" h="718" extrusionOk="0">
                  <a:moveTo>
                    <a:pt x="367" y="0"/>
                  </a:moveTo>
                  <a:cubicBezTo>
                    <a:pt x="308" y="0"/>
                    <a:pt x="251" y="22"/>
                    <a:pt x="202" y="51"/>
                  </a:cubicBezTo>
                  <a:cubicBezTo>
                    <a:pt x="95" y="111"/>
                    <a:pt x="36" y="206"/>
                    <a:pt x="24" y="325"/>
                  </a:cubicBezTo>
                  <a:cubicBezTo>
                    <a:pt x="0" y="539"/>
                    <a:pt x="155" y="706"/>
                    <a:pt x="345" y="718"/>
                  </a:cubicBezTo>
                  <a:cubicBezTo>
                    <a:pt x="405" y="718"/>
                    <a:pt x="464" y="706"/>
                    <a:pt x="512" y="682"/>
                  </a:cubicBezTo>
                  <a:cubicBezTo>
                    <a:pt x="631" y="646"/>
                    <a:pt x="714" y="539"/>
                    <a:pt x="738" y="384"/>
                  </a:cubicBezTo>
                  <a:cubicBezTo>
                    <a:pt x="762" y="194"/>
                    <a:pt x="595" y="15"/>
                    <a:pt x="405" y="3"/>
                  </a:cubicBezTo>
                  <a:cubicBezTo>
                    <a:pt x="392" y="1"/>
                    <a:pt x="380" y="0"/>
                    <a:pt x="36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3" name="Google Shape;21543;p160"/>
            <p:cNvSpPr/>
            <p:nvPr/>
          </p:nvSpPr>
          <p:spPr>
            <a:xfrm>
              <a:off x="6612725" y="2909675"/>
              <a:ext cx="36925" cy="36225"/>
            </a:xfrm>
            <a:custGeom>
              <a:avLst/>
              <a:gdLst/>
              <a:ahLst/>
              <a:cxnLst/>
              <a:rect l="l" t="t" r="r" b="b"/>
              <a:pathLst>
                <a:path w="1477" h="1449" extrusionOk="0">
                  <a:moveTo>
                    <a:pt x="765" y="1"/>
                  </a:moveTo>
                  <a:cubicBezTo>
                    <a:pt x="380" y="1"/>
                    <a:pt x="59" y="291"/>
                    <a:pt x="36" y="669"/>
                  </a:cubicBezTo>
                  <a:cubicBezTo>
                    <a:pt x="0" y="1074"/>
                    <a:pt x="298" y="1419"/>
                    <a:pt x="703" y="1443"/>
                  </a:cubicBezTo>
                  <a:cubicBezTo>
                    <a:pt x="732" y="1446"/>
                    <a:pt x="761" y="1448"/>
                    <a:pt x="790" y="1448"/>
                  </a:cubicBezTo>
                  <a:cubicBezTo>
                    <a:pt x="1039" y="1448"/>
                    <a:pt x="1252" y="1312"/>
                    <a:pt x="1369" y="1109"/>
                  </a:cubicBezTo>
                  <a:cubicBezTo>
                    <a:pt x="1429" y="1014"/>
                    <a:pt x="1465" y="907"/>
                    <a:pt x="1477" y="788"/>
                  </a:cubicBezTo>
                  <a:cubicBezTo>
                    <a:pt x="1477" y="752"/>
                    <a:pt x="1477" y="705"/>
                    <a:pt x="1465" y="657"/>
                  </a:cubicBezTo>
                  <a:lnTo>
                    <a:pt x="1465" y="645"/>
                  </a:lnTo>
                  <a:cubicBezTo>
                    <a:pt x="1417" y="312"/>
                    <a:pt x="1167" y="38"/>
                    <a:pt x="810" y="2"/>
                  </a:cubicBezTo>
                  <a:cubicBezTo>
                    <a:pt x="795" y="1"/>
                    <a:pt x="780" y="1"/>
                    <a:pt x="7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4" name="Google Shape;21544;p160"/>
            <p:cNvSpPr/>
            <p:nvPr/>
          </p:nvSpPr>
          <p:spPr>
            <a:xfrm>
              <a:off x="6607950" y="4033250"/>
              <a:ext cx="50925" cy="50550"/>
            </a:xfrm>
            <a:custGeom>
              <a:avLst/>
              <a:gdLst/>
              <a:ahLst/>
              <a:cxnLst/>
              <a:rect l="l" t="t" r="r" b="b"/>
              <a:pathLst>
                <a:path w="2037" h="2022" extrusionOk="0">
                  <a:moveTo>
                    <a:pt x="1019" y="1"/>
                  </a:moveTo>
                  <a:cubicBezTo>
                    <a:pt x="930" y="1"/>
                    <a:pt x="843" y="14"/>
                    <a:pt x="763" y="41"/>
                  </a:cubicBezTo>
                  <a:cubicBezTo>
                    <a:pt x="358" y="148"/>
                    <a:pt x="48" y="505"/>
                    <a:pt x="13" y="934"/>
                  </a:cubicBezTo>
                  <a:cubicBezTo>
                    <a:pt x="1" y="1124"/>
                    <a:pt x="25" y="1291"/>
                    <a:pt x="108" y="1458"/>
                  </a:cubicBezTo>
                  <a:cubicBezTo>
                    <a:pt x="179" y="1600"/>
                    <a:pt x="275" y="1720"/>
                    <a:pt x="394" y="1815"/>
                  </a:cubicBezTo>
                  <a:cubicBezTo>
                    <a:pt x="537" y="1934"/>
                    <a:pt x="727" y="2005"/>
                    <a:pt x="941" y="2017"/>
                  </a:cubicBezTo>
                  <a:cubicBezTo>
                    <a:pt x="969" y="2020"/>
                    <a:pt x="997" y="2021"/>
                    <a:pt x="1024" y="2021"/>
                  </a:cubicBezTo>
                  <a:cubicBezTo>
                    <a:pt x="1110" y="2021"/>
                    <a:pt x="1187" y="2006"/>
                    <a:pt x="1251" y="1970"/>
                  </a:cubicBezTo>
                  <a:cubicBezTo>
                    <a:pt x="1406" y="1946"/>
                    <a:pt x="1537" y="1874"/>
                    <a:pt x="1656" y="1779"/>
                  </a:cubicBezTo>
                  <a:cubicBezTo>
                    <a:pt x="1775" y="1696"/>
                    <a:pt x="1858" y="1589"/>
                    <a:pt x="1918" y="1470"/>
                  </a:cubicBezTo>
                  <a:cubicBezTo>
                    <a:pt x="1977" y="1350"/>
                    <a:pt x="2013" y="1219"/>
                    <a:pt x="2025" y="1077"/>
                  </a:cubicBezTo>
                  <a:cubicBezTo>
                    <a:pt x="2037" y="874"/>
                    <a:pt x="2001" y="660"/>
                    <a:pt x="1894" y="505"/>
                  </a:cubicBezTo>
                  <a:cubicBezTo>
                    <a:pt x="1799" y="362"/>
                    <a:pt x="1703" y="267"/>
                    <a:pt x="1584" y="172"/>
                  </a:cubicBezTo>
                  <a:cubicBezTo>
                    <a:pt x="1465" y="100"/>
                    <a:pt x="1346" y="53"/>
                    <a:pt x="1203" y="29"/>
                  </a:cubicBezTo>
                  <a:cubicBezTo>
                    <a:pt x="1179" y="29"/>
                    <a:pt x="1132" y="5"/>
                    <a:pt x="1108" y="5"/>
                  </a:cubicBezTo>
                  <a:cubicBezTo>
                    <a:pt x="1078" y="2"/>
                    <a:pt x="1049" y="1"/>
                    <a:pt x="1019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5" name="Google Shape;21545;p160"/>
            <p:cNvSpPr/>
            <p:nvPr/>
          </p:nvSpPr>
          <p:spPr>
            <a:xfrm>
              <a:off x="6996400" y="4166875"/>
              <a:ext cx="36325" cy="36000"/>
            </a:xfrm>
            <a:custGeom>
              <a:avLst/>
              <a:gdLst/>
              <a:ahLst/>
              <a:cxnLst/>
              <a:rect l="l" t="t" r="r" b="b"/>
              <a:pathLst>
                <a:path w="1453" h="1440" extrusionOk="0">
                  <a:moveTo>
                    <a:pt x="733" y="1"/>
                  </a:moveTo>
                  <a:cubicBezTo>
                    <a:pt x="700" y="1"/>
                    <a:pt x="671" y="6"/>
                    <a:pt x="631" y="6"/>
                  </a:cubicBezTo>
                  <a:cubicBezTo>
                    <a:pt x="465" y="18"/>
                    <a:pt x="334" y="101"/>
                    <a:pt x="227" y="196"/>
                  </a:cubicBezTo>
                  <a:cubicBezTo>
                    <a:pt x="119" y="304"/>
                    <a:pt x="60" y="423"/>
                    <a:pt x="36" y="577"/>
                  </a:cubicBezTo>
                  <a:cubicBezTo>
                    <a:pt x="36" y="601"/>
                    <a:pt x="12" y="613"/>
                    <a:pt x="12" y="649"/>
                  </a:cubicBezTo>
                  <a:cubicBezTo>
                    <a:pt x="0" y="780"/>
                    <a:pt x="36" y="899"/>
                    <a:pt x="84" y="1030"/>
                  </a:cubicBezTo>
                  <a:cubicBezTo>
                    <a:pt x="191" y="1256"/>
                    <a:pt x="405" y="1423"/>
                    <a:pt x="667" y="1435"/>
                  </a:cubicBezTo>
                  <a:cubicBezTo>
                    <a:pt x="696" y="1438"/>
                    <a:pt x="724" y="1440"/>
                    <a:pt x="752" y="1440"/>
                  </a:cubicBezTo>
                  <a:cubicBezTo>
                    <a:pt x="1119" y="1440"/>
                    <a:pt x="1419" y="1156"/>
                    <a:pt x="1441" y="780"/>
                  </a:cubicBezTo>
                  <a:cubicBezTo>
                    <a:pt x="1453" y="399"/>
                    <a:pt x="1155" y="42"/>
                    <a:pt x="786" y="6"/>
                  </a:cubicBezTo>
                  <a:cubicBezTo>
                    <a:pt x="766" y="2"/>
                    <a:pt x="749" y="1"/>
                    <a:pt x="73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6" name="Google Shape;21546;p160"/>
            <p:cNvSpPr/>
            <p:nvPr/>
          </p:nvSpPr>
          <p:spPr>
            <a:xfrm>
              <a:off x="6710350" y="4394000"/>
              <a:ext cx="37225" cy="35950"/>
            </a:xfrm>
            <a:custGeom>
              <a:avLst/>
              <a:gdLst/>
              <a:ahLst/>
              <a:cxnLst/>
              <a:rect l="l" t="t" r="r" b="b"/>
              <a:pathLst>
                <a:path w="1489" h="1438" extrusionOk="0">
                  <a:moveTo>
                    <a:pt x="737" y="0"/>
                  </a:moveTo>
                  <a:cubicBezTo>
                    <a:pt x="370" y="0"/>
                    <a:pt x="70" y="284"/>
                    <a:pt x="48" y="660"/>
                  </a:cubicBezTo>
                  <a:cubicBezTo>
                    <a:pt x="1" y="1053"/>
                    <a:pt x="298" y="1398"/>
                    <a:pt x="703" y="1434"/>
                  </a:cubicBezTo>
                  <a:cubicBezTo>
                    <a:pt x="724" y="1436"/>
                    <a:pt x="746" y="1437"/>
                    <a:pt x="767" y="1437"/>
                  </a:cubicBezTo>
                  <a:cubicBezTo>
                    <a:pt x="1133" y="1437"/>
                    <a:pt x="1443" y="1151"/>
                    <a:pt x="1477" y="779"/>
                  </a:cubicBezTo>
                  <a:cubicBezTo>
                    <a:pt x="1489" y="386"/>
                    <a:pt x="1203" y="41"/>
                    <a:pt x="822" y="5"/>
                  </a:cubicBezTo>
                  <a:cubicBezTo>
                    <a:pt x="793" y="2"/>
                    <a:pt x="765" y="0"/>
                    <a:pt x="73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7" name="Google Shape;21547;p160"/>
            <p:cNvSpPr/>
            <p:nvPr/>
          </p:nvSpPr>
          <p:spPr>
            <a:xfrm>
              <a:off x="6609750" y="3484075"/>
              <a:ext cx="35725" cy="35675"/>
            </a:xfrm>
            <a:custGeom>
              <a:avLst/>
              <a:gdLst/>
              <a:ahLst/>
              <a:cxnLst/>
              <a:rect l="l" t="t" r="r" b="b"/>
              <a:pathLst>
                <a:path w="1429" h="1427" extrusionOk="0">
                  <a:moveTo>
                    <a:pt x="700" y="1"/>
                  </a:moveTo>
                  <a:cubicBezTo>
                    <a:pt x="418" y="1"/>
                    <a:pt x="158" y="184"/>
                    <a:pt x="60" y="458"/>
                  </a:cubicBezTo>
                  <a:cubicBezTo>
                    <a:pt x="48" y="517"/>
                    <a:pt x="24" y="577"/>
                    <a:pt x="24" y="648"/>
                  </a:cubicBezTo>
                  <a:cubicBezTo>
                    <a:pt x="0" y="755"/>
                    <a:pt x="36" y="850"/>
                    <a:pt x="60" y="958"/>
                  </a:cubicBezTo>
                  <a:cubicBezTo>
                    <a:pt x="84" y="993"/>
                    <a:pt x="84" y="1005"/>
                    <a:pt x="95" y="1041"/>
                  </a:cubicBezTo>
                  <a:cubicBezTo>
                    <a:pt x="155" y="1172"/>
                    <a:pt x="274" y="1279"/>
                    <a:pt x="405" y="1350"/>
                  </a:cubicBezTo>
                  <a:cubicBezTo>
                    <a:pt x="417" y="1362"/>
                    <a:pt x="453" y="1362"/>
                    <a:pt x="465" y="1374"/>
                  </a:cubicBezTo>
                  <a:cubicBezTo>
                    <a:pt x="524" y="1398"/>
                    <a:pt x="584" y="1422"/>
                    <a:pt x="655" y="1422"/>
                  </a:cubicBezTo>
                  <a:cubicBezTo>
                    <a:pt x="683" y="1425"/>
                    <a:pt x="710" y="1427"/>
                    <a:pt x="736" y="1427"/>
                  </a:cubicBezTo>
                  <a:cubicBezTo>
                    <a:pt x="799" y="1427"/>
                    <a:pt x="858" y="1418"/>
                    <a:pt x="917" y="1410"/>
                  </a:cubicBezTo>
                  <a:cubicBezTo>
                    <a:pt x="1036" y="1374"/>
                    <a:pt x="1155" y="1315"/>
                    <a:pt x="1227" y="1243"/>
                  </a:cubicBezTo>
                  <a:lnTo>
                    <a:pt x="1238" y="1231"/>
                  </a:lnTo>
                  <a:cubicBezTo>
                    <a:pt x="1346" y="1112"/>
                    <a:pt x="1417" y="958"/>
                    <a:pt x="1429" y="779"/>
                  </a:cubicBezTo>
                  <a:cubicBezTo>
                    <a:pt x="1429" y="684"/>
                    <a:pt x="1429" y="600"/>
                    <a:pt x="1405" y="517"/>
                  </a:cubicBezTo>
                  <a:cubicBezTo>
                    <a:pt x="1358" y="362"/>
                    <a:pt x="1262" y="231"/>
                    <a:pt x="1143" y="148"/>
                  </a:cubicBezTo>
                  <a:cubicBezTo>
                    <a:pt x="1048" y="65"/>
                    <a:pt x="917" y="29"/>
                    <a:pt x="774" y="5"/>
                  </a:cubicBezTo>
                  <a:cubicBezTo>
                    <a:pt x="749" y="2"/>
                    <a:pt x="724" y="1"/>
                    <a:pt x="70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8" name="Google Shape;21548;p160"/>
            <p:cNvSpPr/>
            <p:nvPr/>
          </p:nvSpPr>
          <p:spPr>
            <a:xfrm>
              <a:off x="7027050" y="3205875"/>
              <a:ext cx="8950" cy="31275"/>
            </a:xfrm>
            <a:custGeom>
              <a:avLst/>
              <a:gdLst/>
              <a:ahLst/>
              <a:cxnLst/>
              <a:rect l="l" t="t" r="r" b="b"/>
              <a:pathLst>
                <a:path w="358" h="1251" extrusionOk="0">
                  <a:moveTo>
                    <a:pt x="358" y="1"/>
                  </a:moveTo>
                  <a:cubicBezTo>
                    <a:pt x="334" y="25"/>
                    <a:pt x="310" y="36"/>
                    <a:pt x="298" y="48"/>
                  </a:cubicBezTo>
                  <a:cubicBezTo>
                    <a:pt x="132" y="167"/>
                    <a:pt x="13" y="346"/>
                    <a:pt x="1" y="572"/>
                  </a:cubicBezTo>
                  <a:cubicBezTo>
                    <a:pt x="1" y="656"/>
                    <a:pt x="1" y="751"/>
                    <a:pt x="25" y="834"/>
                  </a:cubicBezTo>
                  <a:cubicBezTo>
                    <a:pt x="72" y="989"/>
                    <a:pt x="179" y="1108"/>
                    <a:pt x="275" y="1215"/>
                  </a:cubicBezTo>
                  <a:cubicBezTo>
                    <a:pt x="310" y="1227"/>
                    <a:pt x="322" y="1239"/>
                    <a:pt x="358" y="1251"/>
                  </a:cubicBezTo>
                  <a:lnTo>
                    <a:pt x="358" y="1"/>
                  </a:ln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9" name="Google Shape;21549;p160"/>
            <p:cNvSpPr/>
            <p:nvPr/>
          </p:nvSpPr>
          <p:spPr>
            <a:xfrm>
              <a:off x="6923175" y="1659900"/>
              <a:ext cx="35750" cy="35150"/>
            </a:xfrm>
            <a:custGeom>
              <a:avLst/>
              <a:gdLst/>
              <a:ahLst/>
              <a:cxnLst/>
              <a:rect l="l" t="t" r="r" b="b"/>
              <a:pathLst>
                <a:path w="1430" h="1406" extrusionOk="0">
                  <a:moveTo>
                    <a:pt x="681" y="1"/>
                  </a:moveTo>
                  <a:cubicBezTo>
                    <a:pt x="607" y="1"/>
                    <a:pt x="536" y="18"/>
                    <a:pt x="477" y="35"/>
                  </a:cubicBezTo>
                  <a:cubicBezTo>
                    <a:pt x="227" y="130"/>
                    <a:pt x="24" y="344"/>
                    <a:pt x="12" y="642"/>
                  </a:cubicBezTo>
                  <a:cubicBezTo>
                    <a:pt x="0" y="844"/>
                    <a:pt x="60" y="1035"/>
                    <a:pt x="179" y="1166"/>
                  </a:cubicBezTo>
                  <a:cubicBezTo>
                    <a:pt x="262" y="1285"/>
                    <a:pt x="405" y="1356"/>
                    <a:pt x="548" y="1392"/>
                  </a:cubicBezTo>
                  <a:cubicBezTo>
                    <a:pt x="584" y="1392"/>
                    <a:pt x="608" y="1404"/>
                    <a:pt x="655" y="1404"/>
                  </a:cubicBezTo>
                  <a:cubicBezTo>
                    <a:pt x="677" y="1405"/>
                    <a:pt x="698" y="1406"/>
                    <a:pt x="720" y="1406"/>
                  </a:cubicBezTo>
                  <a:cubicBezTo>
                    <a:pt x="874" y="1406"/>
                    <a:pt x="1016" y="1367"/>
                    <a:pt x="1132" y="1273"/>
                  </a:cubicBezTo>
                  <a:cubicBezTo>
                    <a:pt x="1263" y="1178"/>
                    <a:pt x="1370" y="1023"/>
                    <a:pt x="1394" y="844"/>
                  </a:cubicBezTo>
                  <a:cubicBezTo>
                    <a:pt x="1394" y="820"/>
                    <a:pt x="1417" y="797"/>
                    <a:pt x="1417" y="761"/>
                  </a:cubicBezTo>
                  <a:cubicBezTo>
                    <a:pt x="1429" y="546"/>
                    <a:pt x="1334" y="332"/>
                    <a:pt x="1191" y="189"/>
                  </a:cubicBezTo>
                  <a:cubicBezTo>
                    <a:pt x="1132" y="130"/>
                    <a:pt x="1060" y="82"/>
                    <a:pt x="977" y="46"/>
                  </a:cubicBezTo>
                  <a:cubicBezTo>
                    <a:pt x="917" y="35"/>
                    <a:pt x="846" y="11"/>
                    <a:pt x="774" y="11"/>
                  </a:cubicBezTo>
                  <a:cubicBezTo>
                    <a:pt x="743" y="4"/>
                    <a:pt x="712" y="1"/>
                    <a:pt x="6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0" name="Google Shape;21550;p160"/>
            <p:cNvSpPr/>
            <p:nvPr/>
          </p:nvSpPr>
          <p:spPr>
            <a:xfrm>
              <a:off x="6526400" y="2260750"/>
              <a:ext cx="36625" cy="35900"/>
            </a:xfrm>
            <a:custGeom>
              <a:avLst/>
              <a:gdLst/>
              <a:ahLst/>
              <a:cxnLst/>
              <a:rect l="l" t="t" r="r" b="b"/>
              <a:pathLst>
                <a:path w="1465" h="1436" extrusionOk="0">
                  <a:moveTo>
                    <a:pt x="756" y="1"/>
                  </a:moveTo>
                  <a:cubicBezTo>
                    <a:pt x="382" y="1"/>
                    <a:pt x="82" y="287"/>
                    <a:pt x="48" y="658"/>
                  </a:cubicBezTo>
                  <a:cubicBezTo>
                    <a:pt x="0" y="1063"/>
                    <a:pt x="298" y="1408"/>
                    <a:pt x="703" y="1432"/>
                  </a:cubicBezTo>
                  <a:cubicBezTo>
                    <a:pt x="727" y="1435"/>
                    <a:pt x="751" y="1436"/>
                    <a:pt x="775" y="1436"/>
                  </a:cubicBezTo>
                  <a:cubicBezTo>
                    <a:pt x="986" y="1436"/>
                    <a:pt x="1182" y="1343"/>
                    <a:pt x="1310" y="1182"/>
                  </a:cubicBezTo>
                  <a:cubicBezTo>
                    <a:pt x="1405" y="1075"/>
                    <a:pt x="1465" y="944"/>
                    <a:pt x="1465" y="765"/>
                  </a:cubicBezTo>
                  <a:lnTo>
                    <a:pt x="1465" y="754"/>
                  </a:lnTo>
                  <a:lnTo>
                    <a:pt x="1465" y="682"/>
                  </a:lnTo>
                  <a:cubicBezTo>
                    <a:pt x="1453" y="515"/>
                    <a:pt x="1393" y="384"/>
                    <a:pt x="1298" y="265"/>
                  </a:cubicBezTo>
                  <a:cubicBezTo>
                    <a:pt x="1179" y="123"/>
                    <a:pt x="1012" y="27"/>
                    <a:pt x="822" y="3"/>
                  </a:cubicBezTo>
                  <a:cubicBezTo>
                    <a:pt x="800" y="2"/>
                    <a:pt x="778" y="1"/>
                    <a:pt x="75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1" name="Google Shape;21551;p160"/>
            <p:cNvSpPr/>
            <p:nvPr/>
          </p:nvSpPr>
          <p:spPr>
            <a:xfrm>
              <a:off x="5728375" y="4421425"/>
              <a:ext cx="51825" cy="50475"/>
            </a:xfrm>
            <a:custGeom>
              <a:avLst/>
              <a:gdLst/>
              <a:ahLst/>
              <a:cxnLst/>
              <a:rect l="l" t="t" r="r" b="b"/>
              <a:pathLst>
                <a:path w="2073" h="2019" extrusionOk="0">
                  <a:moveTo>
                    <a:pt x="1045" y="0"/>
                  </a:moveTo>
                  <a:cubicBezTo>
                    <a:pt x="521" y="0"/>
                    <a:pt x="71" y="402"/>
                    <a:pt x="48" y="932"/>
                  </a:cubicBezTo>
                  <a:cubicBezTo>
                    <a:pt x="1" y="1492"/>
                    <a:pt x="418" y="1980"/>
                    <a:pt x="965" y="2016"/>
                  </a:cubicBezTo>
                  <a:cubicBezTo>
                    <a:pt x="992" y="2018"/>
                    <a:pt x="1019" y="2019"/>
                    <a:pt x="1046" y="2019"/>
                  </a:cubicBezTo>
                  <a:cubicBezTo>
                    <a:pt x="1333" y="2019"/>
                    <a:pt x="1579" y="1903"/>
                    <a:pt x="1775" y="1718"/>
                  </a:cubicBezTo>
                  <a:cubicBezTo>
                    <a:pt x="1870" y="1611"/>
                    <a:pt x="1965" y="1480"/>
                    <a:pt x="2013" y="1325"/>
                  </a:cubicBezTo>
                  <a:cubicBezTo>
                    <a:pt x="2037" y="1266"/>
                    <a:pt x="2037" y="1194"/>
                    <a:pt x="2061" y="1135"/>
                  </a:cubicBezTo>
                  <a:lnTo>
                    <a:pt x="2061" y="1123"/>
                  </a:lnTo>
                  <a:lnTo>
                    <a:pt x="2061" y="1075"/>
                  </a:lnTo>
                  <a:cubicBezTo>
                    <a:pt x="2072" y="944"/>
                    <a:pt x="2061" y="813"/>
                    <a:pt x="2013" y="671"/>
                  </a:cubicBezTo>
                  <a:cubicBezTo>
                    <a:pt x="1977" y="599"/>
                    <a:pt x="1942" y="528"/>
                    <a:pt x="1894" y="456"/>
                  </a:cubicBezTo>
                  <a:cubicBezTo>
                    <a:pt x="1822" y="337"/>
                    <a:pt x="1703" y="218"/>
                    <a:pt x="1561" y="135"/>
                  </a:cubicBezTo>
                  <a:cubicBezTo>
                    <a:pt x="1430" y="63"/>
                    <a:pt x="1275" y="16"/>
                    <a:pt x="1132" y="4"/>
                  </a:cubicBezTo>
                  <a:cubicBezTo>
                    <a:pt x="1103" y="1"/>
                    <a:pt x="1074" y="0"/>
                    <a:pt x="104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2" name="Google Shape;21552;p160"/>
            <p:cNvSpPr/>
            <p:nvPr/>
          </p:nvSpPr>
          <p:spPr>
            <a:xfrm>
              <a:off x="6710950" y="4235475"/>
              <a:ext cx="20850" cy="20600"/>
            </a:xfrm>
            <a:custGeom>
              <a:avLst/>
              <a:gdLst/>
              <a:ahLst/>
              <a:cxnLst/>
              <a:rect l="l" t="t" r="r" b="b"/>
              <a:pathLst>
                <a:path w="834" h="824" extrusionOk="0">
                  <a:moveTo>
                    <a:pt x="405" y="0"/>
                  </a:moveTo>
                  <a:cubicBezTo>
                    <a:pt x="203" y="0"/>
                    <a:pt x="24" y="155"/>
                    <a:pt x="0" y="369"/>
                  </a:cubicBezTo>
                  <a:lnTo>
                    <a:pt x="0" y="417"/>
                  </a:lnTo>
                  <a:cubicBezTo>
                    <a:pt x="24" y="608"/>
                    <a:pt x="143" y="762"/>
                    <a:pt x="322" y="810"/>
                  </a:cubicBezTo>
                  <a:cubicBezTo>
                    <a:pt x="334" y="822"/>
                    <a:pt x="358" y="822"/>
                    <a:pt x="381" y="822"/>
                  </a:cubicBezTo>
                  <a:cubicBezTo>
                    <a:pt x="394" y="823"/>
                    <a:pt x="406" y="824"/>
                    <a:pt x="418" y="824"/>
                  </a:cubicBezTo>
                  <a:cubicBezTo>
                    <a:pt x="520" y="824"/>
                    <a:pt x="604" y="780"/>
                    <a:pt x="679" y="727"/>
                  </a:cubicBezTo>
                  <a:cubicBezTo>
                    <a:pt x="703" y="703"/>
                    <a:pt x="739" y="667"/>
                    <a:pt x="750" y="643"/>
                  </a:cubicBezTo>
                  <a:cubicBezTo>
                    <a:pt x="798" y="584"/>
                    <a:pt x="822" y="524"/>
                    <a:pt x="822" y="453"/>
                  </a:cubicBezTo>
                  <a:cubicBezTo>
                    <a:pt x="834" y="227"/>
                    <a:pt x="679" y="36"/>
                    <a:pt x="45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3" name="Google Shape;21553;p160"/>
            <p:cNvSpPr/>
            <p:nvPr/>
          </p:nvSpPr>
          <p:spPr>
            <a:xfrm>
              <a:off x="6828225" y="3855375"/>
              <a:ext cx="21150" cy="20450"/>
            </a:xfrm>
            <a:custGeom>
              <a:avLst/>
              <a:gdLst/>
              <a:ahLst/>
              <a:cxnLst/>
              <a:rect l="l" t="t" r="r" b="b"/>
              <a:pathLst>
                <a:path w="846" h="818" extrusionOk="0">
                  <a:moveTo>
                    <a:pt x="465" y="0"/>
                  </a:moveTo>
                  <a:cubicBezTo>
                    <a:pt x="393" y="0"/>
                    <a:pt x="334" y="12"/>
                    <a:pt x="274" y="24"/>
                  </a:cubicBezTo>
                  <a:lnTo>
                    <a:pt x="250" y="24"/>
                  </a:lnTo>
                  <a:cubicBezTo>
                    <a:pt x="119" y="83"/>
                    <a:pt x="36" y="203"/>
                    <a:pt x="12" y="369"/>
                  </a:cubicBezTo>
                  <a:cubicBezTo>
                    <a:pt x="0" y="429"/>
                    <a:pt x="12" y="488"/>
                    <a:pt x="36" y="536"/>
                  </a:cubicBezTo>
                  <a:cubicBezTo>
                    <a:pt x="60" y="595"/>
                    <a:pt x="96" y="631"/>
                    <a:pt x="119" y="679"/>
                  </a:cubicBezTo>
                  <a:cubicBezTo>
                    <a:pt x="191" y="774"/>
                    <a:pt x="286" y="810"/>
                    <a:pt x="369" y="810"/>
                  </a:cubicBezTo>
                  <a:cubicBezTo>
                    <a:pt x="392" y="815"/>
                    <a:pt x="415" y="817"/>
                    <a:pt x="438" y="817"/>
                  </a:cubicBezTo>
                  <a:cubicBezTo>
                    <a:pt x="521" y="817"/>
                    <a:pt x="599" y="785"/>
                    <a:pt x="655" y="738"/>
                  </a:cubicBezTo>
                  <a:cubicBezTo>
                    <a:pt x="762" y="679"/>
                    <a:pt x="822" y="572"/>
                    <a:pt x="834" y="441"/>
                  </a:cubicBezTo>
                  <a:cubicBezTo>
                    <a:pt x="846" y="357"/>
                    <a:pt x="822" y="250"/>
                    <a:pt x="762" y="179"/>
                  </a:cubicBezTo>
                  <a:cubicBezTo>
                    <a:pt x="703" y="72"/>
                    <a:pt x="596" y="12"/>
                    <a:pt x="465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4" name="Google Shape;21554;p160"/>
            <p:cNvSpPr/>
            <p:nvPr/>
          </p:nvSpPr>
          <p:spPr>
            <a:xfrm>
              <a:off x="6930325" y="4028600"/>
              <a:ext cx="21450" cy="20575"/>
            </a:xfrm>
            <a:custGeom>
              <a:avLst/>
              <a:gdLst/>
              <a:ahLst/>
              <a:cxnLst/>
              <a:rect l="l" t="t" r="r" b="b"/>
              <a:pathLst>
                <a:path w="858" h="823" extrusionOk="0">
                  <a:moveTo>
                    <a:pt x="476" y="1"/>
                  </a:moveTo>
                  <a:cubicBezTo>
                    <a:pt x="357" y="1"/>
                    <a:pt x="250" y="36"/>
                    <a:pt x="179" y="96"/>
                  </a:cubicBezTo>
                  <a:cubicBezTo>
                    <a:pt x="84" y="155"/>
                    <a:pt x="24" y="251"/>
                    <a:pt x="12" y="370"/>
                  </a:cubicBezTo>
                  <a:cubicBezTo>
                    <a:pt x="0" y="608"/>
                    <a:pt x="143" y="810"/>
                    <a:pt x="381" y="822"/>
                  </a:cubicBezTo>
                  <a:cubicBezTo>
                    <a:pt x="453" y="822"/>
                    <a:pt x="512" y="810"/>
                    <a:pt x="572" y="786"/>
                  </a:cubicBezTo>
                  <a:cubicBezTo>
                    <a:pt x="727" y="751"/>
                    <a:pt x="834" y="608"/>
                    <a:pt x="846" y="453"/>
                  </a:cubicBezTo>
                  <a:cubicBezTo>
                    <a:pt x="857" y="215"/>
                    <a:pt x="679" y="12"/>
                    <a:pt x="476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5" name="Google Shape;21555;p160"/>
            <p:cNvSpPr/>
            <p:nvPr/>
          </p:nvSpPr>
          <p:spPr>
            <a:xfrm>
              <a:off x="6984800" y="31787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40" y="1"/>
                  </a:moveTo>
                  <a:cubicBezTo>
                    <a:pt x="225" y="1"/>
                    <a:pt x="47" y="152"/>
                    <a:pt x="24" y="370"/>
                  </a:cubicBezTo>
                  <a:cubicBezTo>
                    <a:pt x="0" y="608"/>
                    <a:pt x="155" y="799"/>
                    <a:pt x="393" y="823"/>
                  </a:cubicBezTo>
                  <a:cubicBezTo>
                    <a:pt x="402" y="823"/>
                    <a:pt x="411" y="823"/>
                    <a:pt x="420" y="823"/>
                  </a:cubicBezTo>
                  <a:cubicBezTo>
                    <a:pt x="646" y="823"/>
                    <a:pt x="822" y="682"/>
                    <a:pt x="834" y="442"/>
                  </a:cubicBezTo>
                  <a:cubicBezTo>
                    <a:pt x="857" y="204"/>
                    <a:pt x="703" y="13"/>
                    <a:pt x="464" y="1"/>
                  </a:cubicBezTo>
                  <a:cubicBezTo>
                    <a:pt x="456" y="1"/>
                    <a:pt x="448" y="1"/>
                    <a:pt x="44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6" name="Google Shape;21556;p160"/>
            <p:cNvSpPr/>
            <p:nvPr/>
          </p:nvSpPr>
          <p:spPr>
            <a:xfrm>
              <a:off x="6950250" y="2089625"/>
              <a:ext cx="20875" cy="20600"/>
            </a:xfrm>
            <a:custGeom>
              <a:avLst/>
              <a:gdLst/>
              <a:ahLst/>
              <a:cxnLst/>
              <a:rect l="l" t="t" r="r" b="b"/>
              <a:pathLst>
                <a:path w="835" h="824" extrusionOk="0">
                  <a:moveTo>
                    <a:pt x="410" y="1"/>
                  </a:moveTo>
                  <a:cubicBezTo>
                    <a:pt x="287" y="1"/>
                    <a:pt x="183" y="47"/>
                    <a:pt x="108" y="121"/>
                  </a:cubicBezTo>
                  <a:cubicBezTo>
                    <a:pt x="49" y="205"/>
                    <a:pt x="1" y="276"/>
                    <a:pt x="1" y="383"/>
                  </a:cubicBezTo>
                  <a:lnTo>
                    <a:pt x="1" y="419"/>
                  </a:lnTo>
                  <a:cubicBezTo>
                    <a:pt x="1" y="574"/>
                    <a:pt x="72" y="693"/>
                    <a:pt x="191" y="764"/>
                  </a:cubicBezTo>
                  <a:cubicBezTo>
                    <a:pt x="239" y="800"/>
                    <a:pt x="299" y="824"/>
                    <a:pt x="370" y="824"/>
                  </a:cubicBezTo>
                  <a:cubicBezTo>
                    <a:pt x="441" y="824"/>
                    <a:pt x="525" y="812"/>
                    <a:pt x="584" y="776"/>
                  </a:cubicBezTo>
                  <a:cubicBezTo>
                    <a:pt x="692" y="741"/>
                    <a:pt x="751" y="657"/>
                    <a:pt x="787" y="574"/>
                  </a:cubicBezTo>
                  <a:cubicBezTo>
                    <a:pt x="811" y="538"/>
                    <a:pt x="822" y="502"/>
                    <a:pt x="822" y="455"/>
                  </a:cubicBezTo>
                  <a:cubicBezTo>
                    <a:pt x="834" y="324"/>
                    <a:pt x="787" y="217"/>
                    <a:pt x="703" y="121"/>
                  </a:cubicBezTo>
                  <a:cubicBezTo>
                    <a:pt x="656" y="98"/>
                    <a:pt x="608" y="50"/>
                    <a:pt x="549" y="38"/>
                  </a:cubicBezTo>
                  <a:cubicBezTo>
                    <a:pt x="525" y="26"/>
                    <a:pt x="489" y="2"/>
                    <a:pt x="453" y="2"/>
                  </a:cubicBezTo>
                  <a:cubicBezTo>
                    <a:pt x="439" y="1"/>
                    <a:pt x="424" y="1"/>
                    <a:pt x="410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7" name="Google Shape;21557;p160"/>
            <p:cNvSpPr/>
            <p:nvPr/>
          </p:nvSpPr>
          <p:spPr>
            <a:xfrm>
              <a:off x="6882700" y="3304975"/>
              <a:ext cx="21450" cy="20600"/>
            </a:xfrm>
            <a:custGeom>
              <a:avLst/>
              <a:gdLst/>
              <a:ahLst/>
              <a:cxnLst/>
              <a:rect l="l" t="t" r="r" b="b"/>
              <a:pathLst>
                <a:path w="858" h="824" extrusionOk="0">
                  <a:moveTo>
                    <a:pt x="425" y="1"/>
                  </a:moveTo>
                  <a:cubicBezTo>
                    <a:pt x="200" y="1"/>
                    <a:pt x="24" y="142"/>
                    <a:pt x="12" y="371"/>
                  </a:cubicBezTo>
                  <a:cubicBezTo>
                    <a:pt x="0" y="490"/>
                    <a:pt x="36" y="597"/>
                    <a:pt x="119" y="680"/>
                  </a:cubicBezTo>
                  <a:cubicBezTo>
                    <a:pt x="179" y="764"/>
                    <a:pt x="274" y="799"/>
                    <a:pt x="381" y="823"/>
                  </a:cubicBezTo>
                  <a:cubicBezTo>
                    <a:pt x="391" y="824"/>
                    <a:pt x="400" y="824"/>
                    <a:pt x="410" y="824"/>
                  </a:cubicBezTo>
                  <a:cubicBezTo>
                    <a:pt x="623" y="824"/>
                    <a:pt x="799" y="694"/>
                    <a:pt x="834" y="478"/>
                  </a:cubicBezTo>
                  <a:lnTo>
                    <a:pt x="834" y="442"/>
                  </a:lnTo>
                  <a:cubicBezTo>
                    <a:pt x="857" y="252"/>
                    <a:pt x="727" y="61"/>
                    <a:pt x="512" y="13"/>
                  </a:cubicBezTo>
                  <a:cubicBezTo>
                    <a:pt x="500" y="2"/>
                    <a:pt x="476" y="2"/>
                    <a:pt x="453" y="2"/>
                  </a:cubicBezTo>
                  <a:cubicBezTo>
                    <a:pt x="443" y="1"/>
                    <a:pt x="434" y="1"/>
                    <a:pt x="42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8" name="Google Shape;21558;p160"/>
            <p:cNvSpPr/>
            <p:nvPr/>
          </p:nvSpPr>
          <p:spPr>
            <a:xfrm>
              <a:off x="6801125" y="3180575"/>
              <a:ext cx="21475" cy="20600"/>
            </a:xfrm>
            <a:custGeom>
              <a:avLst/>
              <a:gdLst/>
              <a:ahLst/>
              <a:cxnLst/>
              <a:rect l="l" t="t" r="r" b="b"/>
              <a:pathLst>
                <a:path w="859" h="824" extrusionOk="0">
                  <a:moveTo>
                    <a:pt x="418" y="1"/>
                  </a:moveTo>
                  <a:cubicBezTo>
                    <a:pt x="203" y="1"/>
                    <a:pt x="25" y="155"/>
                    <a:pt x="13" y="370"/>
                  </a:cubicBezTo>
                  <a:cubicBezTo>
                    <a:pt x="1" y="620"/>
                    <a:pt x="144" y="810"/>
                    <a:pt x="382" y="822"/>
                  </a:cubicBezTo>
                  <a:cubicBezTo>
                    <a:pt x="392" y="823"/>
                    <a:pt x="402" y="823"/>
                    <a:pt x="412" y="823"/>
                  </a:cubicBezTo>
                  <a:cubicBezTo>
                    <a:pt x="579" y="823"/>
                    <a:pt x="731" y="730"/>
                    <a:pt x="799" y="572"/>
                  </a:cubicBezTo>
                  <a:cubicBezTo>
                    <a:pt x="822" y="536"/>
                    <a:pt x="834" y="489"/>
                    <a:pt x="834" y="453"/>
                  </a:cubicBezTo>
                  <a:cubicBezTo>
                    <a:pt x="858" y="227"/>
                    <a:pt x="703" y="25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559" name="Google Shape;21559;p160"/>
          <p:cNvSpPr/>
          <p:nvPr/>
        </p:nvSpPr>
        <p:spPr>
          <a:xfrm>
            <a:off x="0" y="12922200"/>
            <a:ext cx="24384000" cy="7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43800" tIns="243800" rIns="243800" bIns="2438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0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61" name="Google Shape;21561;p161"/>
          <p:cNvGrpSpPr/>
          <p:nvPr/>
        </p:nvGrpSpPr>
        <p:grpSpPr>
          <a:xfrm>
            <a:off x="-135" y="-132"/>
            <a:ext cx="3366633" cy="1861285"/>
            <a:chOff x="3729625" y="3808325"/>
            <a:chExt cx="470325" cy="260025"/>
          </a:xfrm>
        </p:grpSpPr>
        <p:sp>
          <p:nvSpPr>
            <p:cNvPr id="21562" name="Google Shape;21562;p161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3" name="Google Shape;21563;p161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4" name="Google Shape;21564;p161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5" name="Google Shape;21565;p161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6" name="Google Shape;21566;p161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7" name="Google Shape;21567;p161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8" name="Google Shape;21568;p161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9" name="Google Shape;21569;p161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0" name="Google Shape;21570;p161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1" name="Google Shape;21571;p161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2" name="Google Shape;21572;p161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3" name="Google Shape;21573;p161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4" name="Google Shape;21574;p161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5" name="Google Shape;21575;p161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6" name="Google Shape;21576;p161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7" name="Google Shape;21577;p161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8" name="Google Shape;21578;p161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9" name="Google Shape;21579;p161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0" name="Google Shape;21580;p161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81" name="Google Shape;21581;p161"/>
          <p:cNvGrpSpPr/>
          <p:nvPr/>
        </p:nvGrpSpPr>
        <p:grpSpPr>
          <a:xfrm flipH="1">
            <a:off x="21017462" y="-132"/>
            <a:ext cx="3366633" cy="1861285"/>
            <a:chOff x="3729625" y="3808325"/>
            <a:chExt cx="470325" cy="260025"/>
          </a:xfrm>
        </p:grpSpPr>
        <p:sp>
          <p:nvSpPr>
            <p:cNvPr id="21582" name="Google Shape;21582;p161"/>
            <p:cNvSpPr/>
            <p:nvPr/>
          </p:nvSpPr>
          <p:spPr>
            <a:xfrm>
              <a:off x="4184725" y="3808325"/>
              <a:ext cx="15225" cy="20575"/>
            </a:xfrm>
            <a:custGeom>
              <a:avLst/>
              <a:gdLst/>
              <a:ahLst/>
              <a:cxnLst/>
              <a:rect l="l" t="t" r="r" b="b"/>
              <a:pathLst>
                <a:path w="609" h="823" extrusionOk="0">
                  <a:moveTo>
                    <a:pt x="346" y="1"/>
                  </a:moveTo>
                  <a:lnTo>
                    <a:pt x="1" y="727"/>
                  </a:lnTo>
                  <a:lnTo>
                    <a:pt x="227" y="822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3" name="Google Shape;21583;p161"/>
            <p:cNvSpPr/>
            <p:nvPr/>
          </p:nvSpPr>
          <p:spPr>
            <a:xfrm>
              <a:off x="40534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4" name="Google Shape;21584;p161"/>
            <p:cNvSpPr/>
            <p:nvPr/>
          </p:nvSpPr>
          <p:spPr>
            <a:xfrm>
              <a:off x="4054075" y="3877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5" name="Google Shape;21585;p161"/>
            <p:cNvSpPr/>
            <p:nvPr/>
          </p:nvSpPr>
          <p:spPr>
            <a:xfrm>
              <a:off x="4052575" y="3877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6" name="Google Shape;21586;p161"/>
            <p:cNvSpPr/>
            <p:nvPr/>
          </p:nvSpPr>
          <p:spPr>
            <a:xfrm>
              <a:off x="4052575" y="3877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7" name="Google Shape;21587;p161"/>
            <p:cNvSpPr/>
            <p:nvPr/>
          </p:nvSpPr>
          <p:spPr>
            <a:xfrm>
              <a:off x="4052875" y="3817575"/>
              <a:ext cx="75325" cy="60150"/>
            </a:xfrm>
            <a:custGeom>
              <a:avLst/>
              <a:gdLst/>
              <a:ahLst/>
              <a:cxnLst/>
              <a:rect l="l" t="t" r="r" b="b"/>
              <a:pathLst>
                <a:path w="3013" h="2406" extrusionOk="0">
                  <a:moveTo>
                    <a:pt x="2870" y="0"/>
                  </a:moveTo>
                  <a:lnTo>
                    <a:pt x="1" y="2179"/>
                  </a:lnTo>
                  <a:lnTo>
                    <a:pt x="60" y="2191"/>
                  </a:lnTo>
                  <a:cubicBezTo>
                    <a:pt x="120" y="2203"/>
                    <a:pt x="155" y="2286"/>
                    <a:pt x="143" y="2346"/>
                  </a:cubicBezTo>
                  <a:cubicBezTo>
                    <a:pt x="120" y="2369"/>
                    <a:pt x="108" y="2381"/>
                    <a:pt x="96" y="2405"/>
                  </a:cubicBezTo>
                  <a:lnTo>
                    <a:pt x="3013" y="202"/>
                  </a:lnTo>
                  <a:cubicBezTo>
                    <a:pt x="2953" y="143"/>
                    <a:pt x="2906" y="83"/>
                    <a:pt x="2870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8" name="Google Shape;21588;p161"/>
            <p:cNvSpPr/>
            <p:nvPr/>
          </p:nvSpPr>
          <p:spPr>
            <a:xfrm>
              <a:off x="4054375" y="3877700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0"/>
                  </a:moveTo>
                  <a:cubicBezTo>
                    <a:pt x="36" y="0"/>
                    <a:pt x="24" y="0"/>
                    <a:pt x="0" y="12"/>
                  </a:cubicBezTo>
                  <a:cubicBezTo>
                    <a:pt x="24" y="12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9" name="Google Shape;21589;p161"/>
            <p:cNvSpPr/>
            <p:nvPr/>
          </p:nvSpPr>
          <p:spPr>
            <a:xfrm>
              <a:off x="3913575" y="3827100"/>
              <a:ext cx="143200" cy="50900"/>
            </a:xfrm>
            <a:custGeom>
              <a:avLst/>
              <a:gdLst/>
              <a:ahLst/>
              <a:cxnLst/>
              <a:rect l="l" t="t" r="r" b="b"/>
              <a:pathLst>
                <a:path w="5728" h="2036" extrusionOk="0">
                  <a:moveTo>
                    <a:pt x="12" y="0"/>
                  </a:moveTo>
                  <a:lnTo>
                    <a:pt x="12" y="0"/>
                  </a:lnTo>
                  <a:cubicBezTo>
                    <a:pt x="24" y="12"/>
                    <a:pt x="24" y="24"/>
                    <a:pt x="36" y="60"/>
                  </a:cubicBezTo>
                  <a:cubicBezTo>
                    <a:pt x="60" y="131"/>
                    <a:pt x="36" y="191"/>
                    <a:pt x="0" y="238"/>
                  </a:cubicBezTo>
                  <a:lnTo>
                    <a:pt x="5561" y="2036"/>
                  </a:lnTo>
                  <a:lnTo>
                    <a:pt x="5644" y="2036"/>
                  </a:lnTo>
                  <a:cubicBezTo>
                    <a:pt x="5668" y="2036"/>
                    <a:pt x="5668" y="2024"/>
                    <a:pt x="5680" y="2024"/>
                  </a:cubicBezTo>
                  <a:cubicBezTo>
                    <a:pt x="5692" y="2000"/>
                    <a:pt x="5703" y="1988"/>
                    <a:pt x="5727" y="1965"/>
                  </a:cubicBezTo>
                  <a:cubicBezTo>
                    <a:pt x="5727" y="1905"/>
                    <a:pt x="5692" y="1822"/>
                    <a:pt x="5632" y="1810"/>
                  </a:cubicBezTo>
                  <a:lnTo>
                    <a:pt x="5573" y="1798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0" name="Google Shape;21590;p161"/>
            <p:cNvSpPr/>
            <p:nvPr/>
          </p:nvSpPr>
          <p:spPr>
            <a:xfrm>
              <a:off x="4141275" y="3808325"/>
              <a:ext cx="5975" cy="2725"/>
            </a:xfrm>
            <a:custGeom>
              <a:avLst/>
              <a:gdLst/>
              <a:ahLst/>
              <a:cxnLst/>
              <a:rect l="l" t="t" r="r" b="b"/>
              <a:pathLst>
                <a:path w="239" h="109" extrusionOk="0">
                  <a:moveTo>
                    <a:pt x="1" y="1"/>
                  </a:moveTo>
                  <a:lnTo>
                    <a:pt x="1" y="13"/>
                  </a:lnTo>
                  <a:lnTo>
                    <a:pt x="10" y="13"/>
                  </a:lnTo>
                  <a:cubicBezTo>
                    <a:pt x="7" y="8"/>
                    <a:pt x="4" y="4"/>
                    <a:pt x="1" y="1"/>
                  </a:cubicBezTo>
                  <a:close/>
                  <a:moveTo>
                    <a:pt x="10" y="13"/>
                  </a:moveTo>
                  <a:lnTo>
                    <a:pt x="10" y="13"/>
                  </a:lnTo>
                  <a:cubicBezTo>
                    <a:pt x="18" y="26"/>
                    <a:pt x="24" y="43"/>
                    <a:pt x="24" y="60"/>
                  </a:cubicBezTo>
                  <a:lnTo>
                    <a:pt x="132" y="108"/>
                  </a:lnTo>
                  <a:lnTo>
                    <a:pt x="239" y="13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1" name="Google Shape;21591;p161"/>
            <p:cNvSpPr/>
            <p:nvPr/>
          </p:nvSpPr>
          <p:spPr>
            <a:xfrm>
              <a:off x="4141875" y="3809525"/>
              <a:ext cx="51525" cy="25325"/>
            </a:xfrm>
            <a:custGeom>
              <a:avLst/>
              <a:gdLst/>
              <a:ahLst/>
              <a:cxnLst/>
              <a:rect l="l" t="t" r="r" b="b"/>
              <a:pathLst>
                <a:path w="2061" h="1013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24"/>
                    <a:pt x="36" y="72"/>
                    <a:pt x="48" y="108"/>
                  </a:cubicBezTo>
                  <a:cubicBezTo>
                    <a:pt x="60" y="167"/>
                    <a:pt x="60" y="203"/>
                    <a:pt x="48" y="263"/>
                  </a:cubicBezTo>
                  <a:lnTo>
                    <a:pt x="1560" y="882"/>
                  </a:lnTo>
                  <a:cubicBezTo>
                    <a:pt x="1584" y="798"/>
                    <a:pt x="1644" y="763"/>
                    <a:pt x="1715" y="739"/>
                  </a:cubicBezTo>
                  <a:cubicBezTo>
                    <a:pt x="1729" y="736"/>
                    <a:pt x="1743" y="734"/>
                    <a:pt x="1756" y="734"/>
                  </a:cubicBezTo>
                  <a:cubicBezTo>
                    <a:pt x="1846" y="734"/>
                    <a:pt x="1920" y="800"/>
                    <a:pt x="1941" y="894"/>
                  </a:cubicBezTo>
                  <a:cubicBezTo>
                    <a:pt x="1953" y="941"/>
                    <a:pt x="1941" y="965"/>
                    <a:pt x="1917" y="1013"/>
                  </a:cubicBezTo>
                  <a:cubicBezTo>
                    <a:pt x="1953" y="1013"/>
                    <a:pt x="1965" y="1001"/>
                    <a:pt x="1977" y="977"/>
                  </a:cubicBezTo>
                  <a:lnTo>
                    <a:pt x="2025" y="941"/>
                  </a:lnTo>
                  <a:cubicBezTo>
                    <a:pt x="2060" y="882"/>
                    <a:pt x="2025" y="798"/>
                    <a:pt x="1965" y="786"/>
                  </a:cubicBezTo>
                  <a:lnTo>
                    <a:pt x="1953" y="786"/>
                  </a:lnTo>
                  <a:lnTo>
                    <a:pt x="1727" y="703"/>
                  </a:lnTo>
                  <a:lnTo>
                    <a:pt x="108" y="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2" name="Google Shape;21592;p161"/>
            <p:cNvSpPr/>
            <p:nvPr/>
          </p:nvSpPr>
          <p:spPr>
            <a:xfrm>
              <a:off x="4122525" y="3808325"/>
              <a:ext cx="3900" cy="1225"/>
            </a:xfrm>
            <a:custGeom>
              <a:avLst/>
              <a:gdLst/>
              <a:ahLst/>
              <a:cxnLst/>
              <a:rect l="l" t="t" r="r" b="b"/>
              <a:pathLst>
                <a:path w="156" h="49" extrusionOk="0">
                  <a:moveTo>
                    <a:pt x="1" y="1"/>
                  </a:moveTo>
                  <a:lnTo>
                    <a:pt x="120" y="49"/>
                  </a:lnTo>
                  <a:cubicBezTo>
                    <a:pt x="132" y="37"/>
                    <a:pt x="132" y="13"/>
                    <a:pt x="155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3" name="Google Shape;21593;p161"/>
            <p:cNvSpPr/>
            <p:nvPr/>
          </p:nvSpPr>
          <p:spPr>
            <a:xfrm>
              <a:off x="3906425" y="3808325"/>
              <a:ext cx="10750" cy="16400"/>
            </a:xfrm>
            <a:custGeom>
              <a:avLst/>
              <a:gdLst/>
              <a:ahLst/>
              <a:cxnLst/>
              <a:rect l="l" t="t" r="r" b="b"/>
              <a:pathLst>
                <a:path w="430" h="656" extrusionOk="0">
                  <a:moveTo>
                    <a:pt x="191" y="1"/>
                  </a:moveTo>
                  <a:lnTo>
                    <a:pt x="1" y="644"/>
                  </a:lnTo>
                  <a:cubicBezTo>
                    <a:pt x="13" y="632"/>
                    <a:pt x="48" y="632"/>
                    <a:pt x="60" y="608"/>
                  </a:cubicBezTo>
                  <a:cubicBezTo>
                    <a:pt x="74" y="605"/>
                    <a:pt x="89" y="604"/>
                    <a:pt x="104" y="604"/>
                  </a:cubicBezTo>
                  <a:cubicBezTo>
                    <a:pt x="152" y="604"/>
                    <a:pt x="202" y="619"/>
                    <a:pt x="239" y="656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4" name="Google Shape;21594;p161"/>
            <p:cNvSpPr/>
            <p:nvPr/>
          </p:nvSpPr>
          <p:spPr>
            <a:xfrm>
              <a:off x="3838275" y="3832450"/>
              <a:ext cx="71150" cy="218800"/>
            </a:xfrm>
            <a:custGeom>
              <a:avLst/>
              <a:gdLst/>
              <a:ahLst/>
              <a:cxnLst/>
              <a:rect l="l" t="t" r="r" b="b"/>
              <a:pathLst>
                <a:path w="2846" h="8752" extrusionOk="0">
                  <a:moveTo>
                    <a:pt x="2655" y="0"/>
                  </a:moveTo>
                  <a:cubicBezTo>
                    <a:pt x="2631" y="24"/>
                    <a:pt x="2619" y="24"/>
                    <a:pt x="2619" y="24"/>
                  </a:cubicBezTo>
                  <a:lnTo>
                    <a:pt x="0" y="8692"/>
                  </a:lnTo>
                  <a:cubicBezTo>
                    <a:pt x="95" y="8692"/>
                    <a:pt x="167" y="8716"/>
                    <a:pt x="226" y="8751"/>
                  </a:cubicBezTo>
                  <a:lnTo>
                    <a:pt x="2846" y="84"/>
                  </a:lnTo>
                  <a:lnTo>
                    <a:pt x="2846" y="84"/>
                  </a:lnTo>
                  <a:cubicBezTo>
                    <a:pt x="2836" y="85"/>
                    <a:pt x="2827" y="86"/>
                    <a:pt x="2818" y="86"/>
                  </a:cubicBezTo>
                  <a:cubicBezTo>
                    <a:pt x="2754" y="86"/>
                    <a:pt x="2686" y="52"/>
                    <a:pt x="265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5" name="Google Shape;21595;p161"/>
            <p:cNvSpPr/>
            <p:nvPr/>
          </p:nvSpPr>
          <p:spPr>
            <a:xfrm>
              <a:off x="3813250" y="3808325"/>
              <a:ext cx="91425" cy="24750"/>
            </a:xfrm>
            <a:custGeom>
              <a:avLst/>
              <a:gdLst/>
              <a:ahLst/>
              <a:cxnLst/>
              <a:rect l="l" t="t" r="r" b="b"/>
              <a:pathLst>
                <a:path w="3657" h="990" extrusionOk="0">
                  <a:moveTo>
                    <a:pt x="1" y="1"/>
                  </a:moveTo>
                  <a:lnTo>
                    <a:pt x="3549" y="989"/>
                  </a:lnTo>
                  <a:lnTo>
                    <a:pt x="3620" y="989"/>
                  </a:lnTo>
                  <a:cubicBezTo>
                    <a:pt x="3632" y="989"/>
                    <a:pt x="3656" y="965"/>
                    <a:pt x="3656" y="965"/>
                  </a:cubicBezTo>
                  <a:lnTo>
                    <a:pt x="3609" y="882"/>
                  </a:lnTo>
                  <a:cubicBezTo>
                    <a:pt x="3597" y="834"/>
                    <a:pt x="3609" y="811"/>
                    <a:pt x="3620" y="763"/>
                  </a:cubicBezTo>
                  <a:lnTo>
                    <a:pt x="3609" y="763"/>
                  </a:lnTo>
                  <a:lnTo>
                    <a:pt x="894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6" name="Google Shape;21596;p161"/>
            <p:cNvSpPr/>
            <p:nvPr/>
          </p:nvSpPr>
          <p:spPr>
            <a:xfrm>
              <a:off x="3729625" y="3808325"/>
              <a:ext cx="107475" cy="244125"/>
            </a:xfrm>
            <a:custGeom>
              <a:avLst/>
              <a:gdLst/>
              <a:ahLst/>
              <a:cxnLst/>
              <a:rect l="l" t="t" r="r" b="b"/>
              <a:pathLst>
                <a:path w="4299" h="9765" extrusionOk="0">
                  <a:moveTo>
                    <a:pt x="0" y="1"/>
                  </a:moveTo>
                  <a:lnTo>
                    <a:pt x="4108" y="9764"/>
                  </a:lnTo>
                  <a:cubicBezTo>
                    <a:pt x="4156" y="9716"/>
                    <a:pt x="4215" y="9681"/>
                    <a:pt x="4298" y="965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7" name="Google Shape;21597;p161"/>
            <p:cNvSpPr/>
            <p:nvPr/>
          </p:nvSpPr>
          <p:spPr>
            <a:xfrm>
              <a:off x="4180275" y="3827875"/>
              <a:ext cx="10150" cy="9700"/>
            </a:xfrm>
            <a:custGeom>
              <a:avLst/>
              <a:gdLst/>
              <a:ahLst/>
              <a:cxnLst/>
              <a:rect l="l" t="t" r="r" b="b"/>
              <a:pathLst>
                <a:path w="406" h="388" extrusionOk="0">
                  <a:moveTo>
                    <a:pt x="197" y="0"/>
                  </a:moveTo>
                  <a:cubicBezTo>
                    <a:pt x="183" y="0"/>
                    <a:pt x="169" y="2"/>
                    <a:pt x="155" y="5"/>
                  </a:cubicBezTo>
                  <a:cubicBezTo>
                    <a:pt x="84" y="29"/>
                    <a:pt x="24" y="88"/>
                    <a:pt x="12" y="148"/>
                  </a:cubicBezTo>
                  <a:cubicBezTo>
                    <a:pt x="12" y="171"/>
                    <a:pt x="0" y="195"/>
                    <a:pt x="12" y="231"/>
                  </a:cubicBezTo>
                  <a:cubicBezTo>
                    <a:pt x="23" y="329"/>
                    <a:pt x="114" y="387"/>
                    <a:pt x="211" y="387"/>
                  </a:cubicBezTo>
                  <a:cubicBezTo>
                    <a:pt x="220" y="387"/>
                    <a:pt x="229" y="387"/>
                    <a:pt x="239" y="386"/>
                  </a:cubicBezTo>
                  <a:cubicBezTo>
                    <a:pt x="298" y="362"/>
                    <a:pt x="358" y="326"/>
                    <a:pt x="369" y="279"/>
                  </a:cubicBezTo>
                  <a:cubicBezTo>
                    <a:pt x="405" y="243"/>
                    <a:pt x="405" y="207"/>
                    <a:pt x="381" y="160"/>
                  </a:cubicBezTo>
                  <a:cubicBezTo>
                    <a:pt x="371" y="66"/>
                    <a:pt x="289" y="0"/>
                    <a:pt x="197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8" name="Google Shape;21598;p161"/>
            <p:cNvSpPr/>
            <p:nvPr/>
          </p:nvSpPr>
          <p:spPr>
            <a:xfrm>
              <a:off x="4124025" y="3808325"/>
              <a:ext cx="19075" cy="15750"/>
            </a:xfrm>
            <a:custGeom>
              <a:avLst/>
              <a:gdLst/>
              <a:ahLst/>
              <a:cxnLst/>
              <a:rect l="l" t="t" r="r" b="b"/>
              <a:pathLst>
                <a:path w="763" h="630" extrusionOk="0">
                  <a:moveTo>
                    <a:pt x="95" y="1"/>
                  </a:moveTo>
                  <a:cubicBezTo>
                    <a:pt x="72" y="13"/>
                    <a:pt x="60" y="37"/>
                    <a:pt x="60" y="49"/>
                  </a:cubicBezTo>
                  <a:cubicBezTo>
                    <a:pt x="12" y="120"/>
                    <a:pt x="0" y="215"/>
                    <a:pt x="12" y="311"/>
                  </a:cubicBezTo>
                  <a:cubicBezTo>
                    <a:pt x="12" y="334"/>
                    <a:pt x="24" y="358"/>
                    <a:pt x="24" y="370"/>
                  </a:cubicBezTo>
                  <a:cubicBezTo>
                    <a:pt x="60" y="441"/>
                    <a:pt x="107" y="525"/>
                    <a:pt x="179" y="561"/>
                  </a:cubicBezTo>
                  <a:cubicBezTo>
                    <a:pt x="232" y="605"/>
                    <a:pt x="304" y="629"/>
                    <a:pt x="382" y="629"/>
                  </a:cubicBezTo>
                  <a:cubicBezTo>
                    <a:pt x="409" y="629"/>
                    <a:pt x="437" y="626"/>
                    <a:pt x="464" y="620"/>
                  </a:cubicBezTo>
                  <a:cubicBezTo>
                    <a:pt x="607" y="596"/>
                    <a:pt x="726" y="477"/>
                    <a:pt x="762" y="346"/>
                  </a:cubicBezTo>
                  <a:lnTo>
                    <a:pt x="762" y="168"/>
                  </a:lnTo>
                  <a:cubicBezTo>
                    <a:pt x="762" y="120"/>
                    <a:pt x="750" y="96"/>
                    <a:pt x="714" y="60"/>
                  </a:cubicBezTo>
                  <a:cubicBezTo>
                    <a:pt x="703" y="49"/>
                    <a:pt x="691" y="37"/>
                    <a:pt x="69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9" name="Google Shape;21599;p161"/>
            <p:cNvSpPr/>
            <p:nvPr/>
          </p:nvSpPr>
          <p:spPr>
            <a:xfrm>
              <a:off x="3828750" y="4049725"/>
              <a:ext cx="20250" cy="18625"/>
            </a:xfrm>
            <a:custGeom>
              <a:avLst/>
              <a:gdLst/>
              <a:ahLst/>
              <a:cxnLst/>
              <a:rect l="l" t="t" r="r" b="b"/>
              <a:pathLst>
                <a:path w="810" h="745" extrusionOk="0">
                  <a:moveTo>
                    <a:pt x="322" y="1"/>
                  </a:moveTo>
                  <a:cubicBezTo>
                    <a:pt x="250" y="25"/>
                    <a:pt x="179" y="60"/>
                    <a:pt x="119" y="108"/>
                  </a:cubicBezTo>
                  <a:cubicBezTo>
                    <a:pt x="24" y="203"/>
                    <a:pt x="0" y="322"/>
                    <a:pt x="24" y="441"/>
                  </a:cubicBezTo>
                  <a:cubicBezTo>
                    <a:pt x="66" y="621"/>
                    <a:pt x="222" y="745"/>
                    <a:pt x="406" y="745"/>
                  </a:cubicBezTo>
                  <a:cubicBezTo>
                    <a:pt x="429" y="745"/>
                    <a:pt x="453" y="743"/>
                    <a:pt x="476" y="739"/>
                  </a:cubicBezTo>
                  <a:cubicBezTo>
                    <a:pt x="679" y="691"/>
                    <a:pt x="810" y="501"/>
                    <a:pt x="774" y="287"/>
                  </a:cubicBezTo>
                  <a:cubicBezTo>
                    <a:pt x="750" y="179"/>
                    <a:pt x="679" y="108"/>
                    <a:pt x="607" y="49"/>
                  </a:cubicBezTo>
                  <a:cubicBezTo>
                    <a:pt x="548" y="25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0" name="Google Shape;21600;p161"/>
            <p:cNvSpPr/>
            <p:nvPr/>
          </p:nvSpPr>
          <p:spPr>
            <a:xfrm>
              <a:off x="3903450" y="3823400"/>
              <a:ext cx="11625" cy="11450"/>
            </a:xfrm>
            <a:custGeom>
              <a:avLst/>
              <a:gdLst/>
              <a:ahLst/>
              <a:cxnLst/>
              <a:rect l="l" t="t" r="r" b="b"/>
              <a:pathLst>
                <a:path w="465" h="458" extrusionOk="0">
                  <a:moveTo>
                    <a:pt x="223" y="1"/>
                  </a:moveTo>
                  <a:cubicBezTo>
                    <a:pt x="208" y="1"/>
                    <a:pt x="193" y="2"/>
                    <a:pt x="179" y="5"/>
                  </a:cubicBezTo>
                  <a:cubicBezTo>
                    <a:pt x="143" y="5"/>
                    <a:pt x="132" y="29"/>
                    <a:pt x="120" y="41"/>
                  </a:cubicBezTo>
                  <a:cubicBezTo>
                    <a:pt x="72" y="65"/>
                    <a:pt x="24" y="112"/>
                    <a:pt x="12" y="160"/>
                  </a:cubicBezTo>
                  <a:cubicBezTo>
                    <a:pt x="1" y="184"/>
                    <a:pt x="1" y="231"/>
                    <a:pt x="1" y="279"/>
                  </a:cubicBezTo>
                  <a:cubicBezTo>
                    <a:pt x="1" y="303"/>
                    <a:pt x="12" y="339"/>
                    <a:pt x="36" y="362"/>
                  </a:cubicBezTo>
                  <a:cubicBezTo>
                    <a:pt x="84" y="422"/>
                    <a:pt x="155" y="458"/>
                    <a:pt x="239" y="458"/>
                  </a:cubicBezTo>
                  <a:lnTo>
                    <a:pt x="263" y="458"/>
                  </a:lnTo>
                  <a:cubicBezTo>
                    <a:pt x="310" y="446"/>
                    <a:pt x="358" y="422"/>
                    <a:pt x="382" y="386"/>
                  </a:cubicBezTo>
                  <a:cubicBezTo>
                    <a:pt x="429" y="327"/>
                    <a:pt x="465" y="267"/>
                    <a:pt x="441" y="184"/>
                  </a:cubicBezTo>
                  <a:cubicBezTo>
                    <a:pt x="441" y="172"/>
                    <a:pt x="429" y="148"/>
                    <a:pt x="417" y="124"/>
                  </a:cubicBezTo>
                  <a:cubicBezTo>
                    <a:pt x="405" y="100"/>
                    <a:pt x="382" y="89"/>
                    <a:pt x="358" y="53"/>
                  </a:cubicBezTo>
                  <a:cubicBezTo>
                    <a:pt x="321" y="16"/>
                    <a:pt x="271" y="1"/>
                    <a:pt x="223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01" name="Google Shape;21601;p161"/>
          <p:cNvGrpSpPr/>
          <p:nvPr/>
        </p:nvGrpSpPr>
        <p:grpSpPr>
          <a:xfrm rot="10800000" flipH="1">
            <a:off x="-15535" y="6976784"/>
            <a:ext cx="3871056" cy="6739210"/>
            <a:chOff x="1083450" y="1318750"/>
            <a:chExt cx="624525" cy="1087250"/>
          </a:xfrm>
        </p:grpSpPr>
        <p:sp>
          <p:nvSpPr>
            <p:cNvPr id="21602" name="Google Shape;21602;p161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3" name="Google Shape;21603;p161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4" name="Google Shape;21604;p161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5" name="Google Shape;21605;p161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6" name="Google Shape;21606;p161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7" name="Google Shape;21607;p161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8" name="Google Shape;21608;p161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9" name="Google Shape;21609;p161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0" name="Google Shape;21610;p161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1" name="Google Shape;21611;p161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2" name="Google Shape;21612;p161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3" name="Google Shape;21613;p161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4" name="Google Shape;21614;p161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5" name="Google Shape;21615;p161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6" name="Google Shape;21616;p161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7" name="Google Shape;21617;p161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8" name="Google Shape;21618;p161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9" name="Google Shape;21619;p161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0" name="Google Shape;21620;p161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1" name="Google Shape;21621;p16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2" name="Google Shape;21622;p161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3" name="Google Shape;21623;p161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4" name="Google Shape;21624;p161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5" name="Google Shape;21625;p161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6" name="Google Shape;21626;p16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7" name="Google Shape;21627;p161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8" name="Google Shape;21628;p161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9" name="Google Shape;21629;p161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0" name="Google Shape;21630;p161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1" name="Google Shape;21631;p161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2" name="Google Shape;21632;p161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3" name="Google Shape;21633;p161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4" name="Google Shape;21634;p161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5" name="Google Shape;21635;p161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6" name="Google Shape;21636;p161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7" name="Google Shape;21637;p161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8" name="Google Shape;21638;p161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39" name="Google Shape;21639;p161"/>
          <p:cNvGrpSpPr/>
          <p:nvPr/>
        </p:nvGrpSpPr>
        <p:grpSpPr>
          <a:xfrm rot="10800000">
            <a:off x="20528465" y="6976784"/>
            <a:ext cx="3871056" cy="6739210"/>
            <a:chOff x="1083450" y="1318750"/>
            <a:chExt cx="624525" cy="1087250"/>
          </a:xfrm>
        </p:grpSpPr>
        <p:sp>
          <p:nvSpPr>
            <p:cNvPr id="21640" name="Google Shape;21640;p161"/>
            <p:cNvSpPr/>
            <p:nvPr/>
          </p:nvSpPr>
          <p:spPr>
            <a:xfrm>
              <a:off x="1083450" y="2340600"/>
              <a:ext cx="215525" cy="50325"/>
            </a:xfrm>
            <a:custGeom>
              <a:avLst/>
              <a:gdLst/>
              <a:ahLst/>
              <a:cxnLst/>
              <a:rect l="l" t="t" r="r" b="b"/>
              <a:pathLst>
                <a:path w="8621" h="2013" extrusionOk="0">
                  <a:moveTo>
                    <a:pt x="1" y="0"/>
                  </a:moveTo>
                  <a:lnTo>
                    <a:pt x="1" y="286"/>
                  </a:lnTo>
                  <a:lnTo>
                    <a:pt x="8561" y="2012"/>
                  </a:lnTo>
                  <a:cubicBezTo>
                    <a:pt x="8561" y="1917"/>
                    <a:pt x="8573" y="1834"/>
                    <a:pt x="8621" y="173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1" name="Google Shape;21641;p161"/>
            <p:cNvSpPr/>
            <p:nvPr/>
          </p:nvSpPr>
          <p:spPr>
            <a:xfrm>
              <a:off x="1083450" y="2130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2" name="Google Shape;21642;p161"/>
            <p:cNvSpPr/>
            <p:nvPr/>
          </p:nvSpPr>
          <p:spPr>
            <a:xfrm>
              <a:off x="1083450" y="1806900"/>
              <a:ext cx="20275" cy="7475"/>
            </a:xfrm>
            <a:custGeom>
              <a:avLst/>
              <a:gdLst/>
              <a:ahLst/>
              <a:cxnLst/>
              <a:rect l="l" t="t" r="r" b="b"/>
              <a:pathLst>
                <a:path w="811" h="299" extrusionOk="0">
                  <a:moveTo>
                    <a:pt x="703" y="0"/>
                  </a:moveTo>
                  <a:lnTo>
                    <a:pt x="1" y="24"/>
                  </a:lnTo>
                  <a:lnTo>
                    <a:pt x="1" y="298"/>
                  </a:lnTo>
                  <a:lnTo>
                    <a:pt x="810" y="27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3" name="Google Shape;21643;p161"/>
            <p:cNvSpPr/>
            <p:nvPr/>
          </p:nvSpPr>
          <p:spPr>
            <a:xfrm>
              <a:off x="1108150" y="1802425"/>
              <a:ext cx="180125" cy="11350"/>
            </a:xfrm>
            <a:custGeom>
              <a:avLst/>
              <a:gdLst/>
              <a:ahLst/>
              <a:cxnLst/>
              <a:rect l="l" t="t" r="r" b="b"/>
              <a:pathLst>
                <a:path w="7205" h="454" extrusionOk="0">
                  <a:moveTo>
                    <a:pt x="7204" y="1"/>
                  </a:moveTo>
                  <a:lnTo>
                    <a:pt x="1" y="179"/>
                  </a:lnTo>
                  <a:lnTo>
                    <a:pt x="96" y="453"/>
                  </a:lnTo>
                  <a:lnTo>
                    <a:pt x="7204" y="275"/>
                  </a:lnTo>
                  <a:cubicBezTo>
                    <a:pt x="7180" y="179"/>
                    <a:pt x="7180" y="96"/>
                    <a:pt x="720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4" name="Google Shape;21644;p161"/>
            <p:cNvSpPr/>
            <p:nvPr/>
          </p:nvSpPr>
          <p:spPr>
            <a:xfrm>
              <a:off x="1194475" y="2040550"/>
              <a:ext cx="2425" cy="3600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84" y="1"/>
                  </a:moveTo>
                  <a:lnTo>
                    <a:pt x="1" y="48"/>
                  </a:lnTo>
                  <a:lnTo>
                    <a:pt x="25" y="144"/>
                  </a:lnTo>
                  <a:cubicBezTo>
                    <a:pt x="72" y="108"/>
                    <a:pt x="96" y="48"/>
                    <a:pt x="84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5" name="Google Shape;21645;p161"/>
            <p:cNvSpPr/>
            <p:nvPr/>
          </p:nvSpPr>
          <p:spPr>
            <a:xfrm>
              <a:off x="1083450" y="1741425"/>
              <a:ext cx="98250" cy="261650"/>
            </a:xfrm>
            <a:custGeom>
              <a:avLst/>
              <a:gdLst/>
              <a:ahLst/>
              <a:cxnLst/>
              <a:rect l="l" t="t" r="r" b="b"/>
              <a:pathLst>
                <a:path w="3930" h="10466" extrusionOk="0">
                  <a:moveTo>
                    <a:pt x="1" y="0"/>
                  </a:moveTo>
                  <a:lnTo>
                    <a:pt x="1" y="774"/>
                  </a:lnTo>
                  <a:lnTo>
                    <a:pt x="703" y="2619"/>
                  </a:lnTo>
                  <a:lnTo>
                    <a:pt x="810" y="2893"/>
                  </a:lnTo>
                  <a:lnTo>
                    <a:pt x="3668" y="10466"/>
                  </a:lnTo>
                  <a:cubicBezTo>
                    <a:pt x="3751" y="10418"/>
                    <a:pt x="3835" y="10394"/>
                    <a:pt x="3930" y="10394"/>
                  </a:cubicBezTo>
                  <a:lnTo>
                    <a:pt x="1084" y="2893"/>
                  </a:lnTo>
                  <a:lnTo>
                    <a:pt x="989" y="261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6" name="Google Shape;21646;p161"/>
            <p:cNvSpPr/>
            <p:nvPr/>
          </p:nvSpPr>
          <p:spPr>
            <a:xfrm>
              <a:off x="1113525" y="2178975"/>
              <a:ext cx="193200" cy="201825"/>
            </a:xfrm>
            <a:custGeom>
              <a:avLst/>
              <a:gdLst/>
              <a:ahLst/>
              <a:cxnLst/>
              <a:rect l="l" t="t" r="r" b="b"/>
              <a:pathLst>
                <a:path w="7728" h="8073" extrusionOk="0">
                  <a:moveTo>
                    <a:pt x="203" y="0"/>
                  </a:moveTo>
                  <a:cubicBezTo>
                    <a:pt x="143" y="84"/>
                    <a:pt x="84" y="131"/>
                    <a:pt x="0" y="179"/>
                  </a:cubicBezTo>
                  <a:lnTo>
                    <a:pt x="7501" y="8073"/>
                  </a:lnTo>
                  <a:cubicBezTo>
                    <a:pt x="7549" y="8013"/>
                    <a:pt x="7608" y="7954"/>
                    <a:pt x="7704" y="7918"/>
                  </a:cubicBezTo>
                  <a:cubicBezTo>
                    <a:pt x="7716" y="7918"/>
                    <a:pt x="7716" y="7918"/>
                    <a:pt x="7727" y="7906"/>
                  </a:cubicBezTo>
                  <a:lnTo>
                    <a:pt x="203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7" name="Google Shape;21647;p161"/>
            <p:cNvSpPr/>
            <p:nvPr/>
          </p:nvSpPr>
          <p:spPr>
            <a:xfrm>
              <a:off x="1187625" y="2041750"/>
              <a:ext cx="121175" cy="334600"/>
            </a:xfrm>
            <a:custGeom>
              <a:avLst/>
              <a:gdLst/>
              <a:ahLst/>
              <a:cxnLst/>
              <a:rect l="l" t="t" r="r" b="b"/>
              <a:pathLst>
                <a:path w="4847" h="13384" extrusionOk="0">
                  <a:moveTo>
                    <a:pt x="275" y="0"/>
                  </a:moveTo>
                  <a:lnTo>
                    <a:pt x="275" y="0"/>
                  </a:lnTo>
                  <a:cubicBezTo>
                    <a:pt x="180" y="48"/>
                    <a:pt x="96" y="72"/>
                    <a:pt x="1" y="72"/>
                  </a:cubicBezTo>
                  <a:lnTo>
                    <a:pt x="4752" y="13383"/>
                  </a:lnTo>
                  <a:cubicBezTo>
                    <a:pt x="4775" y="13371"/>
                    <a:pt x="4823" y="13347"/>
                    <a:pt x="4847" y="13335"/>
                  </a:cubicBezTo>
                  <a:lnTo>
                    <a:pt x="4835" y="12847"/>
                  </a:lnTo>
                  <a:lnTo>
                    <a:pt x="263" y="72"/>
                  </a:lnTo>
                  <a:lnTo>
                    <a:pt x="275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8" name="Google Shape;21648;p161"/>
            <p:cNvSpPr/>
            <p:nvPr/>
          </p:nvSpPr>
          <p:spPr>
            <a:xfrm>
              <a:off x="1188525" y="1816725"/>
              <a:ext cx="109275" cy="186650"/>
            </a:xfrm>
            <a:custGeom>
              <a:avLst/>
              <a:gdLst/>
              <a:ahLst/>
              <a:cxnLst/>
              <a:rect l="l" t="t" r="r" b="b"/>
              <a:pathLst>
                <a:path w="4371" h="7466" extrusionOk="0">
                  <a:moveTo>
                    <a:pt x="4144" y="0"/>
                  </a:moveTo>
                  <a:lnTo>
                    <a:pt x="1" y="7382"/>
                  </a:lnTo>
                  <a:cubicBezTo>
                    <a:pt x="84" y="7394"/>
                    <a:pt x="179" y="7430"/>
                    <a:pt x="251" y="7466"/>
                  </a:cubicBezTo>
                  <a:lnTo>
                    <a:pt x="4370" y="143"/>
                  </a:lnTo>
                  <a:cubicBezTo>
                    <a:pt x="4287" y="119"/>
                    <a:pt x="4204" y="72"/>
                    <a:pt x="414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9" name="Google Shape;21649;p161"/>
            <p:cNvSpPr/>
            <p:nvPr/>
          </p:nvSpPr>
          <p:spPr>
            <a:xfrm>
              <a:off x="1113225" y="2036700"/>
              <a:ext cx="60750" cy="102100"/>
            </a:xfrm>
            <a:custGeom>
              <a:avLst/>
              <a:gdLst/>
              <a:ahLst/>
              <a:cxnLst/>
              <a:rect l="l" t="t" r="r" b="b"/>
              <a:pathLst>
                <a:path w="2430" h="4084" extrusionOk="0">
                  <a:moveTo>
                    <a:pt x="2215" y="0"/>
                  </a:moveTo>
                  <a:lnTo>
                    <a:pt x="0" y="3893"/>
                  </a:lnTo>
                  <a:cubicBezTo>
                    <a:pt x="72" y="3953"/>
                    <a:pt x="155" y="4012"/>
                    <a:pt x="215" y="4084"/>
                  </a:cubicBezTo>
                  <a:lnTo>
                    <a:pt x="2429" y="179"/>
                  </a:lnTo>
                  <a:cubicBezTo>
                    <a:pt x="2358" y="131"/>
                    <a:pt x="2274" y="72"/>
                    <a:pt x="2215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0" name="Google Shape;21650;p161"/>
            <p:cNvSpPr/>
            <p:nvPr/>
          </p:nvSpPr>
          <p:spPr>
            <a:xfrm>
              <a:off x="1299250" y="1820900"/>
              <a:ext cx="16700" cy="554550"/>
            </a:xfrm>
            <a:custGeom>
              <a:avLst/>
              <a:gdLst/>
              <a:ahLst/>
              <a:cxnLst/>
              <a:rect l="l" t="t" r="r" b="b"/>
              <a:pathLst>
                <a:path w="668" h="22182" extrusionOk="0">
                  <a:moveTo>
                    <a:pt x="1" y="0"/>
                  </a:moveTo>
                  <a:lnTo>
                    <a:pt x="394" y="21693"/>
                  </a:lnTo>
                  <a:lnTo>
                    <a:pt x="406" y="22181"/>
                  </a:lnTo>
                  <a:cubicBezTo>
                    <a:pt x="447" y="22175"/>
                    <a:pt x="492" y="22172"/>
                    <a:pt x="537" y="22172"/>
                  </a:cubicBezTo>
                  <a:cubicBezTo>
                    <a:pt x="581" y="22172"/>
                    <a:pt x="626" y="22175"/>
                    <a:pt x="668" y="22181"/>
                  </a:cubicBezTo>
                  <a:lnTo>
                    <a:pt x="275" y="12"/>
                  </a:lnTo>
                  <a:cubicBezTo>
                    <a:pt x="235" y="17"/>
                    <a:pt x="198" y="20"/>
                    <a:pt x="161" y="20"/>
                  </a:cubicBezTo>
                  <a:cubicBezTo>
                    <a:pt x="108" y="20"/>
                    <a:pt x="57" y="14"/>
                    <a:pt x="1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1" name="Google Shape;21651;p161"/>
            <p:cNvSpPr/>
            <p:nvPr/>
          </p:nvSpPr>
          <p:spPr>
            <a:xfrm>
              <a:off x="1293600" y="1501500"/>
              <a:ext cx="11925" cy="289650"/>
            </a:xfrm>
            <a:custGeom>
              <a:avLst/>
              <a:gdLst/>
              <a:ahLst/>
              <a:cxnLst/>
              <a:rect l="l" t="t" r="r" b="b"/>
              <a:pathLst>
                <a:path w="477" h="11586" extrusionOk="0">
                  <a:moveTo>
                    <a:pt x="1" y="1"/>
                  </a:moveTo>
                  <a:lnTo>
                    <a:pt x="215" y="11585"/>
                  </a:lnTo>
                  <a:cubicBezTo>
                    <a:pt x="268" y="11563"/>
                    <a:pt x="325" y="11555"/>
                    <a:pt x="382" y="11555"/>
                  </a:cubicBezTo>
                  <a:cubicBezTo>
                    <a:pt x="414" y="11555"/>
                    <a:pt x="446" y="11557"/>
                    <a:pt x="477" y="11562"/>
                  </a:cubicBezTo>
                  <a:lnTo>
                    <a:pt x="274" y="36"/>
                  </a:lnTo>
                  <a:cubicBezTo>
                    <a:pt x="239" y="36"/>
                    <a:pt x="215" y="48"/>
                    <a:pt x="179" y="48"/>
                  </a:cubicBezTo>
                  <a:cubicBezTo>
                    <a:pt x="120" y="36"/>
                    <a:pt x="60" y="36"/>
                    <a:pt x="1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2" name="Google Shape;21652;p161"/>
            <p:cNvSpPr/>
            <p:nvPr/>
          </p:nvSpPr>
          <p:spPr>
            <a:xfrm>
              <a:off x="1418325" y="1523825"/>
              <a:ext cx="47050" cy="166425"/>
            </a:xfrm>
            <a:custGeom>
              <a:avLst/>
              <a:gdLst/>
              <a:ahLst/>
              <a:cxnLst/>
              <a:rect l="l" t="t" r="r" b="b"/>
              <a:pathLst>
                <a:path w="1882" h="6657" extrusionOk="0">
                  <a:moveTo>
                    <a:pt x="250" y="1"/>
                  </a:moveTo>
                  <a:cubicBezTo>
                    <a:pt x="238" y="1"/>
                    <a:pt x="227" y="13"/>
                    <a:pt x="227" y="13"/>
                  </a:cubicBezTo>
                  <a:cubicBezTo>
                    <a:pt x="155" y="48"/>
                    <a:pt x="72" y="72"/>
                    <a:pt x="0" y="72"/>
                  </a:cubicBezTo>
                  <a:lnTo>
                    <a:pt x="1608" y="6656"/>
                  </a:lnTo>
                  <a:cubicBezTo>
                    <a:pt x="1703" y="6621"/>
                    <a:pt x="1786" y="6597"/>
                    <a:pt x="1881" y="6597"/>
                  </a:cubicBezTo>
                  <a:lnTo>
                    <a:pt x="25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3" name="Google Shape;21653;p161"/>
            <p:cNvSpPr/>
            <p:nvPr/>
          </p:nvSpPr>
          <p:spPr>
            <a:xfrm>
              <a:off x="1083450" y="1458350"/>
              <a:ext cx="203625" cy="33050"/>
            </a:xfrm>
            <a:custGeom>
              <a:avLst/>
              <a:gdLst/>
              <a:ahLst/>
              <a:cxnLst/>
              <a:rect l="l" t="t" r="r" b="b"/>
              <a:pathLst>
                <a:path w="8145" h="1322" extrusionOk="0">
                  <a:moveTo>
                    <a:pt x="1" y="0"/>
                  </a:moveTo>
                  <a:lnTo>
                    <a:pt x="1" y="286"/>
                  </a:lnTo>
                  <a:lnTo>
                    <a:pt x="8097" y="1322"/>
                  </a:lnTo>
                  <a:lnTo>
                    <a:pt x="8097" y="1298"/>
                  </a:lnTo>
                  <a:cubicBezTo>
                    <a:pt x="8085" y="1191"/>
                    <a:pt x="8109" y="1108"/>
                    <a:pt x="8145" y="104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4" name="Google Shape;21654;p161"/>
            <p:cNvSpPr/>
            <p:nvPr/>
          </p:nvSpPr>
          <p:spPr>
            <a:xfrm>
              <a:off x="1291825" y="1342550"/>
              <a:ext cx="8050" cy="136050"/>
            </a:xfrm>
            <a:custGeom>
              <a:avLst/>
              <a:gdLst/>
              <a:ahLst/>
              <a:cxnLst/>
              <a:rect l="l" t="t" r="r" b="b"/>
              <a:pathLst>
                <a:path w="322" h="5442" extrusionOk="0">
                  <a:moveTo>
                    <a:pt x="0" y="1"/>
                  </a:moveTo>
                  <a:lnTo>
                    <a:pt x="60" y="5442"/>
                  </a:lnTo>
                  <a:cubicBezTo>
                    <a:pt x="119" y="5406"/>
                    <a:pt x="179" y="5406"/>
                    <a:pt x="238" y="5406"/>
                  </a:cubicBezTo>
                  <a:cubicBezTo>
                    <a:pt x="274" y="5406"/>
                    <a:pt x="298" y="5406"/>
                    <a:pt x="322" y="5418"/>
                  </a:cubicBezTo>
                  <a:lnTo>
                    <a:pt x="274" y="96"/>
                  </a:lnTo>
                  <a:cubicBezTo>
                    <a:pt x="179" y="72"/>
                    <a:pt x="72" y="48"/>
                    <a:pt x="0" y="1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5" name="Google Shape;21655;p161"/>
            <p:cNvSpPr/>
            <p:nvPr/>
          </p:nvSpPr>
          <p:spPr>
            <a:xfrm>
              <a:off x="1688000" y="15446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6" name="Google Shape;21656;p161"/>
            <p:cNvSpPr/>
            <p:nvPr/>
          </p:nvSpPr>
          <p:spPr>
            <a:xfrm>
              <a:off x="1309675" y="1487525"/>
              <a:ext cx="94675" cy="19650"/>
            </a:xfrm>
            <a:custGeom>
              <a:avLst/>
              <a:gdLst/>
              <a:ahLst/>
              <a:cxnLst/>
              <a:rect l="l" t="t" r="r" b="b"/>
              <a:pathLst>
                <a:path w="3787" h="786" extrusionOk="0">
                  <a:moveTo>
                    <a:pt x="12" y="0"/>
                  </a:moveTo>
                  <a:cubicBezTo>
                    <a:pt x="36" y="24"/>
                    <a:pt x="36" y="72"/>
                    <a:pt x="36" y="95"/>
                  </a:cubicBezTo>
                  <a:cubicBezTo>
                    <a:pt x="36" y="155"/>
                    <a:pt x="12" y="214"/>
                    <a:pt x="1" y="262"/>
                  </a:cubicBezTo>
                  <a:lnTo>
                    <a:pt x="3668" y="786"/>
                  </a:lnTo>
                  <a:cubicBezTo>
                    <a:pt x="3680" y="691"/>
                    <a:pt x="3727" y="607"/>
                    <a:pt x="3787" y="536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7" name="Google Shape;21657;p161"/>
            <p:cNvSpPr/>
            <p:nvPr/>
          </p:nvSpPr>
          <p:spPr>
            <a:xfrm>
              <a:off x="1687700" y="1545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8" name="Google Shape;21658;p161"/>
            <p:cNvSpPr/>
            <p:nvPr/>
          </p:nvSpPr>
          <p:spPr>
            <a:xfrm>
              <a:off x="1430825" y="1504475"/>
              <a:ext cx="247675" cy="41700"/>
            </a:xfrm>
            <a:custGeom>
              <a:avLst/>
              <a:gdLst/>
              <a:ahLst/>
              <a:cxnLst/>
              <a:rect l="l" t="t" r="r" b="b"/>
              <a:pathLst>
                <a:path w="9907" h="1668" extrusionOk="0">
                  <a:moveTo>
                    <a:pt x="0" y="1"/>
                  </a:moveTo>
                  <a:lnTo>
                    <a:pt x="0" y="1"/>
                  </a:lnTo>
                  <a:cubicBezTo>
                    <a:pt x="48" y="108"/>
                    <a:pt x="72" y="191"/>
                    <a:pt x="48" y="287"/>
                  </a:cubicBezTo>
                  <a:lnTo>
                    <a:pt x="9799" y="1668"/>
                  </a:lnTo>
                  <a:lnTo>
                    <a:pt x="9906" y="1596"/>
                  </a:lnTo>
                  <a:lnTo>
                    <a:pt x="9478" y="1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9" name="Google Shape;21659;p16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lnTo>
                    <a:pt x="1" y="24"/>
                  </a:lnTo>
                  <a:cubicBezTo>
                    <a:pt x="1" y="1"/>
                    <a:pt x="1" y="24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0" name="Google Shape;21660;p161"/>
            <p:cNvSpPr/>
            <p:nvPr/>
          </p:nvSpPr>
          <p:spPr>
            <a:xfrm>
              <a:off x="1687700" y="15455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1" name="Google Shape;21661;p161"/>
            <p:cNvSpPr/>
            <p:nvPr/>
          </p:nvSpPr>
          <p:spPr>
            <a:xfrm>
              <a:off x="1476075" y="1544675"/>
              <a:ext cx="211050" cy="154800"/>
            </a:xfrm>
            <a:custGeom>
              <a:avLst/>
              <a:gdLst/>
              <a:ahLst/>
              <a:cxnLst/>
              <a:rect l="l" t="t" r="r" b="b"/>
              <a:pathLst>
                <a:path w="8442" h="6192" extrusionOk="0">
                  <a:moveTo>
                    <a:pt x="8096" y="0"/>
                  </a:moveTo>
                  <a:lnTo>
                    <a:pt x="7989" y="72"/>
                  </a:lnTo>
                  <a:lnTo>
                    <a:pt x="0" y="5965"/>
                  </a:lnTo>
                  <a:cubicBezTo>
                    <a:pt x="60" y="6025"/>
                    <a:pt x="119" y="6084"/>
                    <a:pt x="143" y="6179"/>
                  </a:cubicBezTo>
                  <a:cubicBezTo>
                    <a:pt x="143" y="6179"/>
                    <a:pt x="143" y="6191"/>
                    <a:pt x="155" y="6191"/>
                  </a:cubicBezTo>
                  <a:lnTo>
                    <a:pt x="8442" y="95"/>
                  </a:lnTo>
                  <a:lnTo>
                    <a:pt x="8442" y="95"/>
                  </a:lnTo>
                  <a:cubicBezTo>
                    <a:pt x="8418" y="107"/>
                    <a:pt x="8418" y="107"/>
                    <a:pt x="8406" y="107"/>
                  </a:cubicBezTo>
                  <a:lnTo>
                    <a:pt x="8394" y="107"/>
                  </a:lnTo>
                  <a:cubicBezTo>
                    <a:pt x="8370" y="107"/>
                    <a:pt x="8358" y="119"/>
                    <a:pt x="8346" y="119"/>
                  </a:cubicBezTo>
                  <a:lnTo>
                    <a:pt x="8299" y="119"/>
                  </a:lnTo>
                  <a:cubicBezTo>
                    <a:pt x="8287" y="119"/>
                    <a:pt x="8287" y="119"/>
                    <a:pt x="8275" y="107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2" name="Google Shape;21662;p161"/>
            <p:cNvSpPr/>
            <p:nvPr/>
          </p:nvSpPr>
          <p:spPr>
            <a:xfrm>
              <a:off x="1688000" y="15446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3" name="Google Shape;21663;p161"/>
            <p:cNvSpPr/>
            <p:nvPr/>
          </p:nvSpPr>
          <p:spPr>
            <a:xfrm>
              <a:off x="1681750" y="1319350"/>
              <a:ext cx="26225" cy="225050"/>
            </a:xfrm>
            <a:custGeom>
              <a:avLst/>
              <a:gdLst/>
              <a:ahLst/>
              <a:cxnLst/>
              <a:rect l="l" t="t" r="r" b="b"/>
              <a:pathLst>
                <a:path w="1049" h="9002" extrusionOk="0">
                  <a:moveTo>
                    <a:pt x="750" y="0"/>
                  </a:moveTo>
                  <a:lnTo>
                    <a:pt x="0" y="8763"/>
                  </a:lnTo>
                  <a:lnTo>
                    <a:pt x="191" y="8870"/>
                  </a:lnTo>
                  <a:cubicBezTo>
                    <a:pt x="238" y="8894"/>
                    <a:pt x="274" y="8942"/>
                    <a:pt x="274" y="9001"/>
                  </a:cubicBezTo>
                  <a:lnTo>
                    <a:pt x="1048" y="0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4" name="Google Shape;21664;p161"/>
            <p:cNvSpPr/>
            <p:nvPr/>
          </p:nvSpPr>
          <p:spPr>
            <a:xfrm>
              <a:off x="1687100" y="1546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24"/>
                  </a:moveTo>
                  <a:cubicBezTo>
                    <a:pt x="1" y="24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ubicBezTo>
                    <a:pt x="1" y="1"/>
                    <a:pt x="1" y="1"/>
                    <a:pt x="1" y="24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5" name="Google Shape;21665;p161"/>
            <p:cNvSpPr/>
            <p:nvPr/>
          </p:nvSpPr>
          <p:spPr>
            <a:xfrm>
              <a:off x="1684125" y="154765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lnTo>
                    <a:pt x="24" y="0"/>
                  </a:lnTo>
                  <a:cubicBezTo>
                    <a:pt x="12" y="0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6" name="Google Shape;21666;p161"/>
            <p:cNvSpPr/>
            <p:nvPr/>
          </p:nvSpPr>
          <p:spPr>
            <a:xfrm>
              <a:off x="1687700" y="15455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13"/>
                  </a:lnTo>
                  <a:lnTo>
                    <a:pt x="0" y="13"/>
                  </a:lnTo>
                  <a:cubicBezTo>
                    <a:pt x="0" y="1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7" name="Google Shape;21667;p161"/>
            <p:cNvSpPr/>
            <p:nvPr/>
          </p:nvSpPr>
          <p:spPr>
            <a:xfrm>
              <a:off x="1684725" y="1547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8" name="Google Shape;21668;p161"/>
            <p:cNvSpPr/>
            <p:nvPr/>
          </p:nvSpPr>
          <p:spPr>
            <a:xfrm>
              <a:off x="1323375" y="1333625"/>
              <a:ext cx="364650" cy="214350"/>
            </a:xfrm>
            <a:custGeom>
              <a:avLst/>
              <a:gdLst/>
              <a:ahLst/>
              <a:cxnLst/>
              <a:rect l="l" t="t" r="r" b="b"/>
              <a:pathLst>
                <a:path w="14586" h="8574" extrusionOk="0">
                  <a:moveTo>
                    <a:pt x="203" y="1"/>
                  </a:moveTo>
                  <a:cubicBezTo>
                    <a:pt x="143" y="84"/>
                    <a:pt x="84" y="155"/>
                    <a:pt x="0" y="215"/>
                  </a:cubicBezTo>
                  <a:lnTo>
                    <a:pt x="13752" y="8204"/>
                  </a:lnTo>
                  <a:lnTo>
                    <a:pt x="14192" y="8454"/>
                  </a:lnTo>
                  <a:lnTo>
                    <a:pt x="14371" y="8561"/>
                  </a:lnTo>
                  <a:cubicBezTo>
                    <a:pt x="14383" y="8561"/>
                    <a:pt x="14383" y="8573"/>
                    <a:pt x="14395" y="8573"/>
                  </a:cubicBezTo>
                  <a:lnTo>
                    <a:pt x="14442" y="8573"/>
                  </a:lnTo>
                  <a:cubicBezTo>
                    <a:pt x="14454" y="8573"/>
                    <a:pt x="14466" y="8573"/>
                    <a:pt x="14490" y="8561"/>
                  </a:cubicBezTo>
                  <a:lnTo>
                    <a:pt x="14502" y="8561"/>
                  </a:lnTo>
                  <a:cubicBezTo>
                    <a:pt x="14514" y="8561"/>
                    <a:pt x="14514" y="8549"/>
                    <a:pt x="14526" y="8549"/>
                  </a:cubicBezTo>
                  <a:cubicBezTo>
                    <a:pt x="14550" y="8537"/>
                    <a:pt x="14550" y="8537"/>
                    <a:pt x="14550" y="8514"/>
                  </a:cubicBezTo>
                  <a:lnTo>
                    <a:pt x="14550" y="8502"/>
                  </a:lnTo>
                  <a:lnTo>
                    <a:pt x="14550" y="8490"/>
                  </a:lnTo>
                  <a:lnTo>
                    <a:pt x="14550" y="8478"/>
                  </a:lnTo>
                  <a:cubicBezTo>
                    <a:pt x="14585" y="8383"/>
                    <a:pt x="14573" y="8335"/>
                    <a:pt x="14514" y="8311"/>
                  </a:cubicBezTo>
                  <a:lnTo>
                    <a:pt x="14323" y="8204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rgbClr val="CBD7D8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9" name="Google Shape;21669;p161"/>
            <p:cNvSpPr/>
            <p:nvPr/>
          </p:nvSpPr>
          <p:spPr>
            <a:xfrm>
              <a:off x="1273950" y="1318750"/>
              <a:ext cx="60750" cy="26600"/>
            </a:xfrm>
            <a:custGeom>
              <a:avLst/>
              <a:gdLst/>
              <a:ahLst/>
              <a:cxnLst/>
              <a:rect l="l" t="t" r="r" b="b"/>
              <a:pathLst>
                <a:path w="2430" h="1064" extrusionOk="0">
                  <a:moveTo>
                    <a:pt x="1" y="0"/>
                  </a:moveTo>
                  <a:cubicBezTo>
                    <a:pt x="13" y="119"/>
                    <a:pt x="60" y="250"/>
                    <a:pt x="120" y="369"/>
                  </a:cubicBezTo>
                  <a:cubicBezTo>
                    <a:pt x="251" y="643"/>
                    <a:pt x="465" y="834"/>
                    <a:pt x="715" y="953"/>
                  </a:cubicBezTo>
                  <a:cubicBezTo>
                    <a:pt x="810" y="1000"/>
                    <a:pt x="894" y="1012"/>
                    <a:pt x="989" y="1048"/>
                  </a:cubicBezTo>
                  <a:cubicBezTo>
                    <a:pt x="1062" y="1058"/>
                    <a:pt x="1135" y="1063"/>
                    <a:pt x="1209" y="1063"/>
                  </a:cubicBezTo>
                  <a:cubicBezTo>
                    <a:pt x="1401" y="1063"/>
                    <a:pt x="1594" y="1027"/>
                    <a:pt x="1775" y="941"/>
                  </a:cubicBezTo>
                  <a:cubicBezTo>
                    <a:pt x="1858" y="893"/>
                    <a:pt x="1941" y="858"/>
                    <a:pt x="2001" y="786"/>
                  </a:cubicBezTo>
                  <a:cubicBezTo>
                    <a:pt x="2072" y="727"/>
                    <a:pt x="2132" y="655"/>
                    <a:pt x="2192" y="584"/>
                  </a:cubicBezTo>
                  <a:cubicBezTo>
                    <a:pt x="2322" y="417"/>
                    <a:pt x="2394" y="215"/>
                    <a:pt x="2430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0" name="Google Shape;21670;p161"/>
            <p:cNvSpPr/>
            <p:nvPr/>
          </p:nvSpPr>
          <p:spPr>
            <a:xfrm>
              <a:off x="1159350" y="2001350"/>
              <a:ext cx="50050" cy="42850"/>
            </a:xfrm>
            <a:custGeom>
              <a:avLst/>
              <a:gdLst/>
              <a:ahLst/>
              <a:cxnLst/>
              <a:rect l="l" t="t" r="r" b="b"/>
              <a:pathLst>
                <a:path w="2002" h="1714" extrusionOk="0">
                  <a:moveTo>
                    <a:pt x="1013" y="0"/>
                  </a:moveTo>
                  <a:cubicBezTo>
                    <a:pt x="968" y="0"/>
                    <a:pt x="924" y="3"/>
                    <a:pt x="882" y="9"/>
                  </a:cubicBezTo>
                  <a:cubicBezTo>
                    <a:pt x="787" y="21"/>
                    <a:pt x="703" y="57"/>
                    <a:pt x="608" y="81"/>
                  </a:cubicBezTo>
                  <a:cubicBezTo>
                    <a:pt x="179" y="295"/>
                    <a:pt x="1" y="807"/>
                    <a:pt x="227" y="1247"/>
                  </a:cubicBezTo>
                  <a:cubicBezTo>
                    <a:pt x="251" y="1307"/>
                    <a:pt x="299" y="1366"/>
                    <a:pt x="346" y="1426"/>
                  </a:cubicBezTo>
                  <a:cubicBezTo>
                    <a:pt x="406" y="1497"/>
                    <a:pt x="477" y="1557"/>
                    <a:pt x="549" y="1605"/>
                  </a:cubicBezTo>
                  <a:cubicBezTo>
                    <a:pt x="709" y="1669"/>
                    <a:pt x="898" y="1714"/>
                    <a:pt x="1072" y="1714"/>
                  </a:cubicBezTo>
                  <a:cubicBezTo>
                    <a:pt x="1092" y="1714"/>
                    <a:pt x="1112" y="1713"/>
                    <a:pt x="1132" y="1712"/>
                  </a:cubicBezTo>
                  <a:cubicBezTo>
                    <a:pt x="1227" y="1688"/>
                    <a:pt x="1311" y="1664"/>
                    <a:pt x="1406" y="1628"/>
                  </a:cubicBezTo>
                  <a:lnTo>
                    <a:pt x="1489" y="1593"/>
                  </a:lnTo>
                  <a:cubicBezTo>
                    <a:pt x="1846" y="1343"/>
                    <a:pt x="2001" y="878"/>
                    <a:pt x="1787" y="473"/>
                  </a:cubicBezTo>
                  <a:cubicBezTo>
                    <a:pt x="1703" y="307"/>
                    <a:pt x="1561" y="176"/>
                    <a:pt x="1418" y="104"/>
                  </a:cubicBezTo>
                  <a:cubicBezTo>
                    <a:pt x="1322" y="57"/>
                    <a:pt x="1239" y="21"/>
                    <a:pt x="1144" y="9"/>
                  </a:cubicBezTo>
                  <a:cubicBezTo>
                    <a:pt x="1102" y="3"/>
                    <a:pt x="1058" y="0"/>
                    <a:pt x="1013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1" name="Google Shape;21671;p161"/>
            <p:cNvSpPr/>
            <p:nvPr/>
          </p:nvSpPr>
          <p:spPr>
            <a:xfrm>
              <a:off x="1083450" y="2128475"/>
              <a:ext cx="44675" cy="61325"/>
            </a:xfrm>
            <a:custGeom>
              <a:avLst/>
              <a:gdLst/>
              <a:ahLst/>
              <a:cxnLst/>
              <a:rect l="l" t="t" r="r" b="b"/>
              <a:pathLst>
                <a:path w="1787" h="2453" extrusionOk="0">
                  <a:moveTo>
                    <a:pt x="465" y="1"/>
                  </a:moveTo>
                  <a:cubicBezTo>
                    <a:pt x="309" y="1"/>
                    <a:pt x="151" y="30"/>
                    <a:pt x="1" y="91"/>
                  </a:cubicBezTo>
                  <a:lnTo>
                    <a:pt x="1" y="2366"/>
                  </a:lnTo>
                  <a:cubicBezTo>
                    <a:pt x="148" y="2422"/>
                    <a:pt x="312" y="2452"/>
                    <a:pt x="479" y="2452"/>
                  </a:cubicBezTo>
                  <a:cubicBezTo>
                    <a:pt x="660" y="2452"/>
                    <a:pt x="845" y="2416"/>
                    <a:pt x="1013" y="2342"/>
                  </a:cubicBezTo>
                  <a:cubicBezTo>
                    <a:pt x="1072" y="2306"/>
                    <a:pt x="1144" y="2258"/>
                    <a:pt x="1203" y="2223"/>
                  </a:cubicBezTo>
                  <a:cubicBezTo>
                    <a:pt x="1263" y="2139"/>
                    <a:pt x="1346" y="2080"/>
                    <a:pt x="1406" y="2020"/>
                  </a:cubicBezTo>
                  <a:cubicBezTo>
                    <a:pt x="1715" y="1663"/>
                    <a:pt x="1787" y="1127"/>
                    <a:pt x="1560" y="687"/>
                  </a:cubicBezTo>
                  <a:cubicBezTo>
                    <a:pt x="1513" y="592"/>
                    <a:pt x="1465" y="508"/>
                    <a:pt x="1406" y="437"/>
                  </a:cubicBezTo>
                  <a:cubicBezTo>
                    <a:pt x="1346" y="353"/>
                    <a:pt x="1263" y="294"/>
                    <a:pt x="1191" y="234"/>
                  </a:cubicBezTo>
                  <a:cubicBezTo>
                    <a:pt x="989" y="84"/>
                    <a:pt x="730" y="1"/>
                    <a:pt x="465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2" name="Google Shape;21672;p161"/>
            <p:cNvSpPr/>
            <p:nvPr/>
          </p:nvSpPr>
          <p:spPr>
            <a:xfrm>
              <a:off x="1288250" y="1790575"/>
              <a:ext cx="32175" cy="31125"/>
            </a:xfrm>
            <a:custGeom>
              <a:avLst/>
              <a:gdLst/>
              <a:ahLst/>
              <a:cxnLst/>
              <a:rect l="l" t="t" r="r" b="b"/>
              <a:pathLst>
                <a:path w="1287" h="1245" extrusionOk="0">
                  <a:moveTo>
                    <a:pt x="577" y="1"/>
                  </a:moveTo>
                  <a:cubicBezTo>
                    <a:pt x="530" y="1"/>
                    <a:pt x="477" y="14"/>
                    <a:pt x="429" y="34"/>
                  </a:cubicBezTo>
                  <a:lnTo>
                    <a:pt x="334" y="82"/>
                  </a:lnTo>
                  <a:cubicBezTo>
                    <a:pt x="167" y="165"/>
                    <a:pt x="60" y="320"/>
                    <a:pt x="12" y="499"/>
                  </a:cubicBezTo>
                  <a:cubicBezTo>
                    <a:pt x="0" y="582"/>
                    <a:pt x="0" y="677"/>
                    <a:pt x="12" y="761"/>
                  </a:cubicBezTo>
                  <a:lnTo>
                    <a:pt x="60" y="892"/>
                  </a:lnTo>
                  <a:cubicBezTo>
                    <a:pt x="84" y="951"/>
                    <a:pt x="119" y="999"/>
                    <a:pt x="155" y="1058"/>
                  </a:cubicBezTo>
                  <a:cubicBezTo>
                    <a:pt x="215" y="1130"/>
                    <a:pt x="310" y="1177"/>
                    <a:pt x="381" y="1213"/>
                  </a:cubicBezTo>
                  <a:cubicBezTo>
                    <a:pt x="393" y="1213"/>
                    <a:pt x="417" y="1225"/>
                    <a:pt x="429" y="1225"/>
                  </a:cubicBezTo>
                  <a:cubicBezTo>
                    <a:pt x="478" y="1239"/>
                    <a:pt x="531" y="1245"/>
                    <a:pt x="583" y="1245"/>
                  </a:cubicBezTo>
                  <a:cubicBezTo>
                    <a:pt x="620" y="1245"/>
                    <a:pt x="656" y="1242"/>
                    <a:pt x="691" y="1237"/>
                  </a:cubicBezTo>
                  <a:cubicBezTo>
                    <a:pt x="750" y="1225"/>
                    <a:pt x="798" y="1213"/>
                    <a:pt x="858" y="1177"/>
                  </a:cubicBezTo>
                  <a:cubicBezTo>
                    <a:pt x="1167" y="1034"/>
                    <a:pt x="1286" y="653"/>
                    <a:pt x="1131" y="356"/>
                  </a:cubicBezTo>
                  <a:cubicBezTo>
                    <a:pt x="1036" y="165"/>
                    <a:pt x="858" y="46"/>
                    <a:pt x="667" y="22"/>
                  </a:cubicBezTo>
                  <a:cubicBezTo>
                    <a:pt x="642" y="7"/>
                    <a:pt x="611" y="1"/>
                    <a:pt x="57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3" name="Google Shape;21673;p161"/>
            <p:cNvSpPr/>
            <p:nvPr/>
          </p:nvSpPr>
          <p:spPr>
            <a:xfrm>
              <a:off x="1297475" y="2375200"/>
              <a:ext cx="32775" cy="30800"/>
            </a:xfrm>
            <a:custGeom>
              <a:avLst/>
              <a:gdLst/>
              <a:ahLst/>
              <a:cxnLst/>
              <a:rect l="l" t="t" r="r" b="b"/>
              <a:pathLst>
                <a:path w="1311" h="1232" extrusionOk="0">
                  <a:moveTo>
                    <a:pt x="608" y="0"/>
                  </a:moveTo>
                  <a:cubicBezTo>
                    <a:pt x="563" y="0"/>
                    <a:pt x="518" y="3"/>
                    <a:pt x="477" y="9"/>
                  </a:cubicBezTo>
                  <a:cubicBezTo>
                    <a:pt x="429" y="33"/>
                    <a:pt x="393" y="33"/>
                    <a:pt x="369" y="57"/>
                  </a:cubicBezTo>
                  <a:cubicBezTo>
                    <a:pt x="358" y="57"/>
                    <a:pt x="358" y="57"/>
                    <a:pt x="346" y="69"/>
                  </a:cubicBezTo>
                  <a:cubicBezTo>
                    <a:pt x="262" y="117"/>
                    <a:pt x="191" y="164"/>
                    <a:pt x="143" y="224"/>
                  </a:cubicBezTo>
                  <a:lnTo>
                    <a:pt x="60" y="355"/>
                  </a:lnTo>
                  <a:cubicBezTo>
                    <a:pt x="12" y="450"/>
                    <a:pt x="0" y="533"/>
                    <a:pt x="0" y="628"/>
                  </a:cubicBezTo>
                  <a:cubicBezTo>
                    <a:pt x="0" y="712"/>
                    <a:pt x="12" y="807"/>
                    <a:pt x="60" y="890"/>
                  </a:cubicBezTo>
                  <a:cubicBezTo>
                    <a:pt x="160" y="1108"/>
                    <a:pt x="373" y="1232"/>
                    <a:pt x="594" y="1232"/>
                  </a:cubicBezTo>
                  <a:cubicBezTo>
                    <a:pt x="687" y="1232"/>
                    <a:pt x="781" y="1210"/>
                    <a:pt x="870" y="1164"/>
                  </a:cubicBezTo>
                  <a:cubicBezTo>
                    <a:pt x="1191" y="1009"/>
                    <a:pt x="1310" y="640"/>
                    <a:pt x="1143" y="343"/>
                  </a:cubicBezTo>
                  <a:cubicBezTo>
                    <a:pt x="1048" y="164"/>
                    <a:pt x="905" y="57"/>
                    <a:pt x="739" y="9"/>
                  </a:cubicBezTo>
                  <a:cubicBezTo>
                    <a:pt x="697" y="3"/>
                    <a:pt x="652" y="0"/>
                    <a:pt x="60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4" name="Google Shape;21674;p161"/>
            <p:cNvSpPr/>
            <p:nvPr/>
          </p:nvSpPr>
          <p:spPr>
            <a:xfrm>
              <a:off x="1445100" y="1689025"/>
              <a:ext cx="39025" cy="34575"/>
            </a:xfrm>
            <a:custGeom>
              <a:avLst/>
              <a:gdLst/>
              <a:ahLst/>
              <a:cxnLst/>
              <a:rect l="l" t="t" r="r" b="b"/>
              <a:pathLst>
                <a:path w="1561" h="1383" extrusionOk="0">
                  <a:moveTo>
                    <a:pt x="787" y="1"/>
                  </a:moveTo>
                  <a:cubicBezTo>
                    <a:pt x="703" y="1"/>
                    <a:pt x="608" y="13"/>
                    <a:pt x="525" y="60"/>
                  </a:cubicBezTo>
                  <a:cubicBezTo>
                    <a:pt x="501" y="60"/>
                    <a:pt x="489" y="72"/>
                    <a:pt x="477" y="72"/>
                  </a:cubicBezTo>
                  <a:cubicBezTo>
                    <a:pt x="132" y="239"/>
                    <a:pt x="1" y="655"/>
                    <a:pt x="168" y="1001"/>
                  </a:cubicBezTo>
                  <a:cubicBezTo>
                    <a:pt x="277" y="1245"/>
                    <a:pt x="530" y="1382"/>
                    <a:pt x="782" y="1382"/>
                  </a:cubicBezTo>
                  <a:cubicBezTo>
                    <a:pt x="886" y="1382"/>
                    <a:pt x="990" y="1359"/>
                    <a:pt x="1084" y="1310"/>
                  </a:cubicBezTo>
                  <a:cubicBezTo>
                    <a:pt x="1430" y="1144"/>
                    <a:pt x="1561" y="727"/>
                    <a:pt x="1394" y="405"/>
                  </a:cubicBezTo>
                  <a:cubicBezTo>
                    <a:pt x="1394" y="405"/>
                    <a:pt x="1394" y="394"/>
                    <a:pt x="1382" y="394"/>
                  </a:cubicBezTo>
                  <a:cubicBezTo>
                    <a:pt x="1358" y="310"/>
                    <a:pt x="1311" y="239"/>
                    <a:pt x="1251" y="179"/>
                  </a:cubicBezTo>
                  <a:cubicBezTo>
                    <a:pt x="1132" y="60"/>
                    <a:pt x="953" y="1"/>
                    <a:pt x="787" y="1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5" name="Google Shape;21675;p161"/>
            <p:cNvSpPr/>
            <p:nvPr/>
          </p:nvSpPr>
          <p:spPr>
            <a:xfrm>
              <a:off x="1285875" y="1477700"/>
              <a:ext cx="24725" cy="24425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488" y="0"/>
                  </a:moveTo>
                  <a:cubicBezTo>
                    <a:pt x="429" y="0"/>
                    <a:pt x="369" y="12"/>
                    <a:pt x="310" y="36"/>
                  </a:cubicBezTo>
                  <a:cubicBezTo>
                    <a:pt x="214" y="72"/>
                    <a:pt x="119" y="155"/>
                    <a:pt x="60" y="250"/>
                  </a:cubicBezTo>
                  <a:cubicBezTo>
                    <a:pt x="12" y="334"/>
                    <a:pt x="0" y="405"/>
                    <a:pt x="0" y="488"/>
                  </a:cubicBezTo>
                  <a:lnTo>
                    <a:pt x="0" y="524"/>
                  </a:lnTo>
                  <a:cubicBezTo>
                    <a:pt x="12" y="715"/>
                    <a:pt x="131" y="881"/>
                    <a:pt x="310" y="953"/>
                  </a:cubicBezTo>
                  <a:cubicBezTo>
                    <a:pt x="369" y="965"/>
                    <a:pt x="429" y="977"/>
                    <a:pt x="488" y="977"/>
                  </a:cubicBezTo>
                  <a:cubicBezTo>
                    <a:pt x="524" y="977"/>
                    <a:pt x="548" y="977"/>
                    <a:pt x="583" y="965"/>
                  </a:cubicBezTo>
                  <a:cubicBezTo>
                    <a:pt x="750" y="941"/>
                    <a:pt x="893" y="798"/>
                    <a:pt x="941" y="655"/>
                  </a:cubicBezTo>
                  <a:cubicBezTo>
                    <a:pt x="953" y="596"/>
                    <a:pt x="964" y="548"/>
                    <a:pt x="964" y="488"/>
                  </a:cubicBezTo>
                  <a:cubicBezTo>
                    <a:pt x="988" y="465"/>
                    <a:pt x="964" y="417"/>
                    <a:pt x="964" y="393"/>
                  </a:cubicBezTo>
                  <a:cubicBezTo>
                    <a:pt x="929" y="191"/>
                    <a:pt x="774" y="48"/>
                    <a:pt x="583" y="12"/>
                  </a:cubicBezTo>
                  <a:cubicBezTo>
                    <a:pt x="548" y="12"/>
                    <a:pt x="524" y="0"/>
                    <a:pt x="488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6" name="Google Shape;21676;p161"/>
            <p:cNvSpPr/>
            <p:nvPr/>
          </p:nvSpPr>
          <p:spPr>
            <a:xfrm>
              <a:off x="1400175" y="1494100"/>
              <a:ext cx="32750" cy="31300"/>
            </a:xfrm>
            <a:custGeom>
              <a:avLst/>
              <a:gdLst/>
              <a:ahLst/>
              <a:cxnLst/>
              <a:rect l="l" t="t" r="r" b="b"/>
              <a:pathLst>
                <a:path w="1310" h="1252" extrusionOk="0">
                  <a:moveTo>
                    <a:pt x="646" y="0"/>
                  </a:moveTo>
                  <a:cubicBezTo>
                    <a:pt x="553" y="0"/>
                    <a:pt x="458" y="22"/>
                    <a:pt x="369" y="70"/>
                  </a:cubicBezTo>
                  <a:cubicBezTo>
                    <a:pt x="286" y="118"/>
                    <a:pt x="202" y="178"/>
                    <a:pt x="143" y="249"/>
                  </a:cubicBezTo>
                  <a:cubicBezTo>
                    <a:pt x="83" y="321"/>
                    <a:pt x="48" y="416"/>
                    <a:pt x="24" y="499"/>
                  </a:cubicBezTo>
                  <a:cubicBezTo>
                    <a:pt x="0" y="642"/>
                    <a:pt x="12" y="773"/>
                    <a:pt x="83" y="904"/>
                  </a:cubicBezTo>
                  <a:cubicBezTo>
                    <a:pt x="193" y="1123"/>
                    <a:pt x="414" y="1252"/>
                    <a:pt x="644" y="1252"/>
                  </a:cubicBezTo>
                  <a:cubicBezTo>
                    <a:pt x="664" y="1252"/>
                    <a:pt x="683" y="1251"/>
                    <a:pt x="702" y="1249"/>
                  </a:cubicBezTo>
                  <a:cubicBezTo>
                    <a:pt x="774" y="1249"/>
                    <a:pt x="845" y="1213"/>
                    <a:pt x="917" y="1190"/>
                  </a:cubicBezTo>
                  <a:cubicBezTo>
                    <a:pt x="929" y="1194"/>
                    <a:pt x="938" y="1195"/>
                    <a:pt x="945" y="1195"/>
                  </a:cubicBezTo>
                  <a:cubicBezTo>
                    <a:pt x="960" y="1195"/>
                    <a:pt x="968" y="1190"/>
                    <a:pt x="976" y="1190"/>
                  </a:cubicBezTo>
                  <a:cubicBezTo>
                    <a:pt x="1155" y="1083"/>
                    <a:pt x="1274" y="904"/>
                    <a:pt x="1298" y="702"/>
                  </a:cubicBezTo>
                  <a:cubicBezTo>
                    <a:pt x="1310" y="606"/>
                    <a:pt x="1298" y="499"/>
                    <a:pt x="1250" y="416"/>
                  </a:cubicBezTo>
                  <a:cubicBezTo>
                    <a:pt x="1250" y="404"/>
                    <a:pt x="1226" y="392"/>
                    <a:pt x="1214" y="356"/>
                  </a:cubicBezTo>
                  <a:cubicBezTo>
                    <a:pt x="1096" y="136"/>
                    <a:pt x="875" y="0"/>
                    <a:pt x="646" y="0"/>
                  </a:cubicBezTo>
                  <a:close/>
                </a:path>
              </a:pathLst>
            </a:custGeom>
            <a:solidFill>
              <a:srgbClr val="8E0404"/>
            </a:solidFill>
            <a:ln>
              <a:noFill/>
            </a:ln>
          </p:spPr>
          <p:txBody>
            <a:bodyPr spcFirstLastPara="1" wrap="square" lIns="243800" tIns="243800" rIns="243800" bIns="2438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26" Type="http://schemas.openxmlformats.org/officeDocument/2006/relationships/slideLayout" Target="../slideLayouts/slideLayout41.xml"/><Relationship Id="rId3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36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5" Type="http://schemas.openxmlformats.org/officeDocument/2006/relationships/slideLayout" Target="../slideLayouts/slideLayout40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slideLayout" Target="../slideLayouts/slideLayout35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23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Relationship Id="rId22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4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1.xml"/><Relationship Id="rId13" Type="http://schemas.openxmlformats.org/officeDocument/2006/relationships/slideLayout" Target="../slideLayouts/slideLayout56.xml"/><Relationship Id="rId18" Type="http://schemas.openxmlformats.org/officeDocument/2006/relationships/slideLayout" Target="../slideLayouts/slideLayout61.xml"/><Relationship Id="rId26" Type="http://schemas.openxmlformats.org/officeDocument/2006/relationships/slideLayout" Target="../slideLayouts/slideLayout69.xml"/><Relationship Id="rId3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64.xml"/><Relationship Id="rId7" Type="http://schemas.openxmlformats.org/officeDocument/2006/relationships/slideLayout" Target="../slideLayouts/slideLayout50.xml"/><Relationship Id="rId12" Type="http://schemas.openxmlformats.org/officeDocument/2006/relationships/slideLayout" Target="../slideLayouts/slideLayout55.xml"/><Relationship Id="rId17" Type="http://schemas.openxmlformats.org/officeDocument/2006/relationships/slideLayout" Target="../slideLayouts/slideLayout60.xml"/><Relationship Id="rId25" Type="http://schemas.openxmlformats.org/officeDocument/2006/relationships/slideLayout" Target="../slideLayouts/slideLayout68.xml"/><Relationship Id="rId2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63.xml"/><Relationship Id="rId29" Type="http://schemas.openxmlformats.org/officeDocument/2006/relationships/theme" Target="../theme/theme3.xml"/><Relationship Id="rId1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9.xml"/><Relationship Id="rId1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67.xml"/><Relationship Id="rId5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58.xml"/><Relationship Id="rId23" Type="http://schemas.openxmlformats.org/officeDocument/2006/relationships/slideLayout" Target="../slideLayouts/slideLayout66.xml"/><Relationship Id="rId28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62.xml"/><Relationship Id="rId4" Type="http://schemas.openxmlformats.org/officeDocument/2006/relationships/slideLayout" Target="../slideLayouts/slideLayout47.xml"/><Relationship Id="rId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57.xml"/><Relationship Id="rId22" Type="http://schemas.openxmlformats.org/officeDocument/2006/relationships/slideLayout" Target="../slideLayouts/slideLayout65.xml"/><Relationship Id="rId27" Type="http://schemas.openxmlformats.org/officeDocument/2006/relationships/slideLayout" Target="../slideLayouts/slideLayout7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9.xml"/><Relationship Id="rId13" Type="http://schemas.openxmlformats.org/officeDocument/2006/relationships/slideLayout" Target="../slideLayouts/slideLayout84.xml"/><Relationship Id="rId18" Type="http://schemas.openxmlformats.org/officeDocument/2006/relationships/slideLayout" Target="../slideLayouts/slideLayout89.xml"/><Relationship Id="rId26" Type="http://schemas.openxmlformats.org/officeDocument/2006/relationships/slideLayout" Target="../slideLayouts/slideLayout97.xml"/><Relationship Id="rId3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92.xml"/><Relationship Id="rId7" Type="http://schemas.openxmlformats.org/officeDocument/2006/relationships/slideLayout" Target="../slideLayouts/slideLayout78.xml"/><Relationship Id="rId12" Type="http://schemas.openxmlformats.org/officeDocument/2006/relationships/slideLayout" Target="../slideLayouts/slideLayout83.xml"/><Relationship Id="rId17" Type="http://schemas.openxmlformats.org/officeDocument/2006/relationships/slideLayout" Target="../slideLayouts/slideLayout88.xml"/><Relationship Id="rId25" Type="http://schemas.openxmlformats.org/officeDocument/2006/relationships/slideLayout" Target="../slideLayouts/slideLayout96.xml"/><Relationship Id="rId2" Type="http://schemas.openxmlformats.org/officeDocument/2006/relationships/slideLayout" Target="../slideLayouts/slideLayout73.xml"/><Relationship Id="rId16" Type="http://schemas.openxmlformats.org/officeDocument/2006/relationships/slideLayout" Target="../slideLayouts/slideLayout87.xml"/><Relationship Id="rId20" Type="http://schemas.openxmlformats.org/officeDocument/2006/relationships/slideLayout" Target="../slideLayouts/slideLayout91.xml"/><Relationship Id="rId29" Type="http://schemas.openxmlformats.org/officeDocument/2006/relationships/theme" Target="../theme/theme4.xml"/><Relationship Id="rId1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82.xml"/><Relationship Id="rId24" Type="http://schemas.openxmlformats.org/officeDocument/2006/relationships/slideLayout" Target="../slideLayouts/slideLayout95.xml"/><Relationship Id="rId5" Type="http://schemas.openxmlformats.org/officeDocument/2006/relationships/slideLayout" Target="../slideLayouts/slideLayout76.xml"/><Relationship Id="rId15" Type="http://schemas.openxmlformats.org/officeDocument/2006/relationships/slideLayout" Target="../slideLayouts/slideLayout86.xml"/><Relationship Id="rId23" Type="http://schemas.openxmlformats.org/officeDocument/2006/relationships/slideLayout" Target="../slideLayouts/slideLayout94.xml"/><Relationship Id="rId28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81.xml"/><Relationship Id="rId19" Type="http://schemas.openxmlformats.org/officeDocument/2006/relationships/slideLayout" Target="../slideLayouts/slideLayout90.xml"/><Relationship Id="rId4" Type="http://schemas.openxmlformats.org/officeDocument/2006/relationships/slideLayout" Target="../slideLayouts/slideLayout75.xml"/><Relationship Id="rId9" Type="http://schemas.openxmlformats.org/officeDocument/2006/relationships/slideLayout" Target="../slideLayouts/slideLayout80.xml"/><Relationship Id="rId14" Type="http://schemas.openxmlformats.org/officeDocument/2006/relationships/slideLayout" Target="../slideLayouts/slideLayout85.xml"/><Relationship Id="rId22" Type="http://schemas.openxmlformats.org/officeDocument/2006/relationships/slideLayout" Target="../slideLayouts/slideLayout93.xml"/><Relationship Id="rId27" Type="http://schemas.openxmlformats.org/officeDocument/2006/relationships/slideLayout" Target="../slideLayouts/slideLayout9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Helvetica Neue"/>
              <a:buNone/>
              <a:defRPr sz="85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603504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603503" algn="l" rtl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>
                <a:srgbClr val="000000"/>
              </a:buClr>
              <a:buSzPts val="5904"/>
              <a:buFont typeface="Helvetica Neue"/>
              <a:buChar char="•"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9F9F9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5016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marL="914400" lvl="1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marL="1371600" lvl="2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marL="1828800" lvl="3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marL="2286000" lvl="4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marL="2743200" lvl="5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marL="3200400" lvl="6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marL="3657600" lvl="7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marL="4114800" lvl="8" indent="-50165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  <p:sldLayoutId id="2147483684" r:id="rId22"/>
    <p:sldLayoutId id="2147483685" r:id="rId23"/>
    <p:sldLayoutId id="2147483686" r:id="rId24"/>
    <p:sldLayoutId id="2147483687" r:id="rId25"/>
    <p:sldLayoutId id="2147483688" r:id="rId26"/>
    <p:sldLayoutId id="2147483689" r:id="rId27"/>
    <p:sldLayoutId id="2147483690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9F9F9"/>
        </a:solidFill>
        <a:effectLst/>
      </p:bgPr>
    </p:bg>
    <p:spTree>
      <p:nvGrpSpPr>
        <p:cNvPr id="1" name="Shape 13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6" name="Google Shape;13036;p104"/>
          <p:cNvSpPr txBox="1">
            <a:spLocks noGrp="1"/>
          </p:cNvSpPr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>
            <a:endParaRPr/>
          </a:p>
        </p:txBody>
      </p:sp>
      <p:sp>
        <p:nvSpPr>
          <p:cNvPr id="13037" name="Google Shape;13037;p104"/>
          <p:cNvSpPr txBox="1">
            <a:spLocks noGrp="1"/>
          </p:cNvSpPr>
          <p:nvPr>
            <p:ph type="body" idx="1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5016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marL="914400" lvl="1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marL="1371600" lvl="2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marL="1828800" lvl="3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marL="2286000" lvl="4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marL="2743200" lvl="5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marL="3200400" lvl="6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marL="3657600" lvl="7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marL="4114800" lvl="8" indent="-50165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2" r:id="rId16"/>
    <p:sldLayoutId id="2147483763" r:id="rId17"/>
    <p:sldLayoutId id="2147483764" r:id="rId18"/>
    <p:sldLayoutId id="2147483765" r:id="rId19"/>
    <p:sldLayoutId id="2147483766" r:id="rId20"/>
    <p:sldLayoutId id="2147483767" r:id="rId21"/>
    <p:sldLayoutId id="2147483768" r:id="rId22"/>
    <p:sldLayoutId id="2147483769" r:id="rId23"/>
    <p:sldLayoutId id="2147483770" r:id="rId24"/>
    <p:sldLayoutId id="2147483771" r:id="rId25"/>
    <p:sldLayoutId id="2147483772" r:id="rId26"/>
    <p:sldLayoutId id="2147483773" r:id="rId27"/>
    <p:sldLayoutId id="2147483774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9F9F9"/>
        </a:solidFill>
        <a:effectLst/>
      </p:bgPr>
    </p:bg>
    <p:spTree>
      <p:nvGrpSpPr>
        <p:cNvPr id="1" name="Shape 17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7" name="Google Shape;17357;p133"/>
          <p:cNvSpPr txBox="1">
            <a:spLocks noGrp="1"/>
          </p:cNvSpPr>
          <p:nvPr>
            <p:ph type="title"/>
          </p:nvPr>
        </p:nvSpPr>
        <p:spPr>
          <a:xfrm>
            <a:off x="831200" y="1186733"/>
            <a:ext cx="22721700" cy="15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300"/>
              <a:buFont typeface="Black Han Sans"/>
              <a:buNone/>
              <a:defRPr sz="93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9pPr>
          </a:lstStyle>
          <a:p>
            <a:endParaRPr/>
          </a:p>
        </p:txBody>
      </p:sp>
      <p:sp>
        <p:nvSpPr>
          <p:cNvPr id="17358" name="Google Shape;17358;p133"/>
          <p:cNvSpPr txBox="1">
            <a:spLocks noGrp="1"/>
          </p:cNvSpPr>
          <p:nvPr>
            <p:ph type="body" idx="1"/>
          </p:nvPr>
        </p:nvSpPr>
        <p:spPr>
          <a:xfrm>
            <a:off x="831200" y="3073267"/>
            <a:ext cx="22721700" cy="9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00" tIns="243800" rIns="243800" bIns="243800" anchor="t" anchorCtr="0">
            <a:noAutofit/>
          </a:bodyPr>
          <a:lstStyle>
            <a:lvl1pPr marL="457200" lvl="0" indent="-5016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1pPr>
            <a:lvl2pPr marL="914400" lvl="1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2pPr>
            <a:lvl3pPr marL="1371600" lvl="2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3pPr>
            <a:lvl4pPr marL="1828800" lvl="3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4pPr>
            <a:lvl5pPr marL="2286000" lvl="4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5pPr>
            <a:lvl6pPr marL="2743200" lvl="5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6pPr>
            <a:lvl7pPr marL="3200400" lvl="6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●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7pPr>
            <a:lvl8pPr marL="3657600" lvl="7" indent="-501650" rtl="0">
              <a:lnSpc>
                <a:spcPct val="115000"/>
              </a:lnSpc>
              <a:spcBef>
                <a:spcPts val="430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BeeZee"/>
              <a:buChar char="○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8pPr>
            <a:lvl9pPr marL="4114800" lvl="8" indent="-501650" rtl="0">
              <a:lnSpc>
                <a:spcPct val="115000"/>
              </a:lnSpc>
              <a:spcBef>
                <a:spcPts val="4300"/>
              </a:spcBef>
              <a:spcAft>
                <a:spcPts val="4300"/>
              </a:spcAft>
              <a:buClr>
                <a:schemeClr val="dk1"/>
              </a:buClr>
              <a:buSzPts val="4300"/>
              <a:buFont typeface="ABeeZee"/>
              <a:buChar char="■"/>
              <a:defRPr sz="43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  <p:sldLayoutId id="2147483792" r:id="rId18"/>
    <p:sldLayoutId id="2147483793" r:id="rId19"/>
    <p:sldLayoutId id="2147483794" r:id="rId20"/>
    <p:sldLayoutId id="2147483795" r:id="rId21"/>
    <p:sldLayoutId id="2147483796" r:id="rId22"/>
    <p:sldLayoutId id="2147483797" r:id="rId23"/>
    <p:sldLayoutId id="2147483798" r:id="rId24"/>
    <p:sldLayoutId id="2147483799" r:id="rId25"/>
    <p:sldLayoutId id="2147483800" r:id="rId26"/>
    <p:sldLayoutId id="2147483801" r:id="rId27"/>
    <p:sldLayoutId id="2147483802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1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1.xml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1.xml"/><Relationship Id="rId5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9.xml"/><Relationship Id="rId5" Type="http://schemas.openxmlformats.org/officeDocument/2006/relationships/image" Target="../media/image4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11.09800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4.xml"/><Relationship Id="rId6" Type="http://schemas.openxmlformats.org/officeDocument/2006/relationships/hyperlink" Target="https://openaccess.thecvf.com/content/CVPR2022/papers/Rombach_High-Resolution_Image_Synthesis_With_Latent_Diffusion_Models_CVPR_2022_paper.pdf" TargetMode="External"/><Relationship Id="rId5" Type="http://schemas.openxmlformats.org/officeDocument/2006/relationships/hyperlink" Target="https://arxiv.org/abs/2302.05543" TargetMode="External"/><Relationship Id="rId4" Type="http://schemas.openxmlformats.org/officeDocument/2006/relationships/hyperlink" Target="https://arxiv.org/abs/2208.016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1" name="Google Shape;21681;p162"/>
          <p:cNvSpPr txBox="1">
            <a:spLocks noGrp="1"/>
          </p:cNvSpPr>
          <p:nvPr>
            <p:ph type="ctrTitle"/>
          </p:nvPr>
        </p:nvSpPr>
        <p:spPr>
          <a:xfrm>
            <a:off x="4739900" y="3584100"/>
            <a:ext cx="14149800" cy="65478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00" dirty="0"/>
              <a:t>Image Editing</a:t>
            </a:r>
            <a:r>
              <a:rPr lang="en-US" sz="11100" dirty="0">
                <a:solidFill>
                  <a:schemeClr val="dk1"/>
                </a:solidFill>
              </a:rPr>
              <a:t> with </a:t>
            </a:r>
            <a:endParaRPr sz="11100" dirty="0">
              <a:solidFill>
                <a:schemeClr val="dk1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00" dirty="0"/>
              <a:t>Diffusion Models</a:t>
            </a:r>
            <a:endParaRPr sz="11100" dirty="0"/>
          </a:p>
        </p:txBody>
      </p:sp>
      <p:pic>
        <p:nvPicPr>
          <p:cNvPr id="21682" name="Google Shape;21682;p162" descr="logo Sapienza (rgb)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689900" y="0"/>
            <a:ext cx="5694102" cy="2365550"/>
          </a:xfrm>
          <a:prstGeom prst="rect">
            <a:avLst/>
          </a:prstGeom>
          <a:noFill/>
          <a:ln>
            <a:noFill/>
          </a:ln>
        </p:spPr>
      </p:pic>
      <p:sp>
        <p:nvSpPr>
          <p:cNvPr id="21683" name="Google Shape;21683;p162"/>
          <p:cNvSpPr/>
          <p:nvPr/>
        </p:nvSpPr>
        <p:spPr>
          <a:xfrm>
            <a:off x="578777" y="9460523"/>
            <a:ext cx="6751461" cy="29704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Authors: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Luca Conti (1702084) </a:t>
            </a:r>
            <a:endParaRPr sz="3600" dirty="0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Daniele Sabatini (1890300)</a:t>
            </a:r>
            <a:endParaRPr sz="3600" dirty="0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</p:txBody>
      </p:sp>
      <p:sp>
        <p:nvSpPr>
          <p:cNvPr id="5" name="Google Shape;21683;p162">
            <a:extLst>
              <a:ext uri="{FF2B5EF4-FFF2-40B4-BE49-F238E27FC236}">
                <a16:creationId xmlns:a16="http://schemas.microsoft.com/office/drawing/2014/main" id="{C211D170-B76F-4709-BE7F-3FA02031F8B1}"/>
              </a:ext>
            </a:extLst>
          </p:cNvPr>
          <p:cNvSpPr/>
          <p:nvPr/>
        </p:nvSpPr>
        <p:spPr>
          <a:xfrm>
            <a:off x="17228092" y="9460523"/>
            <a:ext cx="6751461" cy="29704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600" dirty="0" err="1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Neural</a:t>
            </a:r>
            <a:r>
              <a:rPr lang="it-IT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 Networks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A.A. 2024/2025</a:t>
            </a: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600" dirty="0" err="1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Exam</a:t>
            </a:r>
            <a:r>
              <a:rPr lang="it-IT" sz="3600" dirty="0">
                <a:solidFill>
                  <a:srgbClr val="434343"/>
                </a:solidFill>
                <a:latin typeface="Roboto Serif SemiBold"/>
                <a:ea typeface="Roboto Serif SemiBold"/>
                <a:cs typeface="Roboto Serif SemiBold"/>
                <a:sym typeface="Roboto Serif SemiBold"/>
              </a:rPr>
              <a:t> date: 2025/09/05</a:t>
            </a:r>
            <a:endParaRPr sz="3600" dirty="0">
              <a:solidFill>
                <a:srgbClr val="434343"/>
              </a:solidFill>
              <a:latin typeface="Roboto Serif SemiBold"/>
              <a:ea typeface="Roboto Serif SemiBold"/>
              <a:cs typeface="Roboto Serif SemiBold"/>
              <a:sym typeface="Roboto Serif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8" name="Google Shape;21688;p163"/>
          <p:cNvSpPr txBox="1"/>
          <p:nvPr/>
        </p:nvSpPr>
        <p:spPr>
          <a:xfrm>
            <a:off x="420675" y="2676800"/>
            <a:ext cx="10333800" cy="50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3600" dirty="0">
                <a:latin typeface="ABeeZee"/>
                <a:ea typeface="ABeeZee"/>
                <a:cs typeface="ABeeZee"/>
                <a:sym typeface="ABeeZee"/>
              </a:rPr>
              <a:t>This project follows the approach introduced in “</a:t>
            </a:r>
            <a:r>
              <a:rPr lang="en-US" sz="3600" b="1" i="1" dirty="0">
                <a:latin typeface="ABeeZee"/>
                <a:ea typeface="ABeeZee"/>
                <a:cs typeface="ABeeZee"/>
                <a:sym typeface="ABeeZee"/>
              </a:rPr>
              <a:t>InstructPix2Pix: Learning to Follow Image Editing Instructions</a:t>
            </a:r>
            <a:r>
              <a:rPr lang="en-US" sz="3600" i="1" dirty="0">
                <a:latin typeface="ABeeZee"/>
                <a:ea typeface="ABeeZee"/>
                <a:cs typeface="ABeeZee"/>
                <a:sym typeface="ABeeZee"/>
              </a:rPr>
              <a:t>”</a:t>
            </a:r>
            <a:endParaRPr sz="3600" dirty="0">
              <a:latin typeface="ABeeZee"/>
              <a:ea typeface="ABeeZee"/>
              <a:cs typeface="ABeeZee"/>
              <a:sym typeface="ABeeZee"/>
            </a:endParaRPr>
          </a:p>
          <a:p>
            <a:pPr marL="342900" lvl="0" indent="0" algn="l" rtl="0">
              <a:spcBef>
                <a:spcPts val="640"/>
              </a:spcBef>
              <a:spcAft>
                <a:spcPts val="0"/>
              </a:spcAft>
              <a:buNone/>
            </a:pPr>
            <a:endParaRPr sz="3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0" algn="l" rtl="0">
              <a:spcBef>
                <a:spcPts val="640"/>
              </a:spcBef>
              <a:spcAft>
                <a:spcPts val="0"/>
              </a:spcAft>
              <a:buNone/>
            </a:pPr>
            <a:endParaRPr sz="3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89" name="Google Shape;21689;p163"/>
          <p:cNvSpPr txBox="1"/>
          <p:nvPr/>
        </p:nvSpPr>
        <p:spPr>
          <a:xfrm>
            <a:off x="455808" y="501750"/>
            <a:ext cx="180609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dirty="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Task</a:t>
            </a:r>
            <a:endParaRPr dirty="0">
              <a:solidFill>
                <a:schemeClr val="dk1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pic>
        <p:nvPicPr>
          <p:cNvPr id="21691" name="Google Shape;21691;p1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29250" y="2681513"/>
            <a:ext cx="11927900" cy="8352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92" name="Google Shape;21692;p1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21693" name="Google Shape;21693;p163"/>
          <p:cNvSpPr/>
          <p:nvPr/>
        </p:nvSpPr>
        <p:spPr>
          <a:xfrm>
            <a:off x="331999" y="5270525"/>
            <a:ext cx="10422475" cy="4154829"/>
          </a:xfrm>
          <a:prstGeom prst="roundRect">
            <a:avLst>
              <a:gd name="adj" fmla="val 11069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  <a:spcBef>
                <a:spcPts val="640"/>
              </a:spcBef>
              <a:buSzPts val="3600"/>
            </a:pPr>
            <a:r>
              <a:rPr lang="en-US" sz="3600" b="1" dirty="0">
                <a:latin typeface="ABeeZee"/>
                <a:ea typeface="ABeeZee"/>
                <a:cs typeface="ABeeZee"/>
                <a:sym typeface="ABeeZee"/>
              </a:rPr>
              <a:t>Main steps</a:t>
            </a:r>
            <a:r>
              <a:rPr lang="en-US" sz="3600" dirty="0">
                <a:latin typeface="ABeeZee"/>
                <a:ea typeface="ABeeZee"/>
                <a:cs typeface="ABeeZee"/>
                <a:sym typeface="ABeeZee"/>
              </a:rPr>
              <a:t>:</a:t>
            </a:r>
          </a:p>
          <a:p>
            <a:pPr marL="457200" lvl="0" indent="-457200">
              <a:lnSpc>
                <a:spcPct val="115000"/>
              </a:lnSpc>
              <a:spcBef>
                <a:spcPts val="640"/>
              </a:spcBef>
              <a:buSzPts val="3600"/>
              <a:buFont typeface="ABeeZee"/>
              <a:buChar char="●"/>
            </a:pPr>
            <a:r>
              <a:rPr lang="en-US" sz="3600" dirty="0">
                <a:latin typeface="ABeeZee"/>
                <a:ea typeface="ABeeZee"/>
                <a:cs typeface="ABeeZee"/>
                <a:sym typeface="ABeeZee"/>
              </a:rPr>
              <a:t>Generating instructions and paired captions</a:t>
            </a:r>
            <a:endParaRPr sz="3600" dirty="0"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BeeZee"/>
              <a:buChar char="●"/>
            </a:pPr>
            <a:r>
              <a:rPr lang="en-US" sz="36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Generating paired images from paired Captions</a:t>
            </a:r>
            <a:endParaRPr sz="36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BeeZee"/>
              <a:buChar char="●"/>
            </a:pPr>
            <a:r>
              <a:rPr lang="en-US" sz="36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Fine-tuning Stable Diffusion (SD)</a:t>
            </a:r>
            <a:endParaRPr sz="36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cxnSp>
        <p:nvCxnSpPr>
          <p:cNvPr id="9" name="Google Shape;21699;p164">
            <a:extLst>
              <a:ext uri="{FF2B5EF4-FFF2-40B4-BE49-F238E27FC236}">
                <a16:creationId xmlns:a16="http://schemas.microsoft.com/office/drawing/2014/main" id="{EA12D1D7-7212-4DB9-8F96-8B3183C0F70F}"/>
              </a:ext>
            </a:extLst>
          </p:cNvPr>
          <p:cNvCxnSpPr/>
          <p:nvPr/>
        </p:nvCxnSpPr>
        <p:spPr>
          <a:xfrm rot="10800000" flipH="1">
            <a:off x="573075" y="170202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" name="Connettore curvo 2">
            <a:extLst>
              <a:ext uri="{FF2B5EF4-FFF2-40B4-BE49-F238E27FC236}">
                <a16:creationId xmlns:a16="http://schemas.microsoft.com/office/drawing/2014/main" id="{263D4E44-D16E-4730-927D-1D84893CA30E}"/>
              </a:ext>
            </a:extLst>
          </p:cNvPr>
          <p:cNvCxnSpPr>
            <a:cxnSpLocks/>
          </p:cNvCxnSpPr>
          <p:nvPr/>
        </p:nvCxnSpPr>
        <p:spPr>
          <a:xfrm>
            <a:off x="10058400" y="3780692"/>
            <a:ext cx="1870850" cy="1489833"/>
          </a:xfrm>
          <a:prstGeom prst="curvedConnector3">
            <a:avLst/>
          </a:prstGeom>
          <a:ln w="762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8" name="Google Shape;21698;p164"/>
          <p:cNvSpPr txBox="1"/>
          <p:nvPr/>
        </p:nvSpPr>
        <p:spPr>
          <a:xfrm>
            <a:off x="573075" y="562925"/>
            <a:ext cx="23301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dirty="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Instructions and Paired Captions </a:t>
            </a:r>
            <a:endParaRPr dirty="0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699" name="Google Shape;21699;p164"/>
          <p:cNvCxnSpPr/>
          <p:nvPr/>
        </p:nvCxnSpPr>
        <p:spPr>
          <a:xfrm rot="10800000" flipH="1">
            <a:off x="573075" y="170202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1700" name="Google Shape;21700;p1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02" name="Google Shape;21702;p1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32166" y="5663677"/>
            <a:ext cx="2125499" cy="2125522"/>
          </a:xfrm>
          <a:prstGeom prst="rect">
            <a:avLst/>
          </a:prstGeom>
          <a:noFill/>
          <a:ln>
            <a:noFill/>
          </a:ln>
        </p:spPr>
      </p:pic>
      <p:sp>
        <p:nvSpPr>
          <p:cNvPr id="21710" name="Google Shape;21710;p164"/>
          <p:cNvSpPr txBox="1"/>
          <p:nvPr/>
        </p:nvSpPr>
        <p:spPr>
          <a:xfrm>
            <a:off x="15834809" y="6382475"/>
            <a:ext cx="26559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Gemma 2B</a:t>
            </a:r>
            <a:endParaRPr sz="3500" b="1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712" name="Google Shape;21712;p1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29836" y="8472394"/>
            <a:ext cx="8263935" cy="51257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706" name="Google Shape;21706;p164"/>
          <p:cNvCxnSpPr>
            <a:cxnSpLocks/>
          </p:cNvCxnSpPr>
          <p:nvPr/>
        </p:nvCxnSpPr>
        <p:spPr>
          <a:xfrm>
            <a:off x="15045801" y="2512222"/>
            <a:ext cx="0" cy="85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Google Shape;21775;p168">
            <a:extLst>
              <a:ext uri="{FF2B5EF4-FFF2-40B4-BE49-F238E27FC236}">
                <a16:creationId xmlns:a16="http://schemas.microsoft.com/office/drawing/2014/main" id="{D6D59D17-C804-40E6-AEAC-B5C5DB7F64E3}"/>
              </a:ext>
            </a:extLst>
          </p:cNvPr>
          <p:cNvSpPr/>
          <p:nvPr/>
        </p:nvSpPr>
        <p:spPr>
          <a:xfrm>
            <a:off x="14694917" y="8494723"/>
            <a:ext cx="4935684" cy="4787517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76200" cap="flat" cmpd="sng">
            <a:solidFill>
              <a:schemeClr val="tx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40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 prompt:</a:t>
            </a:r>
            <a:endParaRPr lang="en-US" sz="36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lvl="0" algn="ctr"/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lang="en-US" sz="3600" i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Replace the squirrel with a lion</a:t>
            </a:r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</a:p>
          <a:p>
            <a:pPr lvl="0" algn="ctr"/>
            <a:r>
              <a:rPr lang="en-US" sz="54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+</a:t>
            </a:r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</a:p>
          <a:p>
            <a:pPr lvl="0" algn="ctr"/>
            <a:r>
              <a:rPr lang="en-US" sz="40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  <a:endParaRPr lang="en-US" sz="36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lvl="0" algn="ctr"/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lang="en-US" sz="3600" i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A lion eating a burger</a:t>
            </a:r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</a:p>
        </p:txBody>
      </p:sp>
      <p:sp>
        <p:nvSpPr>
          <p:cNvPr id="19" name="Google Shape;21776;p168">
            <a:extLst>
              <a:ext uri="{FF2B5EF4-FFF2-40B4-BE49-F238E27FC236}">
                <a16:creationId xmlns:a16="http://schemas.microsoft.com/office/drawing/2014/main" id="{4665E799-5756-4080-A7DA-03F1326B4463}"/>
              </a:ext>
            </a:extLst>
          </p:cNvPr>
          <p:cNvSpPr txBox="1"/>
          <p:nvPr/>
        </p:nvSpPr>
        <p:spPr>
          <a:xfrm>
            <a:off x="11302934" y="10426831"/>
            <a:ext cx="3391983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chemeClr val="tx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Output:</a:t>
            </a:r>
            <a:endParaRPr sz="4800" dirty="0">
              <a:solidFill>
                <a:schemeClr val="tx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22" name="Google Shape;21776;p168">
            <a:extLst>
              <a:ext uri="{FF2B5EF4-FFF2-40B4-BE49-F238E27FC236}">
                <a16:creationId xmlns:a16="http://schemas.microsoft.com/office/drawing/2014/main" id="{7B89CADF-3884-4A33-AB8C-10D47B95B2DD}"/>
              </a:ext>
            </a:extLst>
          </p:cNvPr>
          <p:cNvSpPr txBox="1"/>
          <p:nvPr/>
        </p:nvSpPr>
        <p:spPr>
          <a:xfrm>
            <a:off x="11302933" y="3410260"/>
            <a:ext cx="3391983" cy="78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rgbClr val="93C47D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Input:</a:t>
            </a:r>
            <a:endParaRPr sz="4800" dirty="0">
              <a:solidFill>
                <a:srgbClr val="93C47D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23" name="Google Shape;21775;p168">
            <a:extLst>
              <a:ext uri="{FF2B5EF4-FFF2-40B4-BE49-F238E27FC236}">
                <a16:creationId xmlns:a16="http://schemas.microsoft.com/office/drawing/2014/main" id="{82F5D804-121B-4E53-8D5F-512B45A003B0}"/>
              </a:ext>
            </a:extLst>
          </p:cNvPr>
          <p:cNvSpPr/>
          <p:nvPr/>
        </p:nvSpPr>
        <p:spPr>
          <a:xfrm>
            <a:off x="14694917" y="2609510"/>
            <a:ext cx="4935684" cy="238609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76200" cap="flat" cmpd="sng">
            <a:solidFill>
              <a:srgbClr val="93C47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40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  <a:endParaRPr lang="en-US" sz="36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lvl="0" algn="ctr"/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lang="en-US" sz="3600" i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A squirrel eating a burger</a:t>
            </a:r>
            <a:r>
              <a:rPr lang="en-US" sz="36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</a:p>
        </p:txBody>
      </p:sp>
      <p:sp>
        <p:nvSpPr>
          <p:cNvPr id="26" name="Google Shape;21772;p168">
            <a:extLst>
              <a:ext uri="{FF2B5EF4-FFF2-40B4-BE49-F238E27FC236}">
                <a16:creationId xmlns:a16="http://schemas.microsoft.com/office/drawing/2014/main" id="{61FF5C05-D5C9-4D3F-91C4-5737095F7C23}"/>
              </a:ext>
            </a:extLst>
          </p:cNvPr>
          <p:cNvSpPr txBox="1"/>
          <p:nvPr/>
        </p:nvSpPr>
        <p:spPr>
          <a:xfrm>
            <a:off x="420675" y="1941432"/>
            <a:ext cx="11408100" cy="2748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just">
              <a:lnSpc>
                <a:spcPct val="115000"/>
              </a:lnSpc>
              <a:spcBef>
                <a:spcPts val="640"/>
              </a:spcBef>
            </a:pPr>
            <a:r>
              <a:rPr lang="en-US" sz="4000" dirty="0">
                <a:latin typeface="ABeeZee"/>
                <a:ea typeface="ABeeZee"/>
                <a:cs typeface="ABeeZee"/>
                <a:sym typeface="ABeeZee"/>
              </a:rPr>
              <a:t>We fine-tuned </a:t>
            </a:r>
            <a:r>
              <a:rPr lang="en-US" sz="4000" b="1" dirty="0">
                <a:latin typeface="ABeeZee"/>
                <a:ea typeface="ABeeZee"/>
                <a:cs typeface="ABeeZee"/>
                <a:sym typeface="ABeeZee"/>
              </a:rPr>
              <a:t>Gemma 2B</a:t>
            </a:r>
            <a:r>
              <a:rPr lang="en-US" sz="4000" dirty="0">
                <a:latin typeface="ABeeZee"/>
                <a:ea typeface="ABeeZee"/>
                <a:cs typeface="ABeeZee"/>
                <a:sym typeface="ABeeZee"/>
              </a:rPr>
              <a:t> to generate an edit prompt and an edited prompt given an original prompt 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654497-24E2-4481-BD8F-369F81586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84000" cy="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o generate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edit_prompt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 and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edited_prompt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 given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original_prompt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.</a:t>
            </a:r>
            <a:r>
              <a:rPr kumimoji="0" lang="it-IT" altLang="it-IT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CE823E-DF51-41A3-A5DC-7FF086FF3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84000" cy="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o generate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edit_prompt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 and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edited_prompt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 given an </a:t>
            </a:r>
            <a:r>
              <a:rPr kumimoji="0" lang="it-IT" altLang="it-IT" sz="900" b="1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Monaspace Neon"/>
              </a:rPr>
              <a:t>original_prompt</a:t>
            </a:r>
            <a:r>
              <a:rPr kumimoji="0" lang="it-IT" altLang="it-IT" sz="1200" b="0" i="0" u="none" strike="noStrike" cap="none" normalizeH="0" baseline="0">
                <a:ln>
                  <a:noFill/>
                </a:ln>
                <a:solidFill>
                  <a:srgbClr val="F0F6FC"/>
                </a:solidFill>
                <a:effectLst/>
                <a:latin typeface="-apple-system"/>
              </a:rPr>
              <a:t>.</a:t>
            </a:r>
            <a:r>
              <a:rPr kumimoji="0" lang="it-IT" altLang="it-IT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2" name="Google Shape;21834;p173">
            <a:extLst>
              <a:ext uri="{FF2B5EF4-FFF2-40B4-BE49-F238E27FC236}">
                <a16:creationId xmlns:a16="http://schemas.microsoft.com/office/drawing/2014/main" id="{31420222-9F44-4F15-BFAB-E869889F8ADD}"/>
              </a:ext>
            </a:extLst>
          </p:cNvPr>
          <p:cNvCxnSpPr>
            <a:cxnSpLocks/>
            <a:stCxn id="21710" idx="2"/>
            <a:endCxn id="18" idx="0"/>
          </p:cNvCxnSpPr>
          <p:nvPr/>
        </p:nvCxnSpPr>
        <p:spPr>
          <a:xfrm>
            <a:off x="17162759" y="7105775"/>
            <a:ext cx="0" cy="1388948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" name="Google Shape;21834;p173">
            <a:extLst>
              <a:ext uri="{FF2B5EF4-FFF2-40B4-BE49-F238E27FC236}">
                <a16:creationId xmlns:a16="http://schemas.microsoft.com/office/drawing/2014/main" id="{D7767F01-A6B4-4E64-B8D7-8F4A97626B1B}"/>
              </a:ext>
            </a:extLst>
          </p:cNvPr>
          <p:cNvCxnSpPr>
            <a:cxnSpLocks/>
            <a:stCxn id="23" idx="2"/>
            <a:endCxn id="21710" idx="0"/>
          </p:cNvCxnSpPr>
          <p:nvPr/>
        </p:nvCxnSpPr>
        <p:spPr>
          <a:xfrm>
            <a:off x="17162759" y="4995601"/>
            <a:ext cx="0" cy="1386874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" name="Google Shape;21763;p167">
            <a:extLst>
              <a:ext uri="{FF2B5EF4-FFF2-40B4-BE49-F238E27FC236}">
                <a16:creationId xmlns:a16="http://schemas.microsoft.com/office/drawing/2014/main" id="{4D9E8A7C-4C8A-4AB1-AB97-4C18B96D939B}"/>
              </a:ext>
            </a:extLst>
          </p:cNvPr>
          <p:cNvSpPr/>
          <p:nvPr/>
        </p:nvSpPr>
        <p:spPr>
          <a:xfrm>
            <a:off x="2998637" y="4353114"/>
            <a:ext cx="5726335" cy="3876489"/>
          </a:xfrm>
          <a:prstGeom prst="roundRect">
            <a:avLst>
              <a:gd name="adj" fmla="val 10770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Implementation details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GPU: 40GB A100</a:t>
            </a: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dataset size: 800</a:t>
            </a: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epochs: 3</a:t>
            </a: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batch size: 4</a:t>
            </a:r>
          </a:p>
          <a:p>
            <a:pPr marL="45720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grad. acc. steps: 2</a:t>
            </a:r>
          </a:p>
        </p:txBody>
      </p:sp>
    </p:spTree>
    <p:extLst>
      <p:ext uri="{BB962C8B-B14F-4D97-AF65-F5344CB8AC3E}">
        <p14:creationId xmlns:p14="http://schemas.microsoft.com/office/powerpoint/2010/main" val="2900648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Immagine 64">
            <a:extLst>
              <a:ext uri="{FF2B5EF4-FFF2-40B4-BE49-F238E27FC236}">
                <a16:creationId xmlns:a16="http://schemas.microsoft.com/office/drawing/2014/main" id="{D8BCE3E0-EB79-46D5-88B7-E75BAEDE43E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" t="1095" r="1066" b="698"/>
          <a:stretch/>
        </p:blipFill>
        <p:spPr>
          <a:xfrm>
            <a:off x="12786090" y="3000893"/>
            <a:ext cx="5306463" cy="5310324"/>
          </a:xfrm>
          <a:prstGeom prst="rect">
            <a:avLst/>
          </a:prstGeom>
        </p:spPr>
      </p:pic>
      <p:sp>
        <p:nvSpPr>
          <p:cNvPr id="66" name="Google Shape;21737;p166">
            <a:extLst>
              <a:ext uri="{FF2B5EF4-FFF2-40B4-BE49-F238E27FC236}">
                <a16:creationId xmlns:a16="http://schemas.microsoft.com/office/drawing/2014/main" id="{3C24F1FA-7492-4E56-9C7B-253297DDDFB2}"/>
              </a:ext>
            </a:extLst>
          </p:cNvPr>
          <p:cNvSpPr txBox="1"/>
          <p:nvPr/>
        </p:nvSpPr>
        <p:spPr>
          <a:xfrm>
            <a:off x="573075" y="562925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dirty="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Paired Images from Paired Captions</a:t>
            </a:r>
            <a:endParaRPr dirty="0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67" name="Google Shape;21738;p166">
            <a:extLst>
              <a:ext uri="{FF2B5EF4-FFF2-40B4-BE49-F238E27FC236}">
                <a16:creationId xmlns:a16="http://schemas.microsoft.com/office/drawing/2014/main" id="{C8371E94-2718-4D09-924E-A5E549FB78B7}"/>
              </a:ext>
            </a:extLst>
          </p:cNvPr>
          <p:cNvCxnSpPr/>
          <p:nvPr/>
        </p:nvCxnSpPr>
        <p:spPr>
          <a:xfrm rot="10800000" flipH="1">
            <a:off x="573075" y="170202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8" name="Google Shape;21739;p166">
            <a:extLst>
              <a:ext uri="{FF2B5EF4-FFF2-40B4-BE49-F238E27FC236}">
                <a16:creationId xmlns:a16="http://schemas.microsoft.com/office/drawing/2014/main" id="{F0CBFCD4-986C-4418-ABF8-8EF9F388DD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21753;p166">
            <a:extLst>
              <a:ext uri="{FF2B5EF4-FFF2-40B4-BE49-F238E27FC236}">
                <a16:creationId xmlns:a16="http://schemas.microsoft.com/office/drawing/2014/main" id="{5EA86B87-3066-45F8-93F5-404BB7AF6270}"/>
              </a:ext>
            </a:extLst>
          </p:cNvPr>
          <p:cNvSpPr/>
          <p:nvPr/>
        </p:nvSpPr>
        <p:spPr>
          <a:xfrm>
            <a:off x="735281" y="1998247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</a:t>
            </a:r>
            <a:endParaRPr sz="1100" dirty="0"/>
          </a:p>
        </p:txBody>
      </p:sp>
      <p:pic>
        <p:nvPicPr>
          <p:cNvPr id="70" name="Immagine 69">
            <a:extLst>
              <a:ext uri="{FF2B5EF4-FFF2-40B4-BE49-F238E27FC236}">
                <a16:creationId xmlns:a16="http://schemas.microsoft.com/office/drawing/2014/main" id="{1E6522DC-51D7-45FC-9786-DBC84733C0E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158" t="8459" r="54761" b="2829"/>
          <a:stretch/>
        </p:blipFill>
        <p:spPr>
          <a:xfrm>
            <a:off x="573075" y="3001387"/>
            <a:ext cx="5319209" cy="5310325"/>
          </a:xfrm>
          <a:prstGeom prst="rect">
            <a:avLst/>
          </a:prstGeom>
        </p:spPr>
      </p:pic>
      <p:sp>
        <p:nvSpPr>
          <p:cNvPr id="71" name="Google Shape;21752;p166">
            <a:extLst>
              <a:ext uri="{FF2B5EF4-FFF2-40B4-BE49-F238E27FC236}">
                <a16:creationId xmlns:a16="http://schemas.microsoft.com/office/drawing/2014/main" id="{5F72EE86-2A90-461B-B527-6BC9404389F5}"/>
              </a:ext>
            </a:extLst>
          </p:cNvPr>
          <p:cNvSpPr/>
          <p:nvPr/>
        </p:nvSpPr>
        <p:spPr>
          <a:xfrm>
            <a:off x="13105695" y="1965591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Prompt2Prompt</a:t>
            </a:r>
            <a:endParaRPr sz="11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72" name="Immagine 71">
            <a:extLst>
              <a:ext uri="{FF2B5EF4-FFF2-40B4-BE49-F238E27FC236}">
                <a16:creationId xmlns:a16="http://schemas.microsoft.com/office/drawing/2014/main" id="{3155C70F-7708-4D36-8CDF-5AE5AD685E2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3947" t="9150" r="3901" b="2562"/>
          <a:stretch/>
        </p:blipFill>
        <p:spPr>
          <a:xfrm>
            <a:off x="6662295" y="3000893"/>
            <a:ext cx="5353784" cy="5310325"/>
          </a:xfrm>
          <a:prstGeom prst="rect">
            <a:avLst/>
          </a:prstGeom>
        </p:spPr>
      </p:pic>
      <p:sp>
        <p:nvSpPr>
          <p:cNvPr id="73" name="Google Shape;21752;p166">
            <a:extLst>
              <a:ext uri="{FF2B5EF4-FFF2-40B4-BE49-F238E27FC236}">
                <a16:creationId xmlns:a16="http://schemas.microsoft.com/office/drawing/2014/main" id="{18FDF88D-D064-45BA-AC33-87EC676572EC}"/>
              </a:ext>
            </a:extLst>
          </p:cNvPr>
          <p:cNvSpPr/>
          <p:nvPr/>
        </p:nvSpPr>
        <p:spPr>
          <a:xfrm>
            <a:off x="6999187" y="1998247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w/o Prompt2Prompt</a:t>
            </a:r>
            <a:endParaRPr sz="11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74" name="Google Shape;21752;p166">
            <a:extLst>
              <a:ext uri="{FF2B5EF4-FFF2-40B4-BE49-F238E27FC236}">
                <a16:creationId xmlns:a16="http://schemas.microsoft.com/office/drawing/2014/main" id="{9596B1DB-5B15-4E06-9DDF-0500679238D4}"/>
              </a:ext>
            </a:extLst>
          </p:cNvPr>
          <p:cNvSpPr/>
          <p:nvPr/>
        </p:nvSpPr>
        <p:spPr>
          <a:xfrm>
            <a:off x="735281" y="8037346"/>
            <a:ext cx="5040000" cy="162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</a:p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grass</a:t>
            </a:r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</a:p>
        </p:txBody>
      </p:sp>
      <p:sp>
        <p:nvSpPr>
          <p:cNvPr id="75" name="Google Shape;21752;p166">
            <a:extLst>
              <a:ext uri="{FF2B5EF4-FFF2-40B4-BE49-F238E27FC236}">
                <a16:creationId xmlns:a16="http://schemas.microsoft.com/office/drawing/2014/main" id="{A9622237-B8A0-41A5-8424-49766FECE80A}"/>
              </a:ext>
            </a:extLst>
          </p:cNvPr>
          <p:cNvSpPr/>
          <p:nvPr/>
        </p:nvSpPr>
        <p:spPr>
          <a:xfrm>
            <a:off x="9881085" y="8037346"/>
            <a:ext cx="5040000" cy="162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</a:p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lang="en-US" sz="2800" b="1" i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flowers</a:t>
            </a:r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</a:p>
        </p:txBody>
      </p:sp>
      <p:sp>
        <p:nvSpPr>
          <p:cNvPr id="76" name="Google Shape;21752;p166">
            <a:extLst>
              <a:ext uri="{FF2B5EF4-FFF2-40B4-BE49-F238E27FC236}">
                <a16:creationId xmlns:a16="http://schemas.microsoft.com/office/drawing/2014/main" id="{617E07A4-9A77-4237-A91E-8A876B15A600}"/>
              </a:ext>
            </a:extLst>
          </p:cNvPr>
          <p:cNvSpPr/>
          <p:nvPr/>
        </p:nvSpPr>
        <p:spPr>
          <a:xfrm>
            <a:off x="15211476" y="7845181"/>
            <a:ext cx="3037752" cy="11391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alpha=0.8</a:t>
            </a:r>
          </a:p>
          <a:p>
            <a:pPr lvl="0" algn="ctr"/>
            <a:r>
              <a:rPr lang="en-US" sz="2400" b="1" i="1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replace_ratio</a:t>
            </a:r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=0.9</a:t>
            </a:r>
          </a:p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weight=1.5</a:t>
            </a:r>
            <a:endParaRPr lang="en-US" sz="2400" i="1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77" name="Immagine 76">
            <a:extLst>
              <a:ext uri="{FF2B5EF4-FFF2-40B4-BE49-F238E27FC236}">
                <a16:creationId xmlns:a16="http://schemas.microsoft.com/office/drawing/2014/main" id="{E8004905-E045-4C57-A86C-0ED7702188F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65" t="1933" r="1213" b="1756"/>
          <a:stretch/>
        </p:blipFill>
        <p:spPr>
          <a:xfrm>
            <a:off x="18862564" y="3000893"/>
            <a:ext cx="5323072" cy="5310324"/>
          </a:xfrm>
          <a:prstGeom prst="rect">
            <a:avLst/>
          </a:prstGeom>
        </p:spPr>
      </p:pic>
      <p:sp>
        <p:nvSpPr>
          <p:cNvPr id="78" name="Google Shape;21752;p166">
            <a:extLst>
              <a:ext uri="{FF2B5EF4-FFF2-40B4-BE49-F238E27FC236}">
                <a16:creationId xmlns:a16="http://schemas.microsoft.com/office/drawing/2014/main" id="{559FAEFB-8E59-43B3-BFDC-30FFB3BACFCD}"/>
              </a:ext>
            </a:extLst>
          </p:cNvPr>
          <p:cNvSpPr/>
          <p:nvPr/>
        </p:nvSpPr>
        <p:spPr>
          <a:xfrm>
            <a:off x="21313152" y="7845181"/>
            <a:ext cx="3037752" cy="11391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alpha=0.4</a:t>
            </a:r>
          </a:p>
          <a:p>
            <a:pPr lvl="0" algn="ctr"/>
            <a:r>
              <a:rPr lang="en-US" sz="2400" b="1" i="1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replace_ratio</a:t>
            </a:r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=0.8</a:t>
            </a:r>
          </a:p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weight=5</a:t>
            </a:r>
            <a:endParaRPr lang="en-US" sz="2400" i="1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79" name="Google Shape;21752;p166">
            <a:extLst>
              <a:ext uri="{FF2B5EF4-FFF2-40B4-BE49-F238E27FC236}">
                <a16:creationId xmlns:a16="http://schemas.microsoft.com/office/drawing/2014/main" id="{A7F1A599-0801-40C9-8197-B8232166447F}"/>
              </a:ext>
            </a:extLst>
          </p:cNvPr>
          <p:cNvSpPr/>
          <p:nvPr/>
        </p:nvSpPr>
        <p:spPr>
          <a:xfrm>
            <a:off x="19212203" y="1965591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Prompt2Prompt</a:t>
            </a:r>
            <a:endParaRPr sz="11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80" name="Google Shape;21772;p168">
            <a:extLst>
              <a:ext uri="{FF2B5EF4-FFF2-40B4-BE49-F238E27FC236}">
                <a16:creationId xmlns:a16="http://schemas.microsoft.com/office/drawing/2014/main" id="{829548BC-D9AE-461B-BCC2-BE697C7CB7CA}"/>
              </a:ext>
            </a:extLst>
          </p:cNvPr>
          <p:cNvSpPr txBox="1"/>
          <p:nvPr/>
        </p:nvSpPr>
        <p:spPr>
          <a:xfrm>
            <a:off x="6300950" y="10580771"/>
            <a:ext cx="12200269" cy="1873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15000"/>
              </a:lnSpc>
              <a:spcBef>
                <a:spcPts val="640"/>
              </a:spcBef>
            </a:pPr>
            <a:r>
              <a:rPr lang="en-US" sz="36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…but Prompt-to-Prompt requires tuning </a:t>
            </a:r>
            <a:r>
              <a:rPr lang="en-US" sz="36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several</a:t>
            </a:r>
            <a:r>
              <a:rPr lang="en-US" sz="3600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  <a:r>
              <a:rPr lang="en-US" sz="36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hyperparameters </a:t>
            </a:r>
            <a:r>
              <a:rPr lang="en-US" sz="36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(e.g., </a:t>
            </a:r>
            <a:r>
              <a:rPr lang="it-IT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alpha, </a:t>
            </a:r>
            <a:r>
              <a:rPr lang="it-IT" sz="3200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replace_ratio</a:t>
            </a:r>
            <a:r>
              <a:rPr lang="it-IT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, weight, etc.).</a:t>
            </a:r>
          </a:p>
          <a:p>
            <a:pPr lvl="0" algn="ctr">
              <a:lnSpc>
                <a:spcPct val="115000"/>
              </a:lnSpc>
              <a:spcBef>
                <a:spcPts val="640"/>
              </a:spcBef>
            </a:pPr>
            <a:endParaRPr lang="it-IT" sz="32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</p:spTree>
    <p:extLst>
      <p:ext uri="{BB962C8B-B14F-4D97-AF65-F5344CB8AC3E}">
        <p14:creationId xmlns:p14="http://schemas.microsoft.com/office/powerpoint/2010/main" val="167959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6" name="Google Shape;21786;p169"/>
          <p:cNvSpPr txBox="1"/>
          <p:nvPr/>
        </p:nvSpPr>
        <p:spPr>
          <a:xfrm>
            <a:off x="8965350" y="2895077"/>
            <a:ext cx="64533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80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787" name="Google Shape;21787;p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48934F9E-0B66-4CA4-B2CD-BF1A768F74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6090" y="3000893"/>
            <a:ext cx="5296461" cy="5310325"/>
          </a:xfrm>
          <a:prstGeom prst="rect">
            <a:avLst/>
          </a:prstGeom>
        </p:spPr>
      </p:pic>
      <p:cxnSp>
        <p:nvCxnSpPr>
          <p:cNvPr id="16" name="Google Shape;21738;p166">
            <a:extLst>
              <a:ext uri="{FF2B5EF4-FFF2-40B4-BE49-F238E27FC236}">
                <a16:creationId xmlns:a16="http://schemas.microsoft.com/office/drawing/2014/main" id="{1EC1532C-312F-4F41-895D-0AAFDC9A7C70}"/>
              </a:ext>
            </a:extLst>
          </p:cNvPr>
          <p:cNvCxnSpPr/>
          <p:nvPr/>
        </p:nvCxnSpPr>
        <p:spPr>
          <a:xfrm rot="10800000" flipH="1">
            <a:off x="573075" y="170202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Google Shape;21739;p166">
            <a:extLst>
              <a:ext uri="{FF2B5EF4-FFF2-40B4-BE49-F238E27FC236}">
                <a16:creationId xmlns:a16="http://schemas.microsoft.com/office/drawing/2014/main" id="{A098F21A-B69E-4686-8A97-B6D23B55B9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753;p166">
            <a:extLst>
              <a:ext uri="{FF2B5EF4-FFF2-40B4-BE49-F238E27FC236}">
                <a16:creationId xmlns:a16="http://schemas.microsoft.com/office/drawing/2014/main" id="{16AA29CD-8FC0-47D5-9B04-E90C8BEE4F8F}"/>
              </a:ext>
            </a:extLst>
          </p:cNvPr>
          <p:cNvSpPr/>
          <p:nvPr/>
        </p:nvSpPr>
        <p:spPr>
          <a:xfrm>
            <a:off x="735281" y="1998247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</a:t>
            </a:r>
            <a:endParaRPr sz="3600" dirty="0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16A6538C-A268-4CDF-AF3B-B94D9662079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158" t="8459" r="54761" b="2829"/>
          <a:stretch/>
        </p:blipFill>
        <p:spPr>
          <a:xfrm>
            <a:off x="573075" y="3001387"/>
            <a:ext cx="5319209" cy="5310325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B5F776BA-0412-4701-88A4-5B9B30086E8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3914" t="8223" r="4006" b="3065"/>
          <a:stretch/>
        </p:blipFill>
        <p:spPr>
          <a:xfrm>
            <a:off x="18790667" y="3000893"/>
            <a:ext cx="5319209" cy="5310326"/>
          </a:xfrm>
          <a:prstGeom prst="rect">
            <a:avLst/>
          </a:prstGeom>
        </p:spPr>
      </p:pic>
      <p:sp>
        <p:nvSpPr>
          <p:cNvPr id="21" name="Google Shape;21752;p166">
            <a:extLst>
              <a:ext uri="{FF2B5EF4-FFF2-40B4-BE49-F238E27FC236}">
                <a16:creationId xmlns:a16="http://schemas.microsoft.com/office/drawing/2014/main" id="{8739182E-3AAE-400B-9069-D54702D234BF}"/>
              </a:ext>
            </a:extLst>
          </p:cNvPr>
          <p:cNvSpPr/>
          <p:nvPr/>
        </p:nvSpPr>
        <p:spPr>
          <a:xfrm>
            <a:off x="13105695" y="1965591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ControlNet</a:t>
            </a:r>
            <a:endParaRPr sz="36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E730341A-D0DA-4FBE-B802-8105BB98A17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3947" t="9150" r="3901" b="2562"/>
          <a:stretch/>
        </p:blipFill>
        <p:spPr>
          <a:xfrm>
            <a:off x="6662295" y="3000893"/>
            <a:ext cx="5353784" cy="5310325"/>
          </a:xfrm>
          <a:prstGeom prst="rect">
            <a:avLst/>
          </a:prstGeom>
        </p:spPr>
      </p:pic>
      <p:sp>
        <p:nvSpPr>
          <p:cNvPr id="23" name="Google Shape;21752;p166">
            <a:extLst>
              <a:ext uri="{FF2B5EF4-FFF2-40B4-BE49-F238E27FC236}">
                <a16:creationId xmlns:a16="http://schemas.microsoft.com/office/drawing/2014/main" id="{9E27F64F-CCF1-40C8-A413-AD1D0E0AFB39}"/>
              </a:ext>
            </a:extLst>
          </p:cNvPr>
          <p:cNvSpPr/>
          <p:nvPr/>
        </p:nvSpPr>
        <p:spPr>
          <a:xfrm>
            <a:off x="6999187" y="1998247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w/o ControlNet</a:t>
            </a:r>
            <a:endParaRPr sz="36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4" name="Google Shape;21752;p166">
            <a:extLst>
              <a:ext uri="{FF2B5EF4-FFF2-40B4-BE49-F238E27FC236}">
                <a16:creationId xmlns:a16="http://schemas.microsoft.com/office/drawing/2014/main" id="{4779FB4A-C848-4CCC-AF66-548C62E90493}"/>
              </a:ext>
            </a:extLst>
          </p:cNvPr>
          <p:cNvSpPr/>
          <p:nvPr/>
        </p:nvSpPr>
        <p:spPr>
          <a:xfrm>
            <a:off x="735281" y="8037346"/>
            <a:ext cx="5040000" cy="162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prompt:</a:t>
            </a:r>
          </a:p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grass</a:t>
            </a:r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</a:p>
        </p:txBody>
      </p:sp>
      <p:sp>
        <p:nvSpPr>
          <p:cNvPr id="25" name="Google Shape;21752;p166">
            <a:extLst>
              <a:ext uri="{FF2B5EF4-FFF2-40B4-BE49-F238E27FC236}">
                <a16:creationId xmlns:a16="http://schemas.microsoft.com/office/drawing/2014/main" id="{B413A7C4-AFF9-49FE-8FF0-243BE53BDB4A}"/>
              </a:ext>
            </a:extLst>
          </p:cNvPr>
          <p:cNvSpPr/>
          <p:nvPr/>
        </p:nvSpPr>
        <p:spPr>
          <a:xfrm>
            <a:off x="9881085" y="8037346"/>
            <a:ext cx="5040000" cy="162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prompt:</a:t>
            </a:r>
          </a:p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 black bear is walking in the </a:t>
            </a:r>
            <a:r>
              <a:rPr lang="en-US" sz="2800" b="1" i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flowers</a:t>
            </a:r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in the forest”</a:t>
            </a:r>
          </a:p>
        </p:txBody>
      </p:sp>
      <p:sp>
        <p:nvSpPr>
          <p:cNvPr id="26" name="Google Shape;21752;p166">
            <a:extLst>
              <a:ext uri="{FF2B5EF4-FFF2-40B4-BE49-F238E27FC236}">
                <a16:creationId xmlns:a16="http://schemas.microsoft.com/office/drawing/2014/main" id="{6FEBBE79-AB16-4B39-A0F0-B561B16879AE}"/>
              </a:ext>
            </a:extLst>
          </p:cNvPr>
          <p:cNvSpPr/>
          <p:nvPr/>
        </p:nvSpPr>
        <p:spPr>
          <a:xfrm>
            <a:off x="16145560" y="7876971"/>
            <a:ext cx="2134996" cy="11391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scale=0.10</a:t>
            </a:r>
            <a:endParaRPr lang="en-US" sz="2400" i="1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7" name="Google Shape;21752;p166">
            <a:extLst>
              <a:ext uri="{FF2B5EF4-FFF2-40B4-BE49-F238E27FC236}">
                <a16:creationId xmlns:a16="http://schemas.microsoft.com/office/drawing/2014/main" id="{B1EF40B2-BCF7-47D0-B33B-F925414189F4}"/>
              </a:ext>
            </a:extLst>
          </p:cNvPr>
          <p:cNvSpPr/>
          <p:nvPr/>
        </p:nvSpPr>
        <p:spPr>
          <a:xfrm>
            <a:off x="22165380" y="7876971"/>
            <a:ext cx="2134996" cy="11391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4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scale=0.15</a:t>
            </a:r>
            <a:endParaRPr lang="en-US" sz="2400" i="1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8" name="Google Shape;21752;p166">
            <a:extLst>
              <a:ext uri="{FF2B5EF4-FFF2-40B4-BE49-F238E27FC236}">
                <a16:creationId xmlns:a16="http://schemas.microsoft.com/office/drawing/2014/main" id="{73C41E23-2570-4EB9-B407-1EC22D15F3CA}"/>
              </a:ext>
            </a:extLst>
          </p:cNvPr>
          <p:cNvSpPr/>
          <p:nvPr/>
        </p:nvSpPr>
        <p:spPr>
          <a:xfrm>
            <a:off x="19110271" y="1965591"/>
            <a:ext cx="4680000" cy="90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w/ ControlNet</a:t>
            </a:r>
            <a:endParaRPr sz="36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9" name="Google Shape;21737;p166">
            <a:extLst>
              <a:ext uri="{FF2B5EF4-FFF2-40B4-BE49-F238E27FC236}">
                <a16:creationId xmlns:a16="http://schemas.microsoft.com/office/drawing/2014/main" id="{E1DCD417-7673-4956-8DE7-3D1B0608A10F}"/>
              </a:ext>
            </a:extLst>
          </p:cNvPr>
          <p:cNvSpPr txBox="1"/>
          <p:nvPr/>
        </p:nvSpPr>
        <p:spPr>
          <a:xfrm>
            <a:off x="573075" y="562925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dirty="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Generating Paired Images from Paired Captions</a:t>
            </a:r>
            <a:endParaRPr dirty="0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31" name="Google Shape;21752;p166">
            <a:extLst>
              <a:ext uri="{FF2B5EF4-FFF2-40B4-BE49-F238E27FC236}">
                <a16:creationId xmlns:a16="http://schemas.microsoft.com/office/drawing/2014/main" id="{C4E597A3-49AE-4768-9DA7-0DC6D1672118}"/>
              </a:ext>
            </a:extLst>
          </p:cNvPr>
          <p:cNvSpPr/>
          <p:nvPr/>
        </p:nvSpPr>
        <p:spPr>
          <a:xfrm>
            <a:off x="15493924" y="9858393"/>
            <a:ext cx="5433946" cy="2516303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Image Filtering Metrics:</a:t>
            </a:r>
          </a:p>
          <a:p>
            <a:pPr marL="457200" lvl="0" indent="-431800">
              <a:lnSpc>
                <a:spcPct val="115000"/>
              </a:lnSpc>
              <a:buClr>
                <a:schemeClr val="dk1"/>
              </a:buClr>
              <a:buSzPts val="3200"/>
              <a:buFont typeface="ABeeZee"/>
              <a:buChar char="●"/>
            </a:pP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dir. similarity (&gt;0.15)</a:t>
            </a:r>
          </a:p>
          <a:p>
            <a:pPr marL="457200" indent="-431800">
              <a:lnSpc>
                <a:spcPct val="115000"/>
              </a:lnSpc>
              <a:buClr>
                <a:schemeClr val="dk1"/>
              </a:buClr>
              <a:buSzPts val="3200"/>
              <a:buFont typeface="ABeeZee"/>
              <a:buChar char="●"/>
            </a:pPr>
            <a:r>
              <a:rPr lang="en-US" sz="2800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img</a:t>
            </a: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–</a:t>
            </a:r>
            <a:r>
              <a:rPr lang="en-US" sz="2800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img</a:t>
            </a: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similarity (&gt;0.65)</a:t>
            </a:r>
          </a:p>
          <a:p>
            <a:pPr marL="457200" indent="-431800">
              <a:lnSpc>
                <a:spcPct val="115000"/>
              </a:lnSpc>
              <a:buClr>
                <a:schemeClr val="dk1"/>
              </a:buClr>
              <a:buSzPts val="3200"/>
              <a:buFont typeface="ABeeZee"/>
              <a:buChar char="●"/>
            </a:pPr>
            <a:r>
              <a:rPr lang="en-US" sz="2800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img</a:t>
            </a: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–cap similarity (&gt;0.20)</a:t>
            </a:r>
          </a:p>
        </p:txBody>
      </p:sp>
      <p:sp>
        <p:nvSpPr>
          <p:cNvPr id="32" name="Google Shape;21752;p166">
            <a:extLst>
              <a:ext uri="{FF2B5EF4-FFF2-40B4-BE49-F238E27FC236}">
                <a16:creationId xmlns:a16="http://schemas.microsoft.com/office/drawing/2014/main" id="{7AFB1792-B9F5-4562-9273-2AAAD927BD0F}"/>
              </a:ext>
            </a:extLst>
          </p:cNvPr>
          <p:cNvSpPr/>
          <p:nvPr/>
        </p:nvSpPr>
        <p:spPr>
          <a:xfrm>
            <a:off x="12356721" y="12484329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prompt</a:t>
            </a:r>
          </a:p>
        </p:txBody>
      </p:sp>
      <p:sp>
        <p:nvSpPr>
          <p:cNvPr id="33" name="Google Shape;21752;p166">
            <a:extLst>
              <a:ext uri="{FF2B5EF4-FFF2-40B4-BE49-F238E27FC236}">
                <a16:creationId xmlns:a16="http://schemas.microsoft.com/office/drawing/2014/main" id="{4F940143-CFE9-4C93-9078-0B74BBFBB2C9}"/>
              </a:ext>
            </a:extLst>
          </p:cNvPr>
          <p:cNvSpPr/>
          <p:nvPr/>
        </p:nvSpPr>
        <p:spPr>
          <a:xfrm>
            <a:off x="537851" y="10624286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prompt</a:t>
            </a:r>
          </a:p>
        </p:txBody>
      </p:sp>
      <p:cxnSp>
        <p:nvCxnSpPr>
          <p:cNvPr id="34" name="Google Shape;21834;p173">
            <a:extLst>
              <a:ext uri="{FF2B5EF4-FFF2-40B4-BE49-F238E27FC236}">
                <a16:creationId xmlns:a16="http://schemas.microsoft.com/office/drawing/2014/main" id="{AA63A422-8674-496D-AA52-53F234C1F639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85451" y="11116547"/>
            <a:ext cx="410256" cy="1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" name="Google Shape;21752;p166">
            <a:extLst>
              <a:ext uri="{FF2B5EF4-FFF2-40B4-BE49-F238E27FC236}">
                <a16:creationId xmlns:a16="http://schemas.microsoft.com/office/drawing/2014/main" id="{9DA75C7E-B089-4724-8FB2-170E3B92884D}"/>
              </a:ext>
            </a:extLst>
          </p:cNvPr>
          <p:cNvSpPr/>
          <p:nvPr/>
        </p:nvSpPr>
        <p:spPr>
          <a:xfrm>
            <a:off x="3495707" y="10624287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Stable Diffusion</a:t>
            </a:r>
          </a:p>
        </p:txBody>
      </p:sp>
      <p:cxnSp>
        <p:nvCxnSpPr>
          <p:cNvPr id="36" name="Google Shape;21834;p173">
            <a:extLst>
              <a:ext uri="{FF2B5EF4-FFF2-40B4-BE49-F238E27FC236}">
                <a16:creationId xmlns:a16="http://schemas.microsoft.com/office/drawing/2014/main" id="{AD793C60-BFD7-44F9-86D8-EABAA6512656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6043307" y="11116546"/>
            <a:ext cx="412455" cy="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" name="Google Shape;21752;p166">
            <a:extLst>
              <a:ext uri="{FF2B5EF4-FFF2-40B4-BE49-F238E27FC236}">
                <a16:creationId xmlns:a16="http://schemas.microsoft.com/office/drawing/2014/main" id="{75B11AD8-E156-49C4-A88A-E8506C241A92}"/>
              </a:ext>
            </a:extLst>
          </p:cNvPr>
          <p:cNvSpPr/>
          <p:nvPr/>
        </p:nvSpPr>
        <p:spPr>
          <a:xfrm>
            <a:off x="6455762" y="10624285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original image</a:t>
            </a:r>
          </a:p>
        </p:txBody>
      </p:sp>
      <p:sp>
        <p:nvSpPr>
          <p:cNvPr id="38" name="Google Shape;21752;p166">
            <a:extLst>
              <a:ext uri="{FF2B5EF4-FFF2-40B4-BE49-F238E27FC236}">
                <a16:creationId xmlns:a16="http://schemas.microsoft.com/office/drawing/2014/main" id="{ED3FCE7F-E4F6-41B9-B4AB-99B70E7B2990}"/>
              </a:ext>
            </a:extLst>
          </p:cNvPr>
          <p:cNvSpPr/>
          <p:nvPr/>
        </p:nvSpPr>
        <p:spPr>
          <a:xfrm>
            <a:off x="12356721" y="10616183"/>
            <a:ext cx="2547600" cy="984521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ControlNet</a:t>
            </a:r>
          </a:p>
        </p:txBody>
      </p:sp>
      <p:cxnSp>
        <p:nvCxnSpPr>
          <p:cNvPr id="39" name="Google Shape;21834;p173">
            <a:extLst>
              <a:ext uri="{FF2B5EF4-FFF2-40B4-BE49-F238E27FC236}">
                <a16:creationId xmlns:a16="http://schemas.microsoft.com/office/drawing/2014/main" id="{4BCCA3A0-F5C3-4638-9FBC-710719353F61}"/>
              </a:ext>
            </a:extLst>
          </p:cNvPr>
          <p:cNvCxnSpPr>
            <a:cxnSpLocks/>
            <a:stCxn id="37" idx="3"/>
            <a:endCxn id="45" idx="1"/>
          </p:cNvCxnSpPr>
          <p:nvPr/>
        </p:nvCxnSpPr>
        <p:spPr>
          <a:xfrm flipV="1">
            <a:off x="9003362" y="11108442"/>
            <a:ext cx="393304" cy="8104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1834;p173">
            <a:extLst>
              <a:ext uri="{FF2B5EF4-FFF2-40B4-BE49-F238E27FC236}">
                <a16:creationId xmlns:a16="http://schemas.microsoft.com/office/drawing/2014/main" id="{520E3278-9E57-4CE3-8FD6-8A017F56E9E7}"/>
              </a:ext>
            </a:extLst>
          </p:cNvPr>
          <p:cNvCxnSpPr>
            <a:cxnSpLocks/>
            <a:stCxn id="38" idx="3"/>
            <a:endCxn id="31" idx="1"/>
          </p:cNvCxnSpPr>
          <p:nvPr/>
        </p:nvCxnSpPr>
        <p:spPr>
          <a:xfrm>
            <a:off x="14904320" y="11108444"/>
            <a:ext cx="589603" cy="8101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" name="Google Shape;21752;p166">
            <a:extLst>
              <a:ext uri="{FF2B5EF4-FFF2-40B4-BE49-F238E27FC236}">
                <a16:creationId xmlns:a16="http://schemas.microsoft.com/office/drawing/2014/main" id="{817D5337-6561-4549-807C-4B39E0AC42AF}"/>
              </a:ext>
            </a:extLst>
          </p:cNvPr>
          <p:cNvSpPr/>
          <p:nvPr/>
        </p:nvSpPr>
        <p:spPr>
          <a:xfrm>
            <a:off x="21517470" y="10616182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edited </a:t>
            </a:r>
          </a:p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image</a:t>
            </a:r>
          </a:p>
        </p:txBody>
      </p:sp>
      <p:cxnSp>
        <p:nvCxnSpPr>
          <p:cNvPr id="42" name="Google Shape;21834;p173">
            <a:extLst>
              <a:ext uri="{FF2B5EF4-FFF2-40B4-BE49-F238E27FC236}">
                <a16:creationId xmlns:a16="http://schemas.microsoft.com/office/drawing/2014/main" id="{A4A3834F-22C2-41C5-8D6F-8018F0E48860}"/>
              </a:ext>
            </a:extLst>
          </p:cNvPr>
          <p:cNvCxnSpPr>
            <a:cxnSpLocks/>
            <a:stCxn id="31" idx="3"/>
            <a:endCxn id="41" idx="1"/>
          </p:cNvCxnSpPr>
          <p:nvPr/>
        </p:nvCxnSpPr>
        <p:spPr>
          <a:xfrm flipV="1">
            <a:off x="20927870" y="11108443"/>
            <a:ext cx="589600" cy="810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1834;p173">
            <a:extLst>
              <a:ext uri="{FF2B5EF4-FFF2-40B4-BE49-F238E27FC236}">
                <a16:creationId xmlns:a16="http://schemas.microsoft.com/office/drawing/2014/main" id="{7FCFC4E6-5665-48C2-BBA7-F9E62E292147}"/>
              </a:ext>
            </a:extLst>
          </p:cNvPr>
          <p:cNvCxnSpPr>
            <a:cxnSpLocks/>
            <a:stCxn id="32" idx="0"/>
            <a:endCxn id="38" idx="2"/>
          </p:cNvCxnSpPr>
          <p:nvPr/>
        </p:nvCxnSpPr>
        <p:spPr>
          <a:xfrm flipV="1">
            <a:off x="13630521" y="11600704"/>
            <a:ext cx="0" cy="883625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" name="Google Shape;21752;p166">
            <a:extLst>
              <a:ext uri="{FF2B5EF4-FFF2-40B4-BE49-F238E27FC236}">
                <a16:creationId xmlns:a16="http://schemas.microsoft.com/office/drawing/2014/main" id="{B5AC00C6-D382-4763-9122-E152888AE7F0}"/>
              </a:ext>
            </a:extLst>
          </p:cNvPr>
          <p:cNvSpPr/>
          <p:nvPr/>
        </p:nvSpPr>
        <p:spPr>
          <a:xfrm>
            <a:off x="9396666" y="10616181"/>
            <a:ext cx="2547600" cy="984521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Canny Edge</a:t>
            </a:r>
          </a:p>
        </p:txBody>
      </p:sp>
      <p:cxnSp>
        <p:nvCxnSpPr>
          <p:cNvPr id="62" name="Google Shape;21834;p173">
            <a:extLst>
              <a:ext uri="{FF2B5EF4-FFF2-40B4-BE49-F238E27FC236}">
                <a16:creationId xmlns:a16="http://schemas.microsoft.com/office/drawing/2014/main" id="{5312B4D6-28E5-4DAA-A515-A377F205D4D4}"/>
              </a:ext>
            </a:extLst>
          </p:cNvPr>
          <p:cNvCxnSpPr>
            <a:cxnSpLocks/>
            <a:stCxn id="45" idx="3"/>
            <a:endCxn id="38" idx="1"/>
          </p:cNvCxnSpPr>
          <p:nvPr/>
        </p:nvCxnSpPr>
        <p:spPr>
          <a:xfrm>
            <a:off x="11944266" y="11108442"/>
            <a:ext cx="412455" cy="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744979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75" name="Google Shape;21775;p168"/>
          <p:cNvSpPr/>
          <p:nvPr/>
        </p:nvSpPr>
        <p:spPr>
          <a:xfrm>
            <a:off x="13296769" y="2499754"/>
            <a:ext cx="9448206" cy="518674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76200" cap="flat" cmpd="sng">
            <a:solidFill>
              <a:srgbClr val="93C47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500">
              <a:solidFill>
                <a:srgbClr val="191919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4" name="Google Shape;21775;p168">
            <a:extLst>
              <a:ext uri="{FF2B5EF4-FFF2-40B4-BE49-F238E27FC236}">
                <a16:creationId xmlns:a16="http://schemas.microsoft.com/office/drawing/2014/main" id="{E5D049FF-4BB4-4548-9CF9-15388799A3AB}"/>
              </a:ext>
            </a:extLst>
          </p:cNvPr>
          <p:cNvSpPr/>
          <p:nvPr/>
        </p:nvSpPr>
        <p:spPr>
          <a:xfrm>
            <a:off x="15157705" y="8149437"/>
            <a:ext cx="5726335" cy="533838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76200" cap="flat" cmpd="sng">
            <a:solidFill>
              <a:schemeClr val="tx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500">
              <a:solidFill>
                <a:schemeClr val="bg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pic>
        <p:nvPicPr>
          <p:cNvPr id="21771" name="Google Shape;21771;p1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21772" name="Google Shape;21772;p168"/>
          <p:cNvSpPr txBox="1"/>
          <p:nvPr/>
        </p:nvSpPr>
        <p:spPr>
          <a:xfrm>
            <a:off x="420675" y="1985094"/>
            <a:ext cx="11408100" cy="15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4000" dirty="0">
                <a:latin typeface="ABeeZee"/>
                <a:ea typeface="ABeeZee"/>
                <a:cs typeface="ABeeZee"/>
                <a:sym typeface="ABeeZee"/>
              </a:rPr>
              <a:t>We fine-tuned </a:t>
            </a:r>
            <a:r>
              <a:rPr lang="en-US" sz="4000" b="1" dirty="0">
                <a:latin typeface="ABeeZee"/>
                <a:ea typeface="ABeeZee"/>
                <a:cs typeface="ABeeZee"/>
                <a:sym typeface="ABeeZee"/>
              </a:rPr>
              <a:t>only the U-Net</a:t>
            </a:r>
            <a:r>
              <a:rPr lang="en-US" sz="4000" dirty="0">
                <a:latin typeface="ABeeZee"/>
                <a:ea typeface="ABeeZee"/>
                <a:cs typeface="ABeeZee"/>
                <a:sym typeface="ABeeZee"/>
              </a:rPr>
              <a:t> of the SD to follow textual editing instructions</a:t>
            </a:r>
            <a:endParaRPr sz="4000" dirty="0"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774" name="Google Shape;21774;p1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90432" y="8764005"/>
            <a:ext cx="4260880" cy="4260880"/>
          </a:xfrm>
          <a:prstGeom prst="rect">
            <a:avLst/>
          </a:prstGeom>
          <a:noFill/>
          <a:ln>
            <a:noFill/>
          </a:ln>
        </p:spPr>
      </p:pic>
      <p:sp>
        <p:nvSpPr>
          <p:cNvPr id="21768" name="Google Shape;21768;p168"/>
          <p:cNvSpPr txBox="1"/>
          <p:nvPr/>
        </p:nvSpPr>
        <p:spPr>
          <a:xfrm>
            <a:off x="18950328" y="4496705"/>
            <a:ext cx="3794647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 edit prompt:</a:t>
            </a:r>
            <a:endParaRPr sz="31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“</a:t>
            </a:r>
            <a:r>
              <a:rPr lang="en-US" sz="3100" i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Make her a man</a:t>
            </a:r>
            <a:r>
              <a:rPr lang="en-US" sz="3100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”</a:t>
            </a:r>
            <a:endParaRPr sz="3100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773" name="Google Shape;21773;p1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948253" y="3114322"/>
            <a:ext cx="4143691" cy="4143690"/>
          </a:xfrm>
          <a:prstGeom prst="rect">
            <a:avLst/>
          </a:prstGeom>
          <a:noFill/>
          <a:ln>
            <a:noFill/>
          </a:ln>
        </p:spPr>
      </p:pic>
      <p:sp>
        <p:nvSpPr>
          <p:cNvPr id="21776" name="Google Shape;21776;p168"/>
          <p:cNvSpPr txBox="1"/>
          <p:nvPr/>
        </p:nvSpPr>
        <p:spPr>
          <a:xfrm>
            <a:off x="10400206" y="4700833"/>
            <a:ext cx="3391983" cy="78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rgbClr val="93C47D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Input:</a:t>
            </a:r>
            <a:endParaRPr sz="4800" dirty="0">
              <a:solidFill>
                <a:srgbClr val="93C47D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21777" name="Google Shape;21777;p168"/>
          <p:cNvSpPr txBox="1"/>
          <p:nvPr/>
        </p:nvSpPr>
        <p:spPr>
          <a:xfrm>
            <a:off x="14021880" y="2499754"/>
            <a:ext cx="4143691" cy="723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original image:</a:t>
            </a:r>
            <a:endParaRPr sz="35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1779" name="Google Shape;21779;p168"/>
          <p:cNvSpPr txBox="1"/>
          <p:nvPr/>
        </p:nvSpPr>
        <p:spPr>
          <a:xfrm>
            <a:off x="11587595" y="10432745"/>
            <a:ext cx="3992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solidFill>
                  <a:schemeClr val="tx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Output:</a:t>
            </a:r>
            <a:endParaRPr sz="4800" dirty="0">
              <a:solidFill>
                <a:schemeClr val="tx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sp>
        <p:nvSpPr>
          <p:cNvPr id="16" name="Google Shape;21763;p167">
            <a:extLst>
              <a:ext uri="{FF2B5EF4-FFF2-40B4-BE49-F238E27FC236}">
                <a16:creationId xmlns:a16="http://schemas.microsoft.com/office/drawing/2014/main" id="{C643930B-A9A6-4E2E-9A79-9957AD71D793}"/>
              </a:ext>
            </a:extLst>
          </p:cNvPr>
          <p:cNvSpPr/>
          <p:nvPr/>
        </p:nvSpPr>
        <p:spPr>
          <a:xfrm>
            <a:off x="2202557" y="4264625"/>
            <a:ext cx="5726335" cy="5186749"/>
          </a:xfrm>
          <a:prstGeom prst="roundRect">
            <a:avLst>
              <a:gd name="adj" fmla="val 7513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Implementation details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GPU: 40GB A100</a:t>
            </a:r>
          </a:p>
          <a:p>
            <a:pPr marL="457200" lvl="0" indent="-450850"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dataset size: 1001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resolution: 256x256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batch size: 32</a:t>
            </a:r>
            <a:endParaRPr sz="35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learning rate: 5e-5</a:t>
            </a: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grad. acc. steps: 4</a:t>
            </a: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max grad. norm: 1</a:t>
            </a:r>
          </a:p>
          <a:p>
            <a:pPr marL="457200" lvl="0" indent="-450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eeZee"/>
              <a:buChar char="●"/>
            </a:pPr>
            <a:r>
              <a:rPr lang="en-US" sz="35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steps: 300</a:t>
            </a:r>
            <a:endParaRPr lang="en-US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3" name="Google Shape;21777;p168">
            <a:extLst>
              <a:ext uri="{FF2B5EF4-FFF2-40B4-BE49-F238E27FC236}">
                <a16:creationId xmlns:a16="http://schemas.microsoft.com/office/drawing/2014/main" id="{98B031D9-DAB2-46B5-8042-D609065570CB}"/>
              </a:ext>
            </a:extLst>
          </p:cNvPr>
          <p:cNvSpPr txBox="1"/>
          <p:nvPr/>
        </p:nvSpPr>
        <p:spPr>
          <a:xfrm>
            <a:off x="16007621" y="8149437"/>
            <a:ext cx="4143691" cy="723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edited image:</a:t>
            </a:r>
            <a:endParaRPr sz="3500" b="1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24" name="Google Shape;21768;p168">
            <a:extLst>
              <a:ext uri="{FF2B5EF4-FFF2-40B4-BE49-F238E27FC236}">
                <a16:creationId xmlns:a16="http://schemas.microsoft.com/office/drawing/2014/main" id="{F981D9BC-8C5D-418C-BC2E-F3AA9A93A2F7}"/>
              </a:ext>
            </a:extLst>
          </p:cNvPr>
          <p:cNvSpPr txBox="1"/>
          <p:nvPr/>
        </p:nvSpPr>
        <p:spPr>
          <a:xfrm>
            <a:off x="18347062" y="4586018"/>
            <a:ext cx="603267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600" b="1" dirty="0">
                <a:solidFill>
                  <a:srgbClr val="191919"/>
                </a:solidFill>
                <a:latin typeface="ABeeZee"/>
                <a:ea typeface="ABeeZee"/>
                <a:cs typeface="ABeeZee"/>
                <a:sym typeface="ABeeZee"/>
              </a:rPr>
              <a:t>+</a:t>
            </a:r>
            <a:endParaRPr sz="3600" dirty="0">
              <a:solidFill>
                <a:srgbClr val="191919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cxnSp>
        <p:nvCxnSpPr>
          <p:cNvPr id="25" name="Google Shape;21699;p164">
            <a:extLst>
              <a:ext uri="{FF2B5EF4-FFF2-40B4-BE49-F238E27FC236}">
                <a16:creationId xmlns:a16="http://schemas.microsoft.com/office/drawing/2014/main" id="{AABC6D52-0FEB-4C4E-9A90-350F3E627382}"/>
              </a:ext>
            </a:extLst>
          </p:cNvPr>
          <p:cNvCxnSpPr/>
          <p:nvPr/>
        </p:nvCxnSpPr>
        <p:spPr>
          <a:xfrm rot="10800000" flipH="1">
            <a:off x="573075" y="170202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21737;p166">
            <a:extLst>
              <a:ext uri="{FF2B5EF4-FFF2-40B4-BE49-F238E27FC236}">
                <a16:creationId xmlns:a16="http://schemas.microsoft.com/office/drawing/2014/main" id="{66D503AB-0B7D-4498-B91A-C90DD774032A}"/>
              </a:ext>
            </a:extLst>
          </p:cNvPr>
          <p:cNvSpPr txBox="1"/>
          <p:nvPr/>
        </p:nvSpPr>
        <p:spPr>
          <a:xfrm>
            <a:off x="488671" y="511354"/>
            <a:ext cx="233016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dirty="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Fine-tuning of Stable Diffusion</a:t>
            </a:r>
            <a:endParaRPr dirty="0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4" name="Google Shape;21784;p169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785" name="Google Shape;21785;p169"/>
          <p:cNvCxnSpPr/>
          <p:nvPr/>
        </p:nvCxnSpPr>
        <p:spPr>
          <a:xfrm rot="10800000" flipH="1">
            <a:off x="7959475" y="143227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786" name="Google Shape;21786;p169"/>
          <p:cNvSpPr txBox="1"/>
          <p:nvPr/>
        </p:nvSpPr>
        <p:spPr>
          <a:xfrm>
            <a:off x="8965350" y="2895077"/>
            <a:ext cx="64533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80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787" name="Google Shape;21787;p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88" name="Google Shape;21788;p169" title="home_alone.png"/>
          <p:cNvPicPr preferRelativeResize="0"/>
          <p:nvPr/>
        </p:nvPicPr>
        <p:blipFill rotWithShape="1">
          <a:blip r:embed="rId4">
            <a:alphaModFix/>
          </a:blip>
          <a:srcRect t="7161"/>
          <a:stretch/>
        </p:blipFill>
        <p:spPr>
          <a:xfrm>
            <a:off x="1440257" y="2388518"/>
            <a:ext cx="10058400" cy="4855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89" name="Google Shape;21789;p169" title="moon.png"/>
          <p:cNvPicPr preferRelativeResize="0"/>
          <p:nvPr/>
        </p:nvPicPr>
        <p:blipFill rotWithShape="1">
          <a:blip r:embed="rId5">
            <a:alphaModFix/>
          </a:blip>
          <a:srcRect l="1266" t="8043" r="3486" b="5294"/>
          <a:stretch/>
        </p:blipFill>
        <p:spPr>
          <a:xfrm>
            <a:off x="12057775" y="2425722"/>
            <a:ext cx="9926574" cy="4696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90" name="Google Shape;21790;p169" title="monroe.png"/>
          <p:cNvPicPr preferRelativeResize="0"/>
          <p:nvPr/>
        </p:nvPicPr>
        <p:blipFill rotWithShape="1">
          <a:blip r:embed="rId6">
            <a:alphaModFix/>
          </a:blip>
          <a:srcRect t="7893" b="-103"/>
          <a:stretch/>
        </p:blipFill>
        <p:spPr>
          <a:xfrm>
            <a:off x="1440250" y="7977187"/>
            <a:ext cx="10058401" cy="5379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91" name="Google Shape;21791;p169" title="ali.png"/>
          <p:cNvPicPr preferRelativeResize="0"/>
          <p:nvPr/>
        </p:nvPicPr>
        <p:blipFill rotWithShape="1">
          <a:blip r:embed="rId7">
            <a:alphaModFix/>
          </a:blip>
          <a:srcRect t="7965"/>
          <a:stretch/>
        </p:blipFill>
        <p:spPr>
          <a:xfrm>
            <a:off x="12019000" y="7939313"/>
            <a:ext cx="10058400" cy="481377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21752;p166">
            <a:extLst>
              <a:ext uri="{FF2B5EF4-FFF2-40B4-BE49-F238E27FC236}">
                <a16:creationId xmlns:a16="http://schemas.microsoft.com/office/drawing/2014/main" id="{FBAE301D-167B-4AE1-BDCA-A8A96BBB8C46}"/>
              </a:ext>
            </a:extLst>
          </p:cNvPr>
          <p:cNvSpPr/>
          <p:nvPr/>
        </p:nvSpPr>
        <p:spPr>
          <a:xfrm>
            <a:off x="4222483" y="1989850"/>
            <a:ext cx="4493934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“make him old”</a:t>
            </a:r>
          </a:p>
        </p:txBody>
      </p:sp>
      <p:sp>
        <p:nvSpPr>
          <p:cNvPr id="12" name="Google Shape;21752;p166">
            <a:extLst>
              <a:ext uri="{FF2B5EF4-FFF2-40B4-BE49-F238E27FC236}">
                <a16:creationId xmlns:a16="http://schemas.microsoft.com/office/drawing/2014/main" id="{AC77B0C9-CF99-408D-AF26-447AC741C47B}"/>
              </a:ext>
            </a:extLst>
          </p:cNvPr>
          <p:cNvSpPr/>
          <p:nvPr/>
        </p:nvSpPr>
        <p:spPr>
          <a:xfrm>
            <a:off x="14801233" y="1957435"/>
            <a:ext cx="4493934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“move it to Mars”</a:t>
            </a:r>
          </a:p>
        </p:txBody>
      </p:sp>
      <p:sp>
        <p:nvSpPr>
          <p:cNvPr id="13" name="Google Shape;21752;p166">
            <a:extLst>
              <a:ext uri="{FF2B5EF4-FFF2-40B4-BE49-F238E27FC236}">
                <a16:creationId xmlns:a16="http://schemas.microsoft.com/office/drawing/2014/main" id="{F7F92B96-CACB-4284-B105-9ED7507F77E1}"/>
              </a:ext>
            </a:extLst>
          </p:cNvPr>
          <p:cNvSpPr/>
          <p:nvPr/>
        </p:nvSpPr>
        <p:spPr>
          <a:xfrm>
            <a:off x="14801233" y="7522725"/>
            <a:ext cx="4493934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“change him to a doctor”</a:t>
            </a:r>
          </a:p>
        </p:txBody>
      </p:sp>
      <p:sp>
        <p:nvSpPr>
          <p:cNvPr id="14" name="Google Shape;21752;p166">
            <a:extLst>
              <a:ext uri="{FF2B5EF4-FFF2-40B4-BE49-F238E27FC236}">
                <a16:creationId xmlns:a16="http://schemas.microsoft.com/office/drawing/2014/main" id="{889D0C0E-1CD7-4BCE-8DC9-4395A9D20C78}"/>
              </a:ext>
            </a:extLst>
          </p:cNvPr>
          <p:cNvSpPr/>
          <p:nvPr/>
        </p:nvSpPr>
        <p:spPr>
          <a:xfrm>
            <a:off x="4222483" y="7516708"/>
            <a:ext cx="4493934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glasses”</a:t>
            </a:r>
          </a:p>
        </p:txBody>
      </p:sp>
    </p:spTree>
    <p:extLst>
      <p:ext uri="{BB962C8B-B14F-4D97-AF65-F5344CB8AC3E}">
        <p14:creationId xmlns:p14="http://schemas.microsoft.com/office/powerpoint/2010/main" val="4150298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6" name="Google Shape;21796;p170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797" name="Google Shape;21797;p170"/>
          <p:cNvCxnSpPr/>
          <p:nvPr/>
        </p:nvCxnSpPr>
        <p:spPr>
          <a:xfrm rot="10800000" flipH="1">
            <a:off x="7959475" y="143227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1798" name="Google Shape;21798;p170"/>
          <p:cNvPicPr preferRelativeResize="0"/>
          <p:nvPr/>
        </p:nvPicPr>
        <p:blipFill rotWithShape="1">
          <a:blip r:embed="rId3">
            <a:alphaModFix/>
          </a:blip>
          <a:srcRect t="7337"/>
          <a:stretch/>
        </p:blipFill>
        <p:spPr>
          <a:xfrm>
            <a:off x="1407433" y="3497943"/>
            <a:ext cx="21569133" cy="416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99" name="Google Shape;21799;p170"/>
          <p:cNvPicPr preferRelativeResize="0"/>
          <p:nvPr/>
        </p:nvPicPr>
        <p:blipFill rotWithShape="1">
          <a:blip r:embed="rId4">
            <a:alphaModFix/>
          </a:blip>
          <a:srcRect t="9731"/>
          <a:stretch/>
        </p:blipFill>
        <p:spPr>
          <a:xfrm>
            <a:off x="1407433" y="8287657"/>
            <a:ext cx="21569133" cy="31848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00" name="Google Shape;21800;p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21801" name="Google Shape;21801;p170"/>
          <p:cNvSpPr/>
          <p:nvPr/>
        </p:nvSpPr>
        <p:spPr>
          <a:xfrm>
            <a:off x="9141750" y="1726100"/>
            <a:ext cx="6100500" cy="8715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Different contextual edits</a:t>
            </a:r>
            <a:endParaRPr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8" name="Google Shape;21752;p166">
            <a:extLst>
              <a:ext uri="{FF2B5EF4-FFF2-40B4-BE49-F238E27FC236}">
                <a16:creationId xmlns:a16="http://schemas.microsoft.com/office/drawing/2014/main" id="{1D695A4A-FAD0-4AAB-828B-9EC7D9637147}"/>
              </a:ext>
            </a:extLst>
          </p:cNvPr>
          <p:cNvSpPr/>
          <p:nvPr/>
        </p:nvSpPr>
        <p:spPr>
          <a:xfrm>
            <a:off x="6134099" y="3018550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flowers”</a:t>
            </a:r>
          </a:p>
        </p:txBody>
      </p:sp>
      <p:sp>
        <p:nvSpPr>
          <p:cNvPr id="9" name="Google Shape;21752;p166">
            <a:extLst>
              <a:ext uri="{FF2B5EF4-FFF2-40B4-BE49-F238E27FC236}">
                <a16:creationId xmlns:a16="http://schemas.microsoft.com/office/drawing/2014/main" id="{575F6E1D-4D87-4D8F-A5D0-F8AB449BF157}"/>
              </a:ext>
            </a:extLst>
          </p:cNvPr>
          <p:cNvSpPr/>
          <p:nvPr/>
        </p:nvSpPr>
        <p:spPr>
          <a:xfrm>
            <a:off x="10469040" y="2998811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“at sunset”</a:t>
            </a:r>
          </a:p>
        </p:txBody>
      </p:sp>
      <p:sp>
        <p:nvSpPr>
          <p:cNvPr id="10" name="Google Shape;21752;p166">
            <a:extLst>
              <a:ext uri="{FF2B5EF4-FFF2-40B4-BE49-F238E27FC236}">
                <a16:creationId xmlns:a16="http://schemas.microsoft.com/office/drawing/2014/main" id="{6A35EEEF-5E75-430B-8644-90627B373041}"/>
              </a:ext>
            </a:extLst>
          </p:cNvPr>
          <p:cNvSpPr/>
          <p:nvPr/>
        </p:nvSpPr>
        <p:spPr>
          <a:xfrm>
            <a:off x="14803981" y="2998811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snow”</a:t>
            </a:r>
          </a:p>
        </p:txBody>
      </p:sp>
      <p:sp>
        <p:nvSpPr>
          <p:cNvPr id="11" name="Google Shape;21752;p166">
            <a:extLst>
              <a:ext uri="{FF2B5EF4-FFF2-40B4-BE49-F238E27FC236}">
                <a16:creationId xmlns:a16="http://schemas.microsoft.com/office/drawing/2014/main" id="{FD7880D6-3F60-4C31-B29A-A883477E264F}"/>
              </a:ext>
            </a:extLst>
          </p:cNvPr>
          <p:cNvSpPr/>
          <p:nvPr/>
        </p:nvSpPr>
        <p:spPr>
          <a:xfrm>
            <a:off x="19138922" y="3018550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fog”</a:t>
            </a:r>
          </a:p>
        </p:txBody>
      </p:sp>
      <p:sp>
        <p:nvSpPr>
          <p:cNvPr id="12" name="Google Shape;21752;p166">
            <a:extLst>
              <a:ext uri="{FF2B5EF4-FFF2-40B4-BE49-F238E27FC236}">
                <a16:creationId xmlns:a16="http://schemas.microsoft.com/office/drawing/2014/main" id="{127E6781-D4E4-4947-9CBC-A956127A1CF1}"/>
              </a:ext>
            </a:extLst>
          </p:cNvPr>
          <p:cNvSpPr/>
          <p:nvPr/>
        </p:nvSpPr>
        <p:spPr>
          <a:xfrm>
            <a:off x="6134098" y="11316506"/>
            <a:ext cx="3445917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“change to a polar bear”</a:t>
            </a:r>
          </a:p>
        </p:txBody>
      </p:sp>
      <p:sp>
        <p:nvSpPr>
          <p:cNvPr id="15" name="Google Shape;21752;p166">
            <a:extLst>
              <a:ext uri="{FF2B5EF4-FFF2-40B4-BE49-F238E27FC236}">
                <a16:creationId xmlns:a16="http://schemas.microsoft.com/office/drawing/2014/main" id="{A425F06B-28E3-4D30-A3A4-D9872CD5F6C6}"/>
              </a:ext>
            </a:extLst>
          </p:cNvPr>
          <p:cNvSpPr/>
          <p:nvPr/>
        </p:nvSpPr>
        <p:spPr>
          <a:xfrm>
            <a:off x="10469040" y="11268221"/>
            <a:ext cx="3445917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“make him a wooden statue”</a:t>
            </a:r>
          </a:p>
        </p:txBody>
      </p:sp>
      <p:sp>
        <p:nvSpPr>
          <p:cNvPr id="16" name="Google Shape;21752;p166">
            <a:extLst>
              <a:ext uri="{FF2B5EF4-FFF2-40B4-BE49-F238E27FC236}">
                <a16:creationId xmlns:a16="http://schemas.microsoft.com/office/drawing/2014/main" id="{485C785B-1185-4CD8-8742-6CA01270335D}"/>
              </a:ext>
            </a:extLst>
          </p:cNvPr>
          <p:cNvSpPr/>
          <p:nvPr/>
        </p:nvSpPr>
        <p:spPr>
          <a:xfrm>
            <a:off x="14740611" y="11268220"/>
            <a:ext cx="3445917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it purple”</a:t>
            </a:r>
          </a:p>
        </p:txBody>
      </p:sp>
      <p:sp>
        <p:nvSpPr>
          <p:cNvPr id="17" name="Google Shape;21752;p166">
            <a:extLst>
              <a:ext uri="{FF2B5EF4-FFF2-40B4-BE49-F238E27FC236}">
                <a16:creationId xmlns:a16="http://schemas.microsoft.com/office/drawing/2014/main" id="{ED1973FC-7DA7-4874-BA66-574125FF9F9D}"/>
              </a:ext>
            </a:extLst>
          </p:cNvPr>
          <p:cNvSpPr/>
          <p:nvPr/>
        </p:nvSpPr>
        <p:spPr>
          <a:xfrm>
            <a:off x="19012183" y="11268219"/>
            <a:ext cx="3445917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“as a cartoon”</a:t>
            </a:r>
          </a:p>
        </p:txBody>
      </p:sp>
    </p:spTree>
    <p:extLst>
      <p:ext uri="{BB962C8B-B14F-4D97-AF65-F5344CB8AC3E}">
        <p14:creationId xmlns:p14="http://schemas.microsoft.com/office/powerpoint/2010/main" val="4205303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27" name="Google Shape;21827;p173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828" name="Google Shape;21828;p173"/>
          <p:cNvCxnSpPr/>
          <p:nvPr/>
        </p:nvCxnSpPr>
        <p:spPr>
          <a:xfrm rot="10800000" flipH="1">
            <a:off x="7959475" y="143227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829" name="Google Shape;21829;p173"/>
          <p:cNvSpPr/>
          <p:nvPr/>
        </p:nvSpPr>
        <p:spPr>
          <a:xfrm>
            <a:off x="5752000" y="1784750"/>
            <a:ext cx="14043900" cy="7728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Classifier-free guidance weights over two conditional inputs</a:t>
            </a:r>
            <a:endParaRPr sz="36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830" name="Google Shape;21830;p1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28550" y="2687436"/>
            <a:ext cx="9950700" cy="10853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31" name="Google Shape;21831;p1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32" name="Google Shape;21832;p17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20602" y="5412900"/>
            <a:ext cx="4155923" cy="5402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834" name="Google Shape;21834;p173"/>
          <p:cNvCxnSpPr>
            <a:stCxn id="21832" idx="3"/>
            <a:endCxn id="21830" idx="1"/>
          </p:cNvCxnSpPr>
          <p:nvPr/>
        </p:nvCxnSpPr>
        <p:spPr>
          <a:xfrm>
            <a:off x="7676525" y="8114250"/>
            <a:ext cx="4052100" cy="0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21752;p166">
            <a:extLst>
              <a:ext uri="{FF2B5EF4-FFF2-40B4-BE49-F238E27FC236}">
                <a16:creationId xmlns:a16="http://schemas.microsoft.com/office/drawing/2014/main" id="{468BB5EE-400B-40CB-AD71-E3F592E186A6}"/>
              </a:ext>
            </a:extLst>
          </p:cNvPr>
          <p:cNvSpPr/>
          <p:nvPr/>
        </p:nvSpPr>
        <p:spPr>
          <a:xfrm>
            <a:off x="7770558" y="6858000"/>
            <a:ext cx="3864034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cyborg”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7" name="Google Shape;21817;p172"/>
          <p:cNvSpPr txBox="1"/>
          <p:nvPr/>
        </p:nvSpPr>
        <p:spPr>
          <a:xfrm>
            <a:off x="10195950" y="293175"/>
            <a:ext cx="3992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Results</a:t>
            </a:r>
            <a:endParaRPr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818" name="Google Shape;21818;p172"/>
          <p:cNvCxnSpPr/>
          <p:nvPr/>
        </p:nvCxnSpPr>
        <p:spPr>
          <a:xfrm rot="10800000" flipH="1">
            <a:off x="7959475" y="1432275"/>
            <a:ext cx="8985300" cy="186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1821" name="Google Shape;21821;p172"/>
          <p:cNvPicPr preferRelativeResize="0"/>
          <p:nvPr/>
        </p:nvPicPr>
        <p:blipFill rotWithShape="1">
          <a:blip r:embed="rId3">
            <a:alphaModFix/>
          </a:blip>
          <a:srcRect t="6556"/>
          <a:stretch/>
        </p:blipFill>
        <p:spPr>
          <a:xfrm>
            <a:off x="5944440" y="2091479"/>
            <a:ext cx="15538357" cy="50223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22" name="Google Shape;21822;p1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1809;p171">
            <a:extLst>
              <a:ext uri="{FF2B5EF4-FFF2-40B4-BE49-F238E27FC236}">
                <a16:creationId xmlns:a16="http://schemas.microsoft.com/office/drawing/2014/main" id="{4E1EA6CC-8BF2-4016-A080-43C6705E14F5}"/>
              </a:ext>
            </a:extLst>
          </p:cNvPr>
          <p:cNvSpPr/>
          <p:nvPr/>
        </p:nvSpPr>
        <p:spPr>
          <a:xfrm>
            <a:off x="11575648" y="9012787"/>
            <a:ext cx="5195400" cy="8715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9" name="Google Shape;21810;p171">
            <a:extLst>
              <a:ext uri="{FF2B5EF4-FFF2-40B4-BE49-F238E27FC236}">
                <a16:creationId xmlns:a16="http://schemas.microsoft.com/office/drawing/2014/main" id="{F24C7862-17D3-4518-8996-F9E03407D50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10285"/>
          <a:stretch/>
        </p:blipFill>
        <p:spPr>
          <a:xfrm>
            <a:off x="5152184" y="8020050"/>
            <a:ext cx="17309335" cy="539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21829;p173">
            <a:extLst>
              <a:ext uri="{FF2B5EF4-FFF2-40B4-BE49-F238E27FC236}">
                <a16:creationId xmlns:a16="http://schemas.microsoft.com/office/drawing/2014/main" id="{5088A70F-9D96-4270-96E7-5C2F790727B5}"/>
              </a:ext>
            </a:extLst>
          </p:cNvPr>
          <p:cNvSpPr/>
          <p:nvPr/>
        </p:nvSpPr>
        <p:spPr>
          <a:xfrm>
            <a:off x="1434352" y="3706990"/>
            <a:ext cx="3600000" cy="108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Sequential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Edits</a:t>
            </a:r>
            <a:endParaRPr sz="28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1" name="Google Shape;21829;p173">
            <a:extLst>
              <a:ext uri="{FF2B5EF4-FFF2-40B4-BE49-F238E27FC236}">
                <a16:creationId xmlns:a16="http://schemas.microsoft.com/office/drawing/2014/main" id="{93F93138-8EAE-4037-9F2F-2CB633043DE2}"/>
              </a:ext>
            </a:extLst>
          </p:cNvPr>
          <p:cNvSpPr/>
          <p:nvPr/>
        </p:nvSpPr>
        <p:spPr>
          <a:xfrm>
            <a:off x="1434352" y="9686700"/>
            <a:ext cx="3600000" cy="144000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Different latent noise</a:t>
            </a:r>
            <a:endParaRPr sz="28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2" name="Google Shape;21752;p166">
            <a:extLst>
              <a:ext uri="{FF2B5EF4-FFF2-40B4-BE49-F238E27FC236}">
                <a16:creationId xmlns:a16="http://schemas.microsoft.com/office/drawing/2014/main" id="{54B8C102-683F-4BAA-A265-F0EFD608C29A}"/>
              </a:ext>
            </a:extLst>
          </p:cNvPr>
          <p:cNvSpPr/>
          <p:nvPr/>
        </p:nvSpPr>
        <p:spPr>
          <a:xfrm>
            <a:off x="11937598" y="1720561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“move to Iceland”</a:t>
            </a:r>
          </a:p>
        </p:txBody>
      </p:sp>
      <p:sp>
        <p:nvSpPr>
          <p:cNvPr id="13" name="Google Shape;21752;p166">
            <a:extLst>
              <a:ext uri="{FF2B5EF4-FFF2-40B4-BE49-F238E27FC236}">
                <a16:creationId xmlns:a16="http://schemas.microsoft.com/office/drawing/2014/main" id="{F3D05F5A-846B-4C9D-A600-6A54EDCA20C9}"/>
              </a:ext>
            </a:extLst>
          </p:cNvPr>
          <p:cNvSpPr/>
          <p:nvPr/>
        </p:nvSpPr>
        <p:spPr>
          <a:xfrm>
            <a:off x="16944775" y="1720561"/>
            <a:ext cx="3898202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“add </a:t>
            </a:r>
            <a:r>
              <a:rPr lang="en-US" sz="2800" i="1" dirty="0" err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Northen</a:t>
            </a:r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Lights”</a:t>
            </a:r>
          </a:p>
        </p:txBody>
      </p:sp>
      <p:sp>
        <p:nvSpPr>
          <p:cNvPr id="14" name="Google Shape;21752;p166">
            <a:extLst>
              <a:ext uri="{FF2B5EF4-FFF2-40B4-BE49-F238E27FC236}">
                <a16:creationId xmlns:a16="http://schemas.microsoft.com/office/drawing/2014/main" id="{706984CA-DF72-4F8D-99EA-6BC1AC838129}"/>
              </a:ext>
            </a:extLst>
          </p:cNvPr>
          <p:cNvSpPr/>
          <p:nvPr/>
        </p:nvSpPr>
        <p:spPr>
          <a:xfrm>
            <a:off x="12083892" y="7486732"/>
            <a:ext cx="3445917" cy="61887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“she’s a nurse”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39" name="Google Shape;21839;p174"/>
          <p:cNvSpPr txBox="1"/>
          <p:nvPr/>
        </p:nvSpPr>
        <p:spPr>
          <a:xfrm>
            <a:off x="469325" y="562925"/>
            <a:ext cx="11545200" cy="10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dirty="0">
                <a:solidFill>
                  <a:srgbClr val="191919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Conclusions</a:t>
            </a:r>
            <a:endParaRPr sz="700" dirty="0"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840" name="Google Shape;21840;p174"/>
          <p:cNvCxnSpPr/>
          <p:nvPr/>
        </p:nvCxnSpPr>
        <p:spPr>
          <a:xfrm rot="10800000" flipH="1">
            <a:off x="573075" y="1701425"/>
            <a:ext cx="10860300" cy="192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1841" name="Google Shape;21841;p174"/>
          <p:cNvPicPr preferRelativeResize="0"/>
          <p:nvPr/>
        </p:nvPicPr>
        <p:blipFill rotWithShape="1">
          <a:blip r:embed="rId3">
            <a:alphaModFix/>
          </a:blip>
          <a:srcRect t="6533"/>
          <a:stretch/>
        </p:blipFill>
        <p:spPr>
          <a:xfrm>
            <a:off x="12698060" y="2333096"/>
            <a:ext cx="9690501" cy="4707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42" name="Google Shape;21842;p174"/>
          <p:cNvPicPr preferRelativeResize="0"/>
          <p:nvPr/>
        </p:nvPicPr>
        <p:blipFill rotWithShape="1">
          <a:blip r:embed="rId4">
            <a:alphaModFix/>
          </a:blip>
          <a:srcRect t="7758"/>
          <a:stretch/>
        </p:blipFill>
        <p:spPr>
          <a:xfrm>
            <a:off x="12822560" y="8168640"/>
            <a:ext cx="9193546" cy="5158186"/>
          </a:xfrm>
          <a:prstGeom prst="rect">
            <a:avLst/>
          </a:prstGeom>
          <a:noFill/>
          <a:ln>
            <a:noFill/>
          </a:ln>
        </p:spPr>
      </p:pic>
      <p:sp>
        <p:nvSpPr>
          <p:cNvPr id="21843" name="Google Shape;21843;p174"/>
          <p:cNvSpPr/>
          <p:nvPr/>
        </p:nvSpPr>
        <p:spPr>
          <a:xfrm>
            <a:off x="573075" y="2619963"/>
            <a:ext cx="10735800" cy="5810803"/>
          </a:xfrm>
          <a:prstGeom prst="roundRect">
            <a:avLst>
              <a:gd name="adj" fmla="val 44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</a:pP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Limitations:</a:t>
            </a:r>
          </a:p>
          <a:p>
            <a:pPr marL="457200" indent="-463550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The </a:t>
            </a: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dataset quality </a:t>
            </a: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is limited by the ability of:</a:t>
            </a:r>
          </a:p>
          <a:p>
            <a:pPr marL="565150" lvl="1" indent="-571500">
              <a:lnSpc>
                <a:spcPct val="115000"/>
              </a:lnSpc>
              <a:buClr>
                <a:schemeClr val="dk1"/>
              </a:buClr>
              <a:buSzPts val="3700"/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Gemma 2B to generate instructions</a:t>
            </a:r>
          </a:p>
          <a:p>
            <a:pPr marL="565150" indent="-571500">
              <a:lnSpc>
                <a:spcPct val="115000"/>
              </a:lnSpc>
              <a:buClr>
                <a:schemeClr val="dk1"/>
              </a:buClr>
              <a:buSzPts val="3700"/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SD to generate images</a:t>
            </a:r>
          </a:p>
          <a:p>
            <a:pPr marL="457200" lvl="0" indent="-463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Limited fine-tuning data</a:t>
            </a:r>
          </a:p>
          <a:p>
            <a:pPr marL="457200" lvl="0" indent="-463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Resolution constraints</a:t>
            </a:r>
            <a:endParaRPr sz="3200" b="1" dirty="0">
              <a:solidFill>
                <a:schemeClr val="tx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3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Difficulty with </a:t>
            </a: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complex instructions</a:t>
            </a:r>
            <a:endParaRPr sz="3200" b="1" dirty="0">
              <a:solidFill>
                <a:schemeClr val="tx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3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Accumulated errors </a:t>
            </a:r>
            <a:r>
              <a:rPr lang="en-US" sz="3200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in sequential edits</a:t>
            </a:r>
            <a:endParaRPr sz="3200" dirty="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3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b="1" dirty="0">
                <a:solidFill>
                  <a:schemeClr val="tx2"/>
                </a:solidFill>
                <a:latin typeface="ABeeZee"/>
                <a:ea typeface="ABeeZee"/>
                <a:cs typeface="ABeeZee"/>
                <a:sym typeface="ABeeZee"/>
              </a:rPr>
              <a:t>Biases</a:t>
            </a:r>
            <a:endParaRPr sz="3200" b="1" dirty="0">
              <a:solidFill>
                <a:schemeClr val="tx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  <a:latin typeface="ABeeZee"/>
                <a:ea typeface="ABeeZee"/>
                <a:cs typeface="ABeeZee"/>
                <a:sym typeface="ABeeZee"/>
              </a:rPr>
              <a:t>1</a:t>
            </a:r>
            <a:endParaRPr sz="1100" dirty="0">
              <a:solidFill>
                <a:schemeClr val="dk2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pic>
        <p:nvPicPr>
          <p:cNvPr id="21844" name="Google Shape;21844;p17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458100" y="11786225"/>
            <a:ext cx="1925900" cy="192977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1752;p166">
            <a:extLst>
              <a:ext uri="{FF2B5EF4-FFF2-40B4-BE49-F238E27FC236}">
                <a16:creationId xmlns:a16="http://schemas.microsoft.com/office/drawing/2014/main" id="{20BD7694-C977-44F8-A50D-B98CA2844339}"/>
              </a:ext>
            </a:extLst>
          </p:cNvPr>
          <p:cNvSpPr/>
          <p:nvPr/>
        </p:nvSpPr>
        <p:spPr>
          <a:xfrm>
            <a:off x="15611293" y="1433759"/>
            <a:ext cx="3864034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doctor”</a:t>
            </a:r>
          </a:p>
        </p:txBody>
      </p:sp>
      <p:sp>
        <p:nvSpPr>
          <p:cNvPr id="9" name="Google Shape;21752;p166">
            <a:extLst>
              <a:ext uri="{FF2B5EF4-FFF2-40B4-BE49-F238E27FC236}">
                <a16:creationId xmlns:a16="http://schemas.microsoft.com/office/drawing/2014/main" id="{BD1FD02B-CB21-4932-9FCB-5E0AF28D4813}"/>
              </a:ext>
            </a:extLst>
          </p:cNvPr>
          <p:cNvSpPr/>
          <p:nvPr/>
        </p:nvSpPr>
        <p:spPr>
          <a:xfrm>
            <a:off x="15487316" y="7281513"/>
            <a:ext cx="3864034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“turn into a CEO”</a:t>
            </a:r>
          </a:p>
        </p:txBody>
      </p:sp>
      <p:sp>
        <p:nvSpPr>
          <p:cNvPr id="10" name="Google Shape;21843;p174">
            <a:extLst>
              <a:ext uri="{FF2B5EF4-FFF2-40B4-BE49-F238E27FC236}">
                <a16:creationId xmlns:a16="http://schemas.microsoft.com/office/drawing/2014/main" id="{95A3402B-F5F7-4D0D-ACEE-60AF55174655}"/>
              </a:ext>
            </a:extLst>
          </p:cNvPr>
          <p:cNvSpPr/>
          <p:nvPr/>
        </p:nvSpPr>
        <p:spPr>
          <a:xfrm>
            <a:off x="573075" y="9158505"/>
            <a:ext cx="10735800" cy="3994570"/>
          </a:xfrm>
          <a:prstGeom prst="roundRect">
            <a:avLst>
              <a:gd name="adj" fmla="val 44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</a:pPr>
            <a:r>
              <a:rPr lang="en-US" sz="3200" b="1" dirty="0">
                <a:solidFill>
                  <a:srgbClr val="92D050"/>
                </a:solidFill>
                <a:latin typeface="ABeeZee"/>
                <a:ea typeface="ABeeZee"/>
                <a:cs typeface="ABeeZee"/>
                <a:sym typeface="ABeeZee"/>
              </a:rPr>
              <a:t>Future works:</a:t>
            </a:r>
          </a:p>
          <a:p>
            <a:pPr marL="457200" indent="-463550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it-IT" sz="3200" dirty="0">
                <a:solidFill>
                  <a:schemeClr val="tx1"/>
                </a:solidFill>
                <a:latin typeface="ABeeZee" panose="020B0604020202020204" charset="0"/>
              </a:rPr>
              <a:t>Use </a:t>
            </a:r>
            <a:r>
              <a:rPr lang="it-IT" sz="3200" b="1" dirty="0" err="1">
                <a:solidFill>
                  <a:schemeClr val="tx1"/>
                </a:solidFill>
                <a:latin typeface="ABeeZee" panose="020B0604020202020204" charset="0"/>
              </a:rPr>
              <a:t>newer</a:t>
            </a:r>
            <a:r>
              <a:rPr lang="it-IT" sz="3200" b="1" dirty="0">
                <a:solidFill>
                  <a:schemeClr val="tx1"/>
                </a:solidFill>
                <a:latin typeface="ABeeZee" panose="020B0604020202020204" charset="0"/>
              </a:rPr>
              <a:t> SD </a:t>
            </a:r>
            <a:r>
              <a:rPr lang="it-IT" sz="3200" b="1" dirty="0" err="1">
                <a:solidFill>
                  <a:schemeClr val="tx1"/>
                </a:solidFill>
                <a:latin typeface="ABeeZee" panose="020B0604020202020204" charset="0"/>
              </a:rPr>
              <a:t>versions</a:t>
            </a:r>
            <a:r>
              <a:rPr lang="it-IT" sz="3200" dirty="0">
                <a:solidFill>
                  <a:schemeClr val="tx1"/>
                </a:solidFill>
                <a:latin typeface="ABeeZee" panose="020B0604020202020204" charset="0"/>
              </a:rPr>
              <a:t> for dataset generation</a:t>
            </a:r>
          </a:p>
          <a:p>
            <a:pPr marL="457200" indent="-463550" algn="just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it-IT" sz="3200" dirty="0">
                <a:solidFill>
                  <a:schemeClr val="tx1"/>
                </a:solidFill>
                <a:latin typeface="ABeeZee" panose="020B0604020202020204" charset="0"/>
              </a:rPr>
              <a:t>Fine-</a:t>
            </a:r>
            <a:r>
              <a:rPr lang="it-IT" sz="3200" dirty="0" err="1">
                <a:solidFill>
                  <a:schemeClr val="tx1"/>
                </a:solidFill>
                <a:latin typeface="ABeeZee" panose="020B0604020202020204" charset="0"/>
              </a:rPr>
              <a:t>tune</a:t>
            </a:r>
            <a:r>
              <a:rPr lang="it-IT" sz="3200" dirty="0">
                <a:solidFill>
                  <a:schemeClr val="tx1"/>
                </a:solidFill>
                <a:latin typeface="ABeeZee" panose="020B0604020202020204" charset="0"/>
              </a:rPr>
              <a:t> a </a:t>
            </a:r>
            <a:r>
              <a:rPr lang="it-IT" sz="3200" b="1" dirty="0" err="1">
                <a:solidFill>
                  <a:schemeClr val="tx1"/>
                </a:solidFill>
                <a:latin typeface="ABeeZee" panose="020B0604020202020204" charset="0"/>
              </a:rPr>
              <a:t>newer</a:t>
            </a:r>
            <a:r>
              <a:rPr lang="it-IT" sz="3200" b="1" dirty="0">
                <a:solidFill>
                  <a:schemeClr val="tx1"/>
                </a:solidFill>
                <a:latin typeface="ABeeZee" panose="020B0604020202020204" charset="0"/>
              </a:rPr>
              <a:t> SD </a:t>
            </a:r>
            <a:r>
              <a:rPr lang="it-IT" sz="3200" b="1" dirty="0" err="1">
                <a:solidFill>
                  <a:schemeClr val="tx1"/>
                </a:solidFill>
                <a:latin typeface="ABeeZee" panose="020B0604020202020204" charset="0"/>
              </a:rPr>
              <a:t>versions</a:t>
            </a:r>
            <a:r>
              <a:rPr lang="it-IT" sz="3200" b="1" dirty="0">
                <a:solidFill>
                  <a:schemeClr val="tx1"/>
                </a:solidFill>
                <a:latin typeface="ABeeZee" panose="020B0604020202020204" charset="0"/>
              </a:rPr>
              <a:t> </a:t>
            </a:r>
            <a:r>
              <a:rPr lang="it-IT" sz="3200" dirty="0">
                <a:solidFill>
                  <a:schemeClr val="tx1"/>
                </a:solidFill>
                <a:latin typeface="ABeeZee" panose="020B0604020202020204" charset="0"/>
              </a:rPr>
              <a:t>to follow </a:t>
            </a:r>
            <a:r>
              <a:rPr lang="it-IT" sz="3200" dirty="0" err="1">
                <a:solidFill>
                  <a:schemeClr val="tx1"/>
                </a:solidFill>
                <a:latin typeface="ABeeZee" panose="020B0604020202020204" charset="0"/>
              </a:rPr>
              <a:t>instructions</a:t>
            </a:r>
            <a:endParaRPr lang="it-IT" sz="3200" dirty="0">
              <a:solidFill>
                <a:schemeClr val="tx1"/>
              </a:solidFill>
              <a:latin typeface="ABeeZee" panose="020B0604020202020204" charset="0"/>
            </a:endParaRPr>
          </a:p>
          <a:p>
            <a:pPr marL="457200" indent="-463550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dirty="0">
                <a:solidFill>
                  <a:schemeClr val="tx1"/>
                </a:solidFill>
                <a:latin typeface="ABeeZee" panose="020B0604020202020204" charset="0"/>
              </a:rPr>
              <a:t>Fine-tune on </a:t>
            </a:r>
            <a:r>
              <a:rPr lang="en-US" sz="3200" b="1" dirty="0">
                <a:solidFill>
                  <a:schemeClr val="tx1"/>
                </a:solidFill>
                <a:latin typeface="ABeeZee" panose="020B0604020202020204" charset="0"/>
              </a:rPr>
              <a:t>larger, high-quality data</a:t>
            </a:r>
            <a:endParaRPr lang="en-US" b="1" dirty="0">
              <a:solidFill>
                <a:schemeClr val="tx1"/>
              </a:solidFill>
              <a:latin typeface="ABeeZee" panose="020B0604020202020204" charset="0"/>
              <a:ea typeface="ABeeZee"/>
              <a:cs typeface="ABeeZee"/>
              <a:sym typeface="ABeeZee"/>
            </a:endParaRPr>
          </a:p>
          <a:p>
            <a:pPr marL="457200" indent="-463550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dirty="0">
                <a:solidFill>
                  <a:schemeClr val="tx1"/>
                </a:solidFill>
                <a:latin typeface="ABeeZee" panose="020B0604020202020204" charset="0"/>
                <a:ea typeface="ABeeZee"/>
                <a:cs typeface="ABeeZee"/>
                <a:sym typeface="ABeeZee"/>
              </a:rPr>
              <a:t>Address Biases</a:t>
            </a:r>
          </a:p>
          <a:p>
            <a:pPr marL="457200" indent="-463550">
              <a:lnSpc>
                <a:spcPct val="115000"/>
              </a:lnSpc>
              <a:buClr>
                <a:schemeClr val="dk1"/>
              </a:buClr>
              <a:buSzPts val="3700"/>
              <a:buFont typeface="ABeeZee"/>
              <a:buChar char="➔"/>
            </a:pPr>
            <a:r>
              <a:rPr lang="en-US" sz="3200" dirty="0">
                <a:solidFill>
                  <a:schemeClr val="tx1"/>
                </a:solidFill>
                <a:latin typeface="ABeeZee" panose="020B0604020202020204" charset="0"/>
              </a:rPr>
              <a:t>Enhance robustness to complex instructions</a:t>
            </a:r>
            <a:endParaRPr lang="en-US" sz="3200" dirty="0">
              <a:solidFill>
                <a:schemeClr val="tx1"/>
              </a:solidFill>
              <a:latin typeface="ABeeZee" panose="020B0604020202020204" charset="0"/>
              <a:ea typeface="ABeeZee"/>
              <a:cs typeface="ABeeZee"/>
              <a:sym typeface="ABeeZe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9" name="Google Shape;21849;p175"/>
          <p:cNvSpPr txBox="1">
            <a:spLocks noGrp="1"/>
          </p:cNvSpPr>
          <p:nvPr>
            <p:ph type="ctrTitle"/>
          </p:nvPr>
        </p:nvSpPr>
        <p:spPr>
          <a:xfrm>
            <a:off x="2294100" y="2276850"/>
            <a:ext cx="19795800" cy="3533400"/>
          </a:xfrm>
          <a:prstGeom prst="rect">
            <a:avLst/>
          </a:prstGeom>
        </p:spPr>
        <p:txBody>
          <a:bodyPr spcFirstLastPara="1" wrap="square" lIns="243800" tIns="243800" rIns="243800" bIns="2438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/>
              <a:t>Thanks </a:t>
            </a:r>
            <a:r>
              <a:rPr lang="en-US" sz="9500">
                <a:solidFill>
                  <a:schemeClr val="dk1"/>
                </a:solidFill>
              </a:rPr>
              <a:t>for </a:t>
            </a:r>
            <a:r>
              <a:rPr lang="en-US" sz="9500"/>
              <a:t>your attention</a:t>
            </a:r>
            <a:endParaRPr sz="9500"/>
          </a:p>
        </p:txBody>
      </p:sp>
      <p:pic>
        <p:nvPicPr>
          <p:cNvPr id="21850" name="Google Shape;21850;p175" descr="logo Sapienza (rgb)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689900" y="0"/>
            <a:ext cx="5694102" cy="236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51" name="Google Shape;21851;p175"/>
          <p:cNvPicPr preferRelativeResize="0"/>
          <p:nvPr/>
        </p:nvPicPr>
        <p:blipFill rotWithShape="1">
          <a:blip r:embed="rId4">
            <a:alphaModFix/>
          </a:blip>
          <a:srcRect t="6559"/>
          <a:stretch/>
        </p:blipFill>
        <p:spPr>
          <a:xfrm>
            <a:off x="12538125" y="4388700"/>
            <a:ext cx="10489075" cy="502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54" name="Google Shape;21854;p175"/>
          <p:cNvPicPr preferRelativeResize="0"/>
          <p:nvPr/>
        </p:nvPicPr>
        <p:blipFill rotWithShape="1">
          <a:blip r:embed="rId5">
            <a:alphaModFix/>
          </a:blip>
          <a:srcRect t="5946" b="2141"/>
          <a:stretch/>
        </p:blipFill>
        <p:spPr>
          <a:xfrm>
            <a:off x="1920425" y="4424850"/>
            <a:ext cx="10617700" cy="498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55" name="Google Shape;21855;p175"/>
          <p:cNvSpPr/>
          <p:nvPr/>
        </p:nvSpPr>
        <p:spPr>
          <a:xfrm>
            <a:off x="2979425" y="9595125"/>
            <a:ext cx="2865600" cy="10122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Daniele Sabatini</a:t>
            </a:r>
            <a:endParaRPr sz="100"/>
          </a:p>
        </p:txBody>
      </p:sp>
      <p:sp>
        <p:nvSpPr>
          <p:cNvPr id="21856" name="Google Shape;21856;p175"/>
          <p:cNvSpPr/>
          <p:nvPr/>
        </p:nvSpPr>
        <p:spPr>
          <a:xfrm>
            <a:off x="13674275" y="9595125"/>
            <a:ext cx="2865600" cy="10122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Luca</a:t>
            </a:r>
            <a:endParaRPr sz="3000" b="1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Conti</a:t>
            </a:r>
            <a:endParaRPr sz="3000" b="1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  <p:sp>
        <p:nvSpPr>
          <p:cNvPr id="10" name="Google Shape;21752;p166">
            <a:extLst>
              <a:ext uri="{FF2B5EF4-FFF2-40B4-BE49-F238E27FC236}">
                <a16:creationId xmlns:a16="http://schemas.microsoft.com/office/drawing/2014/main" id="{F9431744-B391-46EA-B9F8-6BC9F42D46EE}"/>
              </a:ext>
            </a:extLst>
          </p:cNvPr>
          <p:cNvSpPr/>
          <p:nvPr/>
        </p:nvSpPr>
        <p:spPr>
          <a:xfrm>
            <a:off x="7981842" y="9212906"/>
            <a:ext cx="3864034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“after the university”</a:t>
            </a:r>
          </a:p>
        </p:txBody>
      </p:sp>
      <p:sp>
        <p:nvSpPr>
          <p:cNvPr id="11" name="Google Shape;21752;p166">
            <a:extLst>
              <a:ext uri="{FF2B5EF4-FFF2-40B4-BE49-F238E27FC236}">
                <a16:creationId xmlns:a16="http://schemas.microsoft.com/office/drawing/2014/main" id="{EDE03E70-CFC0-41C9-9E31-4A6FCEE633E5}"/>
              </a:ext>
            </a:extLst>
          </p:cNvPr>
          <p:cNvSpPr/>
          <p:nvPr/>
        </p:nvSpPr>
        <p:spPr>
          <a:xfrm>
            <a:off x="18599541" y="9134006"/>
            <a:ext cx="3864034" cy="967219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i="1" dirty="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“after graduated”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1" name="Google Shape;21861;p176"/>
          <p:cNvSpPr txBox="1"/>
          <p:nvPr/>
        </p:nvSpPr>
        <p:spPr>
          <a:xfrm>
            <a:off x="3049275" y="1570700"/>
            <a:ext cx="201924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>
                <a:solidFill>
                  <a:schemeClr val="lt2"/>
                </a:solidFill>
                <a:latin typeface="Black Han Sans"/>
                <a:ea typeface="Black Han Sans"/>
                <a:cs typeface="Black Han Sans"/>
                <a:sym typeface="Black Han Sans"/>
              </a:rPr>
              <a:t>References:</a:t>
            </a:r>
            <a:endParaRPr>
              <a:solidFill>
                <a:schemeClr val="lt2"/>
              </a:solidFill>
              <a:latin typeface="Black Han Sans"/>
              <a:ea typeface="Black Han Sans"/>
              <a:cs typeface="Black Han Sans"/>
              <a:sym typeface="Black Han Sans"/>
            </a:endParaRPr>
          </a:p>
        </p:txBody>
      </p:sp>
      <p:cxnSp>
        <p:nvCxnSpPr>
          <p:cNvPr id="21862" name="Google Shape;21862;p176"/>
          <p:cNvCxnSpPr/>
          <p:nvPr/>
        </p:nvCxnSpPr>
        <p:spPr>
          <a:xfrm>
            <a:off x="3231550" y="2755400"/>
            <a:ext cx="6632100" cy="9900"/>
          </a:xfrm>
          <a:prstGeom prst="straightConnector1">
            <a:avLst/>
          </a:prstGeom>
          <a:noFill/>
          <a:ln w="1143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863" name="Google Shape;21863;p176"/>
          <p:cNvSpPr txBox="1"/>
          <p:nvPr/>
        </p:nvSpPr>
        <p:spPr>
          <a:xfrm>
            <a:off x="3049275" y="3436900"/>
            <a:ext cx="19920300" cy="77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69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Tim Brooks, Aleksander Holynski, Alexei A. Efros. InstructPix2Pix: Learning to Follow Image Editing Instructions. arXiv:2211.09800, 2022. </a:t>
            </a:r>
            <a:r>
              <a:rPr lang="en-US" sz="3800" u="sng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https://arxiv.org/abs/2211.09800</a:t>
            </a:r>
            <a:endParaRPr sz="3800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9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Amir Hertz, Ron Mokady, Jay Tenenbaum, Kfir Aberman, Yael Pritch, Daniel Cohen-Or. Prompt-to-Prompt Image Editing with Cross Attention Control. arXiv:2208.01626, 2022. </a:t>
            </a:r>
            <a:r>
              <a:rPr lang="en-US" sz="3800" u="sng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https://arxiv.org/abs/2208.01626</a:t>
            </a: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 </a:t>
            </a:r>
            <a:endParaRPr sz="380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9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Lvmin Zhang, Maneesh Agrawala. Adding Conditional Control to Text-to-Image Diffusion Models. arXiv:2302.05543, 2023. </a:t>
            </a:r>
            <a:r>
              <a:rPr lang="en-US" sz="3800" u="sng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https://arxiv.org/abs/2302.05543</a:t>
            </a:r>
            <a:endParaRPr sz="3800">
              <a:solidFill>
                <a:schemeClr val="lt2"/>
              </a:solidFill>
              <a:latin typeface="ABeeZee"/>
              <a:ea typeface="ABeeZee"/>
              <a:cs typeface="ABeeZee"/>
              <a:sym typeface="ABeeZee"/>
            </a:endParaRPr>
          </a:p>
          <a:p>
            <a:pPr marL="457200" lvl="0" indent="-469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BeeZee"/>
              <a:buAutoNum type="arabicPeriod"/>
            </a:pP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Robin Rombach, Andreas Blattmann, Dominik Lorenz, Patrick Esser, Björn Ommer. </a:t>
            </a:r>
            <a:r>
              <a:rPr lang="en-US" sz="3800" u="sng">
                <a:solidFill>
                  <a:schemeClr val="lt2"/>
                </a:solidFill>
                <a:latin typeface="ABeeZee"/>
                <a:ea typeface="ABeeZee"/>
                <a:cs typeface="ABeeZee"/>
                <a:sym typeface="ABeeZee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High-Resolution Image Synthesis with Latent Diffusion Models.</a:t>
            </a:r>
            <a:r>
              <a:rPr lang="en-US" sz="3800">
                <a:solidFill>
                  <a:schemeClr val="dk1"/>
                </a:solidFill>
                <a:latin typeface="ABeeZee"/>
                <a:ea typeface="ABeeZee"/>
                <a:cs typeface="ABeeZee"/>
                <a:sym typeface="ABeeZee"/>
              </a:rPr>
              <a:t>CVPR 2022.</a:t>
            </a:r>
            <a:endParaRPr sz="3800">
              <a:solidFill>
                <a:schemeClr val="dk1"/>
              </a:solidFill>
              <a:latin typeface="ABeeZee"/>
              <a:ea typeface="ABeeZee"/>
              <a:cs typeface="ABeeZee"/>
              <a:sym typeface="ABeeZe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3_DynamicLight">
  <a:themeElements>
    <a:clrScheme name="33_DynamicLight">
      <a:dk1>
        <a:srgbClr val="5E5E5E"/>
      </a:dk1>
      <a:lt1>
        <a:srgbClr val="005E00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mart Home Project Proposal by Slidesgo">
  <a:themeElements>
    <a:clrScheme name="Simple Light">
      <a:dk1>
        <a:srgbClr val="253035"/>
      </a:dk1>
      <a:lt1>
        <a:srgbClr val="F9F9F9"/>
      </a:lt1>
      <a:dk2>
        <a:srgbClr val="FFFFFF"/>
      </a:dk2>
      <a:lt2>
        <a:srgbClr val="7A0C0C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530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3_DynamicLight">
  <a:themeElements>
    <a:clrScheme name="33_DynamicLight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751</Words>
  <Application>Microsoft Office PowerPoint</Application>
  <PresentationFormat>Personalizzato</PresentationFormat>
  <Paragraphs>146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11</vt:i4>
      </vt:variant>
      <vt:variant>
        <vt:lpstr>Tema</vt:lpstr>
      </vt:variant>
      <vt:variant>
        <vt:i4>4</vt:i4>
      </vt:variant>
      <vt:variant>
        <vt:lpstr>Titoli diapositive</vt:lpstr>
      </vt:variant>
      <vt:variant>
        <vt:i4>13</vt:i4>
      </vt:variant>
    </vt:vector>
  </HeadingPairs>
  <TitlesOfParts>
    <vt:vector size="28" baseType="lpstr">
      <vt:lpstr>Roboto Serif SemiBold</vt:lpstr>
      <vt:lpstr>-apple-system</vt:lpstr>
      <vt:lpstr>Monaspace Neon</vt:lpstr>
      <vt:lpstr>ABeeZee</vt:lpstr>
      <vt:lpstr>PT Sans</vt:lpstr>
      <vt:lpstr>Arial</vt:lpstr>
      <vt:lpstr>Helvetica Neue</vt:lpstr>
      <vt:lpstr>Roboto</vt:lpstr>
      <vt:lpstr>Open Sans</vt:lpstr>
      <vt:lpstr>Black Han Sans</vt:lpstr>
      <vt:lpstr>Roboto Condensed Light</vt:lpstr>
      <vt:lpstr>33_DynamicLight</vt:lpstr>
      <vt:lpstr>Smart Home Project Proposal by Slidesgo</vt:lpstr>
      <vt:lpstr>Smart Home Project Proposal by Slidesgo</vt:lpstr>
      <vt:lpstr>Smart Home Project Proposal by Slidesgo</vt:lpstr>
      <vt:lpstr>Image Editing with  Diffusion Models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Thanks for your attention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Editing with  Diffusion Models</dc:title>
  <dc:creator>Asus</dc:creator>
  <cp:lastModifiedBy>Luca Conti</cp:lastModifiedBy>
  <cp:revision>31</cp:revision>
  <dcterms:modified xsi:type="dcterms:W3CDTF">2025-09-01T20:54:32Z</dcterms:modified>
</cp:coreProperties>
</file>