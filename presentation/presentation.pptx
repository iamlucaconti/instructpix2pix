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7" r:id="rId4"/>
    <p:sldMasterId id="214748370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13716000" cx="24384000"/>
  <p:notesSz cx="6858000" cy="9144000"/>
  <p:embeddedFontLst>
    <p:embeddedFont>
      <p:font typeface="Roboto"/>
      <p:regular r:id="rId20"/>
      <p:bold r:id="rId21"/>
      <p:italic r:id="rId22"/>
      <p:boldItalic r:id="rId23"/>
    </p:embeddedFont>
    <p:embeddedFont>
      <p:font typeface="Helvetica Neue"/>
      <p:regular r:id="rId24"/>
      <p:bold r:id="rId25"/>
      <p:italic r:id="rId26"/>
      <p:boldItalic r:id="rId27"/>
    </p:embeddedFont>
    <p:embeddedFont>
      <p:font typeface="Black Han Sans"/>
      <p:regular r:id="rId28"/>
    </p:embeddedFont>
    <p:embeddedFont>
      <p:font typeface="ABeeZee"/>
      <p:regular r:id="rId29"/>
      <p:italic r:id="rId30"/>
    </p:embeddedFont>
    <p:embeddedFont>
      <p:font typeface="PT Sans"/>
      <p:regular r:id="rId31"/>
      <p:bold r:id="rId32"/>
      <p:italic r:id="rId33"/>
      <p:boldItalic r:id="rId34"/>
    </p:embeddedFont>
    <p:embeddedFont>
      <p:font typeface="Roboto Serif SemiBold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9" roundtripDataSignature="AMtx7mjjoC3RqkcqaDqJOK5Nkxl8F40P/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regular.fntdata"/><Relationship Id="rId22" Type="http://schemas.openxmlformats.org/officeDocument/2006/relationships/font" Target="fonts/Roboto-italic.fntdata"/><Relationship Id="rId21" Type="http://schemas.openxmlformats.org/officeDocument/2006/relationships/font" Target="fonts/Roboto-bold.fntdata"/><Relationship Id="rId24" Type="http://schemas.openxmlformats.org/officeDocument/2006/relationships/font" Target="fonts/HelveticaNeue-regular.fntdata"/><Relationship Id="rId23" Type="http://schemas.openxmlformats.org/officeDocument/2006/relationships/font" Target="fonts/Roboto-boldItalic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26" Type="http://schemas.openxmlformats.org/officeDocument/2006/relationships/font" Target="fonts/HelveticaNeue-italic.fntdata"/><Relationship Id="rId25" Type="http://schemas.openxmlformats.org/officeDocument/2006/relationships/font" Target="fonts/HelveticaNeue-bold.fntdata"/><Relationship Id="rId28" Type="http://schemas.openxmlformats.org/officeDocument/2006/relationships/font" Target="fonts/BlackHanSans-regular.fntdata"/><Relationship Id="rId27" Type="http://schemas.openxmlformats.org/officeDocument/2006/relationships/font" Target="fonts/HelveticaNeue-boldItalic.fntdata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29" Type="http://schemas.openxmlformats.org/officeDocument/2006/relationships/font" Target="fonts/ABeeZee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TSans-regular.fntdata"/><Relationship Id="rId30" Type="http://schemas.openxmlformats.org/officeDocument/2006/relationships/font" Target="fonts/ABeeZee-italic.fntdata"/><Relationship Id="rId11" Type="http://schemas.openxmlformats.org/officeDocument/2006/relationships/slide" Target="slides/slide5.xml"/><Relationship Id="rId33" Type="http://schemas.openxmlformats.org/officeDocument/2006/relationships/font" Target="fonts/PTSans-italic.fntdata"/><Relationship Id="rId10" Type="http://schemas.openxmlformats.org/officeDocument/2006/relationships/slide" Target="slides/slide4.xml"/><Relationship Id="rId32" Type="http://schemas.openxmlformats.org/officeDocument/2006/relationships/font" Target="fonts/PTSans-bold.fntdata"/><Relationship Id="rId13" Type="http://schemas.openxmlformats.org/officeDocument/2006/relationships/slide" Target="slides/slide7.xml"/><Relationship Id="rId35" Type="http://schemas.openxmlformats.org/officeDocument/2006/relationships/font" Target="fonts/RobotoSerifSemiBold-regular.fntdata"/><Relationship Id="rId12" Type="http://schemas.openxmlformats.org/officeDocument/2006/relationships/slide" Target="slides/slide6.xml"/><Relationship Id="rId34" Type="http://schemas.openxmlformats.org/officeDocument/2006/relationships/font" Target="fonts/PTSans-boldItalic.fntdata"/><Relationship Id="rId15" Type="http://schemas.openxmlformats.org/officeDocument/2006/relationships/slide" Target="slides/slide9.xml"/><Relationship Id="rId37" Type="http://schemas.openxmlformats.org/officeDocument/2006/relationships/font" Target="fonts/RobotoSerifSemiBold-italic.fntdata"/><Relationship Id="rId14" Type="http://schemas.openxmlformats.org/officeDocument/2006/relationships/slide" Target="slides/slide8.xml"/><Relationship Id="rId36" Type="http://schemas.openxmlformats.org/officeDocument/2006/relationships/font" Target="fonts/RobotoSerifSemiBold-bold.fntdata"/><Relationship Id="rId17" Type="http://schemas.openxmlformats.org/officeDocument/2006/relationships/slide" Target="slides/slide11.xml"/><Relationship Id="rId39" Type="http://customschemas.google.com/relationships/presentationmetadata" Target="metadata"/><Relationship Id="rId16" Type="http://schemas.openxmlformats.org/officeDocument/2006/relationships/slide" Target="slides/slide10.xml"/><Relationship Id="rId38" Type="http://schemas.openxmlformats.org/officeDocument/2006/relationships/font" Target="fonts/RobotoSerifSemiBold-bold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228600" lvl="1" marL="9144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-228600" lvl="2" marL="13716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-228600" lvl="3" marL="18288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-228600" lvl="4" marL="22860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-228600" lvl="5" marL="27432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-228600" lvl="6" marL="32004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-228600" lvl="7" marL="36576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-228600" lvl="8" marL="41148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68" name="Shape 12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9" name="Google Shape;12969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70" name="Google Shape;1297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76" name="Shape 12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7" name="Google Shape;1297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78" name="Google Shape;12978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87" name="Shape 12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8" name="Google Shape;1298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89" name="Google Shape;1298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08" name="Shape 13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9" name="Google Shape;1300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10" name="Google Shape;13010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28" name="Shape 13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9" name="Google Shape;13029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30" name="Google Shape;13030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64" name="Shape 13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5" name="Google Shape;13065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66" name="Google Shape;130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83" name="Shape 13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4" name="Google Shape;13084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85" name="Google Shape;13085;p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99" name="Shape 13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0" name="Google Shape;13100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01" name="Google Shape;13101;p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17" name="Shape 13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8" name="Google Shape;13118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19" name="Google Shape;13119;p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29" name="Shape 13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0" name="Google Shape;13130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31" name="Google Shape;13131;p1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4" name="Shape 13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5" name="Google Shape;13145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46" name="Google Shape;13146;p1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57" name="Shape 13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8" name="Google Shape;13158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59" name="Google Shape;1315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69" name="Shape 13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0" name="Google Shape;13170;p1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71" name="Google Shape;13171;p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15"/>
          <p:cNvGrpSpPr/>
          <p:nvPr/>
        </p:nvGrpSpPr>
        <p:grpSpPr>
          <a:xfrm flipH="1" rot="10800000">
            <a:off x="13186600" y="8284422"/>
            <a:ext cx="11197162" cy="5431719"/>
            <a:chOff x="4643125" y="3610400"/>
            <a:chExt cx="2050875" cy="994875"/>
          </a:xfrm>
        </p:grpSpPr>
        <p:sp>
          <p:nvSpPr>
            <p:cNvPr id="10" name="Google Shape;10;p15"/>
            <p:cNvSpPr/>
            <p:nvPr/>
          </p:nvSpPr>
          <p:spPr>
            <a:xfrm>
              <a:off x="5600100" y="3665175"/>
              <a:ext cx="147050" cy="30375"/>
            </a:xfrm>
            <a:custGeom>
              <a:rect b="b" l="l" r="r" t="t"/>
              <a:pathLst>
                <a:path extrusionOk="0" h="1215" w="5882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p15"/>
            <p:cNvSpPr/>
            <p:nvPr/>
          </p:nvSpPr>
          <p:spPr>
            <a:xfrm>
              <a:off x="5504550" y="3688675"/>
              <a:ext cx="89625" cy="20275"/>
            </a:xfrm>
            <a:custGeom>
              <a:rect b="b" l="l" r="r" t="t"/>
              <a:pathLst>
                <a:path extrusionOk="0" h="811" w="3585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p15"/>
            <p:cNvSpPr/>
            <p:nvPr/>
          </p:nvSpPr>
          <p:spPr>
            <a:xfrm>
              <a:off x="5497700" y="3708925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5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p15"/>
            <p:cNvSpPr/>
            <p:nvPr/>
          </p:nvSpPr>
          <p:spPr>
            <a:xfrm>
              <a:off x="5497400" y="370892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p15"/>
            <p:cNvSpPr/>
            <p:nvPr/>
          </p:nvSpPr>
          <p:spPr>
            <a:xfrm>
              <a:off x="5498000" y="3709525"/>
              <a:ext cx="925" cy="300"/>
            </a:xfrm>
            <a:custGeom>
              <a:rect b="b" l="l" r="r" t="t"/>
              <a:pathLst>
                <a:path extrusionOk="0" h="12" w="37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p15"/>
            <p:cNvSpPr/>
            <p:nvPr/>
          </p:nvSpPr>
          <p:spPr>
            <a:xfrm>
              <a:off x="5497100" y="37071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p15"/>
            <p:cNvSpPr/>
            <p:nvPr/>
          </p:nvSpPr>
          <p:spPr>
            <a:xfrm>
              <a:off x="5695050" y="3824700"/>
              <a:ext cx="212250" cy="130700"/>
            </a:xfrm>
            <a:custGeom>
              <a:rect b="b" l="l" r="r" t="t"/>
              <a:pathLst>
                <a:path extrusionOk="0" h="5228" w="849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15"/>
            <p:cNvSpPr/>
            <p:nvPr/>
          </p:nvSpPr>
          <p:spPr>
            <a:xfrm>
              <a:off x="5583725" y="3754175"/>
              <a:ext cx="111650" cy="70250"/>
            </a:xfrm>
            <a:custGeom>
              <a:rect b="b" l="l" r="r" t="t"/>
              <a:pathLst>
                <a:path extrusionOk="0" h="2810" w="4466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15"/>
            <p:cNvSpPr/>
            <p:nvPr/>
          </p:nvSpPr>
          <p:spPr>
            <a:xfrm>
              <a:off x="5498600" y="3705050"/>
              <a:ext cx="80375" cy="52400"/>
            </a:xfrm>
            <a:custGeom>
              <a:rect b="b" l="l" r="r" t="t"/>
              <a:pathLst>
                <a:path extrusionOk="0" h="2096" w="3215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15"/>
            <p:cNvSpPr/>
            <p:nvPr/>
          </p:nvSpPr>
          <p:spPr>
            <a:xfrm>
              <a:off x="5497100" y="3708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15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15"/>
            <p:cNvSpPr/>
            <p:nvPr/>
          </p:nvSpPr>
          <p:spPr>
            <a:xfrm>
              <a:off x="5497700" y="37089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15"/>
            <p:cNvSpPr/>
            <p:nvPr/>
          </p:nvSpPr>
          <p:spPr>
            <a:xfrm>
              <a:off x="4643125" y="3610700"/>
              <a:ext cx="30400" cy="48250"/>
            </a:xfrm>
            <a:custGeom>
              <a:rect b="b" l="l" r="r" t="t"/>
              <a:pathLst>
                <a:path extrusionOk="0" h="1930" w="1216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15"/>
            <p:cNvSpPr/>
            <p:nvPr/>
          </p:nvSpPr>
          <p:spPr>
            <a:xfrm>
              <a:off x="4743450" y="3642850"/>
              <a:ext cx="94675" cy="72950"/>
            </a:xfrm>
            <a:custGeom>
              <a:rect b="b" l="l" r="r" t="t"/>
              <a:pathLst>
                <a:path extrusionOk="0" h="2918" w="3787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15"/>
            <p:cNvSpPr/>
            <p:nvPr/>
          </p:nvSpPr>
          <p:spPr>
            <a:xfrm>
              <a:off x="4835125" y="3716075"/>
              <a:ext cx="600" cy="300"/>
            </a:xfrm>
            <a:custGeom>
              <a:rect b="b" l="l" r="r" t="t"/>
              <a:pathLst>
                <a:path extrusionOk="0" h="12" w="24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15"/>
            <p:cNvSpPr/>
            <p:nvPr/>
          </p:nvSpPr>
          <p:spPr>
            <a:xfrm>
              <a:off x="4833325" y="3649975"/>
              <a:ext cx="176825" cy="67000"/>
            </a:xfrm>
            <a:custGeom>
              <a:rect b="b" l="l" r="r" t="t"/>
              <a:pathLst>
                <a:path extrusionOk="0" h="2680" w="7073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15"/>
            <p:cNvSpPr/>
            <p:nvPr/>
          </p:nvSpPr>
          <p:spPr>
            <a:xfrm>
              <a:off x="4694925" y="3610700"/>
              <a:ext cx="34250" cy="24725"/>
            </a:xfrm>
            <a:custGeom>
              <a:rect b="b" l="l" r="r" t="t"/>
              <a:pathLst>
                <a:path extrusionOk="0" h="989" w="137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p15"/>
            <p:cNvSpPr/>
            <p:nvPr/>
          </p:nvSpPr>
          <p:spPr>
            <a:xfrm>
              <a:off x="4663675" y="3633900"/>
              <a:ext cx="62525" cy="32775"/>
            </a:xfrm>
            <a:custGeom>
              <a:rect b="b" l="l" r="r" t="t"/>
              <a:pathLst>
                <a:path extrusionOk="0" h="1311" w="2501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15"/>
            <p:cNvSpPr/>
            <p:nvPr/>
          </p:nvSpPr>
          <p:spPr>
            <a:xfrm>
              <a:off x="4740175" y="3610700"/>
              <a:ext cx="60725" cy="22925"/>
            </a:xfrm>
            <a:custGeom>
              <a:rect b="b" l="l" r="r" t="t"/>
              <a:pathLst>
                <a:path extrusionOk="0" h="917" w="2429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p15"/>
            <p:cNvSpPr/>
            <p:nvPr/>
          </p:nvSpPr>
          <p:spPr>
            <a:xfrm>
              <a:off x="4999125" y="3610700"/>
              <a:ext cx="19375" cy="36925"/>
            </a:xfrm>
            <a:custGeom>
              <a:rect b="b" l="l" r="r" t="t"/>
              <a:pathLst>
                <a:path extrusionOk="0" h="1477" w="775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15"/>
            <p:cNvSpPr/>
            <p:nvPr/>
          </p:nvSpPr>
          <p:spPr>
            <a:xfrm>
              <a:off x="5014900" y="3656825"/>
              <a:ext cx="92900" cy="270000"/>
            </a:xfrm>
            <a:custGeom>
              <a:rect b="b" l="l" r="r" t="t"/>
              <a:pathLst>
                <a:path extrusionOk="0" h="10800" w="3716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15"/>
            <p:cNvSpPr/>
            <p:nvPr/>
          </p:nvSpPr>
          <p:spPr>
            <a:xfrm>
              <a:off x="5021150" y="3610400"/>
              <a:ext cx="159875" cy="46900"/>
            </a:xfrm>
            <a:custGeom>
              <a:rect b="b" l="l" r="r" t="t"/>
              <a:pathLst>
                <a:path extrusionOk="0" h="1876" w="6395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15"/>
            <p:cNvSpPr/>
            <p:nvPr/>
          </p:nvSpPr>
          <p:spPr>
            <a:xfrm>
              <a:off x="5109250" y="3610700"/>
              <a:ext cx="133375" cy="317625"/>
            </a:xfrm>
            <a:custGeom>
              <a:rect b="b" l="l" r="r" t="t"/>
              <a:pathLst>
                <a:path extrusionOk="0" h="12705" w="5335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15"/>
            <p:cNvSpPr/>
            <p:nvPr/>
          </p:nvSpPr>
          <p:spPr>
            <a:xfrm>
              <a:off x="5497100" y="3610700"/>
              <a:ext cx="7475" cy="100325"/>
            </a:xfrm>
            <a:custGeom>
              <a:rect b="b" l="l" r="r" t="t"/>
              <a:pathLst>
                <a:path extrusionOk="0" h="4013" w="299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15"/>
            <p:cNvSpPr/>
            <p:nvPr/>
          </p:nvSpPr>
          <p:spPr>
            <a:xfrm>
              <a:off x="5539175" y="3610700"/>
              <a:ext cx="82375" cy="297075"/>
            </a:xfrm>
            <a:custGeom>
              <a:rect b="b" l="l" r="r" t="t"/>
              <a:pathLst>
                <a:path extrusionOk="0" h="11883" w="3295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15"/>
            <p:cNvSpPr/>
            <p:nvPr/>
          </p:nvSpPr>
          <p:spPr>
            <a:xfrm>
              <a:off x="5722725" y="3610700"/>
              <a:ext cx="32775" cy="47350"/>
            </a:xfrm>
            <a:custGeom>
              <a:rect b="b" l="l" r="r" t="t"/>
              <a:pathLst>
                <a:path extrusionOk="0" h="1894" w="1311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15"/>
            <p:cNvSpPr/>
            <p:nvPr/>
          </p:nvSpPr>
          <p:spPr>
            <a:xfrm>
              <a:off x="5759625" y="3674100"/>
              <a:ext cx="51525" cy="86350"/>
            </a:xfrm>
            <a:custGeom>
              <a:rect b="b" l="l" r="r" t="t"/>
              <a:pathLst>
                <a:path extrusionOk="0" h="3454" w="2061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15"/>
            <p:cNvSpPr/>
            <p:nvPr/>
          </p:nvSpPr>
          <p:spPr>
            <a:xfrm>
              <a:off x="5811425" y="3763100"/>
              <a:ext cx="102425" cy="186350"/>
            </a:xfrm>
            <a:custGeom>
              <a:rect b="b" l="l" r="r" t="t"/>
              <a:pathLst>
                <a:path extrusionOk="0" h="7454" w="4097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15"/>
            <p:cNvSpPr/>
            <p:nvPr/>
          </p:nvSpPr>
          <p:spPr>
            <a:xfrm>
              <a:off x="5767375" y="3647600"/>
              <a:ext cx="243200" cy="24725"/>
            </a:xfrm>
            <a:custGeom>
              <a:rect b="b" l="l" r="r" t="t"/>
              <a:pathLst>
                <a:path extrusionOk="0" h="989" w="9728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15"/>
            <p:cNvSpPr/>
            <p:nvPr/>
          </p:nvSpPr>
          <p:spPr>
            <a:xfrm>
              <a:off x="6011150" y="3652075"/>
              <a:ext cx="80100" cy="97650"/>
            </a:xfrm>
            <a:custGeom>
              <a:rect b="b" l="l" r="r" t="t"/>
              <a:pathLst>
                <a:path extrusionOk="0" h="3906" w="3204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15"/>
            <p:cNvSpPr/>
            <p:nvPr/>
          </p:nvSpPr>
          <p:spPr>
            <a:xfrm>
              <a:off x="6091225" y="3749700"/>
              <a:ext cx="73550" cy="93200"/>
            </a:xfrm>
            <a:custGeom>
              <a:rect b="b" l="l" r="r" t="t"/>
              <a:pathLst>
                <a:path extrusionOk="0" h="3728" w="2942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15"/>
            <p:cNvSpPr/>
            <p:nvPr/>
          </p:nvSpPr>
          <p:spPr>
            <a:xfrm>
              <a:off x="6167125" y="3845850"/>
              <a:ext cx="108675" cy="131575"/>
            </a:xfrm>
            <a:custGeom>
              <a:rect b="b" l="l" r="r" t="t"/>
              <a:pathLst>
                <a:path extrusionOk="0" h="5263" w="4347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15"/>
            <p:cNvSpPr/>
            <p:nvPr/>
          </p:nvSpPr>
          <p:spPr>
            <a:xfrm>
              <a:off x="5539375" y="3610700"/>
              <a:ext cx="553650" cy="299750"/>
            </a:xfrm>
            <a:custGeom>
              <a:rect b="b" l="l" r="r" t="t"/>
              <a:pathLst>
                <a:path extrusionOk="0" h="11990" w="22146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15"/>
            <p:cNvSpPr/>
            <p:nvPr/>
          </p:nvSpPr>
          <p:spPr>
            <a:xfrm>
              <a:off x="5910250" y="3967875"/>
              <a:ext cx="8650" cy="4525"/>
            </a:xfrm>
            <a:custGeom>
              <a:rect b="b" l="l" r="r" t="t"/>
              <a:pathLst>
                <a:path extrusionOk="0" h="181" w="346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15"/>
            <p:cNvSpPr/>
            <p:nvPr/>
          </p:nvSpPr>
          <p:spPr>
            <a:xfrm>
              <a:off x="5925125" y="3610700"/>
              <a:ext cx="282500" cy="339050"/>
            </a:xfrm>
            <a:custGeom>
              <a:rect b="b" l="l" r="r" t="t"/>
              <a:pathLst>
                <a:path extrusionOk="0" h="13562" w="1130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15"/>
            <p:cNvSpPr/>
            <p:nvPr/>
          </p:nvSpPr>
          <p:spPr>
            <a:xfrm>
              <a:off x="6413300" y="3610700"/>
              <a:ext cx="111625" cy="99125"/>
            </a:xfrm>
            <a:custGeom>
              <a:rect b="b" l="l" r="r" t="t"/>
              <a:pathLst>
                <a:path extrusionOk="0" h="3965" w="4465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15"/>
            <p:cNvSpPr/>
            <p:nvPr/>
          </p:nvSpPr>
          <p:spPr>
            <a:xfrm>
              <a:off x="6404950" y="3728850"/>
              <a:ext cx="119975" cy="132500"/>
            </a:xfrm>
            <a:custGeom>
              <a:rect b="b" l="l" r="r" t="t"/>
              <a:pathLst>
                <a:path extrusionOk="0" h="5300" w="4799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p15"/>
            <p:cNvSpPr/>
            <p:nvPr/>
          </p:nvSpPr>
          <p:spPr>
            <a:xfrm>
              <a:off x="6291250" y="3858950"/>
              <a:ext cx="108375" cy="119975"/>
            </a:xfrm>
            <a:custGeom>
              <a:rect b="b" l="l" r="r" t="t"/>
              <a:pathLst>
                <a:path extrusionOk="0" h="4799" w="4335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15"/>
            <p:cNvSpPr/>
            <p:nvPr/>
          </p:nvSpPr>
          <p:spPr>
            <a:xfrm>
              <a:off x="6172200" y="3745825"/>
              <a:ext cx="206875" cy="100625"/>
            </a:xfrm>
            <a:custGeom>
              <a:rect b="b" l="l" r="r" t="t"/>
              <a:pathLst>
                <a:path extrusionOk="0" h="4025" w="8275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15"/>
            <p:cNvSpPr/>
            <p:nvPr/>
          </p:nvSpPr>
          <p:spPr>
            <a:xfrm>
              <a:off x="5924825" y="3842875"/>
              <a:ext cx="244400" cy="112525"/>
            </a:xfrm>
            <a:custGeom>
              <a:rect b="b" l="l" r="r" t="t"/>
              <a:pathLst>
                <a:path extrusionOk="0" h="4501" w="9776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15"/>
            <p:cNvSpPr/>
            <p:nvPr/>
          </p:nvSpPr>
          <p:spPr>
            <a:xfrm>
              <a:off x="5926625" y="3955375"/>
              <a:ext cx="339650" cy="35450"/>
            </a:xfrm>
            <a:custGeom>
              <a:rect b="b" l="l" r="r" t="t"/>
              <a:pathLst>
                <a:path extrusionOk="0" h="1418" w="13586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p15"/>
            <p:cNvSpPr/>
            <p:nvPr/>
          </p:nvSpPr>
          <p:spPr>
            <a:xfrm>
              <a:off x="5920375" y="3963425"/>
              <a:ext cx="554850" cy="615875"/>
            </a:xfrm>
            <a:custGeom>
              <a:rect b="b" l="l" r="r" t="t"/>
              <a:pathLst>
                <a:path extrusionOk="0" h="24635" w="22194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15"/>
            <p:cNvSpPr/>
            <p:nvPr/>
          </p:nvSpPr>
          <p:spPr>
            <a:xfrm>
              <a:off x="6287975" y="3999125"/>
              <a:ext cx="141700" cy="223275"/>
            </a:xfrm>
            <a:custGeom>
              <a:rect b="b" l="l" r="r" t="t"/>
              <a:pathLst>
                <a:path extrusionOk="0" h="8931" w="5668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15"/>
            <p:cNvSpPr/>
            <p:nvPr/>
          </p:nvSpPr>
          <p:spPr>
            <a:xfrm>
              <a:off x="6385000" y="3756250"/>
              <a:ext cx="29800" cy="175050"/>
            </a:xfrm>
            <a:custGeom>
              <a:rect b="b" l="l" r="r" t="t"/>
              <a:pathLst>
                <a:path extrusionOk="0" h="7002" w="1192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15"/>
            <p:cNvSpPr/>
            <p:nvPr/>
          </p:nvSpPr>
          <p:spPr>
            <a:xfrm>
              <a:off x="6414775" y="3936025"/>
              <a:ext cx="1525" cy="1825"/>
            </a:xfrm>
            <a:custGeom>
              <a:rect b="b" l="l" r="r" t="t"/>
              <a:pathLst>
                <a:path extrusionOk="0" h="73" w="61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15"/>
            <p:cNvSpPr/>
            <p:nvPr/>
          </p:nvSpPr>
          <p:spPr>
            <a:xfrm>
              <a:off x="6410025" y="3943775"/>
              <a:ext cx="42875" cy="272675"/>
            </a:xfrm>
            <a:custGeom>
              <a:rect b="b" l="l" r="r" t="t"/>
              <a:pathLst>
                <a:path extrusionOk="0" h="10907" w="1715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15"/>
            <p:cNvSpPr/>
            <p:nvPr/>
          </p:nvSpPr>
          <p:spPr>
            <a:xfrm>
              <a:off x="6296300" y="3868175"/>
              <a:ext cx="262875" cy="117600"/>
            </a:xfrm>
            <a:custGeom>
              <a:rect b="b" l="l" r="r" t="t"/>
              <a:pathLst>
                <a:path extrusionOk="0" h="4704" w="10515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15"/>
            <p:cNvSpPr/>
            <p:nvPr/>
          </p:nvSpPr>
          <p:spPr>
            <a:xfrm>
              <a:off x="6562125" y="3681225"/>
              <a:ext cx="131575" cy="189050"/>
            </a:xfrm>
            <a:custGeom>
              <a:rect b="b" l="l" r="r" t="t"/>
              <a:pathLst>
                <a:path extrusionOk="0" h="7562" w="5263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15"/>
            <p:cNvSpPr/>
            <p:nvPr/>
          </p:nvSpPr>
          <p:spPr>
            <a:xfrm>
              <a:off x="6533550" y="3734225"/>
              <a:ext cx="29775" cy="137825"/>
            </a:xfrm>
            <a:custGeom>
              <a:rect b="b" l="l" r="r" t="t"/>
              <a:pathLst>
                <a:path extrusionOk="0" h="5513" w="1191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15"/>
            <p:cNvSpPr/>
            <p:nvPr/>
          </p:nvSpPr>
          <p:spPr>
            <a:xfrm>
              <a:off x="6557650" y="3873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6679700" y="3952700"/>
              <a:ext cx="14000" cy="17300"/>
            </a:xfrm>
            <a:custGeom>
              <a:rect b="b" l="l" r="r" t="t"/>
              <a:pathLst>
                <a:path extrusionOk="0" h="692" w="56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6555875" y="3867675"/>
              <a:ext cx="119375" cy="88025"/>
            </a:xfrm>
            <a:custGeom>
              <a:rect b="b" l="l" r="r" t="t"/>
              <a:pathLst>
                <a:path extrusionOk="0" h="3521" w="4775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6604375" y="4211350"/>
              <a:ext cx="3600" cy="2725"/>
            </a:xfrm>
            <a:custGeom>
              <a:rect b="b" l="l" r="r" t="t"/>
              <a:pathLst>
                <a:path extrusionOk="0" h="109" w="144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6613600" y="3885425"/>
              <a:ext cx="80400" cy="282800"/>
            </a:xfrm>
            <a:custGeom>
              <a:rect b="b" l="l" r="r" t="t"/>
              <a:pathLst>
                <a:path extrusionOk="0" h="11312" w="3216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6443950" y="4280425"/>
              <a:ext cx="42875" cy="292625"/>
            </a:xfrm>
            <a:custGeom>
              <a:rect b="b" l="l" r="r" t="t"/>
              <a:pathLst>
                <a:path extrusionOk="0" h="11705" w="1715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6486800" y="4208675"/>
              <a:ext cx="118200" cy="365250"/>
            </a:xfrm>
            <a:custGeom>
              <a:rect b="b" l="l" r="r" t="t"/>
              <a:pathLst>
                <a:path extrusionOk="0" h="14610" w="4728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6475500" y="4189625"/>
              <a:ext cx="112550" cy="56575"/>
            </a:xfrm>
            <a:custGeom>
              <a:rect b="b" l="l" r="r" t="t"/>
              <a:pathLst>
                <a:path extrusionOk="0" h="2263" w="4502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6626125" y="4142000"/>
              <a:ext cx="67575" cy="36350"/>
            </a:xfrm>
            <a:custGeom>
              <a:rect b="b" l="l" r="r" t="t"/>
              <a:pathLst>
                <a:path extrusionOk="0" h="1454" w="2703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6489775" y="4289950"/>
              <a:ext cx="203925" cy="288750"/>
            </a:xfrm>
            <a:custGeom>
              <a:rect b="b" l="l" r="r" t="t"/>
              <a:pathLst>
                <a:path extrusionOk="0" h="11550" w="8157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6585925" y="4164825"/>
              <a:ext cx="47350" cy="46925"/>
            </a:xfrm>
            <a:custGeom>
              <a:rect b="b" l="l" r="r" t="t"/>
              <a:pathLst>
                <a:path extrusionOk="0" h="1877" w="1894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15"/>
            <p:cNvSpPr/>
            <p:nvPr/>
          </p:nvSpPr>
          <p:spPr>
            <a:xfrm>
              <a:off x="6407925" y="4215525"/>
              <a:ext cx="69375" cy="65800"/>
            </a:xfrm>
            <a:custGeom>
              <a:rect b="b" l="l" r="r" t="t"/>
              <a:pathLst>
                <a:path extrusionOk="0" h="2632" w="2775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15"/>
            <p:cNvSpPr/>
            <p:nvPr/>
          </p:nvSpPr>
          <p:spPr>
            <a:xfrm>
              <a:off x="4666950" y="3657525"/>
              <a:ext cx="11925" cy="12150"/>
            </a:xfrm>
            <a:custGeom>
              <a:rect b="b" l="l" r="r" t="t"/>
              <a:pathLst>
                <a:path extrusionOk="0" h="486" w="477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15"/>
            <p:cNvSpPr/>
            <p:nvPr/>
          </p:nvSpPr>
          <p:spPr>
            <a:xfrm>
              <a:off x="5526275" y="3907750"/>
              <a:ext cx="25325" cy="23650"/>
            </a:xfrm>
            <a:custGeom>
              <a:rect b="b" l="l" r="r" t="t"/>
              <a:pathLst>
                <a:path extrusionOk="0" h="946" w="1013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6515675" y="3702325"/>
              <a:ext cx="35450" cy="33100"/>
            </a:xfrm>
            <a:custGeom>
              <a:rect b="b" l="l" r="r" t="t"/>
              <a:pathLst>
                <a:path extrusionOk="0" h="1324" w="1418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6265350" y="3971075"/>
              <a:ext cx="33375" cy="33075"/>
            </a:xfrm>
            <a:custGeom>
              <a:rect b="b" l="l" r="r" t="t"/>
              <a:pathLst>
                <a:path extrusionOk="0" h="1323" w="1335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376075" y="3733725"/>
              <a:ext cx="25025" cy="23625"/>
            </a:xfrm>
            <a:custGeom>
              <a:rect b="b" l="l" r="r" t="t"/>
              <a:pathLst>
                <a:path extrusionOk="0" h="945" w="1001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6507050" y="3935025"/>
              <a:ext cx="26225" cy="23850"/>
            </a:xfrm>
            <a:custGeom>
              <a:rect b="b" l="l" r="r" t="t"/>
              <a:pathLst>
                <a:path extrusionOk="0" h="954" w="1049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5903100" y="3945425"/>
              <a:ext cx="25025" cy="23875"/>
            </a:xfrm>
            <a:custGeom>
              <a:rect b="b" l="l" r="r" t="t"/>
              <a:pathLst>
                <a:path extrusionOk="0" h="955" w="1001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5745650" y="3654300"/>
              <a:ext cx="23825" cy="23825"/>
            </a:xfrm>
            <a:custGeom>
              <a:rect b="b" l="l" r="r" t="t"/>
              <a:pathLst>
                <a:path extrusionOk="0" h="953" w="953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4724975" y="3627350"/>
              <a:ext cx="23850" cy="23175"/>
            </a:xfrm>
            <a:custGeom>
              <a:rect b="b" l="l" r="r" t="t"/>
              <a:pathLst>
                <a:path extrusionOk="0" h="927" w="954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5094675" y="3924725"/>
              <a:ext cx="25325" cy="23725"/>
            </a:xfrm>
            <a:custGeom>
              <a:rect b="b" l="l" r="r" t="t"/>
              <a:pathLst>
                <a:path extrusionOk="0" h="949" w="1013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6464775" y="4572300"/>
              <a:ext cx="35450" cy="32975"/>
            </a:xfrm>
            <a:custGeom>
              <a:rect b="b" l="l" r="r" t="t"/>
              <a:pathLst>
                <a:path extrusionOk="0" h="1319" w="1418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6403775" y="3934525"/>
              <a:ext cx="13700" cy="13725"/>
            </a:xfrm>
            <a:custGeom>
              <a:rect b="b" l="l" r="r" t="t"/>
              <a:pathLst>
                <a:path extrusionOk="0" h="549" w="548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6161475" y="3834275"/>
              <a:ext cx="13725" cy="13075"/>
            </a:xfrm>
            <a:custGeom>
              <a:rect b="b" l="l" r="r" t="t"/>
              <a:pathLst>
                <a:path extrusionOk="0" h="523" w="549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5"/>
            <p:cNvSpPr/>
            <p:nvPr/>
          </p:nvSpPr>
          <p:spPr>
            <a:xfrm>
              <a:off x="6281425" y="3778100"/>
              <a:ext cx="13425" cy="13675"/>
            </a:xfrm>
            <a:custGeom>
              <a:rect b="b" l="l" r="r" t="t"/>
              <a:pathLst>
                <a:path extrusionOk="0" h="547" w="537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5725700" y="3689500"/>
              <a:ext cx="14625" cy="13575"/>
            </a:xfrm>
            <a:custGeom>
              <a:rect b="b" l="l" r="r" t="t"/>
              <a:pathLst>
                <a:path extrusionOk="0" h="543" w="585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5"/>
            <p:cNvSpPr/>
            <p:nvPr/>
          </p:nvSpPr>
          <p:spPr>
            <a:xfrm>
              <a:off x="5008050" y="3646000"/>
              <a:ext cx="14325" cy="13600"/>
            </a:xfrm>
            <a:custGeom>
              <a:rect b="b" l="l" r="r" t="t"/>
              <a:pathLst>
                <a:path extrusionOk="0" h="544" w="573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15"/>
            <p:cNvSpPr/>
            <p:nvPr/>
          </p:nvSpPr>
          <p:spPr>
            <a:xfrm>
              <a:off x="5802500" y="3765075"/>
              <a:ext cx="14600" cy="13325"/>
            </a:xfrm>
            <a:custGeom>
              <a:rect b="b" l="l" r="r" t="t"/>
              <a:pathLst>
                <a:path extrusionOk="0" h="533" w="584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15"/>
            <p:cNvSpPr/>
            <p:nvPr/>
          </p:nvSpPr>
          <p:spPr>
            <a:xfrm>
              <a:off x="6023950" y="3621525"/>
              <a:ext cx="14325" cy="13675"/>
            </a:xfrm>
            <a:custGeom>
              <a:rect b="b" l="l" r="r" t="t"/>
              <a:pathLst>
                <a:path extrusionOk="0" h="547" w="573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15"/>
            <p:cNvSpPr/>
            <p:nvPr/>
          </p:nvSpPr>
          <p:spPr>
            <a:xfrm>
              <a:off x="5716175" y="3810850"/>
              <a:ext cx="13725" cy="13675"/>
            </a:xfrm>
            <a:custGeom>
              <a:rect b="b" l="l" r="r" t="t"/>
              <a:pathLst>
                <a:path extrusionOk="0" h="547" w="549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" name="Google Shape;91;p15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5"/>
          <p:cNvSpPr txBox="1"/>
          <p:nvPr>
            <p:ph type="ctrTitle"/>
          </p:nvPr>
        </p:nvSpPr>
        <p:spPr>
          <a:xfrm>
            <a:off x="9705783" y="3184533"/>
            <a:ext cx="12932100" cy="6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93" name="Google Shape;93;p15"/>
          <p:cNvSpPr txBox="1"/>
          <p:nvPr>
            <p:ph idx="1" type="subTitle"/>
          </p:nvPr>
        </p:nvSpPr>
        <p:spPr>
          <a:xfrm>
            <a:off x="9705783" y="9769333"/>
            <a:ext cx="12932100" cy="12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94" name="Google Shape;94;p15"/>
          <p:cNvGrpSpPr/>
          <p:nvPr/>
        </p:nvGrpSpPr>
        <p:grpSpPr>
          <a:xfrm flipH="1">
            <a:off x="245" y="-119"/>
            <a:ext cx="11197162" cy="5431719"/>
            <a:chOff x="4643125" y="3610400"/>
            <a:chExt cx="2050875" cy="994875"/>
          </a:xfrm>
        </p:grpSpPr>
        <p:sp>
          <p:nvSpPr>
            <p:cNvPr id="95" name="Google Shape;95;p15"/>
            <p:cNvSpPr/>
            <p:nvPr/>
          </p:nvSpPr>
          <p:spPr>
            <a:xfrm>
              <a:off x="5600100" y="3665175"/>
              <a:ext cx="147050" cy="30375"/>
            </a:xfrm>
            <a:custGeom>
              <a:rect b="b" l="l" r="r" t="t"/>
              <a:pathLst>
                <a:path extrusionOk="0" h="1215" w="5882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15"/>
            <p:cNvSpPr/>
            <p:nvPr/>
          </p:nvSpPr>
          <p:spPr>
            <a:xfrm>
              <a:off x="5504550" y="3688675"/>
              <a:ext cx="89625" cy="20275"/>
            </a:xfrm>
            <a:custGeom>
              <a:rect b="b" l="l" r="r" t="t"/>
              <a:pathLst>
                <a:path extrusionOk="0" h="811" w="3585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5"/>
            <p:cNvSpPr/>
            <p:nvPr/>
          </p:nvSpPr>
          <p:spPr>
            <a:xfrm>
              <a:off x="5497700" y="3708925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15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15"/>
            <p:cNvSpPr/>
            <p:nvPr/>
          </p:nvSpPr>
          <p:spPr>
            <a:xfrm>
              <a:off x="5497400" y="370892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15"/>
            <p:cNvSpPr/>
            <p:nvPr/>
          </p:nvSpPr>
          <p:spPr>
            <a:xfrm>
              <a:off x="5498000" y="3709525"/>
              <a:ext cx="925" cy="300"/>
            </a:xfrm>
            <a:custGeom>
              <a:rect b="b" l="l" r="r" t="t"/>
              <a:pathLst>
                <a:path extrusionOk="0" h="12" w="37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15"/>
            <p:cNvSpPr/>
            <p:nvPr/>
          </p:nvSpPr>
          <p:spPr>
            <a:xfrm>
              <a:off x="5497100" y="37071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5695050" y="3824700"/>
              <a:ext cx="212250" cy="130700"/>
            </a:xfrm>
            <a:custGeom>
              <a:rect b="b" l="l" r="r" t="t"/>
              <a:pathLst>
                <a:path extrusionOk="0" h="5228" w="849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5583725" y="3754175"/>
              <a:ext cx="111650" cy="70250"/>
            </a:xfrm>
            <a:custGeom>
              <a:rect b="b" l="l" r="r" t="t"/>
              <a:pathLst>
                <a:path extrusionOk="0" h="2810" w="4466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5498600" y="3705050"/>
              <a:ext cx="80375" cy="52400"/>
            </a:xfrm>
            <a:custGeom>
              <a:rect b="b" l="l" r="r" t="t"/>
              <a:pathLst>
                <a:path extrusionOk="0" h="2096" w="3215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5497100" y="3708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15"/>
            <p:cNvSpPr/>
            <p:nvPr/>
          </p:nvSpPr>
          <p:spPr>
            <a:xfrm>
              <a:off x="5497700" y="37089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4643125" y="3610700"/>
              <a:ext cx="30400" cy="48250"/>
            </a:xfrm>
            <a:custGeom>
              <a:rect b="b" l="l" r="r" t="t"/>
              <a:pathLst>
                <a:path extrusionOk="0" h="1930" w="1216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15"/>
            <p:cNvSpPr/>
            <p:nvPr/>
          </p:nvSpPr>
          <p:spPr>
            <a:xfrm>
              <a:off x="4743450" y="3642850"/>
              <a:ext cx="94675" cy="72950"/>
            </a:xfrm>
            <a:custGeom>
              <a:rect b="b" l="l" r="r" t="t"/>
              <a:pathLst>
                <a:path extrusionOk="0" h="2918" w="3787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15"/>
            <p:cNvSpPr/>
            <p:nvPr/>
          </p:nvSpPr>
          <p:spPr>
            <a:xfrm>
              <a:off x="4835125" y="3716075"/>
              <a:ext cx="600" cy="300"/>
            </a:xfrm>
            <a:custGeom>
              <a:rect b="b" l="l" r="r" t="t"/>
              <a:pathLst>
                <a:path extrusionOk="0" h="12" w="24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15"/>
            <p:cNvSpPr/>
            <p:nvPr/>
          </p:nvSpPr>
          <p:spPr>
            <a:xfrm>
              <a:off x="4833325" y="3649975"/>
              <a:ext cx="176825" cy="67000"/>
            </a:xfrm>
            <a:custGeom>
              <a:rect b="b" l="l" r="r" t="t"/>
              <a:pathLst>
                <a:path extrusionOk="0" h="2680" w="7073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15"/>
            <p:cNvSpPr/>
            <p:nvPr/>
          </p:nvSpPr>
          <p:spPr>
            <a:xfrm>
              <a:off x="4694925" y="3610700"/>
              <a:ext cx="34250" cy="24725"/>
            </a:xfrm>
            <a:custGeom>
              <a:rect b="b" l="l" r="r" t="t"/>
              <a:pathLst>
                <a:path extrusionOk="0" h="989" w="137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15"/>
            <p:cNvSpPr/>
            <p:nvPr/>
          </p:nvSpPr>
          <p:spPr>
            <a:xfrm>
              <a:off x="4663675" y="3633900"/>
              <a:ext cx="62525" cy="32775"/>
            </a:xfrm>
            <a:custGeom>
              <a:rect b="b" l="l" r="r" t="t"/>
              <a:pathLst>
                <a:path extrusionOk="0" h="1311" w="2501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15"/>
            <p:cNvSpPr/>
            <p:nvPr/>
          </p:nvSpPr>
          <p:spPr>
            <a:xfrm>
              <a:off x="4740175" y="3610700"/>
              <a:ext cx="60725" cy="22925"/>
            </a:xfrm>
            <a:custGeom>
              <a:rect b="b" l="l" r="r" t="t"/>
              <a:pathLst>
                <a:path extrusionOk="0" h="917" w="2429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15"/>
            <p:cNvSpPr/>
            <p:nvPr/>
          </p:nvSpPr>
          <p:spPr>
            <a:xfrm>
              <a:off x="4999125" y="3610700"/>
              <a:ext cx="19375" cy="36925"/>
            </a:xfrm>
            <a:custGeom>
              <a:rect b="b" l="l" r="r" t="t"/>
              <a:pathLst>
                <a:path extrusionOk="0" h="1477" w="775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15"/>
            <p:cNvSpPr/>
            <p:nvPr/>
          </p:nvSpPr>
          <p:spPr>
            <a:xfrm>
              <a:off x="5014900" y="3656825"/>
              <a:ext cx="92900" cy="270000"/>
            </a:xfrm>
            <a:custGeom>
              <a:rect b="b" l="l" r="r" t="t"/>
              <a:pathLst>
                <a:path extrusionOk="0" h="10800" w="3716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15"/>
            <p:cNvSpPr/>
            <p:nvPr/>
          </p:nvSpPr>
          <p:spPr>
            <a:xfrm>
              <a:off x="5021150" y="3610400"/>
              <a:ext cx="159875" cy="46900"/>
            </a:xfrm>
            <a:custGeom>
              <a:rect b="b" l="l" r="r" t="t"/>
              <a:pathLst>
                <a:path extrusionOk="0" h="1876" w="6395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15"/>
            <p:cNvSpPr/>
            <p:nvPr/>
          </p:nvSpPr>
          <p:spPr>
            <a:xfrm>
              <a:off x="5109250" y="3610700"/>
              <a:ext cx="133375" cy="317625"/>
            </a:xfrm>
            <a:custGeom>
              <a:rect b="b" l="l" r="r" t="t"/>
              <a:pathLst>
                <a:path extrusionOk="0" h="12705" w="5335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15"/>
            <p:cNvSpPr/>
            <p:nvPr/>
          </p:nvSpPr>
          <p:spPr>
            <a:xfrm>
              <a:off x="5497100" y="3610700"/>
              <a:ext cx="7475" cy="100325"/>
            </a:xfrm>
            <a:custGeom>
              <a:rect b="b" l="l" r="r" t="t"/>
              <a:pathLst>
                <a:path extrusionOk="0" h="4013" w="299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15"/>
            <p:cNvSpPr/>
            <p:nvPr/>
          </p:nvSpPr>
          <p:spPr>
            <a:xfrm>
              <a:off x="5539175" y="3610700"/>
              <a:ext cx="82375" cy="297075"/>
            </a:xfrm>
            <a:custGeom>
              <a:rect b="b" l="l" r="r" t="t"/>
              <a:pathLst>
                <a:path extrusionOk="0" h="11883" w="3295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15"/>
            <p:cNvSpPr/>
            <p:nvPr/>
          </p:nvSpPr>
          <p:spPr>
            <a:xfrm>
              <a:off x="5722725" y="3610700"/>
              <a:ext cx="32775" cy="47350"/>
            </a:xfrm>
            <a:custGeom>
              <a:rect b="b" l="l" r="r" t="t"/>
              <a:pathLst>
                <a:path extrusionOk="0" h="1894" w="1311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15"/>
            <p:cNvSpPr/>
            <p:nvPr/>
          </p:nvSpPr>
          <p:spPr>
            <a:xfrm>
              <a:off x="5759625" y="3674100"/>
              <a:ext cx="51525" cy="86350"/>
            </a:xfrm>
            <a:custGeom>
              <a:rect b="b" l="l" r="r" t="t"/>
              <a:pathLst>
                <a:path extrusionOk="0" h="3454" w="2061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15"/>
            <p:cNvSpPr/>
            <p:nvPr/>
          </p:nvSpPr>
          <p:spPr>
            <a:xfrm>
              <a:off x="5811425" y="3763100"/>
              <a:ext cx="102425" cy="186350"/>
            </a:xfrm>
            <a:custGeom>
              <a:rect b="b" l="l" r="r" t="t"/>
              <a:pathLst>
                <a:path extrusionOk="0" h="7454" w="4097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15"/>
            <p:cNvSpPr/>
            <p:nvPr/>
          </p:nvSpPr>
          <p:spPr>
            <a:xfrm>
              <a:off x="5767375" y="3647600"/>
              <a:ext cx="243200" cy="24725"/>
            </a:xfrm>
            <a:custGeom>
              <a:rect b="b" l="l" r="r" t="t"/>
              <a:pathLst>
                <a:path extrusionOk="0" h="989" w="9728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6011150" y="3652075"/>
              <a:ext cx="80100" cy="97650"/>
            </a:xfrm>
            <a:custGeom>
              <a:rect b="b" l="l" r="r" t="t"/>
              <a:pathLst>
                <a:path extrusionOk="0" h="3906" w="3204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15"/>
            <p:cNvSpPr/>
            <p:nvPr/>
          </p:nvSpPr>
          <p:spPr>
            <a:xfrm>
              <a:off x="6091225" y="3749700"/>
              <a:ext cx="73550" cy="93200"/>
            </a:xfrm>
            <a:custGeom>
              <a:rect b="b" l="l" r="r" t="t"/>
              <a:pathLst>
                <a:path extrusionOk="0" h="3728" w="2942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15"/>
            <p:cNvSpPr/>
            <p:nvPr/>
          </p:nvSpPr>
          <p:spPr>
            <a:xfrm>
              <a:off x="6167125" y="3845850"/>
              <a:ext cx="108675" cy="131575"/>
            </a:xfrm>
            <a:custGeom>
              <a:rect b="b" l="l" r="r" t="t"/>
              <a:pathLst>
                <a:path extrusionOk="0" h="5263" w="4347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15"/>
            <p:cNvSpPr/>
            <p:nvPr/>
          </p:nvSpPr>
          <p:spPr>
            <a:xfrm>
              <a:off x="5539375" y="3610700"/>
              <a:ext cx="553650" cy="299750"/>
            </a:xfrm>
            <a:custGeom>
              <a:rect b="b" l="l" r="r" t="t"/>
              <a:pathLst>
                <a:path extrusionOk="0" h="11990" w="22146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15"/>
            <p:cNvSpPr/>
            <p:nvPr/>
          </p:nvSpPr>
          <p:spPr>
            <a:xfrm>
              <a:off x="5910250" y="3967875"/>
              <a:ext cx="8650" cy="4525"/>
            </a:xfrm>
            <a:custGeom>
              <a:rect b="b" l="l" r="r" t="t"/>
              <a:pathLst>
                <a:path extrusionOk="0" h="181" w="346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15"/>
            <p:cNvSpPr/>
            <p:nvPr/>
          </p:nvSpPr>
          <p:spPr>
            <a:xfrm>
              <a:off x="5925125" y="3610700"/>
              <a:ext cx="282500" cy="339050"/>
            </a:xfrm>
            <a:custGeom>
              <a:rect b="b" l="l" r="r" t="t"/>
              <a:pathLst>
                <a:path extrusionOk="0" h="13562" w="1130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15"/>
            <p:cNvSpPr/>
            <p:nvPr/>
          </p:nvSpPr>
          <p:spPr>
            <a:xfrm>
              <a:off x="6413300" y="3610700"/>
              <a:ext cx="111625" cy="99125"/>
            </a:xfrm>
            <a:custGeom>
              <a:rect b="b" l="l" r="r" t="t"/>
              <a:pathLst>
                <a:path extrusionOk="0" h="3965" w="4465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15"/>
            <p:cNvSpPr/>
            <p:nvPr/>
          </p:nvSpPr>
          <p:spPr>
            <a:xfrm>
              <a:off x="6404950" y="3728850"/>
              <a:ext cx="119975" cy="132500"/>
            </a:xfrm>
            <a:custGeom>
              <a:rect b="b" l="l" r="r" t="t"/>
              <a:pathLst>
                <a:path extrusionOk="0" h="5300" w="4799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5"/>
            <p:cNvSpPr/>
            <p:nvPr/>
          </p:nvSpPr>
          <p:spPr>
            <a:xfrm>
              <a:off x="6291250" y="3858950"/>
              <a:ext cx="108375" cy="119975"/>
            </a:xfrm>
            <a:custGeom>
              <a:rect b="b" l="l" r="r" t="t"/>
              <a:pathLst>
                <a:path extrusionOk="0" h="4799" w="4335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6172200" y="3745825"/>
              <a:ext cx="206875" cy="100625"/>
            </a:xfrm>
            <a:custGeom>
              <a:rect b="b" l="l" r="r" t="t"/>
              <a:pathLst>
                <a:path extrusionOk="0" h="4025" w="8275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5"/>
            <p:cNvSpPr/>
            <p:nvPr/>
          </p:nvSpPr>
          <p:spPr>
            <a:xfrm>
              <a:off x="5924825" y="3842875"/>
              <a:ext cx="244400" cy="112525"/>
            </a:xfrm>
            <a:custGeom>
              <a:rect b="b" l="l" r="r" t="t"/>
              <a:pathLst>
                <a:path extrusionOk="0" h="4501" w="9776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5"/>
            <p:cNvSpPr/>
            <p:nvPr/>
          </p:nvSpPr>
          <p:spPr>
            <a:xfrm>
              <a:off x="5926625" y="3955375"/>
              <a:ext cx="339650" cy="35450"/>
            </a:xfrm>
            <a:custGeom>
              <a:rect b="b" l="l" r="r" t="t"/>
              <a:pathLst>
                <a:path extrusionOk="0" h="1418" w="13586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5"/>
            <p:cNvSpPr/>
            <p:nvPr/>
          </p:nvSpPr>
          <p:spPr>
            <a:xfrm>
              <a:off x="5920375" y="3963425"/>
              <a:ext cx="554850" cy="615875"/>
            </a:xfrm>
            <a:custGeom>
              <a:rect b="b" l="l" r="r" t="t"/>
              <a:pathLst>
                <a:path extrusionOk="0" h="24635" w="22194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15"/>
            <p:cNvSpPr/>
            <p:nvPr/>
          </p:nvSpPr>
          <p:spPr>
            <a:xfrm>
              <a:off x="6287975" y="3999125"/>
              <a:ext cx="141700" cy="223275"/>
            </a:xfrm>
            <a:custGeom>
              <a:rect b="b" l="l" r="r" t="t"/>
              <a:pathLst>
                <a:path extrusionOk="0" h="8931" w="5668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5"/>
            <p:cNvSpPr/>
            <p:nvPr/>
          </p:nvSpPr>
          <p:spPr>
            <a:xfrm>
              <a:off x="6385000" y="3756250"/>
              <a:ext cx="29800" cy="175050"/>
            </a:xfrm>
            <a:custGeom>
              <a:rect b="b" l="l" r="r" t="t"/>
              <a:pathLst>
                <a:path extrusionOk="0" h="7002" w="1192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15"/>
            <p:cNvSpPr/>
            <p:nvPr/>
          </p:nvSpPr>
          <p:spPr>
            <a:xfrm>
              <a:off x="6414775" y="3936025"/>
              <a:ext cx="1525" cy="1825"/>
            </a:xfrm>
            <a:custGeom>
              <a:rect b="b" l="l" r="r" t="t"/>
              <a:pathLst>
                <a:path extrusionOk="0" h="73" w="61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15"/>
            <p:cNvSpPr/>
            <p:nvPr/>
          </p:nvSpPr>
          <p:spPr>
            <a:xfrm>
              <a:off x="6410025" y="3943775"/>
              <a:ext cx="42875" cy="272675"/>
            </a:xfrm>
            <a:custGeom>
              <a:rect b="b" l="l" r="r" t="t"/>
              <a:pathLst>
                <a:path extrusionOk="0" h="10907" w="1715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15"/>
            <p:cNvSpPr/>
            <p:nvPr/>
          </p:nvSpPr>
          <p:spPr>
            <a:xfrm>
              <a:off x="6296300" y="3868175"/>
              <a:ext cx="262875" cy="117600"/>
            </a:xfrm>
            <a:custGeom>
              <a:rect b="b" l="l" r="r" t="t"/>
              <a:pathLst>
                <a:path extrusionOk="0" h="4704" w="10515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5"/>
            <p:cNvSpPr/>
            <p:nvPr/>
          </p:nvSpPr>
          <p:spPr>
            <a:xfrm>
              <a:off x="6562125" y="3681225"/>
              <a:ext cx="131575" cy="189050"/>
            </a:xfrm>
            <a:custGeom>
              <a:rect b="b" l="l" r="r" t="t"/>
              <a:pathLst>
                <a:path extrusionOk="0" h="7562" w="5263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15"/>
            <p:cNvSpPr/>
            <p:nvPr/>
          </p:nvSpPr>
          <p:spPr>
            <a:xfrm>
              <a:off x="6533550" y="3734225"/>
              <a:ext cx="29775" cy="137825"/>
            </a:xfrm>
            <a:custGeom>
              <a:rect b="b" l="l" r="r" t="t"/>
              <a:pathLst>
                <a:path extrusionOk="0" h="5513" w="1191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15"/>
            <p:cNvSpPr/>
            <p:nvPr/>
          </p:nvSpPr>
          <p:spPr>
            <a:xfrm>
              <a:off x="6557650" y="3873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6679700" y="3952700"/>
              <a:ext cx="14000" cy="17300"/>
            </a:xfrm>
            <a:custGeom>
              <a:rect b="b" l="l" r="r" t="t"/>
              <a:pathLst>
                <a:path extrusionOk="0" h="692" w="56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15"/>
            <p:cNvSpPr/>
            <p:nvPr/>
          </p:nvSpPr>
          <p:spPr>
            <a:xfrm>
              <a:off x="6555875" y="3867675"/>
              <a:ext cx="119375" cy="88025"/>
            </a:xfrm>
            <a:custGeom>
              <a:rect b="b" l="l" r="r" t="t"/>
              <a:pathLst>
                <a:path extrusionOk="0" h="3521" w="4775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15"/>
            <p:cNvSpPr/>
            <p:nvPr/>
          </p:nvSpPr>
          <p:spPr>
            <a:xfrm>
              <a:off x="6604375" y="4211350"/>
              <a:ext cx="3600" cy="2725"/>
            </a:xfrm>
            <a:custGeom>
              <a:rect b="b" l="l" r="r" t="t"/>
              <a:pathLst>
                <a:path extrusionOk="0" h="109" w="144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15"/>
            <p:cNvSpPr/>
            <p:nvPr/>
          </p:nvSpPr>
          <p:spPr>
            <a:xfrm>
              <a:off x="6613600" y="3885425"/>
              <a:ext cx="80400" cy="282800"/>
            </a:xfrm>
            <a:custGeom>
              <a:rect b="b" l="l" r="r" t="t"/>
              <a:pathLst>
                <a:path extrusionOk="0" h="11312" w="3216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6443950" y="4280425"/>
              <a:ext cx="42875" cy="292625"/>
            </a:xfrm>
            <a:custGeom>
              <a:rect b="b" l="l" r="r" t="t"/>
              <a:pathLst>
                <a:path extrusionOk="0" h="11705" w="1715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15"/>
            <p:cNvSpPr/>
            <p:nvPr/>
          </p:nvSpPr>
          <p:spPr>
            <a:xfrm>
              <a:off x="6486800" y="4208675"/>
              <a:ext cx="118200" cy="365250"/>
            </a:xfrm>
            <a:custGeom>
              <a:rect b="b" l="l" r="r" t="t"/>
              <a:pathLst>
                <a:path extrusionOk="0" h="14610" w="4728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15"/>
            <p:cNvSpPr/>
            <p:nvPr/>
          </p:nvSpPr>
          <p:spPr>
            <a:xfrm>
              <a:off x="6475500" y="4189625"/>
              <a:ext cx="112550" cy="56575"/>
            </a:xfrm>
            <a:custGeom>
              <a:rect b="b" l="l" r="r" t="t"/>
              <a:pathLst>
                <a:path extrusionOk="0" h="2263" w="4502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15"/>
            <p:cNvSpPr/>
            <p:nvPr/>
          </p:nvSpPr>
          <p:spPr>
            <a:xfrm>
              <a:off x="6626125" y="4142000"/>
              <a:ext cx="67575" cy="36350"/>
            </a:xfrm>
            <a:custGeom>
              <a:rect b="b" l="l" r="r" t="t"/>
              <a:pathLst>
                <a:path extrusionOk="0" h="1454" w="2703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15"/>
            <p:cNvSpPr/>
            <p:nvPr/>
          </p:nvSpPr>
          <p:spPr>
            <a:xfrm>
              <a:off x="6489775" y="4289950"/>
              <a:ext cx="203925" cy="288750"/>
            </a:xfrm>
            <a:custGeom>
              <a:rect b="b" l="l" r="r" t="t"/>
              <a:pathLst>
                <a:path extrusionOk="0" h="11550" w="8157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5"/>
            <p:cNvSpPr/>
            <p:nvPr/>
          </p:nvSpPr>
          <p:spPr>
            <a:xfrm>
              <a:off x="6585925" y="4164825"/>
              <a:ext cx="47350" cy="46925"/>
            </a:xfrm>
            <a:custGeom>
              <a:rect b="b" l="l" r="r" t="t"/>
              <a:pathLst>
                <a:path extrusionOk="0" h="1877" w="1894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15"/>
            <p:cNvSpPr/>
            <p:nvPr/>
          </p:nvSpPr>
          <p:spPr>
            <a:xfrm>
              <a:off x="6407925" y="4215525"/>
              <a:ext cx="69375" cy="65800"/>
            </a:xfrm>
            <a:custGeom>
              <a:rect b="b" l="l" r="r" t="t"/>
              <a:pathLst>
                <a:path extrusionOk="0" h="2632" w="2775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5"/>
            <p:cNvSpPr/>
            <p:nvPr/>
          </p:nvSpPr>
          <p:spPr>
            <a:xfrm>
              <a:off x="4666950" y="3657525"/>
              <a:ext cx="11925" cy="12150"/>
            </a:xfrm>
            <a:custGeom>
              <a:rect b="b" l="l" r="r" t="t"/>
              <a:pathLst>
                <a:path extrusionOk="0" h="486" w="477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15"/>
            <p:cNvSpPr/>
            <p:nvPr/>
          </p:nvSpPr>
          <p:spPr>
            <a:xfrm>
              <a:off x="5526275" y="3907750"/>
              <a:ext cx="25325" cy="23650"/>
            </a:xfrm>
            <a:custGeom>
              <a:rect b="b" l="l" r="r" t="t"/>
              <a:pathLst>
                <a:path extrusionOk="0" h="946" w="1013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5"/>
            <p:cNvSpPr/>
            <p:nvPr/>
          </p:nvSpPr>
          <p:spPr>
            <a:xfrm>
              <a:off x="6515675" y="3702325"/>
              <a:ext cx="35450" cy="33100"/>
            </a:xfrm>
            <a:custGeom>
              <a:rect b="b" l="l" r="r" t="t"/>
              <a:pathLst>
                <a:path extrusionOk="0" h="1324" w="1418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5"/>
            <p:cNvSpPr/>
            <p:nvPr/>
          </p:nvSpPr>
          <p:spPr>
            <a:xfrm>
              <a:off x="6265350" y="3971075"/>
              <a:ext cx="33375" cy="33075"/>
            </a:xfrm>
            <a:custGeom>
              <a:rect b="b" l="l" r="r" t="t"/>
              <a:pathLst>
                <a:path extrusionOk="0" h="1323" w="1335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15"/>
            <p:cNvSpPr/>
            <p:nvPr/>
          </p:nvSpPr>
          <p:spPr>
            <a:xfrm>
              <a:off x="6376075" y="3733725"/>
              <a:ext cx="25025" cy="23625"/>
            </a:xfrm>
            <a:custGeom>
              <a:rect b="b" l="l" r="r" t="t"/>
              <a:pathLst>
                <a:path extrusionOk="0" h="945" w="1001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5"/>
            <p:cNvSpPr/>
            <p:nvPr/>
          </p:nvSpPr>
          <p:spPr>
            <a:xfrm>
              <a:off x="6507050" y="3935025"/>
              <a:ext cx="26225" cy="23850"/>
            </a:xfrm>
            <a:custGeom>
              <a:rect b="b" l="l" r="r" t="t"/>
              <a:pathLst>
                <a:path extrusionOk="0" h="954" w="1049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15"/>
            <p:cNvSpPr/>
            <p:nvPr/>
          </p:nvSpPr>
          <p:spPr>
            <a:xfrm>
              <a:off x="5903100" y="3945425"/>
              <a:ext cx="25025" cy="23875"/>
            </a:xfrm>
            <a:custGeom>
              <a:rect b="b" l="l" r="r" t="t"/>
              <a:pathLst>
                <a:path extrusionOk="0" h="955" w="1001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5745650" y="3654300"/>
              <a:ext cx="23825" cy="23825"/>
            </a:xfrm>
            <a:custGeom>
              <a:rect b="b" l="l" r="r" t="t"/>
              <a:pathLst>
                <a:path extrusionOk="0" h="953" w="953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15"/>
            <p:cNvSpPr/>
            <p:nvPr/>
          </p:nvSpPr>
          <p:spPr>
            <a:xfrm>
              <a:off x="4724975" y="3627350"/>
              <a:ext cx="23850" cy="23175"/>
            </a:xfrm>
            <a:custGeom>
              <a:rect b="b" l="l" r="r" t="t"/>
              <a:pathLst>
                <a:path extrusionOk="0" h="927" w="954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15"/>
            <p:cNvSpPr/>
            <p:nvPr/>
          </p:nvSpPr>
          <p:spPr>
            <a:xfrm>
              <a:off x="5094675" y="3924725"/>
              <a:ext cx="25325" cy="23725"/>
            </a:xfrm>
            <a:custGeom>
              <a:rect b="b" l="l" r="r" t="t"/>
              <a:pathLst>
                <a:path extrusionOk="0" h="949" w="1013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15"/>
            <p:cNvSpPr/>
            <p:nvPr/>
          </p:nvSpPr>
          <p:spPr>
            <a:xfrm>
              <a:off x="6464775" y="4572300"/>
              <a:ext cx="35450" cy="32975"/>
            </a:xfrm>
            <a:custGeom>
              <a:rect b="b" l="l" r="r" t="t"/>
              <a:pathLst>
                <a:path extrusionOk="0" h="1319" w="1418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15"/>
            <p:cNvSpPr/>
            <p:nvPr/>
          </p:nvSpPr>
          <p:spPr>
            <a:xfrm>
              <a:off x="6403775" y="3934525"/>
              <a:ext cx="13700" cy="13725"/>
            </a:xfrm>
            <a:custGeom>
              <a:rect b="b" l="l" r="r" t="t"/>
              <a:pathLst>
                <a:path extrusionOk="0" h="549" w="548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5"/>
            <p:cNvSpPr/>
            <p:nvPr/>
          </p:nvSpPr>
          <p:spPr>
            <a:xfrm>
              <a:off x="6161475" y="3834275"/>
              <a:ext cx="13725" cy="13075"/>
            </a:xfrm>
            <a:custGeom>
              <a:rect b="b" l="l" r="r" t="t"/>
              <a:pathLst>
                <a:path extrusionOk="0" h="523" w="549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15"/>
            <p:cNvSpPr/>
            <p:nvPr/>
          </p:nvSpPr>
          <p:spPr>
            <a:xfrm>
              <a:off x="6281425" y="3778100"/>
              <a:ext cx="13425" cy="13675"/>
            </a:xfrm>
            <a:custGeom>
              <a:rect b="b" l="l" r="r" t="t"/>
              <a:pathLst>
                <a:path extrusionOk="0" h="547" w="537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15"/>
            <p:cNvSpPr/>
            <p:nvPr/>
          </p:nvSpPr>
          <p:spPr>
            <a:xfrm>
              <a:off x="5725700" y="3689500"/>
              <a:ext cx="14625" cy="13575"/>
            </a:xfrm>
            <a:custGeom>
              <a:rect b="b" l="l" r="r" t="t"/>
              <a:pathLst>
                <a:path extrusionOk="0" h="543" w="585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5"/>
            <p:cNvSpPr/>
            <p:nvPr/>
          </p:nvSpPr>
          <p:spPr>
            <a:xfrm>
              <a:off x="5008050" y="3646000"/>
              <a:ext cx="14325" cy="13600"/>
            </a:xfrm>
            <a:custGeom>
              <a:rect b="b" l="l" r="r" t="t"/>
              <a:pathLst>
                <a:path extrusionOk="0" h="544" w="573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15"/>
            <p:cNvSpPr/>
            <p:nvPr/>
          </p:nvSpPr>
          <p:spPr>
            <a:xfrm>
              <a:off x="5802500" y="3765075"/>
              <a:ext cx="14600" cy="13325"/>
            </a:xfrm>
            <a:custGeom>
              <a:rect b="b" l="l" r="r" t="t"/>
              <a:pathLst>
                <a:path extrusionOk="0" h="533" w="584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15"/>
            <p:cNvSpPr/>
            <p:nvPr/>
          </p:nvSpPr>
          <p:spPr>
            <a:xfrm>
              <a:off x="6023950" y="3621525"/>
              <a:ext cx="14325" cy="13675"/>
            </a:xfrm>
            <a:custGeom>
              <a:rect b="b" l="l" r="r" t="t"/>
              <a:pathLst>
                <a:path extrusionOk="0" h="547" w="573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15"/>
            <p:cNvSpPr/>
            <p:nvPr/>
          </p:nvSpPr>
          <p:spPr>
            <a:xfrm>
              <a:off x="5716175" y="3810850"/>
              <a:ext cx="13725" cy="13675"/>
            </a:xfrm>
            <a:custGeom>
              <a:rect b="b" l="l" r="r" t="t"/>
              <a:pathLst>
                <a:path extrusionOk="0" h="547" w="549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" name="Google Shape;177;p21"/>
          <p:cNvGrpSpPr/>
          <p:nvPr/>
        </p:nvGrpSpPr>
        <p:grpSpPr>
          <a:xfrm>
            <a:off x="12635022" y="9830312"/>
            <a:ext cx="11748889" cy="3809822"/>
            <a:chOff x="800100" y="2815500"/>
            <a:chExt cx="1339775" cy="434450"/>
          </a:xfrm>
        </p:grpSpPr>
        <p:sp>
          <p:nvSpPr>
            <p:cNvPr id="178" name="Google Shape;178;p21"/>
            <p:cNvSpPr/>
            <p:nvPr/>
          </p:nvSpPr>
          <p:spPr>
            <a:xfrm>
              <a:off x="1376350" y="3185050"/>
              <a:ext cx="122650" cy="64600"/>
            </a:xfrm>
            <a:custGeom>
              <a:rect b="b" l="l" r="r" t="t"/>
              <a:pathLst>
                <a:path extrusionOk="0" h="2584" w="4906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21"/>
            <p:cNvSpPr/>
            <p:nvPr/>
          </p:nvSpPr>
          <p:spPr>
            <a:xfrm>
              <a:off x="800100" y="2952275"/>
              <a:ext cx="104775" cy="297100"/>
            </a:xfrm>
            <a:custGeom>
              <a:rect b="b" l="l" r="r" t="t"/>
              <a:pathLst>
                <a:path extrusionOk="0" h="11884" w="4191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21"/>
            <p:cNvSpPr/>
            <p:nvPr/>
          </p:nvSpPr>
          <p:spPr>
            <a:xfrm>
              <a:off x="904875" y="2946325"/>
              <a:ext cx="142600" cy="33075"/>
            </a:xfrm>
            <a:custGeom>
              <a:rect b="b" l="l" r="r" t="t"/>
              <a:pathLst>
                <a:path extrusionOk="0" h="1323" w="5704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21"/>
            <p:cNvSpPr/>
            <p:nvPr/>
          </p:nvSpPr>
          <p:spPr>
            <a:xfrm>
              <a:off x="1048625" y="3121050"/>
              <a:ext cx="184275" cy="128900"/>
            </a:xfrm>
            <a:custGeom>
              <a:rect b="b" l="l" r="r" t="t"/>
              <a:pathLst>
                <a:path extrusionOk="0" h="5156" w="7371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21"/>
            <p:cNvSpPr/>
            <p:nvPr/>
          </p:nvSpPr>
          <p:spPr>
            <a:xfrm>
              <a:off x="1033150" y="2989475"/>
              <a:ext cx="25925" cy="257800"/>
            </a:xfrm>
            <a:custGeom>
              <a:rect b="b" l="l" r="r" t="t"/>
              <a:pathLst>
                <a:path extrusionOk="0" h="10312" w="1037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21"/>
            <p:cNvSpPr/>
            <p:nvPr/>
          </p:nvSpPr>
          <p:spPr>
            <a:xfrm>
              <a:off x="1053400" y="2846600"/>
              <a:ext cx="15500" cy="122375"/>
            </a:xfrm>
            <a:custGeom>
              <a:rect b="b" l="l" r="r" t="t"/>
              <a:pathLst>
                <a:path extrusionOk="0" h="4895" w="62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21"/>
            <p:cNvSpPr/>
            <p:nvPr/>
          </p:nvSpPr>
          <p:spPr>
            <a:xfrm>
              <a:off x="1066500" y="2977275"/>
              <a:ext cx="92300" cy="25925"/>
            </a:xfrm>
            <a:custGeom>
              <a:rect b="b" l="l" r="r" t="t"/>
              <a:pathLst>
                <a:path extrusionOk="0" h="1037" w="3692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21"/>
            <p:cNvSpPr/>
            <p:nvPr/>
          </p:nvSpPr>
          <p:spPr>
            <a:xfrm>
              <a:off x="1237650" y="3057050"/>
              <a:ext cx="96150" cy="61950"/>
            </a:xfrm>
            <a:custGeom>
              <a:rect b="b" l="l" r="r" t="t"/>
              <a:pathLst>
                <a:path extrusionOk="0" h="2478" w="3846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21"/>
            <p:cNvSpPr/>
            <p:nvPr/>
          </p:nvSpPr>
          <p:spPr>
            <a:xfrm>
              <a:off x="1071550" y="2841850"/>
              <a:ext cx="93775" cy="152425"/>
            </a:xfrm>
            <a:custGeom>
              <a:rect b="b" l="l" r="r" t="t"/>
              <a:pathLst>
                <a:path extrusionOk="0" h="6097" w="3751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21"/>
            <p:cNvSpPr/>
            <p:nvPr/>
          </p:nvSpPr>
          <p:spPr>
            <a:xfrm>
              <a:off x="1169475" y="3008825"/>
              <a:ext cx="65525" cy="109275"/>
            </a:xfrm>
            <a:custGeom>
              <a:rect b="b" l="l" r="r" t="t"/>
              <a:pathLst>
                <a:path extrusionOk="0" h="4371" w="2621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21"/>
            <p:cNvSpPr/>
            <p:nvPr/>
          </p:nvSpPr>
          <p:spPr>
            <a:xfrm>
              <a:off x="1232575" y="3125225"/>
              <a:ext cx="48550" cy="124150"/>
            </a:xfrm>
            <a:custGeom>
              <a:rect b="b" l="l" r="r" t="t"/>
              <a:pathLst>
                <a:path extrusionOk="0" h="4966" w="1942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1356400" y="3074925"/>
              <a:ext cx="20275" cy="174450"/>
            </a:xfrm>
            <a:custGeom>
              <a:rect b="b" l="l" r="r" t="t"/>
              <a:pathLst>
                <a:path extrusionOk="0" h="6978" w="811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1378125" y="3063600"/>
              <a:ext cx="123575" cy="114025"/>
            </a:xfrm>
            <a:custGeom>
              <a:rect b="b" l="l" r="r" t="t"/>
              <a:pathLst>
                <a:path extrusionOk="0" h="4561" w="4943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1512075" y="3187125"/>
              <a:ext cx="68200" cy="62250"/>
            </a:xfrm>
            <a:custGeom>
              <a:rect b="b" l="l" r="r" t="t"/>
              <a:pathLst>
                <a:path extrusionOk="0" h="2490" w="2728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1516850" y="3091575"/>
              <a:ext cx="207475" cy="93200"/>
            </a:xfrm>
            <a:custGeom>
              <a:rect b="b" l="l" r="r" t="t"/>
              <a:pathLst>
                <a:path extrusionOk="0" h="3728" w="8299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1920175" y="3218375"/>
              <a:ext cx="54200" cy="31275"/>
            </a:xfrm>
            <a:custGeom>
              <a:rect b="b" l="l" r="r" t="t"/>
              <a:pathLst>
                <a:path extrusionOk="0" h="1251" w="2168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1726700" y="3093675"/>
              <a:ext cx="96450" cy="65500"/>
            </a:xfrm>
            <a:custGeom>
              <a:rect b="b" l="l" r="r" t="t"/>
              <a:pathLst>
                <a:path extrusionOk="0" h="2620" w="3858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21"/>
            <p:cNvSpPr/>
            <p:nvPr/>
          </p:nvSpPr>
          <p:spPr>
            <a:xfrm>
              <a:off x="1826400" y="3156175"/>
              <a:ext cx="88425" cy="62825"/>
            </a:xfrm>
            <a:custGeom>
              <a:rect b="b" l="l" r="r" t="t"/>
              <a:pathLst>
                <a:path extrusionOk="0" h="2513" w="3537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577875" y="2880550"/>
              <a:ext cx="344700" cy="368825"/>
            </a:xfrm>
            <a:custGeom>
              <a:rect b="b" l="l" r="r" t="t"/>
              <a:pathLst>
                <a:path extrusionOk="0" h="14753" w="13788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1787125" y="2882925"/>
              <a:ext cx="142000" cy="366450"/>
            </a:xfrm>
            <a:custGeom>
              <a:rect b="b" l="l" r="r" t="t"/>
              <a:pathLst>
                <a:path extrusionOk="0" h="14658" w="568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>
              <a:off x="1937125" y="2875175"/>
              <a:ext cx="202450" cy="98250"/>
            </a:xfrm>
            <a:custGeom>
              <a:rect b="b" l="l" r="r" t="t"/>
              <a:pathLst>
                <a:path extrusionOk="0" h="3930" w="8098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21"/>
            <p:cNvSpPr/>
            <p:nvPr/>
          </p:nvSpPr>
          <p:spPr>
            <a:xfrm>
              <a:off x="2088050" y="3163325"/>
              <a:ext cx="43175" cy="86050"/>
            </a:xfrm>
            <a:custGeom>
              <a:rect b="b" l="l" r="r" t="t"/>
              <a:pathLst>
                <a:path extrusionOk="0" h="3442" w="1727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21"/>
            <p:cNvSpPr/>
            <p:nvPr/>
          </p:nvSpPr>
          <p:spPr>
            <a:xfrm>
              <a:off x="2130900" y="3136825"/>
              <a:ext cx="8675" cy="26525"/>
            </a:xfrm>
            <a:custGeom>
              <a:rect b="b" l="l" r="r" t="t"/>
              <a:pathLst>
                <a:path extrusionOk="0" h="1061" w="347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21"/>
            <p:cNvSpPr/>
            <p:nvPr/>
          </p:nvSpPr>
          <p:spPr>
            <a:xfrm>
              <a:off x="1923750" y="3070450"/>
              <a:ext cx="155700" cy="148550"/>
            </a:xfrm>
            <a:custGeom>
              <a:rect b="b" l="l" r="r" t="t"/>
              <a:pathLst>
                <a:path extrusionOk="0" h="5942" w="6228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21"/>
            <p:cNvSpPr/>
            <p:nvPr/>
          </p:nvSpPr>
          <p:spPr>
            <a:xfrm>
              <a:off x="1881475" y="3218975"/>
              <a:ext cx="41100" cy="30100"/>
            </a:xfrm>
            <a:custGeom>
              <a:rect b="b" l="l" r="r" t="t"/>
              <a:pathLst>
                <a:path extrusionOk="0" h="1204" w="1644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21"/>
            <p:cNvSpPr/>
            <p:nvPr/>
          </p:nvSpPr>
          <p:spPr>
            <a:xfrm>
              <a:off x="2085975" y="3074925"/>
              <a:ext cx="53900" cy="112825"/>
            </a:xfrm>
            <a:custGeom>
              <a:rect b="b" l="l" r="r" t="t"/>
              <a:pathLst>
                <a:path extrusionOk="0" h="4513" w="2156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21"/>
            <p:cNvSpPr/>
            <p:nvPr/>
          </p:nvSpPr>
          <p:spPr>
            <a:xfrm>
              <a:off x="2128225" y="3239825"/>
              <a:ext cx="11350" cy="9550"/>
            </a:xfrm>
            <a:custGeom>
              <a:rect b="b" l="l" r="r" t="t"/>
              <a:pathLst>
                <a:path extrusionOk="0" h="382" w="454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21"/>
            <p:cNvSpPr/>
            <p:nvPr/>
          </p:nvSpPr>
          <p:spPr>
            <a:xfrm>
              <a:off x="1326050" y="3014475"/>
              <a:ext cx="64325" cy="61350"/>
            </a:xfrm>
            <a:custGeom>
              <a:rect b="b" l="l" r="r" t="t"/>
              <a:pathLst>
                <a:path extrusionOk="0" h="2454" w="2573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21"/>
            <p:cNvSpPr/>
            <p:nvPr/>
          </p:nvSpPr>
          <p:spPr>
            <a:xfrm>
              <a:off x="1048925" y="2815500"/>
              <a:ext cx="33075" cy="31625"/>
            </a:xfrm>
            <a:custGeom>
              <a:rect b="b" l="l" r="r" t="t"/>
              <a:pathLst>
                <a:path extrusionOk="0" h="1265" w="1323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21"/>
            <p:cNvSpPr/>
            <p:nvPr/>
          </p:nvSpPr>
          <p:spPr>
            <a:xfrm>
              <a:off x="1026600" y="3246400"/>
              <a:ext cx="18475" cy="2975"/>
            </a:xfrm>
            <a:custGeom>
              <a:rect b="b" l="l" r="r" t="t"/>
              <a:pathLst>
                <a:path extrusionOk="0" h="119" w="739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21"/>
            <p:cNvSpPr/>
            <p:nvPr/>
          </p:nvSpPr>
          <p:spPr>
            <a:xfrm>
              <a:off x="895625" y="2943300"/>
              <a:ext cx="11950" cy="10575"/>
            </a:xfrm>
            <a:custGeom>
              <a:rect b="b" l="l" r="r" t="t"/>
              <a:pathLst>
                <a:path extrusionOk="0" h="423" w="478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21"/>
            <p:cNvSpPr/>
            <p:nvPr/>
          </p:nvSpPr>
          <p:spPr>
            <a:xfrm>
              <a:off x="1156975" y="2989650"/>
              <a:ext cx="22950" cy="21900"/>
            </a:xfrm>
            <a:custGeom>
              <a:rect b="b" l="l" r="r" t="t"/>
              <a:pathLst>
                <a:path extrusionOk="0" h="876" w="918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21"/>
            <p:cNvSpPr/>
            <p:nvPr/>
          </p:nvSpPr>
          <p:spPr>
            <a:xfrm>
              <a:off x="2073450" y="3055500"/>
              <a:ext cx="22950" cy="21425"/>
            </a:xfrm>
            <a:custGeom>
              <a:rect b="b" l="l" r="r" t="t"/>
              <a:pathLst>
                <a:path extrusionOk="0" h="857" w="918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21"/>
            <p:cNvSpPr/>
            <p:nvPr/>
          </p:nvSpPr>
          <p:spPr>
            <a:xfrm>
              <a:off x="1916900" y="2863525"/>
              <a:ext cx="22350" cy="21800"/>
            </a:xfrm>
            <a:custGeom>
              <a:rect b="b" l="l" r="r" t="t"/>
              <a:pathLst>
                <a:path extrusionOk="0" h="872" w="894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21"/>
            <p:cNvSpPr/>
            <p:nvPr/>
          </p:nvSpPr>
          <p:spPr>
            <a:xfrm>
              <a:off x="1495125" y="3172075"/>
              <a:ext cx="22625" cy="21700"/>
            </a:xfrm>
            <a:custGeom>
              <a:rect b="b" l="l" r="r" t="t"/>
              <a:pathLst>
                <a:path extrusionOk="0" h="868" w="905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21"/>
            <p:cNvSpPr/>
            <p:nvPr/>
          </p:nvSpPr>
          <p:spPr>
            <a:xfrm>
              <a:off x="1045650" y="2968400"/>
              <a:ext cx="21750" cy="21700"/>
            </a:xfrm>
            <a:custGeom>
              <a:rect b="b" l="l" r="r" t="t"/>
              <a:pathLst>
                <a:path extrusionOk="0" h="868" w="87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21"/>
            <p:cNvSpPr/>
            <p:nvPr/>
          </p:nvSpPr>
          <p:spPr>
            <a:xfrm>
              <a:off x="1912725" y="3209100"/>
              <a:ext cx="13425" cy="12625"/>
            </a:xfrm>
            <a:custGeom>
              <a:rect b="b" l="l" r="r" t="t"/>
              <a:pathLst>
                <a:path extrusionOk="0" h="505" w="537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21"/>
            <p:cNvSpPr/>
            <p:nvPr/>
          </p:nvSpPr>
          <p:spPr>
            <a:xfrm>
              <a:off x="2001725" y="3124475"/>
              <a:ext cx="13725" cy="12675"/>
            </a:xfrm>
            <a:custGeom>
              <a:rect b="b" l="l" r="r" t="t"/>
              <a:pathLst>
                <a:path extrusionOk="0" h="507" w="549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21"/>
            <p:cNvSpPr/>
            <p:nvPr/>
          </p:nvSpPr>
          <p:spPr>
            <a:xfrm>
              <a:off x="1487375" y="3210250"/>
              <a:ext cx="14025" cy="12500"/>
            </a:xfrm>
            <a:custGeom>
              <a:rect b="b" l="l" r="r" t="t"/>
              <a:pathLst>
                <a:path extrusionOk="0" h="500" w="561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21"/>
            <p:cNvSpPr/>
            <p:nvPr/>
          </p:nvSpPr>
          <p:spPr>
            <a:xfrm>
              <a:off x="1315625" y="3080850"/>
              <a:ext cx="13725" cy="12425"/>
            </a:xfrm>
            <a:custGeom>
              <a:rect b="b" l="l" r="r" t="t"/>
              <a:pathLst>
                <a:path extrusionOk="0" h="497" w="549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21"/>
            <p:cNvSpPr/>
            <p:nvPr/>
          </p:nvSpPr>
          <p:spPr>
            <a:xfrm>
              <a:off x="1229600" y="3113600"/>
              <a:ext cx="13125" cy="12650"/>
            </a:xfrm>
            <a:custGeom>
              <a:rect b="b" l="l" r="r" t="t"/>
              <a:pathLst>
                <a:path extrusionOk="0" h="506" w="525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21"/>
            <p:cNvSpPr/>
            <p:nvPr/>
          </p:nvSpPr>
          <p:spPr>
            <a:xfrm>
              <a:off x="1729075" y="3062625"/>
              <a:ext cx="13725" cy="12475"/>
            </a:xfrm>
            <a:custGeom>
              <a:rect b="b" l="l" r="r" t="t"/>
              <a:pathLst>
                <a:path extrusionOk="0" h="499" w="549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0" name="Google Shape;220;p21"/>
          <p:cNvGrpSpPr/>
          <p:nvPr/>
        </p:nvGrpSpPr>
        <p:grpSpPr>
          <a:xfrm rot="10800000">
            <a:off x="6017225" y="131"/>
            <a:ext cx="14694314" cy="3809849"/>
            <a:chOff x="2582150" y="3714800"/>
            <a:chExt cx="2689050" cy="697200"/>
          </a:xfrm>
        </p:grpSpPr>
        <p:sp>
          <p:nvSpPr>
            <p:cNvPr id="221" name="Google Shape;221;p21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21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21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21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21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21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21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21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21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21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21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21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21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21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21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21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21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21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21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21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21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21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21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21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21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21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21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21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21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21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21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21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21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21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21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21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21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21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21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1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21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21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21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21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21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" name="Google Shape;268;p21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1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1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21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21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21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21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21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21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21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21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21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21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1" name="Google Shape;281;p21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1"/>
          <p:cNvSpPr txBox="1"/>
          <p:nvPr>
            <p:ph type="title"/>
          </p:nvPr>
        </p:nvSpPr>
        <p:spPr>
          <a:xfrm>
            <a:off x="1659333" y="5158733"/>
            <a:ext cx="10532700" cy="41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283" name="Google Shape;283;p21"/>
          <p:cNvSpPr txBox="1"/>
          <p:nvPr>
            <p:ph idx="2" type="title"/>
          </p:nvPr>
        </p:nvSpPr>
        <p:spPr>
          <a:xfrm>
            <a:off x="1659333" y="2541933"/>
            <a:ext cx="13438500" cy="26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284" name="Google Shape;284;p21"/>
          <p:cNvSpPr txBox="1"/>
          <p:nvPr>
            <p:ph idx="1" type="subTitle"/>
          </p:nvPr>
        </p:nvSpPr>
        <p:spPr>
          <a:xfrm>
            <a:off x="1659333" y="9605200"/>
            <a:ext cx="13438500" cy="10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6" name="Google Shape;286;p22"/>
          <p:cNvGrpSpPr/>
          <p:nvPr/>
        </p:nvGrpSpPr>
        <p:grpSpPr>
          <a:xfrm rot="10800000">
            <a:off x="-1" y="27"/>
            <a:ext cx="3124577" cy="3715525"/>
            <a:chOff x="3048875" y="2669025"/>
            <a:chExt cx="504550" cy="599975"/>
          </a:xfrm>
        </p:grpSpPr>
        <p:sp>
          <p:nvSpPr>
            <p:cNvPr id="287" name="Google Shape;287;p22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22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22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22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22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22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" name="Google Shape;293;p22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22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22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22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22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22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22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22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22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22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22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22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22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22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22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22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9" name="Google Shape;309;p22"/>
          <p:cNvGrpSpPr/>
          <p:nvPr/>
        </p:nvGrpSpPr>
        <p:grpSpPr>
          <a:xfrm flipH="1" rot="10800000">
            <a:off x="21259399" y="27"/>
            <a:ext cx="3124577" cy="3715525"/>
            <a:chOff x="3048875" y="2669025"/>
            <a:chExt cx="504550" cy="599975"/>
          </a:xfrm>
        </p:grpSpPr>
        <p:sp>
          <p:nvSpPr>
            <p:cNvPr id="310" name="Google Shape;310;p22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" name="Google Shape;311;p22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22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22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22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22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22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22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22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22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22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22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22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p22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" name="Google Shape;326;p22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p22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22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22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22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22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2" name="Google Shape;332;p22"/>
          <p:cNvGrpSpPr/>
          <p:nvPr/>
        </p:nvGrpSpPr>
        <p:grpSpPr>
          <a:xfrm>
            <a:off x="16008766" y="10999921"/>
            <a:ext cx="8375201" cy="2715834"/>
            <a:chOff x="800100" y="2815500"/>
            <a:chExt cx="1339775" cy="434450"/>
          </a:xfrm>
        </p:grpSpPr>
        <p:sp>
          <p:nvSpPr>
            <p:cNvPr id="333" name="Google Shape;333;p22"/>
            <p:cNvSpPr/>
            <p:nvPr/>
          </p:nvSpPr>
          <p:spPr>
            <a:xfrm>
              <a:off x="1376350" y="3185050"/>
              <a:ext cx="122650" cy="64600"/>
            </a:xfrm>
            <a:custGeom>
              <a:rect b="b" l="l" r="r" t="t"/>
              <a:pathLst>
                <a:path extrusionOk="0" h="2584" w="4906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22"/>
            <p:cNvSpPr/>
            <p:nvPr/>
          </p:nvSpPr>
          <p:spPr>
            <a:xfrm>
              <a:off x="800100" y="2952275"/>
              <a:ext cx="104775" cy="297100"/>
            </a:xfrm>
            <a:custGeom>
              <a:rect b="b" l="l" r="r" t="t"/>
              <a:pathLst>
                <a:path extrusionOk="0" h="11884" w="4191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22"/>
            <p:cNvSpPr/>
            <p:nvPr/>
          </p:nvSpPr>
          <p:spPr>
            <a:xfrm>
              <a:off x="904875" y="2946325"/>
              <a:ext cx="142600" cy="33075"/>
            </a:xfrm>
            <a:custGeom>
              <a:rect b="b" l="l" r="r" t="t"/>
              <a:pathLst>
                <a:path extrusionOk="0" h="1323" w="5704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22"/>
            <p:cNvSpPr/>
            <p:nvPr/>
          </p:nvSpPr>
          <p:spPr>
            <a:xfrm>
              <a:off x="1048625" y="3121050"/>
              <a:ext cx="184275" cy="128900"/>
            </a:xfrm>
            <a:custGeom>
              <a:rect b="b" l="l" r="r" t="t"/>
              <a:pathLst>
                <a:path extrusionOk="0" h="5156" w="7371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" name="Google Shape;337;p22"/>
            <p:cNvSpPr/>
            <p:nvPr/>
          </p:nvSpPr>
          <p:spPr>
            <a:xfrm>
              <a:off x="1033150" y="2989475"/>
              <a:ext cx="25925" cy="257800"/>
            </a:xfrm>
            <a:custGeom>
              <a:rect b="b" l="l" r="r" t="t"/>
              <a:pathLst>
                <a:path extrusionOk="0" h="10312" w="1037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22"/>
            <p:cNvSpPr/>
            <p:nvPr/>
          </p:nvSpPr>
          <p:spPr>
            <a:xfrm>
              <a:off x="1053400" y="2846600"/>
              <a:ext cx="15500" cy="122375"/>
            </a:xfrm>
            <a:custGeom>
              <a:rect b="b" l="l" r="r" t="t"/>
              <a:pathLst>
                <a:path extrusionOk="0" h="4895" w="62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22"/>
            <p:cNvSpPr/>
            <p:nvPr/>
          </p:nvSpPr>
          <p:spPr>
            <a:xfrm>
              <a:off x="1066500" y="2977275"/>
              <a:ext cx="92300" cy="25925"/>
            </a:xfrm>
            <a:custGeom>
              <a:rect b="b" l="l" r="r" t="t"/>
              <a:pathLst>
                <a:path extrusionOk="0" h="1037" w="3692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22"/>
            <p:cNvSpPr/>
            <p:nvPr/>
          </p:nvSpPr>
          <p:spPr>
            <a:xfrm>
              <a:off x="1237650" y="3057050"/>
              <a:ext cx="96150" cy="61950"/>
            </a:xfrm>
            <a:custGeom>
              <a:rect b="b" l="l" r="r" t="t"/>
              <a:pathLst>
                <a:path extrusionOk="0" h="2478" w="3846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22"/>
            <p:cNvSpPr/>
            <p:nvPr/>
          </p:nvSpPr>
          <p:spPr>
            <a:xfrm>
              <a:off x="1071550" y="2841850"/>
              <a:ext cx="93775" cy="152425"/>
            </a:xfrm>
            <a:custGeom>
              <a:rect b="b" l="l" r="r" t="t"/>
              <a:pathLst>
                <a:path extrusionOk="0" h="6097" w="3751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22"/>
            <p:cNvSpPr/>
            <p:nvPr/>
          </p:nvSpPr>
          <p:spPr>
            <a:xfrm>
              <a:off x="1169475" y="3008825"/>
              <a:ext cx="65525" cy="109275"/>
            </a:xfrm>
            <a:custGeom>
              <a:rect b="b" l="l" r="r" t="t"/>
              <a:pathLst>
                <a:path extrusionOk="0" h="4371" w="2621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22"/>
            <p:cNvSpPr/>
            <p:nvPr/>
          </p:nvSpPr>
          <p:spPr>
            <a:xfrm>
              <a:off x="1232575" y="3125225"/>
              <a:ext cx="48550" cy="124150"/>
            </a:xfrm>
            <a:custGeom>
              <a:rect b="b" l="l" r="r" t="t"/>
              <a:pathLst>
                <a:path extrusionOk="0" h="4966" w="1942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22"/>
            <p:cNvSpPr/>
            <p:nvPr/>
          </p:nvSpPr>
          <p:spPr>
            <a:xfrm>
              <a:off x="1356400" y="3074925"/>
              <a:ext cx="20275" cy="174450"/>
            </a:xfrm>
            <a:custGeom>
              <a:rect b="b" l="l" r="r" t="t"/>
              <a:pathLst>
                <a:path extrusionOk="0" h="6978" w="811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22"/>
            <p:cNvSpPr/>
            <p:nvPr/>
          </p:nvSpPr>
          <p:spPr>
            <a:xfrm>
              <a:off x="1378125" y="3063600"/>
              <a:ext cx="123575" cy="114025"/>
            </a:xfrm>
            <a:custGeom>
              <a:rect b="b" l="l" r="r" t="t"/>
              <a:pathLst>
                <a:path extrusionOk="0" h="4561" w="4943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22"/>
            <p:cNvSpPr/>
            <p:nvPr/>
          </p:nvSpPr>
          <p:spPr>
            <a:xfrm>
              <a:off x="1512075" y="3187125"/>
              <a:ext cx="68200" cy="62250"/>
            </a:xfrm>
            <a:custGeom>
              <a:rect b="b" l="l" r="r" t="t"/>
              <a:pathLst>
                <a:path extrusionOk="0" h="2490" w="2728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22"/>
            <p:cNvSpPr/>
            <p:nvPr/>
          </p:nvSpPr>
          <p:spPr>
            <a:xfrm>
              <a:off x="1516850" y="3091575"/>
              <a:ext cx="207475" cy="93200"/>
            </a:xfrm>
            <a:custGeom>
              <a:rect b="b" l="l" r="r" t="t"/>
              <a:pathLst>
                <a:path extrusionOk="0" h="3728" w="8299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22"/>
            <p:cNvSpPr/>
            <p:nvPr/>
          </p:nvSpPr>
          <p:spPr>
            <a:xfrm>
              <a:off x="1920175" y="3218375"/>
              <a:ext cx="54200" cy="31275"/>
            </a:xfrm>
            <a:custGeom>
              <a:rect b="b" l="l" r="r" t="t"/>
              <a:pathLst>
                <a:path extrusionOk="0" h="1251" w="2168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22"/>
            <p:cNvSpPr/>
            <p:nvPr/>
          </p:nvSpPr>
          <p:spPr>
            <a:xfrm>
              <a:off x="1726700" y="3093675"/>
              <a:ext cx="96450" cy="65500"/>
            </a:xfrm>
            <a:custGeom>
              <a:rect b="b" l="l" r="r" t="t"/>
              <a:pathLst>
                <a:path extrusionOk="0" h="2620" w="3858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22"/>
            <p:cNvSpPr/>
            <p:nvPr/>
          </p:nvSpPr>
          <p:spPr>
            <a:xfrm>
              <a:off x="1826400" y="3156175"/>
              <a:ext cx="88425" cy="62825"/>
            </a:xfrm>
            <a:custGeom>
              <a:rect b="b" l="l" r="r" t="t"/>
              <a:pathLst>
                <a:path extrusionOk="0" h="2513" w="3537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22"/>
            <p:cNvSpPr/>
            <p:nvPr/>
          </p:nvSpPr>
          <p:spPr>
            <a:xfrm>
              <a:off x="1577875" y="2880550"/>
              <a:ext cx="344700" cy="368825"/>
            </a:xfrm>
            <a:custGeom>
              <a:rect b="b" l="l" r="r" t="t"/>
              <a:pathLst>
                <a:path extrusionOk="0" h="14753" w="13788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22"/>
            <p:cNvSpPr/>
            <p:nvPr/>
          </p:nvSpPr>
          <p:spPr>
            <a:xfrm>
              <a:off x="1787125" y="2882925"/>
              <a:ext cx="142000" cy="366450"/>
            </a:xfrm>
            <a:custGeom>
              <a:rect b="b" l="l" r="r" t="t"/>
              <a:pathLst>
                <a:path extrusionOk="0" h="14658" w="568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22"/>
            <p:cNvSpPr/>
            <p:nvPr/>
          </p:nvSpPr>
          <p:spPr>
            <a:xfrm>
              <a:off x="1937125" y="2875175"/>
              <a:ext cx="202450" cy="98250"/>
            </a:xfrm>
            <a:custGeom>
              <a:rect b="b" l="l" r="r" t="t"/>
              <a:pathLst>
                <a:path extrusionOk="0" h="3930" w="8098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22"/>
            <p:cNvSpPr/>
            <p:nvPr/>
          </p:nvSpPr>
          <p:spPr>
            <a:xfrm>
              <a:off x="2088050" y="3163325"/>
              <a:ext cx="43175" cy="86050"/>
            </a:xfrm>
            <a:custGeom>
              <a:rect b="b" l="l" r="r" t="t"/>
              <a:pathLst>
                <a:path extrusionOk="0" h="3442" w="1727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22"/>
            <p:cNvSpPr/>
            <p:nvPr/>
          </p:nvSpPr>
          <p:spPr>
            <a:xfrm>
              <a:off x="2130900" y="3136825"/>
              <a:ext cx="8675" cy="26525"/>
            </a:xfrm>
            <a:custGeom>
              <a:rect b="b" l="l" r="r" t="t"/>
              <a:pathLst>
                <a:path extrusionOk="0" h="1061" w="347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22"/>
            <p:cNvSpPr/>
            <p:nvPr/>
          </p:nvSpPr>
          <p:spPr>
            <a:xfrm>
              <a:off x="1923750" y="3070450"/>
              <a:ext cx="155700" cy="148550"/>
            </a:xfrm>
            <a:custGeom>
              <a:rect b="b" l="l" r="r" t="t"/>
              <a:pathLst>
                <a:path extrusionOk="0" h="5942" w="6228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22"/>
            <p:cNvSpPr/>
            <p:nvPr/>
          </p:nvSpPr>
          <p:spPr>
            <a:xfrm>
              <a:off x="1881475" y="3218975"/>
              <a:ext cx="41100" cy="30100"/>
            </a:xfrm>
            <a:custGeom>
              <a:rect b="b" l="l" r="r" t="t"/>
              <a:pathLst>
                <a:path extrusionOk="0" h="1204" w="1644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22"/>
            <p:cNvSpPr/>
            <p:nvPr/>
          </p:nvSpPr>
          <p:spPr>
            <a:xfrm>
              <a:off x="2085975" y="3074925"/>
              <a:ext cx="53900" cy="112825"/>
            </a:xfrm>
            <a:custGeom>
              <a:rect b="b" l="l" r="r" t="t"/>
              <a:pathLst>
                <a:path extrusionOk="0" h="4513" w="2156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22"/>
            <p:cNvSpPr/>
            <p:nvPr/>
          </p:nvSpPr>
          <p:spPr>
            <a:xfrm>
              <a:off x="2128225" y="3239825"/>
              <a:ext cx="11350" cy="9550"/>
            </a:xfrm>
            <a:custGeom>
              <a:rect b="b" l="l" r="r" t="t"/>
              <a:pathLst>
                <a:path extrusionOk="0" h="382" w="454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22"/>
            <p:cNvSpPr/>
            <p:nvPr/>
          </p:nvSpPr>
          <p:spPr>
            <a:xfrm>
              <a:off x="1326050" y="3014475"/>
              <a:ext cx="64325" cy="61350"/>
            </a:xfrm>
            <a:custGeom>
              <a:rect b="b" l="l" r="r" t="t"/>
              <a:pathLst>
                <a:path extrusionOk="0" h="2454" w="2573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22"/>
            <p:cNvSpPr/>
            <p:nvPr/>
          </p:nvSpPr>
          <p:spPr>
            <a:xfrm>
              <a:off x="1048925" y="2815500"/>
              <a:ext cx="33075" cy="31625"/>
            </a:xfrm>
            <a:custGeom>
              <a:rect b="b" l="l" r="r" t="t"/>
              <a:pathLst>
                <a:path extrusionOk="0" h="1265" w="1323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22"/>
            <p:cNvSpPr/>
            <p:nvPr/>
          </p:nvSpPr>
          <p:spPr>
            <a:xfrm>
              <a:off x="1026600" y="3246400"/>
              <a:ext cx="18475" cy="2975"/>
            </a:xfrm>
            <a:custGeom>
              <a:rect b="b" l="l" r="r" t="t"/>
              <a:pathLst>
                <a:path extrusionOk="0" h="119" w="739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22"/>
            <p:cNvSpPr/>
            <p:nvPr/>
          </p:nvSpPr>
          <p:spPr>
            <a:xfrm>
              <a:off x="895625" y="2943300"/>
              <a:ext cx="11950" cy="10575"/>
            </a:xfrm>
            <a:custGeom>
              <a:rect b="b" l="l" r="r" t="t"/>
              <a:pathLst>
                <a:path extrusionOk="0" h="423" w="478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22"/>
            <p:cNvSpPr/>
            <p:nvPr/>
          </p:nvSpPr>
          <p:spPr>
            <a:xfrm>
              <a:off x="1156975" y="2989650"/>
              <a:ext cx="22950" cy="21900"/>
            </a:xfrm>
            <a:custGeom>
              <a:rect b="b" l="l" r="r" t="t"/>
              <a:pathLst>
                <a:path extrusionOk="0" h="876" w="918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22"/>
            <p:cNvSpPr/>
            <p:nvPr/>
          </p:nvSpPr>
          <p:spPr>
            <a:xfrm>
              <a:off x="2073450" y="3055500"/>
              <a:ext cx="22950" cy="21425"/>
            </a:xfrm>
            <a:custGeom>
              <a:rect b="b" l="l" r="r" t="t"/>
              <a:pathLst>
                <a:path extrusionOk="0" h="857" w="918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22"/>
            <p:cNvSpPr/>
            <p:nvPr/>
          </p:nvSpPr>
          <p:spPr>
            <a:xfrm>
              <a:off x="1916900" y="2863525"/>
              <a:ext cx="22350" cy="21800"/>
            </a:xfrm>
            <a:custGeom>
              <a:rect b="b" l="l" r="r" t="t"/>
              <a:pathLst>
                <a:path extrusionOk="0" h="872" w="894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22"/>
            <p:cNvSpPr/>
            <p:nvPr/>
          </p:nvSpPr>
          <p:spPr>
            <a:xfrm>
              <a:off x="1495125" y="3172075"/>
              <a:ext cx="22625" cy="21700"/>
            </a:xfrm>
            <a:custGeom>
              <a:rect b="b" l="l" r="r" t="t"/>
              <a:pathLst>
                <a:path extrusionOk="0" h="868" w="905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22"/>
            <p:cNvSpPr/>
            <p:nvPr/>
          </p:nvSpPr>
          <p:spPr>
            <a:xfrm>
              <a:off x="1045650" y="2968400"/>
              <a:ext cx="21750" cy="21700"/>
            </a:xfrm>
            <a:custGeom>
              <a:rect b="b" l="l" r="r" t="t"/>
              <a:pathLst>
                <a:path extrusionOk="0" h="868" w="87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22"/>
            <p:cNvSpPr/>
            <p:nvPr/>
          </p:nvSpPr>
          <p:spPr>
            <a:xfrm>
              <a:off x="1912725" y="3209100"/>
              <a:ext cx="13425" cy="12625"/>
            </a:xfrm>
            <a:custGeom>
              <a:rect b="b" l="l" r="r" t="t"/>
              <a:pathLst>
                <a:path extrusionOk="0" h="505" w="537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22"/>
            <p:cNvSpPr/>
            <p:nvPr/>
          </p:nvSpPr>
          <p:spPr>
            <a:xfrm>
              <a:off x="2001725" y="3124475"/>
              <a:ext cx="13725" cy="12675"/>
            </a:xfrm>
            <a:custGeom>
              <a:rect b="b" l="l" r="r" t="t"/>
              <a:pathLst>
                <a:path extrusionOk="0" h="507" w="549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22"/>
            <p:cNvSpPr/>
            <p:nvPr/>
          </p:nvSpPr>
          <p:spPr>
            <a:xfrm>
              <a:off x="1487375" y="3210250"/>
              <a:ext cx="14025" cy="12500"/>
            </a:xfrm>
            <a:custGeom>
              <a:rect b="b" l="l" r="r" t="t"/>
              <a:pathLst>
                <a:path extrusionOk="0" h="500" w="561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22"/>
            <p:cNvSpPr/>
            <p:nvPr/>
          </p:nvSpPr>
          <p:spPr>
            <a:xfrm>
              <a:off x="1315625" y="3080850"/>
              <a:ext cx="13725" cy="12425"/>
            </a:xfrm>
            <a:custGeom>
              <a:rect b="b" l="l" r="r" t="t"/>
              <a:pathLst>
                <a:path extrusionOk="0" h="497" w="549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22"/>
            <p:cNvSpPr/>
            <p:nvPr/>
          </p:nvSpPr>
          <p:spPr>
            <a:xfrm>
              <a:off x="1229600" y="3113600"/>
              <a:ext cx="13125" cy="12650"/>
            </a:xfrm>
            <a:custGeom>
              <a:rect b="b" l="l" r="r" t="t"/>
              <a:pathLst>
                <a:path extrusionOk="0" h="506" w="525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22"/>
            <p:cNvSpPr/>
            <p:nvPr/>
          </p:nvSpPr>
          <p:spPr>
            <a:xfrm>
              <a:off x="1729075" y="3062625"/>
              <a:ext cx="13725" cy="12475"/>
            </a:xfrm>
            <a:custGeom>
              <a:rect b="b" l="l" r="r" t="t"/>
              <a:pathLst>
                <a:path extrusionOk="0" h="499" w="549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5" name="Google Shape;375;p22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376" name="Google Shape;376;p22"/>
          <p:cNvSpPr txBox="1"/>
          <p:nvPr>
            <p:ph idx="1" type="body"/>
          </p:nvPr>
        </p:nvSpPr>
        <p:spPr>
          <a:xfrm>
            <a:off x="1920000" y="2925604"/>
            <a:ext cx="20544000" cy="91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200"/>
              <a:buAutoNum type="arabicPeriod"/>
              <a:defRPr sz="3200">
                <a:solidFill>
                  <a:srgbClr val="434343"/>
                </a:solidFill>
              </a:defRPr>
            </a:lvl1pPr>
            <a:lvl2pPr indent="-431800" lvl="1" marL="9144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indent="-431800" lvl="2" marL="13716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indent="-431800" lvl="3" marL="18288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indent="-431800" lvl="4" marL="22860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indent="-431800" lvl="5" marL="27432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indent="-431800" lvl="6" marL="32004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indent="-431800" lvl="7" marL="36576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indent="-431800" lvl="8" marL="4114800" algn="l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8" name="Google Shape;378;p23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379" name="Google Shape;379;p23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23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23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23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23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23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23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23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23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23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23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23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23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23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23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23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23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23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23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8" name="Google Shape;398;p23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399" name="Google Shape;399;p23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23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" name="Google Shape;401;p23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23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23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p23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p23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23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23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23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23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" name="Google Shape;410;p23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" name="Google Shape;411;p23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" name="Google Shape;412;p23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p23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p23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23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" name="Google Shape;417;p23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18" name="Google Shape;418;p23"/>
          <p:cNvGrpSpPr/>
          <p:nvPr/>
        </p:nvGrpSpPr>
        <p:grpSpPr>
          <a:xfrm flipH="1" rot="10800000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419" name="Google Shape;419;p23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23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p23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23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23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23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23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" name="Google Shape;426;p23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" name="Google Shape;427;p23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23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23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23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23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23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23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23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23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23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23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23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23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23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p23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23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p23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23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23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23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23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23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23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23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p23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23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23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23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23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56" name="Google Shape;456;p23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457" name="Google Shape;457;p23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23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23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23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23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23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23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23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" name="Google Shape;465;p23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" name="Google Shape;466;p23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23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23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23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23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23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23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23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23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23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23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23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23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23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23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23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23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23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23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23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23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23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23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23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23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23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23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p23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4" name="Google Shape;494;p23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495" name="Google Shape;495;p23"/>
          <p:cNvSpPr txBox="1"/>
          <p:nvPr>
            <p:ph idx="2" type="title"/>
          </p:nvPr>
        </p:nvSpPr>
        <p:spPr>
          <a:xfrm>
            <a:off x="4066996" y="7004518"/>
            <a:ext cx="7695300" cy="14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496" name="Google Shape;496;p23"/>
          <p:cNvSpPr txBox="1"/>
          <p:nvPr>
            <p:ph idx="3" type="title"/>
          </p:nvPr>
        </p:nvSpPr>
        <p:spPr>
          <a:xfrm>
            <a:off x="12621804" y="7004518"/>
            <a:ext cx="7695300" cy="14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497" name="Google Shape;497;p23"/>
          <p:cNvSpPr txBox="1"/>
          <p:nvPr>
            <p:ph idx="1" type="subTitle"/>
          </p:nvPr>
        </p:nvSpPr>
        <p:spPr>
          <a:xfrm>
            <a:off x="12621796" y="7854051"/>
            <a:ext cx="7695300" cy="26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b="0"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/>
        </p:txBody>
      </p:sp>
      <p:sp>
        <p:nvSpPr>
          <p:cNvPr id="498" name="Google Shape;498;p23"/>
          <p:cNvSpPr txBox="1"/>
          <p:nvPr>
            <p:ph idx="4" type="subTitle"/>
          </p:nvPr>
        </p:nvSpPr>
        <p:spPr>
          <a:xfrm>
            <a:off x="4066996" y="7854050"/>
            <a:ext cx="7695300" cy="26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b="0"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0" name="Google Shape;500;p24"/>
          <p:cNvGrpSpPr/>
          <p:nvPr/>
        </p:nvGrpSpPr>
        <p:grpSpPr>
          <a:xfrm>
            <a:off x="13872167" y="10990127"/>
            <a:ext cx="10510959" cy="2725215"/>
            <a:chOff x="2582150" y="3714800"/>
            <a:chExt cx="2689050" cy="697200"/>
          </a:xfrm>
        </p:grpSpPr>
        <p:sp>
          <p:nvSpPr>
            <p:cNvPr id="501" name="Google Shape;501;p24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24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" name="Google Shape;503;p24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24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24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24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24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24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24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24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24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24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24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24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p24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p24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p24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p24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24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24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24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24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24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24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24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24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24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24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24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24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24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24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24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24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24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24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24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24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p24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" name="Google Shape;540;p24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" name="Google Shape;541;p24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24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24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24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24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24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24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24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24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24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24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24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24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24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24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24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24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24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24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24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61" name="Google Shape;561;p24"/>
          <p:cNvGrpSpPr/>
          <p:nvPr/>
        </p:nvGrpSpPr>
        <p:grpSpPr>
          <a:xfrm flipH="1">
            <a:off x="101" y="10990127"/>
            <a:ext cx="10510959" cy="2725215"/>
            <a:chOff x="2582150" y="3714800"/>
            <a:chExt cx="2689050" cy="697200"/>
          </a:xfrm>
        </p:grpSpPr>
        <p:sp>
          <p:nvSpPr>
            <p:cNvPr id="562" name="Google Shape;562;p24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24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24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24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24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24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24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24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24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24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24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24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24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" name="Google Shape;575;p24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p24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24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24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24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24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24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24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24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24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24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24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24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24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24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24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24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24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24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24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24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24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24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24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" name="Google Shape;599;p24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" name="Google Shape;600;p24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" name="Google Shape;601;p24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" name="Google Shape;602;p24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24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4" name="Google Shape;604;p24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5" name="Google Shape;605;p24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" name="Google Shape;606;p24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" name="Google Shape;607;p24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" name="Google Shape;608;p24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" name="Google Shape;609;p24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24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" name="Google Shape;611;p24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24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24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" name="Google Shape;614;p24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24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24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" name="Google Shape;617;p24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24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24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" name="Google Shape;620;p24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24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22" name="Google Shape;622;p24"/>
          <p:cNvGrpSpPr/>
          <p:nvPr/>
        </p:nvGrpSpPr>
        <p:grpSpPr>
          <a:xfrm rot="10800000">
            <a:off x="299" y="145"/>
            <a:ext cx="3056110" cy="3634109"/>
            <a:chOff x="3048875" y="2669025"/>
            <a:chExt cx="504550" cy="599975"/>
          </a:xfrm>
        </p:grpSpPr>
        <p:sp>
          <p:nvSpPr>
            <p:cNvPr id="623" name="Google Shape;623;p24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24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24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24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" name="Google Shape;627;p24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p24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24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" name="Google Shape;630;p24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" name="Google Shape;631;p24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p24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24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24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24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24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" name="Google Shape;637;p24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" name="Google Shape;638;p24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" name="Google Shape;639;p24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p24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" name="Google Shape;641;p24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p24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p24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24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5" name="Google Shape;645;p24"/>
          <p:cNvGrpSpPr/>
          <p:nvPr/>
        </p:nvGrpSpPr>
        <p:grpSpPr>
          <a:xfrm flipH="1" rot="10800000">
            <a:off x="21327119" y="145"/>
            <a:ext cx="3056110" cy="3634109"/>
            <a:chOff x="3048875" y="2669025"/>
            <a:chExt cx="504550" cy="599975"/>
          </a:xfrm>
        </p:grpSpPr>
        <p:sp>
          <p:nvSpPr>
            <p:cNvPr id="646" name="Google Shape;646;p24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24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24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p24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24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" name="Google Shape;651;p24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" name="Google Shape;652;p24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p24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" name="Google Shape;654;p24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p24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24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24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24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24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24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24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24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24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p24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p24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p24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p24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68" name="Google Shape;668;p24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0" name="Google Shape;670;p25"/>
          <p:cNvGrpSpPr/>
          <p:nvPr/>
        </p:nvGrpSpPr>
        <p:grpSpPr>
          <a:xfrm rot="-5400000">
            <a:off x="14870407" y="-4017644"/>
            <a:ext cx="5557175" cy="13467982"/>
            <a:chOff x="5728375" y="1492875"/>
            <a:chExt cx="1308525" cy="3171250"/>
          </a:xfrm>
        </p:grpSpPr>
        <p:sp>
          <p:nvSpPr>
            <p:cNvPr id="671" name="Google Shape;671;p25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p25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p25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p25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25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" name="Google Shape;676;p25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" name="Google Shape;677;p25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25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25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25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25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25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25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25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25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25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25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25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25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25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25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25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25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25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25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25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25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25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25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p25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p25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25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25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25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25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25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25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25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25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25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25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25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25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25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25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25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25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25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25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25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25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25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25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25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25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25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25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25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25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25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25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25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25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p25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p25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25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p25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25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25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p25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p25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25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" name="Google Shape;743;p25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" name="Google Shape;744;p25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" name="Google Shape;745;p25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46" name="Google Shape;746;p25"/>
          <p:cNvGrpSpPr/>
          <p:nvPr/>
        </p:nvGrpSpPr>
        <p:grpSpPr>
          <a:xfrm flipH="1">
            <a:off x="-1301" y="8158309"/>
            <a:ext cx="13427888" cy="5557339"/>
            <a:chOff x="4145150" y="2643900"/>
            <a:chExt cx="1914550" cy="792400"/>
          </a:xfrm>
        </p:grpSpPr>
        <p:sp>
          <p:nvSpPr>
            <p:cNvPr id="747" name="Google Shape;747;p25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p25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p25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25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25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25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25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25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" name="Google Shape;755;p25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" name="Google Shape;756;p25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" name="Google Shape;757;p25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" name="Google Shape;758;p25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" name="Google Shape;759;p25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" name="Google Shape;760;p25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p25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" name="Google Shape;762;p25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25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25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" name="Google Shape;765;p25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" name="Google Shape;766;p25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" name="Google Shape;767;p25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25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25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25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25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25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25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25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25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25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25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25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25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25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25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p25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p25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25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25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25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25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25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25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25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25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25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25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25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25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25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25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25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25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25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25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25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25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25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25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25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25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25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09" name="Google Shape;809;p25"/>
          <p:cNvSpPr txBox="1"/>
          <p:nvPr>
            <p:ph type="title"/>
          </p:nvPr>
        </p:nvSpPr>
        <p:spPr>
          <a:xfrm>
            <a:off x="2530633" y="3794045"/>
            <a:ext cx="10107900" cy="19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1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810" name="Google Shape;810;p25"/>
          <p:cNvSpPr txBox="1"/>
          <p:nvPr>
            <p:ph idx="1" type="subTitle"/>
          </p:nvPr>
        </p:nvSpPr>
        <p:spPr>
          <a:xfrm>
            <a:off x="2530633" y="6285933"/>
            <a:ext cx="10107900" cy="41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rgbClr val="999999"/>
              </a:buClr>
              <a:buSzPts val="1600"/>
              <a:buFont typeface="Open Sans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1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2" name="Google Shape;812;p26"/>
          <p:cNvGrpSpPr/>
          <p:nvPr/>
        </p:nvGrpSpPr>
        <p:grpSpPr>
          <a:xfrm rot="10800000">
            <a:off x="101" y="-7"/>
            <a:ext cx="10510959" cy="2725215"/>
            <a:chOff x="2582150" y="3714800"/>
            <a:chExt cx="2689050" cy="697200"/>
          </a:xfrm>
        </p:grpSpPr>
        <p:sp>
          <p:nvSpPr>
            <p:cNvPr id="813" name="Google Shape;813;p26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26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26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26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26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26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26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26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26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26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26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26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26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26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26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26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26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26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26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26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26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26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26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26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26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26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26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" name="Google Shape;840;p26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" name="Google Shape;841;p26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" name="Google Shape;842;p26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" name="Google Shape;843;p26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" name="Google Shape;844;p26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" name="Google Shape;845;p26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26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26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26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" name="Google Shape;849;p26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" name="Google Shape;850;p26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" name="Google Shape;851;p26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" name="Google Shape;852;p26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26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" name="Google Shape;854;p26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" name="Google Shape;855;p26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26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26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26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" name="Google Shape;859;p26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" name="Google Shape;860;p26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" name="Google Shape;861;p26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26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26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" name="Google Shape;864;p26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26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26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" name="Google Shape;867;p26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" name="Google Shape;868;p26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" name="Google Shape;869;p26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" name="Google Shape;870;p26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" name="Google Shape;871;p26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" name="Google Shape;872;p26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73" name="Google Shape;873;p26"/>
          <p:cNvGrpSpPr/>
          <p:nvPr/>
        </p:nvGrpSpPr>
        <p:grpSpPr>
          <a:xfrm flipH="1" rot="10800000">
            <a:off x="13872167" y="-7"/>
            <a:ext cx="10510959" cy="2725215"/>
            <a:chOff x="2582150" y="3714800"/>
            <a:chExt cx="2689050" cy="697200"/>
          </a:xfrm>
        </p:grpSpPr>
        <p:sp>
          <p:nvSpPr>
            <p:cNvPr id="874" name="Google Shape;874;p26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" name="Google Shape;875;p26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" name="Google Shape;876;p26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" name="Google Shape;877;p26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" name="Google Shape;878;p26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" name="Google Shape;879;p26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" name="Google Shape;880;p26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" name="Google Shape;881;p26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" name="Google Shape;882;p26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" name="Google Shape;883;p26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26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" name="Google Shape;885;p26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" name="Google Shape;886;p26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p26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" name="Google Shape;888;p26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" name="Google Shape;889;p26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" name="Google Shape;890;p26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26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p26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" name="Google Shape;893;p26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" name="Google Shape;894;p26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" name="Google Shape;895;p26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" name="Google Shape;896;p26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" name="Google Shape;897;p26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26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" name="Google Shape;899;p26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" name="Google Shape;900;p26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26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" name="Google Shape;902;p26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" name="Google Shape;903;p26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" name="Google Shape;904;p26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" name="Google Shape;905;p26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" name="Google Shape;906;p26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" name="Google Shape;907;p26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" name="Google Shape;908;p26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26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" name="Google Shape;910;p26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" name="Google Shape;911;p26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" name="Google Shape;912;p26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" name="Google Shape;913;p26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" name="Google Shape;914;p26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" name="Google Shape;915;p26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" name="Google Shape;916;p26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26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" name="Google Shape;918;p26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p26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" name="Google Shape;920;p26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" name="Google Shape;921;p26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26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26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26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26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26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26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26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26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26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26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26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26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34" name="Google Shape;934;p26"/>
          <p:cNvGrpSpPr/>
          <p:nvPr/>
        </p:nvGrpSpPr>
        <p:grpSpPr>
          <a:xfrm>
            <a:off x="-71" y="8752903"/>
            <a:ext cx="9815838" cy="4174626"/>
            <a:chOff x="889075" y="3382100"/>
            <a:chExt cx="2866775" cy="1219225"/>
          </a:xfrm>
        </p:grpSpPr>
        <p:sp>
          <p:nvSpPr>
            <p:cNvPr id="935" name="Google Shape;935;p26"/>
            <p:cNvSpPr/>
            <p:nvPr/>
          </p:nvSpPr>
          <p:spPr>
            <a:xfrm>
              <a:off x="2285400" y="4527175"/>
              <a:ext cx="133950" cy="42000"/>
            </a:xfrm>
            <a:custGeom>
              <a:rect b="b" l="l" r="r" t="t"/>
              <a:pathLst>
                <a:path extrusionOk="0" h="1680" w="5358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26"/>
            <p:cNvSpPr/>
            <p:nvPr/>
          </p:nvSpPr>
          <p:spPr>
            <a:xfrm>
              <a:off x="2429750" y="4527475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26"/>
            <p:cNvSpPr/>
            <p:nvPr/>
          </p:nvSpPr>
          <p:spPr>
            <a:xfrm>
              <a:off x="2111850" y="4560225"/>
              <a:ext cx="163750" cy="40800"/>
            </a:xfrm>
            <a:custGeom>
              <a:rect b="b" l="l" r="r" t="t"/>
              <a:pathLst>
                <a:path extrusionOk="0" h="1632" w="655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26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26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26"/>
            <p:cNvSpPr/>
            <p:nvPr/>
          </p:nvSpPr>
          <p:spPr>
            <a:xfrm>
              <a:off x="2428575" y="4525675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26"/>
            <p:cNvSpPr/>
            <p:nvPr/>
          </p:nvSpPr>
          <p:spPr>
            <a:xfrm>
              <a:off x="2426775" y="4524200"/>
              <a:ext cx="925" cy="925"/>
            </a:xfrm>
            <a:custGeom>
              <a:rect b="b" l="l" r="r" t="t"/>
              <a:pathLst>
                <a:path extrusionOk="0" h="37" w="37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26"/>
            <p:cNvSpPr/>
            <p:nvPr/>
          </p:nvSpPr>
          <p:spPr>
            <a:xfrm>
              <a:off x="2428275" y="4525400"/>
              <a:ext cx="325" cy="300"/>
            </a:xfrm>
            <a:custGeom>
              <a:rect b="b" l="l" r="r" t="t"/>
              <a:pathLst>
                <a:path extrusionOk="0" h="12" w="13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26"/>
            <p:cNvSpPr/>
            <p:nvPr/>
          </p:nvSpPr>
          <p:spPr>
            <a:xfrm>
              <a:off x="2115725" y="4376850"/>
              <a:ext cx="176250" cy="92600"/>
            </a:xfrm>
            <a:custGeom>
              <a:rect b="b" l="l" r="r" t="t"/>
              <a:pathLst>
                <a:path extrusionOk="0" h="3704" w="705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26"/>
            <p:cNvSpPr/>
            <p:nvPr/>
          </p:nvSpPr>
          <p:spPr>
            <a:xfrm>
              <a:off x="2300575" y="4463175"/>
              <a:ext cx="126525" cy="69375"/>
            </a:xfrm>
            <a:custGeom>
              <a:rect b="b" l="l" r="r" t="t"/>
              <a:pathLst>
                <a:path extrusionOk="0" h="2775" w="5061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26"/>
            <p:cNvSpPr/>
            <p:nvPr/>
          </p:nvSpPr>
          <p:spPr>
            <a:xfrm>
              <a:off x="1777600" y="4208100"/>
              <a:ext cx="336950" cy="170275"/>
            </a:xfrm>
            <a:custGeom>
              <a:rect b="b" l="l" r="r" t="t"/>
              <a:pathLst>
                <a:path extrusionOk="0" h="6811" w="13478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26"/>
            <p:cNvSpPr/>
            <p:nvPr/>
          </p:nvSpPr>
          <p:spPr>
            <a:xfrm>
              <a:off x="2429750" y="452717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26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26"/>
            <p:cNvSpPr/>
            <p:nvPr/>
          </p:nvSpPr>
          <p:spPr>
            <a:xfrm>
              <a:off x="2428575" y="4525400"/>
              <a:ext cx="25" cy="300"/>
            </a:xfrm>
            <a:custGeom>
              <a:rect b="b" l="l" r="r" t="t"/>
              <a:pathLst>
                <a:path extrusionOk="0" h="12" w="1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26"/>
            <p:cNvSpPr/>
            <p:nvPr/>
          </p:nvSpPr>
          <p:spPr>
            <a:xfrm>
              <a:off x="3679325" y="4491150"/>
              <a:ext cx="76525" cy="109875"/>
            </a:xfrm>
            <a:custGeom>
              <a:rect b="b" l="l" r="r" t="t"/>
              <a:pathLst>
                <a:path extrusionOk="0" h="4395" w="3061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26"/>
            <p:cNvSpPr/>
            <p:nvPr/>
          </p:nvSpPr>
          <p:spPr>
            <a:xfrm>
              <a:off x="3424225" y="4426275"/>
              <a:ext cx="150925" cy="98550"/>
            </a:xfrm>
            <a:custGeom>
              <a:rect b="b" l="l" r="r" t="t"/>
              <a:pathLst>
                <a:path extrusionOk="0" h="3942" w="6037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26"/>
            <p:cNvSpPr/>
            <p:nvPr/>
          </p:nvSpPr>
          <p:spPr>
            <a:xfrm>
              <a:off x="3171525" y="4426275"/>
              <a:ext cx="259275" cy="123550"/>
            </a:xfrm>
            <a:custGeom>
              <a:rect b="b" l="l" r="r" t="t"/>
              <a:pathLst>
                <a:path extrusionOk="0" h="4942" w="10371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26"/>
            <p:cNvSpPr/>
            <p:nvPr/>
          </p:nvSpPr>
          <p:spPr>
            <a:xfrm>
              <a:off x="3599850" y="4534025"/>
              <a:ext cx="100925" cy="67000"/>
            </a:xfrm>
            <a:custGeom>
              <a:rect b="b" l="l" r="r" t="t"/>
              <a:pathLst>
                <a:path extrusionOk="0" h="2680" w="4037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26"/>
            <p:cNvSpPr/>
            <p:nvPr/>
          </p:nvSpPr>
          <p:spPr>
            <a:xfrm>
              <a:off x="3456675" y="4539975"/>
              <a:ext cx="126825" cy="61050"/>
            </a:xfrm>
            <a:custGeom>
              <a:rect b="b" l="l" r="r" t="t"/>
              <a:pathLst>
                <a:path extrusionOk="0" h="2442" w="5073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26"/>
            <p:cNvSpPr/>
            <p:nvPr/>
          </p:nvSpPr>
          <p:spPr>
            <a:xfrm>
              <a:off x="3602825" y="4479850"/>
              <a:ext cx="91100" cy="56275"/>
            </a:xfrm>
            <a:custGeom>
              <a:rect b="b" l="l" r="r" t="t"/>
              <a:pathLst>
                <a:path extrusionOk="0" h="2251" w="3644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26"/>
            <p:cNvSpPr/>
            <p:nvPr/>
          </p:nvSpPr>
          <p:spPr>
            <a:xfrm>
              <a:off x="2987850" y="4144100"/>
              <a:ext cx="175650" cy="396800"/>
            </a:xfrm>
            <a:custGeom>
              <a:rect b="b" l="l" r="r" t="t"/>
              <a:pathLst>
                <a:path extrusionOk="0" h="15872" w="7026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26"/>
            <p:cNvSpPr/>
            <p:nvPr/>
          </p:nvSpPr>
          <p:spPr>
            <a:xfrm>
              <a:off x="3159900" y="4553675"/>
              <a:ext cx="31275" cy="47350"/>
            </a:xfrm>
            <a:custGeom>
              <a:rect b="b" l="l" r="r" t="t"/>
              <a:pathLst>
                <a:path extrusionOk="0" h="1894" w="1251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26"/>
            <p:cNvSpPr/>
            <p:nvPr/>
          </p:nvSpPr>
          <p:spPr>
            <a:xfrm>
              <a:off x="2998275" y="4539850"/>
              <a:ext cx="156900" cy="61175"/>
            </a:xfrm>
            <a:custGeom>
              <a:rect b="b" l="l" r="r" t="t"/>
              <a:pathLst>
                <a:path extrusionOk="0" h="2447" w="6276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26"/>
            <p:cNvSpPr/>
            <p:nvPr/>
          </p:nvSpPr>
          <p:spPr>
            <a:xfrm>
              <a:off x="2838450" y="4144100"/>
              <a:ext cx="147950" cy="456925"/>
            </a:xfrm>
            <a:custGeom>
              <a:rect b="b" l="l" r="r" t="t"/>
              <a:pathLst>
                <a:path extrusionOk="0" h="18277" w="5918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26"/>
            <p:cNvSpPr/>
            <p:nvPr/>
          </p:nvSpPr>
          <p:spPr>
            <a:xfrm>
              <a:off x="2418450" y="4523000"/>
              <a:ext cx="17875" cy="77425"/>
            </a:xfrm>
            <a:custGeom>
              <a:rect b="b" l="l" r="r" t="t"/>
              <a:pathLst>
                <a:path extrusionOk="0" h="3097" w="715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26"/>
            <p:cNvSpPr/>
            <p:nvPr/>
          </p:nvSpPr>
          <p:spPr>
            <a:xfrm>
              <a:off x="2269325" y="4231000"/>
              <a:ext cx="70575" cy="370025"/>
            </a:xfrm>
            <a:custGeom>
              <a:rect b="b" l="l" r="r" t="t"/>
              <a:pathLst>
                <a:path extrusionOk="0" h="14801" w="2823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26"/>
            <p:cNvSpPr/>
            <p:nvPr/>
          </p:nvSpPr>
          <p:spPr>
            <a:xfrm>
              <a:off x="1768950" y="4217025"/>
              <a:ext cx="178625" cy="268800"/>
            </a:xfrm>
            <a:custGeom>
              <a:rect b="b" l="l" r="r" t="t"/>
              <a:pathLst>
                <a:path extrusionOk="0" h="10752" w="7145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26"/>
            <p:cNvSpPr/>
            <p:nvPr/>
          </p:nvSpPr>
          <p:spPr>
            <a:xfrm>
              <a:off x="1949050" y="4488775"/>
              <a:ext cx="83350" cy="112250"/>
            </a:xfrm>
            <a:custGeom>
              <a:rect b="b" l="l" r="r" t="t"/>
              <a:pathLst>
                <a:path extrusionOk="0" h="4490" w="3334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26"/>
            <p:cNvSpPr/>
            <p:nvPr/>
          </p:nvSpPr>
          <p:spPr>
            <a:xfrm>
              <a:off x="1528150" y="4542950"/>
              <a:ext cx="62250" cy="58075"/>
            </a:xfrm>
            <a:custGeom>
              <a:rect b="b" l="l" r="r" t="t"/>
              <a:pathLst>
                <a:path extrusionOk="0" h="2323" w="249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p26"/>
            <p:cNvSpPr/>
            <p:nvPr/>
          </p:nvSpPr>
          <p:spPr>
            <a:xfrm>
              <a:off x="1404925" y="4411375"/>
              <a:ext cx="121475" cy="132500"/>
            </a:xfrm>
            <a:custGeom>
              <a:rect b="b" l="l" r="r" t="t"/>
              <a:pathLst>
                <a:path extrusionOk="0" h="5300" w="4859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965;p26"/>
            <p:cNvSpPr/>
            <p:nvPr/>
          </p:nvSpPr>
          <p:spPr>
            <a:xfrm>
              <a:off x="1219200" y="4222975"/>
              <a:ext cx="181275" cy="185450"/>
            </a:xfrm>
            <a:custGeom>
              <a:rect b="b" l="l" r="r" t="t"/>
              <a:pathLst>
                <a:path extrusionOk="0" h="7418" w="7251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966;p26"/>
            <p:cNvSpPr/>
            <p:nvPr/>
          </p:nvSpPr>
          <p:spPr>
            <a:xfrm>
              <a:off x="1770450" y="4228325"/>
              <a:ext cx="568850" cy="372400"/>
            </a:xfrm>
            <a:custGeom>
              <a:rect b="b" l="l" r="r" t="t"/>
              <a:pathLst>
                <a:path extrusionOk="0" h="14896" w="22754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26"/>
            <p:cNvSpPr/>
            <p:nvPr/>
          </p:nvSpPr>
          <p:spPr>
            <a:xfrm>
              <a:off x="1757350" y="4183475"/>
              <a:ext cx="13125" cy="6775"/>
            </a:xfrm>
            <a:custGeom>
              <a:rect b="b" l="l" r="r" t="t"/>
              <a:pathLst>
                <a:path extrusionOk="0" h="271" w="525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26"/>
            <p:cNvSpPr/>
            <p:nvPr/>
          </p:nvSpPr>
          <p:spPr>
            <a:xfrm>
              <a:off x="1482325" y="4218800"/>
              <a:ext cx="269100" cy="382525"/>
            </a:xfrm>
            <a:custGeom>
              <a:rect b="b" l="l" r="r" t="t"/>
              <a:pathLst>
                <a:path extrusionOk="0" h="15301" w="10764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26"/>
            <p:cNvSpPr/>
            <p:nvPr/>
          </p:nvSpPr>
          <p:spPr>
            <a:xfrm>
              <a:off x="1045650" y="4224750"/>
              <a:ext cx="149150" cy="194700"/>
            </a:xfrm>
            <a:custGeom>
              <a:rect b="b" l="l" r="r" t="t"/>
              <a:pathLst>
                <a:path extrusionOk="0" h="7788" w="5966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26"/>
            <p:cNvSpPr/>
            <p:nvPr/>
          </p:nvSpPr>
          <p:spPr>
            <a:xfrm>
              <a:off x="892950" y="4416450"/>
              <a:ext cx="147075" cy="184575"/>
            </a:xfrm>
            <a:custGeom>
              <a:rect b="b" l="l" r="r" t="t"/>
              <a:pathLst>
                <a:path extrusionOk="0" h="7383" w="5883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971;p26"/>
            <p:cNvSpPr/>
            <p:nvPr/>
          </p:nvSpPr>
          <p:spPr>
            <a:xfrm>
              <a:off x="1395700" y="4211350"/>
              <a:ext cx="354825" cy="200650"/>
            </a:xfrm>
            <a:custGeom>
              <a:rect b="b" l="l" r="r" t="t"/>
              <a:pathLst>
                <a:path extrusionOk="0" h="8026" w="14193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26"/>
            <p:cNvSpPr/>
            <p:nvPr/>
          </p:nvSpPr>
          <p:spPr>
            <a:xfrm>
              <a:off x="1092100" y="4407825"/>
              <a:ext cx="300350" cy="178900"/>
            </a:xfrm>
            <a:custGeom>
              <a:rect b="b" l="l" r="r" t="t"/>
              <a:pathLst>
                <a:path extrusionOk="0" h="7156" w="12014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" name="Google Shape;973;p26"/>
            <p:cNvSpPr/>
            <p:nvPr/>
          </p:nvSpPr>
          <p:spPr>
            <a:xfrm>
              <a:off x="1231100" y="4199750"/>
              <a:ext cx="516150" cy="14325"/>
            </a:xfrm>
            <a:custGeom>
              <a:rect b="b" l="l" r="r" t="t"/>
              <a:pathLst>
                <a:path extrusionOk="0" h="573" w="20646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" name="Google Shape;974;p26"/>
            <p:cNvSpPr/>
            <p:nvPr/>
          </p:nvSpPr>
          <p:spPr>
            <a:xfrm>
              <a:off x="889375" y="3382100"/>
              <a:ext cx="866225" cy="816200"/>
            </a:xfrm>
            <a:custGeom>
              <a:rect b="b" l="l" r="r" t="t"/>
              <a:pathLst>
                <a:path extrusionOk="0" h="32648" w="34649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" name="Google Shape;975;p26"/>
            <p:cNvSpPr/>
            <p:nvPr/>
          </p:nvSpPr>
          <p:spPr>
            <a:xfrm>
              <a:off x="953675" y="3873825"/>
              <a:ext cx="242625" cy="319700"/>
            </a:xfrm>
            <a:custGeom>
              <a:rect b="b" l="l" r="r" t="t"/>
              <a:pathLst>
                <a:path extrusionOk="0" h="12788" w="9705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" name="Google Shape;976;p26"/>
            <p:cNvSpPr/>
            <p:nvPr/>
          </p:nvSpPr>
          <p:spPr>
            <a:xfrm>
              <a:off x="1015000" y="4311375"/>
              <a:ext cx="67875" cy="261950"/>
            </a:xfrm>
            <a:custGeom>
              <a:rect b="b" l="l" r="r" t="t"/>
              <a:pathLst>
                <a:path extrusionOk="0" h="10478" w="2715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26"/>
            <p:cNvSpPr/>
            <p:nvPr/>
          </p:nvSpPr>
          <p:spPr>
            <a:xfrm>
              <a:off x="1011725" y="4302450"/>
              <a:ext cx="2100" cy="2700"/>
            </a:xfrm>
            <a:custGeom>
              <a:rect b="b" l="l" r="r" t="t"/>
              <a:pathLst>
                <a:path extrusionOk="0" h="108" w="84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26"/>
            <p:cNvSpPr/>
            <p:nvPr/>
          </p:nvSpPr>
          <p:spPr>
            <a:xfrm>
              <a:off x="919450" y="3886925"/>
              <a:ext cx="99725" cy="406625"/>
            </a:xfrm>
            <a:custGeom>
              <a:rect b="b" l="l" r="r" t="t"/>
              <a:pathLst>
                <a:path extrusionOk="0" h="16265" w="3989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" name="Google Shape;979;p26"/>
            <p:cNvSpPr/>
            <p:nvPr/>
          </p:nvSpPr>
          <p:spPr>
            <a:xfrm>
              <a:off x="889075" y="4214625"/>
              <a:ext cx="298000" cy="168500"/>
            </a:xfrm>
            <a:custGeom>
              <a:rect b="b" l="l" r="r" t="t"/>
              <a:pathLst>
                <a:path extrusionOk="0" h="6740" w="1192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" name="Google Shape;980;p26"/>
            <p:cNvSpPr/>
            <p:nvPr/>
          </p:nvSpPr>
          <p:spPr>
            <a:xfrm>
              <a:off x="889375" y="3623200"/>
              <a:ext cx="34550" cy="166100"/>
            </a:xfrm>
            <a:custGeom>
              <a:rect b="b" l="l" r="r" t="t"/>
              <a:pathLst>
                <a:path extrusionOk="0" h="6644" w="1382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" name="Google Shape;981;p26"/>
            <p:cNvSpPr/>
            <p:nvPr/>
          </p:nvSpPr>
          <p:spPr>
            <a:xfrm>
              <a:off x="889075" y="3786975"/>
              <a:ext cx="91725" cy="100275"/>
            </a:xfrm>
            <a:custGeom>
              <a:rect b="b" l="l" r="r" t="t"/>
              <a:pathLst>
                <a:path extrusionOk="0" h="4011" w="3669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26"/>
            <p:cNvSpPr/>
            <p:nvPr/>
          </p:nvSpPr>
          <p:spPr>
            <a:xfrm>
              <a:off x="3670975" y="4475375"/>
              <a:ext cx="17900" cy="18025"/>
            </a:xfrm>
            <a:custGeom>
              <a:rect b="b" l="l" r="r" t="t"/>
              <a:pathLst>
                <a:path extrusionOk="0" h="721" w="716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26"/>
            <p:cNvSpPr/>
            <p:nvPr/>
          </p:nvSpPr>
          <p:spPr>
            <a:xfrm>
              <a:off x="2319625" y="4195250"/>
              <a:ext cx="36625" cy="35925"/>
            </a:xfrm>
            <a:custGeom>
              <a:rect b="b" l="l" r="r" t="t"/>
              <a:pathLst>
                <a:path extrusionOk="0" h="1437" w="1465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" name="Google Shape;984;p26"/>
            <p:cNvSpPr/>
            <p:nvPr/>
          </p:nvSpPr>
          <p:spPr>
            <a:xfrm>
              <a:off x="1181675" y="4184500"/>
              <a:ext cx="50625" cy="49950"/>
            </a:xfrm>
            <a:custGeom>
              <a:rect b="b" l="l" r="r" t="t"/>
              <a:pathLst>
                <a:path extrusionOk="0" h="1998" w="2025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26"/>
            <p:cNvSpPr/>
            <p:nvPr/>
          </p:nvSpPr>
          <p:spPr>
            <a:xfrm>
              <a:off x="1061125" y="4571450"/>
              <a:ext cx="36050" cy="28975"/>
            </a:xfrm>
            <a:custGeom>
              <a:rect b="b" l="l" r="r" t="t"/>
              <a:pathLst>
                <a:path extrusionOk="0" h="1159" w="1442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" name="Google Shape;986;p26"/>
            <p:cNvSpPr/>
            <p:nvPr/>
          </p:nvSpPr>
          <p:spPr>
            <a:xfrm>
              <a:off x="1745750" y="4188500"/>
              <a:ext cx="36925" cy="35975"/>
            </a:xfrm>
            <a:custGeom>
              <a:rect b="b" l="l" r="r" t="t"/>
              <a:pathLst>
                <a:path extrusionOk="0" h="1439" w="1477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" name="Google Shape;987;p26"/>
            <p:cNvSpPr/>
            <p:nvPr/>
          </p:nvSpPr>
          <p:spPr>
            <a:xfrm>
              <a:off x="3568600" y="4511575"/>
              <a:ext cx="36025" cy="35350"/>
            </a:xfrm>
            <a:custGeom>
              <a:rect b="b" l="l" r="r" t="t"/>
              <a:pathLst>
                <a:path extrusionOk="0" h="1414" w="1441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26"/>
            <p:cNvSpPr/>
            <p:nvPr/>
          </p:nvSpPr>
          <p:spPr>
            <a:xfrm>
              <a:off x="2968800" y="4112475"/>
              <a:ext cx="37550" cy="35500"/>
            </a:xfrm>
            <a:custGeom>
              <a:rect b="b" l="l" r="r" t="t"/>
              <a:pathLst>
                <a:path extrusionOk="0" h="1420" w="1502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26"/>
            <p:cNvSpPr/>
            <p:nvPr/>
          </p:nvSpPr>
          <p:spPr>
            <a:xfrm>
              <a:off x="1008750" y="4285475"/>
              <a:ext cx="20850" cy="20875"/>
            </a:xfrm>
            <a:custGeom>
              <a:rect b="b" l="l" r="r" t="t"/>
              <a:pathLst>
                <a:path extrusionOk="0" h="835" w="834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26"/>
            <p:cNvSpPr/>
            <p:nvPr/>
          </p:nvSpPr>
          <p:spPr>
            <a:xfrm>
              <a:off x="1388550" y="4405125"/>
              <a:ext cx="20875" cy="20950"/>
            </a:xfrm>
            <a:custGeom>
              <a:rect b="b" l="l" r="r" t="t"/>
              <a:pathLst>
                <a:path extrusionOk="0" h="838" w="835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991;p26"/>
            <p:cNvSpPr/>
            <p:nvPr/>
          </p:nvSpPr>
          <p:spPr>
            <a:xfrm>
              <a:off x="1214725" y="4506025"/>
              <a:ext cx="20850" cy="20900"/>
            </a:xfrm>
            <a:custGeom>
              <a:rect b="b" l="l" r="r" t="t"/>
              <a:pathLst>
                <a:path extrusionOk="0" h="836" w="834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" name="Google Shape;992;p26"/>
            <p:cNvSpPr/>
            <p:nvPr/>
          </p:nvSpPr>
          <p:spPr>
            <a:xfrm>
              <a:off x="2064225" y="4565550"/>
              <a:ext cx="21175" cy="20600"/>
            </a:xfrm>
            <a:custGeom>
              <a:rect b="b" l="l" r="r" t="t"/>
              <a:pathLst>
                <a:path extrusionOk="0" h="824" w="847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26"/>
            <p:cNvSpPr/>
            <p:nvPr/>
          </p:nvSpPr>
          <p:spPr>
            <a:xfrm>
              <a:off x="3153650" y="4535800"/>
              <a:ext cx="20875" cy="20900"/>
            </a:xfrm>
            <a:custGeom>
              <a:rect b="b" l="l" r="r" t="t"/>
              <a:pathLst>
                <a:path extrusionOk="0" h="836" w="835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26"/>
            <p:cNvSpPr/>
            <p:nvPr/>
          </p:nvSpPr>
          <p:spPr>
            <a:xfrm>
              <a:off x="1938625" y="4462425"/>
              <a:ext cx="21450" cy="20550"/>
            </a:xfrm>
            <a:custGeom>
              <a:rect b="b" l="l" r="r" t="t"/>
              <a:pathLst>
                <a:path extrusionOk="0" h="822" w="858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" name="Google Shape;995;p26"/>
            <p:cNvSpPr/>
            <p:nvPr/>
          </p:nvSpPr>
          <p:spPr>
            <a:xfrm>
              <a:off x="2063050" y="4381300"/>
              <a:ext cx="20850" cy="20650"/>
            </a:xfrm>
            <a:custGeom>
              <a:rect b="b" l="l" r="r" t="t"/>
              <a:pathLst>
                <a:path extrusionOk="0" h="826" w="834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996;p26"/>
          <p:cNvGrpSpPr/>
          <p:nvPr/>
        </p:nvGrpSpPr>
        <p:grpSpPr>
          <a:xfrm flipH="1">
            <a:off x="14568196" y="8752903"/>
            <a:ext cx="9815838" cy="4174626"/>
            <a:chOff x="889075" y="3382100"/>
            <a:chExt cx="2866775" cy="1219225"/>
          </a:xfrm>
        </p:grpSpPr>
        <p:sp>
          <p:nvSpPr>
            <p:cNvPr id="997" name="Google Shape;997;p26"/>
            <p:cNvSpPr/>
            <p:nvPr/>
          </p:nvSpPr>
          <p:spPr>
            <a:xfrm>
              <a:off x="2285400" y="4527175"/>
              <a:ext cx="133950" cy="42000"/>
            </a:xfrm>
            <a:custGeom>
              <a:rect b="b" l="l" r="r" t="t"/>
              <a:pathLst>
                <a:path extrusionOk="0" h="1680" w="5358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" name="Google Shape;998;p26"/>
            <p:cNvSpPr/>
            <p:nvPr/>
          </p:nvSpPr>
          <p:spPr>
            <a:xfrm>
              <a:off x="2429750" y="4527475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" name="Google Shape;999;p26"/>
            <p:cNvSpPr/>
            <p:nvPr/>
          </p:nvSpPr>
          <p:spPr>
            <a:xfrm>
              <a:off x="2111850" y="4560225"/>
              <a:ext cx="163750" cy="40800"/>
            </a:xfrm>
            <a:custGeom>
              <a:rect b="b" l="l" r="r" t="t"/>
              <a:pathLst>
                <a:path extrusionOk="0" h="1632" w="655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26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" name="Google Shape;1001;p26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" name="Google Shape;1002;p26"/>
            <p:cNvSpPr/>
            <p:nvPr/>
          </p:nvSpPr>
          <p:spPr>
            <a:xfrm>
              <a:off x="2428575" y="4525675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26"/>
            <p:cNvSpPr/>
            <p:nvPr/>
          </p:nvSpPr>
          <p:spPr>
            <a:xfrm>
              <a:off x="2426775" y="4524200"/>
              <a:ext cx="925" cy="925"/>
            </a:xfrm>
            <a:custGeom>
              <a:rect b="b" l="l" r="r" t="t"/>
              <a:pathLst>
                <a:path extrusionOk="0" h="37" w="37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26"/>
            <p:cNvSpPr/>
            <p:nvPr/>
          </p:nvSpPr>
          <p:spPr>
            <a:xfrm>
              <a:off x="2428275" y="4525400"/>
              <a:ext cx="325" cy="300"/>
            </a:xfrm>
            <a:custGeom>
              <a:rect b="b" l="l" r="r" t="t"/>
              <a:pathLst>
                <a:path extrusionOk="0" h="12" w="13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" name="Google Shape;1005;p26"/>
            <p:cNvSpPr/>
            <p:nvPr/>
          </p:nvSpPr>
          <p:spPr>
            <a:xfrm>
              <a:off x="2115725" y="4376850"/>
              <a:ext cx="176250" cy="92600"/>
            </a:xfrm>
            <a:custGeom>
              <a:rect b="b" l="l" r="r" t="t"/>
              <a:pathLst>
                <a:path extrusionOk="0" h="3704" w="705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26"/>
            <p:cNvSpPr/>
            <p:nvPr/>
          </p:nvSpPr>
          <p:spPr>
            <a:xfrm>
              <a:off x="2300575" y="4463175"/>
              <a:ext cx="126525" cy="69375"/>
            </a:xfrm>
            <a:custGeom>
              <a:rect b="b" l="l" r="r" t="t"/>
              <a:pathLst>
                <a:path extrusionOk="0" h="2775" w="5061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26"/>
            <p:cNvSpPr/>
            <p:nvPr/>
          </p:nvSpPr>
          <p:spPr>
            <a:xfrm>
              <a:off x="1777600" y="4208100"/>
              <a:ext cx="336950" cy="170275"/>
            </a:xfrm>
            <a:custGeom>
              <a:rect b="b" l="l" r="r" t="t"/>
              <a:pathLst>
                <a:path extrusionOk="0" h="6811" w="13478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26"/>
            <p:cNvSpPr/>
            <p:nvPr/>
          </p:nvSpPr>
          <p:spPr>
            <a:xfrm>
              <a:off x="2429750" y="452717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26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p26"/>
            <p:cNvSpPr/>
            <p:nvPr/>
          </p:nvSpPr>
          <p:spPr>
            <a:xfrm>
              <a:off x="2428575" y="4525400"/>
              <a:ext cx="25" cy="300"/>
            </a:xfrm>
            <a:custGeom>
              <a:rect b="b" l="l" r="r" t="t"/>
              <a:pathLst>
                <a:path extrusionOk="0" h="12" w="1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" name="Google Shape;1011;p26"/>
            <p:cNvSpPr/>
            <p:nvPr/>
          </p:nvSpPr>
          <p:spPr>
            <a:xfrm>
              <a:off x="3679325" y="4491150"/>
              <a:ext cx="76525" cy="109875"/>
            </a:xfrm>
            <a:custGeom>
              <a:rect b="b" l="l" r="r" t="t"/>
              <a:pathLst>
                <a:path extrusionOk="0" h="4395" w="3061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26"/>
            <p:cNvSpPr/>
            <p:nvPr/>
          </p:nvSpPr>
          <p:spPr>
            <a:xfrm>
              <a:off x="3424225" y="4426275"/>
              <a:ext cx="150925" cy="98550"/>
            </a:xfrm>
            <a:custGeom>
              <a:rect b="b" l="l" r="r" t="t"/>
              <a:pathLst>
                <a:path extrusionOk="0" h="3942" w="6037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26"/>
            <p:cNvSpPr/>
            <p:nvPr/>
          </p:nvSpPr>
          <p:spPr>
            <a:xfrm>
              <a:off x="3171525" y="4426275"/>
              <a:ext cx="259275" cy="123550"/>
            </a:xfrm>
            <a:custGeom>
              <a:rect b="b" l="l" r="r" t="t"/>
              <a:pathLst>
                <a:path extrusionOk="0" h="4942" w="10371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26"/>
            <p:cNvSpPr/>
            <p:nvPr/>
          </p:nvSpPr>
          <p:spPr>
            <a:xfrm>
              <a:off x="3599850" y="4534025"/>
              <a:ext cx="100925" cy="67000"/>
            </a:xfrm>
            <a:custGeom>
              <a:rect b="b" l="l" r="r" t="t"/>
              <a:pathLst>
                <a:path extrusionOk="0" h="2680" w="4037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26"/>
            <p:cNvSpPr/>
            <p:nvPr/>
          </p:nvSpPr>
          <p:spPr>
            <a:xfrm>
              <a:off x="3456675" y="4539975"/>
              <a:ext cx="126825" cy="61050"/>
            </a:xfrm>
            <a:custGeom>
              <a:rect b="b" l="l" r="r" t="t"/>
              <a:pathLst>
                <a:path extrusionOk="0" h="2442" w="5073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26"/>
            <p:cNvSpPr/>
            <p:nvPr/>
          </p:nvSpPr>
          <p:spPr>
            <a:xfrm>
              <a:off x="3602825" y="4479850"/>
              <a:ext cx="91100" cy="56275"/>
            </a:xfrm>
            <a:custGeom>
              <a:rect b="b" l="l" r="r" t="t"/>
              <a:pathLst>
                <a:path extrusionOk="0" h="2251" w="3644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26"/>
            <p:cNvSpPr/>
            <p:nvPr/>
          </p:nvSpPr>
          <p:spPr>
            <a:xfrm>
              <a:off x="2987850" y="4144100"/>
              <a:ext cx="175650" cy="396800"/>
            </a:xfrm>
            <a:custGeom>
              <a:rect b="b" l="l" r="r" t="t"/>
              <a:pathLst>
                <a:path extrusionOk="0" h="15872" w="7026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26"/>
            <p:cNvSpPr/>
            <p:nvPr/>
          </p:nvSpPr>
          <p:spPr>
            <a:xfrm>
              <a:off x="3159900" y="4553675"/>
              <a:ext cx="31275" cy="47350"/>
            </a:xfrm>
            <a:custGeom>
              <a:rect b="b" l="l" r="r" t="t"/>
              <a:pathLst>
                <a:path extrusionOk="0" h="1894" w="1251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26"/>
            <p:cNvSpPr/>
            <p:nvPr/>
          </p:nvSpPr>
          <p:spPr>
            <a:xfrm>
              <a:off x="2998275" y="4539850"/>
              <a:ext cx="156900" cy="61175"/>
            </a:xfrm>
            <a:custGeom>
              <a:rect b="b" l="l" r="r" t="t"/>
              <a:pathLst>
                <a:path extrusionOk="0" h="2447" w="6276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26"/>
            <p:cNvSpPr/>
            <p:nvPr/>
          </p:nvSpPr>
          <p:spPr>
            <a:xfrm>
              <a:off x="2838450" y="4144100"/>
              <a:ext cx="147950" cy="456925"/>
            </a:xfrm>
            <a:custGeom>
              <a:rect b="b" l="l" r="r" t="t"/>
              <a:pathLst>
                <a:path extrusionOk="0" h="18277" w="5918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26"/>
            <p:cNvSpPr/>
            <p:nvPr/>
          </p:nvSpPr>
          <p:spPr>
            <a:xfrm>
              <a:off x="2418450" y="4523000"/>
              <a:ext cx="17875" cy="77425"/>
            </a:xfrm>
            <a:custGeom>
              <a:rect b="b" l="l" r="r" t="t"/>
              <a:pathLst>
                <a:path extrusionOk="0" h="3097" w="715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26"/>
            <p:cNvSpPr/>
            <p:nvPr/>
          </p:nvSpPr>
          <p:spPr>
            <a:xfrm>
              <a:off x="2269325" y="4231000"/>
              <a:ext cx="70575" cy="370025"/>
            </a:xfrm>
            <a:custGeom>
              <a:rect b="b" l="l" r="r" t="t"/>
              <a:pathLst>
                <a:path extrusionOk="0" h="14801" w="2823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26"/>
            <p:cNvSpPr/>
            <p:nvPr/>
          </p:nvSpPr>
          <p:spPr>
            <a:xfrm>
              <a:off x="1768950" y="4217025"/>
              <a:ext cx="178625" cy="268800"/>
            </a:xfrm>
            <a:custGeom>
              <a:rect b="b" l="l" r="r" t="t"/>
              <a:pathLst>
                <a:path extrusionOk="0" h="10752" w="7145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26"/>
            <p:cNvSpPr/>
            <p:nvPr/>
          </p:nvSpPr>
          <p:spPr>
            <a:xfrm>
              <a:off x="1949050" y="4488775"/>
              <a:ext cx="83350" cy="112250"/>
            </a:xfrm>
            <a:custGeom>
              <a:rect b="b" l="l" r="r" t="t"/>
              <a:pathLst>
                <a:path extrusionOk="0" h="4490" w="3334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26"/>
            <p:cNvSpPr/>
            <p:nvPr/>
          </p:nvSpPr>
          <p:spPr>
            <a:xfrm>
              <a:off x="1528150" y="4542950"/>
              <a:ext cx="62250" cy="58075"/>
            </a:xfrm>
            <a:custGeom>
              <a:rect b="b" l="l" r="r" t="t"/>
              <a:pathLst>
                <a:path extrusionOk="0" h="2323" w="249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26"/>
            <p:cNvSpPr/>
            <p:nvPr/>
          </p:nvSpPr>
          <p:spPr>
            <a:xfrm>
              <a:off x="1404925" y="4411375"/>
              <a:ext cx="121475" cy="132500"/>
            </a:xfrm>
            <a:custGeom>
              <a:rect b="b" l="l" r="r" t="t"/>
              <a:pathLst>
                <a:path extrusionOk="0" h="5300" w="4859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26"/>
            <p:cNvSpPr/>
            <p:nvPr/>
          </p:nvSpPr>
          <p:spPr>
            <a:xfrm>
              <a:off x="1219200" y="4222975"/>
              <a:ext cx="181275" cy="185450"/>
            </a:xfrm>
            <a:custGeom>
              <a:rect b="b" l="l" r="r" t="t"/>
              <a:pathLst>
                <a:path extrusionOk="0" h="7418" w="7251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26"/>
            <p:cNvSpPr/>
            <p:nvPr/>
          </p:nvSpPr>
          <p:spPr>
            <a:xfrm>
              <a:off x="1770450" y="4228325"/>
              <a:ext cx="568850" cy="372400"/>
            </a:xfrm>
            <a:custGeom>
              <a:rect b="b" l="l" r="r" t="t"/>
              <a:pathLst>
                <a:path extrusionOk="0" h="14896" w="22754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26"/>
            <p:cNvSpPr/>
            <p:nvPr/>
          </p:nvSpPr>
          <p:spPr>
            <a:xfrm>
              <a:off x="1757350" y="4183475"/>
              <a:ext cx="13125" cy="6775"/>
            </a:xfrm>
            <a:custGeom>
              <a:rect b="b" l="l" r="r" t="t"/>
              <a:pathLst>
                <a:path extrusionOk="0" h="271" w="525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26"/>
            <p:cNvSpPr/>
            <p:nvPr/>
          </p:nvSpPr>
          <p:spPr>
            <a:xfrm>
              <a:off x="1482325" y="4218800"/>
              <a:ext cx="269100" cy="382525"/>
            </a:xfrm>
            <a:custGeom>
              <a:rect b="b" l="l" r="r" t="t"/>
              <a:pathLst>
                <a:path extrusionOk="0" h="15301" w="10764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26"/>
            <p:cNvSpPr/>
            <p:nvPr/>
          </p:nvSpPr>
          <p:spPr>
            <a:xfrm>
              <a:off x="1045650" y="4224750"/>
              <a:ext cx="149150" cy="194700"/>
            </a:xfrm>
            <a:custGeom>
              <a:rect b="b" l="l" r="r" t="t"/>
              <a:pathLst>
                <a:path extrusionOk="0" h="7788" w="5966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26"/>
            <p:cNvSpPr/>
            <p:nvPr/>
          </p:nvSpPr>
          <p:spPr>
            <a:xfrm>
              <a:off x="892950" y="4416450"/>
              <a:ext cx="147075" cy="184575"/>
            </a:xfrm>
            <a:custGeom>
              <a:rect b="b" l="l" r="r" t="t"/>
              <a:pathLst>
                <a:path extrusionOk="0" h="7383" w="5883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26"/>
            <p:cNvSpPr/>
            <p:nvPr/>
          </p:nvSpPr>
          <p:spPr>
            <a:xfrm>
              <a:off x="1395700" y="4211350"/>
              <a:ext cx="354825" cy="200650"/>
            </a:xfrm>
            <a:custGeom>
              <a:rect b="b" l="l" r="r" t="t"/>
              <a:pathLst>
                <a:path extrusionOk="0" h="8026" w="14193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26"/>
            <p:cNvSpPr/>
            <p:nvPr/>
          </p:nvSpPr>
          <p:spPr>
            <a:xfrm>
              <a:off x="1092100" y="4407825"/>
              <a:ext cx="300350" cy="178900"/>
            </a:xfrm>
            <a:custGeom>
              <a:rect b="b" l="l" r="r" t="t"/>
              <a:pathLst>
                <a:path extrusionOk="0" h="7156" w="12014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26"/>
            <p:cNvSpPr/>
            <p:nvPr/>
          </p:nvSpPr>
          <p:spPr>
            <a:xfrm>
              <a:off x="1231100" y="4199750"/>
              <a:ext cx="516150" cy="14325"/>
            </a:xfrm>
            <a:custGeom>
              <a:rect b="b" l="l" r="r" t="t"/>
              <a:pathLst>
                <a:path extrusionOk="0" h="573" w="20646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26"/>
            <p:cNvSpPr/>
            <p:nvPr/>
          </p:nvSpPr>
          <p:spPr>
            <a:xfrm>
              <a:off x="889375" y="3382100"/>
              <a:ext cx="866225" cy="816200"/>
            </a:xfrm>
            <a:custGeom>
              <a:rect b="b" l="l" r="r" t="t"/>
              <a:pathLst>
                <a:path extrusionOk="0" h="32648" w="34649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26"/>
            <p:cNvSpPr/>
            <p:nvPr/>
          </p:nvSpPr>
          <p:spPr>
            <a:xfrm>
              <a:off x="953675" y="3873825"/>
              <a:ext cx="242625" cy="319700"/>
            </a:xfrm>
            <a:custGeom>
              <a:rect b="b" l="l" r="r" t="t"/>
              <a:pathLst>
                <a:path extrusionOk="0" h="12788" w="9705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26"/>
            <p:cNvSpPr/>
            <p:nvPr/>
          </p:nvSpPr>
          <p:spPr>
            <a:xfrm>
              <a:off x="1015000" y="4311375"/>
              <a:ext cx="67875" cy="261950"/>
            </a:xfrm>
            <a:custGeom>
              <a:rect b="b" l="l" r="r" t="t"/>
              <a:pathLst>
                <a:path extrusionOk="0" h="10478" w="2715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" name="Google Shape;1039;p26"/>
            <p:cNvSpPr/>
            <p:nvPr/>
          </p:nvSpPr>
          <p:spPr>
            <a:xfrm>
              <a:off x="1011725" y="4302450"/>
              <a:ext cx="2100" cy="2700"/>
            </a:xfrm>
            <a:custGeom>
              <a:rect b="b" l="l" r="r" t="t"/>
              <a:pathLst>
                <a:path extrusionOk="0" h="108" w="84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p26"/>
            <p:cNvSpPr/>
            <p:nvPr/>
          </p:nvSpPr>
          <p:spPr>
            <a:xfrm>
              <a:off x="919450" y="3886925"/>
              <a:ext cx="99725" cy="406625"/>
            </a:xfrm>
            <a:custGeom>
              <a:rect b="b" l="l" r="r" t="t"/>
              <a:pathLst>
                <a:path extrusionOk="0" h="16265" w="3989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26"/>
            <p:cNvSpPr/>
            <p:nvPr/>
          </p:nvSpPr>
          <p:spPr>
            <a:xfrm>
              <a:off x="889075" y="4214625"/>
              <a:ext cx="298000" cy="168500"/>
            </a:xfrm>
            <a:custGeom>
              <a:rect b="b" l="l" r="r" t="t"/>
              <a:pathLst>
                <a:path extrusionOk="0" h="6740" w="1192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26"/>
            <p:cNvSpPr/>
            <p:nvPr/>
          </p:nvSpPr>
          <p:spPr>
            <a:xfrm>
              <a:off x="889375" y="3623200"/>
              <a:ext cx="34550" cy="166100"/>
            </a:xfrm>
            <a:custGeom>
              <a:rect b="b" l="l" r="r" t="t"/>
              <a:pathLst>
                <a:path extrusionOk="0" h="6644" w="1382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26"/>
            <p:cNvSpPr/>
            <p:nvPr/>
          </p:nvSpPr>
          <p:spPr>
            <a:xfrm>
              <a:off x="889075" y="3786975"/>
              <a:ext cx="91725" cy="100275"/>
            </a:xfrm>
            <a:custGeom>
              <a:rect b="b" l="l" r="r" t="t"/>
              <a:pathLst>
                <a:path extrusionOk="0" h="4011" w="3669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26"/>
            <p:cNvSpPr/>
            <p:nvPr/>
          </p:nvSpPr>
          <p:spPr>
            <a:xfrm>
              <a:off x="3670975" y="4475375"/>
              <a:ext cx="17900" cy="18025"/>
            </a:xfrm>
            <a:custGeom>
              <a:rect b="b" l="l" r="r" t="t"/>
              <a:pathLst>
                <a:path extrusionOk="0" h="721" w="716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26"/>
            <p:cNvSpPr/>
            <p:nvPr/>
          </p:nvSpPr>
          <p:spPr>
            <a:xfrm>
              <a:off x="2319625" y="4195250"/>
              <a:ext cx="36625" cy="35925"/>
            </a:xfrm>
            <a:custGeom>
              <a:rect b="b" l="l" r="r" t="t"/>
              <a:pathLst>
                <a:path extrusionOk="0" h="1437" w="1465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26"/>
            <p:cNvSpPr/>
            <p:nvPr/>
          </p:nvSpPr>
          <p:spPr>
            <a:xfrm>
              <a:off x="1181675" y="4184500"/>
              <a:ext cx="50625" cy="49950"/>
            </a:xfrm>
            <a:custGeom>
              <a:rect b="b" l="l" r="r" t="t"/>
              <a:pathLst>
                <a:path extrusionOk="0" h="1998" w="2025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26"/>
            <p:cNvSpPr/>
            <p:nvPr/>
          </p:nvSpPr>
          <p:spPr>
            <a:xfrm>
              <a:off x="1061125" y="4571450"/>
              <a:ext cx="36050" cy="28975"/>
            </a:xfrm>
            <a:custGeom>
              <a:rect b="b" l="l" r="r" t="t"/>
              <a:pathLst>
                <a:path extrusionOk="0" h="1159" w="1442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26"/>
            <p:cNvSpPr/>
            <p:nvPr/>
          </p:nvSpPr>
          <p:spPr>
            <a:xfrm>
              <a:off x="1745750" y="4188500"/>
              <a:ext cx="36925" cy="35975"/>
            </a:xfrm>
            <a:custGeom>
              <a:rect b="b" l="l" r="r" t="t"/>
              <a:pathLst>
                <a:path extrusionOk="0" h="1439" w="1477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26"/>
            <p:cNvSpPr/>
            <p:nvPr/>
          </p:nvSpPr>
          <p:spPr>
            <a:xfrm>
              <a:off x="3568600" y="4511575"/>
              <a:ext cx="36025" cy="35350"/>
            </a:xfrm>
            <a:custGeom>
              <a:rect b="b" l="l" r="r" t="t"/>
              <a:pathLst>
                <a:path extrusionOk="0" h="1414" w="1441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26"/>
            <p:cNvSpPr/>
            <p:nvPr/>
          </p:nvSpPr>
          <p:spPr>
            <a:xfrm>
              <a:off x="2968800" y="4112475"/>
              <a:ext cx="37550" cy="35500"/>
            </a:xfrm>
            <a:custGeom>
              <a:rect b="b" l="l" r="r" t="t"/>
              <a:pathLst>
                <a:path extrusionOk="0" h="1420" w="1502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" name="Google Shape;1051;p26"/>
            <p:cNvSpPr/>
            <p:nvPr/>
          </p:nvSpPr>
          <p:spPr>
            <a:xfrm>
              <a:off x="1008750" y="4285475"/>
              <a:ext cx="20850" cy="20875"/>
            </a:xfrm>
            <a:custGeom>
              <a:rect b="b" l="l" r="r" t="t"/>
              <a:pathLst>
                <a:path extrusionOk="0" h="835" w="834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" name="Google Shape;1052;p26"/>
            <p:cNvSpPr/>
            <p:nvPr/>
          </p:nvSpPr>
          <p:spPr>
            <a:xfrm>
              <a:off x="1388550" y="4405125"/>
              <a:ext cx="20875" cy="20950"/>
            </a:xfrm>
            <a:custGeom>
              <a:rect b="b" l="l" r="r" t="t"/>
              <a:pathLst>
                <a:path extrusionOk="0" h="838" w="835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26"/>
            <p:cNvSpPr/>
            <p:nvPr/>
          </p:nvSpPr>
          <p:spPr>
            <a:xfrm>
              <a:off x="1214725" y="4506025"/>
              <a:ext cx="20850" cy="20900"/>
            </a:xfrm>
            <a:custGeom>
              <a:rect b="b" l="l" r="r" t="t"/>
              <a:pathLst>
                <a:path extrusionOk="0" h="836" w="834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" name="Google Shape;1054;p26"/>
            <p:cNvSpPr/>
            <p:nvPr/>
          </p:nvSpPr>
          <p:spPr>
            <a:xfrm>
              <a:off x="2064225" y="4565550"/>
              <a:ext cx="21175" cy="20600"/>
            </a:xfrm>
            <a:custGeom>
              <a:rect b="b" l="l" r="r" t="t"/>
              <a:pathLst>
                <a:path extrusionOk="0" h="824" w="847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26"/>
            <p:cNvSpPr/>
            <p:nvPr/>
          </p:nvSpPr>
          <p:spPr>
            <a:xfrm>
              <a:off x="3153650" y="4535800"/>
              <a:ext cx="20875" cy="20900"/>
            </a:xfrm>
            <a:custGeom>
              <a:rect b="b" l="l" r="r" t="t"/>
              <a:pathLst>
                <a:path extrusionOk="0" h="836" w="835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p26"/>
            <p:cNvSpPr/>
            <p:nvPr/>
          </p:nvSpPr>
          <p:spPr>
            <a:xfrm>
              <a:off x="1938625" y="4462425"/>
              <a:ext cx="21450" cy="20550"/>
            </a:xfrm>
            <a:custGeom>
              <a:rect b="b" l="l" r="r" t="t"/>
              <a:pathLst>
                <a:path extrusionOk="0" h="822" w="858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p26"/>
            <p:cNvSpPr/>
            <p:nvPr/>
          </p:nvSpPr>
          <p:spPr>
            <a:xfrm>
              <a:off x="2063050" y="4381300"/>
              <a:ext cx="20850" cy="20650"/>
            </a:xfrm>
            <a:custGeom>
              <a:rect b="b" l="l" r="r" t="t"/>
              <a:pathLst>
                <a:path extrusionOk="0" h="826" w="834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8" name="Google Shape;1058;p26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26"/>
          <p:cNvSpPr txBox="1"/>
          <p:nvPr>
            <p:ph type="title"/>
          </p:nvPr>
        </p:nvSpPr>
        <p:spPr>
          <a:xfrm>
            <a:off x="2469067" y="3485600"/>
            <a:ext cx="19445700" cy="674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26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060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1" name="Google Shape;1061;p27"/>
          <p:cNvGrpSpPr/>
          <p:nvPr/>
        </p:nvGrpSpPr>
        <p:grpSpPr>
          <a:xfrm>
            <a:off x="13721406" y="18"/>
            <a:ext cx="10662615" cy="4142146"/>
            <a:chOff x="874500" y="1324100"/>
            <a:chExt cx="2298225" cy="892800"/>
          </a:xfrm>
        </p:grpSpPr>
        <p:sp>
          <p:nvSpPr>
            <p:cNvPr id="1062" name="Google Shape;1062;p27"/>
            <p:cNvSpPr/>
            <p:nvPr/>
          </p:nvSpPr>
          <p:spPr>
            <a:xfrm>
              <a:off x="3108700" y="1324100"/>
              <a:ext cx="64025" cy="42300"/>
            </a:xfrm>
            <a:custGeom>
              <a:rect b="b" l="l" r="r" t="t"/>
              <a:pathLst>
                <a:path extrusionOk="0" h="1692" w="2561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27"/>
            <p:cNvSpPr/>
            <p:nvPr/>
          </p:nvSpPr>
          <p:spPr>
            <a:xfrm>
              <a:off x="3100375" y="1324400"/>
              <a:ext cx="24425" cy="35450"/>
            </a:xfrm>
            <a:custGeom>
              <a:rect b="b" l="l" r="r" t="t"/>
              <a:pathLst>
                <a:path extrusionOk="0" h="1418" w="977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27"/>
            <p:cNvSpPr/>
            <p:nvPr/>
          </p:nvSpPr>
          <p:spPr>
            <a:xfrm>
              <a:off x="2658050" y="1324100"/>
              <a:ext cx="77725" cy="101225"/>
            </a:xfrm>
            <a:custGeom>
              <a:rect b="b" l="l" r="r" t="t"/>
              <a:pathLst>
                <a:path extrusionOk="0" h="4049" w="3109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p27"/>
            <p:cNvSpPr/>
            <p:nvPr/>
          </p:nvSpPr>
          <p:spPr>
            <a:xfrm>
              <a:off x="3039950" y="1324100"/>
              <a:ext cx="46750" cy="37525"/>
            </a:xfrm>
            <a:custGeom>
              <a:rect b="b" l="l" r="r" t="t"/>
              <a:pathLst>
                <a:path extrusionOk="0" h="1501" w="187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p27"/>
            <p:cNvSpPr/>
            <p:nvPr/>
          </p:nvSpPr>
          <p:spPr>
            <a:xfrm>
              <a:off x="3095625" y="1382750"/>
              <a:ext cx="10725" cy="6125"/>
            </a:xfrm>
            <a:custGeom>
              <a:rect b="b" l="l" r="r" t="t"/>
              <a:pathLst>
                <a:path extrusionOk="0" h="245" w="429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p27"/>
            <p:cNvSpPr/>
            <p:nvPr/>
          </p:nvSpPr>
          <p:spPr>
            <a:xfrm>
              <a:off x="2519350" y="1324100"/>
              <a:ext cx="119375" cy="105400"/>
            </a:xfrm>
            <a:custGeom>
              <a:rect b="b" l="l" r="r" t="t"/>
              <a:pathLst>
                <a:path extrusionOk="0" h="4216" w="4775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27"/>
            <p:cNvSpPr/>
            <p:nvPr/>
          </p:nvSpPr>
          <p:spPr>
            <a:xfrm>
              <a:off x="2959575" y="1324400"/>
              <a:ext cx="127425" cy="44675"/>
            </a:xfrm>
            <a:custGeom>
              <a:rect b="b" l="l" r="r" t="t"/>
              <a:pathLst>
                <a:path extrusionOk="0" h="1787" w="5097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27"/>
            <p:cNvSpPr/>
            <p:nvPr/>
          </p:nvSpPr>
          <p:spPr>
            <a:xfrm>
              <a:off x="2669975" y="1368450"/>
              <a:ext cx="416425" cy="72950"/>
            </a:xfrm>
            <a:custGeom>
              <a:rect b="b" l="l" r="r" t="t"/>
              <a:pathLst>
                <a:path extrusionOk="0" h="2918" w="16657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27"/>
            <p:cNvSpPr/>
            <p:nvPr/>
          </p:nvSpPr>
          <p:spPr>
            <a:xfrm>
              <a:off x="2464575" y="1378875"/>
              <a:ext cx="629275" cy="804275"/>
            </a:xfrm>
            <a:custGeom>
              <a:rect b="b" l="l" r="r" t="t"/>
              <a:pathLst>
                <a:path extrusionOk="0" h="32171" w="25171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27"/>
            <p:cNvSpPr/>
            <p:nvPr/>
          </p:nvSpPr>
          <p:spPr>
            <a:xfrm>
              <a:off x="2489575" y="1454775"/>
              <a:ext cx="155400" cy="285775"/>
            </a:xfrm>
            <a:custGeom>
              <a:rect b="b" l="l" r="r" t="t"/>
              <a:pathLst>
                <a:path extrusionOk="0" h="11431" w="6216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27"/>
            <p:cNvSpPr/>
            <p:nvPr/>
          </p:nvSpPr>
          <p:spPr>
            <a:xfrm>
              <a:off x="2481850" y="1387200"/>
              <a:ext cx="1500" cy="2400"/>
            </a:xfrm>
            <a:custGeom>
              <a:rect b="b" l="l" r="r" t="t"/>
              <a:pathLst>
                <a:path extrusionOk="0" h="96" w="6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27"/>
            <p:cNvSpPr/>
            <p:nvPr/>
          </p:nvSpPr>
          <p:spPr>
            <a:xfrm>
              <a:off x="2482450" y="1324400"/>
              <a:ext cx="12225" cy="56575"/>
            </a:xfrm>
            <a:custGeom>
              <a:rect b="b" l="l" r="r" t="t"/>
              <a:pathLst>
                <a:path extrusionOk="0" h="2263" w="489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27"/>
            <p:cNvSpPr/>
            <p:nvPr/>
          </p:nvSpPr>
          <p:spPr>
            <a:xfrm>
              <a:off x="2461300" y="1397025"/>
              <a:ext cx="28600" cy="338450"/>
            </a:xfrm>
            <a:custGeom>
              <a:rect b="b" l="l" r="r" t="t"/>
              <a:pathLst>
                <a:path extrusionOk="0" h="13538" w="1144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27"/>
            <p:cNvSpPr/>
            <p:nvPr/>
          </p:nvSpPr>
          <p:spPr>
            <a:xfrm>
              <a:off x="2299675" y="1324400"/>
              <a:ext cx="333400" cy="114025"/>
            </a:xfrm>
            <a:custGeom>
              <a:rect b="b" l="l" r="r" t="t"/>
              <a:pathLst>
                <a:path extrusionOk="0" h="4561" w="13336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27"/>
            <p:cNvSpPr/>
            <p:nvPr/>
          </p:nvSpPr>
          <p:spPr>
            <a:xfrm>
              <a:off x="2163950" y="1324400"/>
              <a:ext cx="136950" cy="109550"/>
            </a:xfrm>
            <a:custGeom>
              <a:rect b="b" l="l" r="r" t="t"/>
              <a:pathLst>
                <a:path extrusionOk="0" h="4382" w="5478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27"/>
            <p:cNvSpPr/>
            <p:nvPr/>
          </p:nvSpPr>
          <p:spPr>
            <a:xfrm>
              <a:off x="1971375" y="1430950"/>
              <a:ext cx="188425" cy="158400"/>
            </a:xfrm>
            <a:custGeom>
              <a:rect b="b" l="l" r="r" t="t"/>
              <a:pathLst>
                <a:path extrusionOk="0" h="6336" w="7537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27"/>
            <p:cNvSpPr/>
            <p:nvPr/>
          </p:nvSpPr>
          <p:spPr>
            <a:xfrm>
              <a:off x="2269925" y="1742600"/>
              <a:ext cx="5075" cy="3000"/>
            </a:xfrm>
            <a:custGeom>
              <a:rect b="b" l="l" r="r" t="t"/>
              <a:pathLst>
                <a:path extrusionOk="0" h="120" w="203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27"/>
            <p:cNvSpPr/>
            <p:nvPr/>
          </p:nvSpPr>
          <p:spPr>
            <a:xfrm>
              <a:off x="2117800" y="1324100"/>
              <a:ext cx="141425" cy="365850"/>
            </a:xfrm>
            <a:custGeom>
              <a:rect b="b" l="l" r="r" t="t"/>
              <a:pathLst>
                <a:path extrusionOk="0" h="14634" w="5657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27"/>
            <p:cNvSpPr/>
            <p:nvPr/>
          </p:nvSpPr>
          <p:spPr>
            <a:xfrm>
              <a:off x="2450600" y="1814350"/>
              <a:ext cx="27100" cy="362275"/>
            </a:xfrm>
            <a:custGeom>
              <a:rect b="b" l="l" r="r" t="t"/>
              <a:pathLst>
                <a:path extrusionOk="0" h="14491" w="1084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27"/>
            <p:cNvSpPr/>
            <p:nvPr/>
          </p:nvSpPr>
          <p:spPr>
            <a:xfrm>
              <a:off x="2273475" y="1738150"/>
              <a:ext cx="176850" cy="439950"/>
            </a:xfrm>
            <a:custGeom>
              <a:rect b="b" l="l" r="r" t="t"/>
              <a:pathLst>
                <a:path extrusionOk="0" h="17598" w="7074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27"/>
            <p:cNvSpPr/>
            <p:nvPr/>
          </p:nvSpPr>
          <p:spPr>
            <a:xfrm>
              <a:off x="2293425" y="1714325"/>
              <a:ext cx="141725" cy="60150"/>
            </a:xfrm>
            <a:custGeom>
              <a:rect b="b" l="l" r="r" t="t"/>
              <a:pathLst>
                <a:path extrusionOk="0" h="2406" w="5669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27"/>
            <p:cNvSpPr/>
            <p:nvPr/>
          </p:nvSpPr>
          <p:spPr>
            <a:xfrm>
              <a:off x="1976725" y="1600625"/>
              <a:ext cx="267625" cy="103300"/>
            </a:xfrm>
            <a:custGeom>
              <a:rect b="b" l="l" r="r" t="t"/>
              <a:pathLst>
                <a:path extrusionOk="0" h="4132" w="10705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27"/>
            <p:cNvSpPr/>
            <p:nvPr/>
          </p:nvSpPr>
          <p:spPr>
            <a:xfrm>
              <a:off x="1969275" y="1610450"/>
              <a:ext cx="477475" cy="573900"/>
            </a:xfrm>
            <a:custGeom>
              <a:rect b="b" l="l" r="r" t="t"/>
              <a:pathLst>
                <a:path extrusionOk="0" h="22956" w="19099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27"/>
            <p:cNvSpPr/>
            <p:nvPr/>
          </p:nvSpPr>
          <p:spPr>
            <a:xfrm>
              <a:off x="1726400" y="1324400"/>
              <a:ext cx="224450" cy="261075"/>
            </a:xfrm>
            <a:custGeom>
              <a:rect b="b" l="l" r="r" t="t"/>
              <a:pathLst>
                <a:path extrusionOk="0" h="10443" w="8978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27"/>
            <p:cNvSpPr/>
            <p:nvPr/>
          </p:nvSpPr>
          <p:spPr>
            <a:xfrm>
              <a:off x="1592450" y="1416675"/>
              <a:ext cx="110450" cy="205100"/>
            </a:xfrm>
            <a:custGeom>
              <a:rect b="b" l="l" r="r" t="t"/>
              <a:pathLst>
                <a:path extrusionOk="0" h="8204" w="4418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27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27"/>
            <p:cNvSpPr/>
            <p:nvPr/>
          </p:nvSpPr>
          <p:spPr>
            <a:xfrm>
              <a:off x="1593350" y="1324400"/>
              <a:ext cx="59850" cy="58675"/>
            </a:xfrm>
            <a:custGeom>
              <a:rect b="b" l="l" r="r" t="t"/>
              <a:pathLst>
                <a:path extrusionOk="0" h="2347" w="2394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27"/>
            <p:cNvSpPr/>
            <p:nvPr/>
          </p:nvSpPr>
          <p:spPr>
            <a:xfrm>
              <a:off x="134510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27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27"/>
            <p:cNvSpPr/>
            <p:nvPr/>
          </p:nvSpPr>
          <p:spPr>
            <a:xfrm>
              <a:off x="1354625" y="1406550"/>
              <a:ext cx="219700" cy="254225"/>
            </a:xfrm>
            <a:custGeom>
              <a:rect b="b" l="l" r="r" t="t"/>
              <a:pathLst>
                <a:path extrusionOk="0" h="10169" w="8788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27"/>
            <p:cNvSpPr/>
            <p:nvPr/>
          </p:nvSpPr>
          <p:spPr>
            <a:xfrm>
              <a:off x="1345700" y="1669675"/>
              <a:ext cx="600" cy="325"/>
            </a:xfrm>
            <a:custGeom>
              <a:rect b="b" l="l" r="r" t="t"/>
              <a:pathLst>
                <a:path extrusionOk="0" h="13" w="24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27"/>
            <p:cNvSpPr/>
            <p:nvPr/>
          </p:nvSpPr>
          <p:spPr>
            <a:xfrm>
              <a:off x="1348675" y="1635750"/>
              <a:ext cx="339650" cy="34250"/>
            </a:xfrm>
            <a:custGeom>
              <a:rect b="b" l="l" r="r" t="t"/>
              <a:pathLst>
                <a:path extrusionOk="0" h="1370" w="13586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" name="Google Shape;1094;p27"/>
            <p:cNvSpPr/>
            <p:nvPr/>
          </p:nvSpPr>
          <p:spPr>
            <a:xfrm>
              <a:off x="1346575" y="1669975"/>
              <a:ext cx="1225" cy="625"/>
            </a:xfrm>
            <a:custGeom>
              <a:rect b="b" l="l" r="r" t="t"/>
              <a:pathLst>
                <a:path extrusionOk="0" h="25" w="49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27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27"/>
            <p:cNvSpPr/>
            <p:nvPr/>
          </p:nvSpPr>
          <p:spPr>
            <a:xfrm>
              <a:off x="1345100" y="16693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27"/>
            <p:cNvSpPr/>
            <p:nvPr/>
          </p:nvSpPr>
          <p:spPr>
            <a:xfrm>
              <a:off x="1349275" y="1670125"/>
              <a:ext cx="300" cy="475"/>
            </a:xfrm>
            <a:custGeom>
              <a:rect b="b" l="l" r="r" t="t"/>
              <a:pathLst>
                <a:path extrusionOk="0" h="19" w="12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27"/>
            <p:cNvSpPr/>
            <p:nvPr/>
          </p:nvSpPr>
          <p:spPr>
            <a:xfrm>
              <a:off x="1351050" y="16690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27"/>
            <p:cNvSpPr/>
            <p:nvPr/>
          </p:nvSpPr>
          <p:spPr>
            <a:xfrm>
              <a:off x="992675" y="1324400"/>
              <a:ext cx="353050" cy="345000"/>
            </a:xfrm>
            <a:custGeom>
              <a:rect b="b" l="l" r="r" t="t"/>
              <a:pathLst>
                <a:path extrusionOk="0" h="13800" w="14122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27"/>
            <p:cNvSpPr/>
            <p:nvPr/>
          </p:nvSpPr>
          <p:spPr>
            <a:xfrm>
              <a:off x="1346275" y="1669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27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27"/>
            <p:cNvSpPr/>
            <p:nvPr/>
          </p:nvSpPr>
          <p:spPr>
            <a:xfrm>
              <a:off x="135105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27"/>
            <p:cNvSpPr/>
            <p:nvPr/>
          </p:nvSpPr>
          <p:spPr>
            <a:xfrm>
              <a:off x="1351950" y="166760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27"/>
            <p:cNvSpPr/>
            <p:nvPr/>
          </p:nvSpPr>
          <p:spPr>
            <a:xfrm>
              <a:off x="1343300" y="1324400"/>
              <a:ext cx="127425" cy="346500"/>
            </a:xfrm>
            <a:custGeom>
              <a:rect b="b" l="l" r="r" t="t"/>
              <a:pathLst>
                <a:path extrusionOk="0" h="13860" w="5097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27"/>
            <p:cNvSpPr/>
            <p:nvPr/>
          </p:nvSpPr>
          <p:spPr>
            <a:xfrm>
              <a:off x="2236875" y="1685475"/>
              <a:ext cx="58075" cy="57750"/>
            </a:xfrm>
            <a:custGeom>
              <a:rect b="b" l="l" r="r" t="t"/>
              <a:pathLst>
                <a:path extrusionOk="0" h="2310" w="2323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27"/>
            <p:cNvSpPr/>
            <p:nvPr/>
          </p:nvSpPr>
          <p:spPr>
            <a:xfrm>
              <a:off x="2434225" y="1733500"/>
              <a:ext cx="85450" cy="81450"/>
            </a:xfrm>
            <a:custGeom>
              <a:rect b="b" l="l" r="r" t="t"/>
              <a:pathLst>
                <a:path extrusionOk="0" h="3258" w="3418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27"/>
            <p:cNvSpPr/>
            <p:nvPr/>
          </p:nvSpPr>
          <p:spPr>
            <a:xfrm>
              <a:off x="2630075" y="1418625"/>
              <a:ext cx="41100" cy="40925"/>
            </a:xfrm>
            <a:custGeom>
              <a:rect b="b" l="l" r="r" t="t"/>
              <a:pathLst>
                <a:path extrusionOk="0" h="1637" w="1644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27"/>
            <p:cNvSpPr/>
            <p:nvPr/>
          </p:nvSpPr>
          <p:spPr>
            <a:xfrm>
              <a:off x="2338375" y="1395450"/>
              <a:ext cx="32475" cy="28775"/>
            </a:xfrm>
            <a:custGeom>
              <a:rect b="b" l="l" r="r" t="t"/>
              <a:pathLst>
                <a:path extrusionOk="0" h="1151" w="1299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27"/>
            <p:cNvSpPr/>
            <p:nvPr/>
          </p:nvSpPr>
          <p:spPr>
            <a:xfrm>
              <a:off x="3084300" y="1355525"/>
              <a:ext cx="30375" cy="29150"/>
            </a:xfrm>
            <a:custGeom>
              <a:rect b="b" l="l" r="r" t="t"/>
              <a:pathLst>
                <a:path extrusionOk="0" h="1166" w="1215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27"/>
            <p:cNvSpPr/>
            <p:nvPr/>
          </p:nvSpPr>
          <p:spPr>
            <a:xfrm>
              <a:off x="1937425" y="1579200"/>
              <a:ext cx="42300" cy="40575"/>
            </a:xfrm>
            <a:custGeom>
              <a:rect b="b" l="l" r="r" t="t"/>
              <a:pathLst>
                <a:path extrusionOk="0" h="1623" w="1692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27"/>
            <p:cNvSpPr/>
            <p:nvPr/>
          </p:nvSpPr>
          <p:spPr>
            <a:xfrm>
              <a:off x="2435125" y="2175825"/>
              <a:ext cx="44075" cy="41075"/>
            </a:xfrm>
            <a:custGeom>
              <a:rect b="b" l="l" r="r" t="t"/>
              <a:pathLst>
                <a:path extrusionOk="0" h="1643" w="1763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27"/>
            <p:cNvSpPr/>
            <p:nvPr/>
          </p:nvSpPr>
          <p:spPr>
            <a:xfrm>
              <a:off x="874500" y="1324400"/>
              <a:ext cx="61050" cy="39475"/>
            </a:xfrm>
            <a:custGeom>
              <a:rect b="b" l="l" r="r" t="t"/>
              <a:pathLst>
                <a:path extrusionOk="0" h="1579" w="2442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27"/>
            <p:cNvSpPr/>
            <p:nvPr/>
          </p:nvSpPr>
          <p:spPr>
            <a:xfrm>
              <a:off x="1687100" y="1615750"/>
              <a:ext cx="48250" cy="45975"/>
            </a:xfrm>
            <a:custGeom>
              <a:rect b="b" l="l" r="r" t="t"/>
              <a:pathLst>
                <a:path extrusionOk="0" h="1839" w="193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27"/>
            <p:cNvSpPr/>
            <p:nvPr/>
          </p:nvSpPr>
          <p:spPr>
            <a:xfrm>
              <a:off x="2480650" y="1385525"/>
              <a:ext cx="17900" cy="16475"/>
            </a:xfrm>
            <a:custGeom>
              <a:rect b="b" l="l" r="r" t="t"/>
              <a:pathLst>
                <a:path extrusionOk="0" h="659" w="716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27"/>
            <p:cNvSpPr/>
            <p:nvPr/>
          </p:nvSpPr>
          <p:spPr>
            <a:xfrm>
              <a:off x="1565650" y="1378450"/>
              <a:ext cx="45875" cy="41525"/>
            </a:xfrm>
            <a:custGeom>
              <a:rect b="b" l="l" r="r" t="t"/>
              <a:pathLst>
                <a:path extrusionOk="0" h="1661" w="1835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6" name="Google Shape;1116;p27"/>
          <p:cNvGrpSpPr/>
          <p:nvPr/>
        </p:nvGrpSpPr>
        <p:grpSpPr>
          <a:xfrm flipH="1">
            <a:off x="94" y="6692326"/>
            <a:ext cx="9769102" cy="7023469"/>
            <a:chOff x="-66598" y="5832282"/>
            <a:chExt cx="2812790" cy="2022248"/>
          </a:xfrm>
        </p:grpSpPr>
        <p:sp>
          <p:nvSpPr>
            <p:cNvPr id="1117" name="Google Shape;1117;p27"/>
            <p:cNvSpPr/>
            <p:nvPr/>
          </p:nvSpPr>
          <p:spPr>
            <a:xfrm>
              <a:off x="328475" y="7378484"/>
              <a:ext cx="465911" cy="321630"/>
            </a:xfrm>
            <a:custGeom>
              <a:rect b="b" l="l" r="r" t="t"/>
              <a:pathLst>
                <a:path extrusionOk="0" h="5680" w="8228">
                  <a:moveTo>
                    <a:pt x="8109" y="1"/>
                  </a:moveTo>
                  <a:lnTo>
                    <a:pt x="1" y="5537"/>
                  </a:lnTo>
                  <a:lnTo>
                    <a:pt x="310" y="5680"/>
                  </a:lnTo>
                  <a:lnTo>
                    <a:pt x="8204" y="274"/>
                  </a:lnTo>
                  <a:lnTo>
                    <a:pt x="8228" y="215"/>
                  </a:lnTo>
                  <a:cubicBezTo>
                    <a:pt x="8168" y="155"/>
                    <a:pt x="8121" y="84"/>
                    <a:pt x="810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" name="Google Shape;1118;p27"/>
            <p:cNvSpPr/>
            <p:nvPr/>
          </p:nvSpPr>
          <p:spPr>
            <a:xfrm>
              <a:off x="89800" y="7701417"/>
              <a:ext cx="239411" cy="152435"/>
            </a:xfrm>
            <a:custGeom>
              <a:rect b="b" l="l" r="r" t="t"/>
              <a:pathLst>
                <a:path extrusionOk="0" h="2692" w="4228">
                  <a:moveTo>
                    <a:pt x="3918" y="1"/>
                  </a:moveTo>
                  <a:lnTo>
                    <a:pt x="1" y="2691"/>
                  </a:lnTo>
                  <a:lnTo>
                    <a:pt x="525" y="2691"/>
                  </a:lnTo>
                  <a:lnTo>
                    <a:pt x="4227" y="155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27"/>
            <p:cNvSpPr/>
            <p:nvPr/>
          </p:nvSpPr>
          <p:spPr>
            <a:xfrm>
              <a:off x="-35568" y="7531542"/>
              <a:ext cx="118007" cy="322310"/>
            </a:xfrm>
            <a:custGeom>
              <a:rect b="b" l="l" r="r" t="t"/>
              <a:pathLst>
                <a:path extrusionOk="0" h="5692" w="2084">
                  <a:moveTo>
                    <a:pt x="0" y="0"/>
                  </a:moveTo>
                  <a:lnTo>
                    <a:pt x="0" y="0"/>
                  </a:lnTo>
                  <a:cubicBezTo>
                    <a:pt x="0" y="23"/>
                    <a:pt x="6" y="46"/>
                    <a:pt x="21" y="67"/>
                  </a:cubicBezTo>
                  <a:lnTo>
                    <a:pt x="21" y="67"/>
                  </a:lnTo>
                  <a:lnTo>
                    <a:pt x="0" y="0"/>
                  </a:lnTo>
                  <a:close/>
                  <a:moveTo>
                    <a:pt x="21" y="67"/>
                  </a:moveTo>
                  <a:lnTo>
                    <a:pt x="1774" y="5691"/>
                  </a:lnTo>
                  <a:lnTo>
                    <a:pt x="2084" y="5691"/>
                  </a:lnTo>
                  <a:lnTo>
                    <a:pt x="405" y="274"/>
                  </a:lnTo>
                  <a:lnTo>
                    <a:pt x="107" y="119"/>
                  </a:lnTo>
                  <a:cubicBezTo>
                    <a:pt x="64" y="107"/>
                    <a:pt x="37" y="88"/>
                    <a:pt x="21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27"/>
            <p:cNvSpPr/>
            <p:nvPr/>
          </p:nvSpPr>
          <p:spPr>
            <a:xfrm>
              <a:off x="575246" y="7832220"/>
              <a:ext cx="24292" cy="21631"/>
            </a:xfrm>
            <a:custGeom>
              <a:rect b="b" l="l" r="r" t="t"/>
              <a:pathLst>
                <a:path extrusionOk="0" h="382" w="429">
                  <a:moveTo>
                    <a:pt x="167" y="0"/>
                  </a:moveTo>
                  <a:lnTo>
                    <a:pt x="0" y="381"/>
                  </a:lnTo>
                  <a:lnTo>
                    <a:pt x="334" y="381"/>
                  </a:lnTo>
                  <a:lnTo>
                    <a:pt x="429" y="14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27"/>
            <p:cNvSpPr/>
            <p:nvPr/>
          </p:nvSpPr>
          <p:spPr>
            <a:xfrm>
              <a:off x="599482" y="7389923"/>
              <a:ext cx="210418" cy="434257"/>
            </a:xfrm>
            <a:custGeom>
              <a:rect b="b" l="l" r="r" t="t"/>
              <a:pathLst>
                <a:path extrusionOk="0" h="7669" w="3716">
                  <a:moveTo>
                    <a:pt x="3442" y="1"/>
                  </a:moveTo>
                  <a:lnTo>
                    <a:pt x="3418" y="72"/>
                  </a:lnTo>
                  <a:lnTo>
                    <a:pt x="84" y="7121"/>
                  </a:lnTo>
                  <a:cubicBezTo>
                    <a:pt x="144" y="7145"/>
                    <a:pt x="168" y="7204"/>
                    <a:pt x="179" y="7276"/>
                  </a:cubicBezTo>
                  <a:cubicBezTo>
                    <a:pt x="215" y="7430"/>
                    <a:pt x="144" y="7561"/>
                    <a:pt x="1" y="7609"/>
                  </a:cubicBezTo>
                  <a:lnTo>
                    <a:pt x="144" y="7669"/>
                  </a:lnTo>
                  <a:lnTo>
                    <a:pt x="3716" y="132"/>
                  </a:lnTo>
                  <a:cubicBezTo>
                    <a:pt x="3608" y="120"/>
                    <a:pt x="3513" y="72"/>
                    <a:pt x="3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" name="Google Shape;1122;p27"/>
            <p:cNvSpPr/>
            <p:nvPr/>
          </p:nvSpPr>
          <p:spPr>
            <a:xfrm>
              <a:off x="1393704" y="7282052"/>
              <a:ext cx="232672" cy="310192"/>
            </a:xfrm>
            <a:custGeom>
              <a:rect b="b" l="l" r="r" t="t"/>
              <a:pathLst>
                <a:path extrusionOk="0" h="5478" w="4109">
                  <a:moveTo>
                    <a:pt x="3858" y="1"/>
                  </a:moveTo>
                  <a:lnTo>
                    <a:pt x="0" y="5371"/>
                  </a:lnTo>
                  <a:lnTo>
                    <a:pt x="131" y="5418"/>
                  </a:lnTo>
                  <a:cubicBezTo>
                    <a:pt x="179" y="5418"/>
                    <a:pt x="203" y="5430"/>
                    <a:pt x="239" y="5466"/>
                  </a:cubicBezTo>
                  <a:lnTo>
                    <a:pt x="298" y="5478"/>
                  </a:lnTo>
                  <a:lnTo>
                    <a:pt x="4108" y="168"/>
                  </a:lnTo>
                  <a:cubicBezTo>
                    <a:pt x="4013" y="132"/>
                    <a:pt x="3930" y="72"/>
                    <a:pt x="385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" name="Google Shape;1123;p27"/>
            <p:cNvSpPr/>
            <p:nvPr/>
          </p:nvSpPr>
          <p:spPr>
            <a:xfrm>
              <a:off x="1235267" y="7601643"/>
              <a:ext cx="156455" cy="219818"/>
            </a:xfrm>
            <a:custGeom>
              <a:rect b="b" l="l" r="r" t="t"/>
              <a:pathLst>
                <a:path extrusionOk="0" h="3882" w="2763">
                  <a:moveTo>
                    <a:pt x="2620" y="1"/>
                  </a:moveTo>
                  <a:lnTo>
                    <a:pt x="0" y="3656"/>
                  </a:lnTo>
                  <a:lnTo>
                    <a:pt x="203" y="3882"/>
                  </a:lnTo>
                  <a:lnTo>
                    <a:pt x="2763" y="310"/>
                  </a:lnTo>
                  <a:cubicBezTo>
                    <a:pt x="2691" y="262"/>
                    <a:pt x="2644" y="191"/>
                    <a:pt x="2620" y="120"/>
                  </a:cubicBezTo>
                  <a:cubicBezTo>
                    <a:pt x="2608" y="72"/>
                    <a:pt x="2608" y="24"/>
                    <a:pt x="2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27"/>
            <p:cNvSpPr/>
            <p:nvPr/>
          </p:nvSpPr>
          <p:spPr>
            <a:xfrm>
              <a:off x="1202878" y="7822085"/>
              <a:ext cx="33805" cy="31767"/>
            </a:xfrm>
            <a:custGeom>
              <a:rect b="b" l="l" r="r" t="t"/>
              <a:pathLst>
                <a:path extrusionOk="0" h="561" w="597">
                  <a:moveTo>
                    <a:pt x="394" y="1"/>
                  </a:moveTo>
                  <a:lnTo>
                    <a:pt x="1" y="560"/>
                  </a:lnTo>
                  <a:lnTo>
                    <a:pt x="358" y="560"/>
                  </a:lnTo>
                  <a:lnTo>
                    <a:pt x="596" y="227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27"/>
            <p:cNvSpPr/>
            <p:nvPr/>
          </p:nvSpPr>
          <p:spPr>
            <a:xfrm>
              <a:off x="-34888" y="7524803"/>
              <a:ext cx="703226" cy="329727"/>
            </a:xfrm>
            <a:custGeom>
              <a:rect b="b" l="l" r="r" t="t"/>
              <a:pathLst>
                <a:path extrusionOk="0" h="5823" w="12419">
                  <a:moveTo>
                    <a:pt x="286" y="0"/>
                  </a:moveTo>
                  <a:cubicBezTo>
                    <a:pt x="226" y="48"/>
                    <a:pt x="167" y="95"/>
                    <a:pt x="95" y="107"/>
                  </a:cubicBezTo>
                  <a:cubicBezTo>
                    <a:pt x="60" y="107"/>
                    <a:pt x="36" y="119"/>
                    <a:pt x="0" y="119"/>
                  </a:cubicBezTo>
                  <a:cubicBezTo>
                    <a:pt x="0" y="167"/>
                    <a:pt x="36" y="226"/>
                    <a:pt x="95" y="238"/>
                  </a:cubicBezTo>
                  <a:lnTo>
                    <a:pt x="393" y="393"/>
                  </a:lnTo>
                  <a:lnTo>
                    <a:pt x="6132" y="3143"/>
                  </a:lnTo>
                  <a:lnTo>
                    <a:pt x="6441" y="3286"/>
                  </a:lnTo>
                  <a:lnTo>
                    <a:pt x="10966" y="5453"/>
                  </a:lnTo>
                  <a:lnTo>
                    <a:pt x="11240" y="5584"/>
                  </a:lnTo>
                  <a:lnTo>
                    <a:pt x="11728" y="5822"/>
                  </a:lnTo>
                  <a:lnTo>
                    <a:pt x="12418" y="5822"/>
                  </a:lnTo>
                  <a:lnTo>
                    <a:pt x="11359" y="5310"/>
                  </a:lnTo>
                  <a:lnTo>
                    <a:pt x="11228" y="5251"/>
                  </a:lnTo>
                  <a:cubicBezTo>
                    <a:pt x="11192" y="5239"/>
                    <a:pt x="11192" y="5239"/>
                    <a:pt x="11180" y="5239"/>
                  </a:cubicBezTo>
                  <a:cubicBezTo>
                    <a:pt x="11150" y="5249"/>
                    <a:pt x="11121" y="5254"/>
                    <a:pt x="11093" y="5254"/>
                  </a:cubicBezTo>
                  <a:cubicBezTo>
                    <a:pt x="10987" y="5254"/>
                    <a:pt x="10899" y="5185"/>
                    <a:pt x="10871" y="5072"/>
                  </a:cubicBezTo>
                  <a:lnTo>
                    <a:pt x="7692" y="3560"/>
                  </a:lnTo>
                  <a:cubicBezTo>
                    <a:pt x="7668" y="3572"/>
                    <a:pt x="7656" y="3584"/>
                    <a:pt x="7620" y="3584"/>
                  </a:cubicBezTo>
                  <a:cubicBezTo>
                    <a:pt x="7593" y="3593"/>
                    <a:pt x="7566" y="3597"/>
                    <a:pt x="7539" y="3597"/>
                  </a:cubicBezTo>
                  <a:cubicBezTo>
                    <a:pt x="7424" y="3597"/>
                    <a:pt x="7318" y="3517"/>
                    <a:pt x="7299" y="3382"/>
                  </a:cubicBezTo>
                  <a:lnTo>
                    <a:pt x="7299" y="3346"/>
                  </a:lnTo>
                  <a:lnTo>
                    <a:pt x="6727" y="3084"/>
                  </a:lnTo>
                  <a:lnTo>
                    <a:pt x="6418" y="2929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27"/>
            <p:cNvSpPr/>
            <p:nvPr/>
          </p:nvSpPr>
          <p:spPr>
            <a:xfrm>
              <a:off x="798405" y="7337431"/>
              <a:ext cx="20272" cy="11438"/>
            </a:xfrm>
            <a:custGeom>
              <a:rect b="b" l="l" r="r" t="t"/>
              <a:pathLst>
                <a:path extrusionOk="0" h="202" w="358">
                  <a:moveTo>
                    <a:pt x="160" y="1"/>
                  </a:moveTo>
                  <a:cubicBezTo>
                    <a:pt x="124" y="1"/>
                    <a:pt x="88" y="13"/>
                    <a:pt x="60" y="35"/>
                  </a:cubicBezTo>
                  <a:cubicBezTo>
                    <a:pt x="24" y="83"/>
                    <a:pt x="0" y="142"/>
                    <a:pt x="24" y="202"/>
                  </a:cubicBezTo>
                  <a:cubicBezTo>
                    <a:pt x="60" y="178"/>
                    <a:pt x="95" y="154"/>
                    <a:pt x="143" y="154"/>
                  </a:cubicBezTo>
                  <a:cubicBezTo>
                    <a:pt x="192" y="140"/>
                    <a:pt x="233" y="134"/>
                    <a:pt x="272" y="134"/>
                  </a:cubicBezTo>
                  <a:cubicBezTo>
                    <a:pt x="300" y="134"/>
                    <a:pt x="328" y="137"/>
                    <a:pt x="357" y="142"/>
                  </a:cubicBezTo>
                  <a:lnTo>
                    <a:pt x="274" y="47"/>
                  </a:lnTo>
                  <a:cubicBezTo>
                    <a:pt x="243" y="15"/>
                    <a:pt x="201" y="1"/>
                    <a:pt x="16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27"/>
            <p:cNvSpPr/>
            <p:nvPr/>
          </p:nvSpPr>
          <p:spPr>
            <a:xfrm>
              <a:off x="834815" y="7387261"/>
              <a:ext cx="442298" cy="466590"/>
            </a:xfrm>
            <a:custGeom>
              <a:rect b="b" l="l" r="r" t="t"/>
              <a:pathLst>
                <a:path extrusionOk="0" h="8240" w="7811">
                  <a:moveTo>
                    <a:pt x="0" y="0"/>
                  </a:moveTo>
                  <a:lnTo>
                    <a:pt x="0" y="24"/>
                  </a:lnTo>
                  <a:lnTo>
                    <a:pt x="6906" y="7680"/>
                  </a:lnTo>
                  <a:lnTo>
                    <a:pt x="7120" y="7906"/>
                  </a:lnTo>
                  <a:lnTo>
                    <a:pt x="7418" y="8239"/>
                  </a:lnTo>
                  <a:lnTo>
                    <a:pt x="7811" y="8239"/>
                  </a:lnTo>
                  <a:lnTo>
                    <a:pt x="7299" y="7668"/>
                  </a:lnTo>
                  <a:lnTo>
                    <a:pt x="7084" y="7442"/>
                  </a:lnTo>
                  <a:lnTo>
                    <a:pt x="595" y="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27"/>
            <p:cNvSpPr/>
            <p:nvPr/>
          </p:nvSpPr>
          <p:spPr>
            <a:xfrm>
              <a:off x="1934416" y="7528144"/>
              <a:ext cx="287938" cy="286579"/>
            </a:xfrm>
            <a:custGeom>
              <a:rect b="b" l="l" r="r" t="t"/>
              <a:pathLst>
                <a:path extrusionOk="0" h="5061" w="5085">
                  <a:moveTo>
                    <a:pt x="36" y="1"/>
                  </a:moveTo>
                  <a:lnTo>
                    <a:pt x="0" y="382"/>
                  </a:lnTo>
                  <a:lnTo>
                    <a:pt x="4870" y="5061"/>
                  </a:lnTo>
                  <a:cubicBezTo>
                    <a:pt x="4918" y="4989"/>
                    <a:pt x="4989" y="4918"/>
                    <a:pt x="5084" y="4858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27"/>
            <p:cNvSpPr/>
            <p:nvPr/>
          </p:nvSpPr>
          <p:spPr>
            <a:xfrm>
              <a:off x="1662729" y="7275993"/>
              <a:ext cx="258267" cy="259626"/>
            </a:xfrm>
            <a:custGeom>
              <a:rect b="b" l="l" r="r" t="t"/>
              <a:pathLst>
                <a:path extrusionOk="0" h="4585" w="4561">
                  <a:moveTo>
                    <a:pt x="179" y="1"/>
                  </a:moveTo>
                  <a:cubicBezTo>
                    <a:pt x="131" y="72"/>
                    <a:pt x="71" y="156"/>
                    <a:pt x="0" y="215"/>
                  </a:cubicBezTo>
                  <a:lnTo>
                    <a:pt x="4536" y="4585"/>
                  </a:lnTo>
                  <a:lnTo>
                    <a:pt x="4560" y="4204"/>
                  </a:lnTo>
                  <a:lnTo>
                    <a:pt x="238" y="3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" name="Google Shape;1130;p27"/>
            <p:cNvSpPr/>
            <p:nvPr/>
          </p:nvSpPr>
          <p:spPr>
            <a:xfrm>
              <a:off x="1407181" y="7591508"/>
              <a:ext cx="482105" cy="202321"/>
            </a:xfrm>
            <a:custGeom>
              <a:rect b="b" l="l" r="r" t="t"/>
              <a:pathLst>
                <a:path extrusionOk="0" h="3573" w="8514">
                  <a:moveTo>
                    <a:pt x="1" y="1"/>
                  </a:moveTo>
                  <a:lnTo>
                    <a:pt x="1" y="1"/>
                  </a:lnTo>
                  <a:cubicBezTo>
                    <a:pt x="60" y="25"/>
                    <a:pt x="108" y="84"/>
                    <a:pt x="120" y="156"/>
                  </a:cubicBezTo>
                  <a:cubicBezTo>
                    <a:pt x="132" y="215"/>
                    <a:pt x="120" y="299"/>
                    <a:pt x="108" y="358"/>
                  </a:cubicBezTo>
                  <a:lnTo>
                    <a:pt x="4549" y="2085"/>
                  </a:lnTo>
                  <a:cubicBezTo>
                    <a:pt x="4584" y="2025"/>
                    <a:pt x="4644" y="1965"/>
                    <a:pt x="4727" y="1954"/>
                  </a:cubicBezTo>
                  <a:cubicBezTo>
                    <a:pt x="4753" y="1948"/>
                    <a:pt x="4779" y="1945"/>
                    <a:pt x="4804" y="1945"/>
                  </a:cubicBezTo>
                  <a:cubicBezTo>
                    <a:pt x="4927" y="1945"/>
                    <a:pt x="5031" y="2017"/>
                    <a:pt x="5061" y="2156"/>
                  </a:cubicBezTo>
                  <a:cubicBezTo>
                    <a:pt x="5073" y="2204"/>
                    <a:pt x="5073" y="2251"/>
                    <a:pt x="5061" y="2275"/>
                  </a:cubicBezTo>
                  <a:lnTo>
                    <a:pt x="8418" y="3573"/>
                  </a:lnTo>
                  <a:cubicBezTo>
                    <a:pt x="8418" y="3466"/>
                    <a:pt x="8454" y="3382"/>
                    <a:pt x="8514" y="3287"/>
                  </a:cubicBezTo>
                  <a:lnTo>
                    <a:pt x="60" y="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" name="Google Shape;1131;p27"/>
            <p:cNvSpPr/>
            <p:nvPr/>
          </p:nvSpPr>
          <p:spPr>
            <a:xfrm>
              <a:off x="834815" y="7373784"/>
              <a:ext cx="567043" cy="225877"/>
            </a:xfrm>
            <a:custGeom>
              <a:rect b="b" l="l" r="r" t="t"/>
              <a:pathLst>
                <a:path extrusionOk="0" h="3989" w="10014">
                  <a:moveTo>
                    <a:pt x="214" y="0"/>
                  </a:moveTo>
                  <a:lnTo>
                    <a:pt x="95" y="24"/>
                  </a:lnTo>
                  <a:cubicBezTo>
                    <a:pt x="72" y="95"/>
                    <a:pt x="48" y="167"/>
                    <a:pt x="0" y="238"/>
                  </a:cubicBezTo>
                  <a:lnTo>
                    <a:pt x="595" y="465"/>
                  </a:lnTo>
                  <a:lnTo>
                    <a:pt x="9704" y="3989"/>
                  </a:lnTo>
                  <a:cubicBezTo>
                    <a:pt x="9739" y="3905"/>
                    <a:pt x="9799" y="3834"/>
                    <a:pt x="9894" y="3798"/>
                  </a:cubicBezTo>
                  <a:cubicBezTo>
                    <a:pt x="9918" y="3792"/>
                    <a:pt x="9939" y="3789"/>
                    <a:pt x="9958" y="3789"/>
                  </a:cubicBezTo>
                  <a:cubicBezTo>
                    <a:pt x="9978" y="3789"/>
                    <a:pt x="9995" y="3792"/>
                    <a:pt x="10013" y="3798"/>
                  </a:cubicBezTo>
                  <a:lnTo>
                    <a:pt x="9882" y="3751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p27"/>
            <p:cNvSpPr/>
            <p:nvPr/>
          </p:nvSpPr>
          <p:spPr>
            <a:xfrm>
              <a:off x="836797" y="7252437"/>
              <a:ext cx="767325" cy="121404"/>
            </a:xfrm>
            <a:custGeom>
              <a:rect b="b" l="l" r="r" t="t"/>
              <a:pathLst>
                <a:path extrusionOk="0" h="2144" w="13551">
                  <a:moveTo>
                    <a:pt x="13526" y="0"/>
                  </a:moveTo>
                  <a:lnTo>
                    <a:pt x="1" y="1869"/>
                  </a:lnTo>
                  <a:cubicBezTo>
                    <a:pt x="13" y="1905"/>
                    <a:pt x="37" y="1941"/>
                    <a:pt x="37" y="1988"/>
                  </a:cubicBezTo>
                  <a:cubicBezTo>
                    <a:pt x="60" y="2048"/>
                    <a:pt x="60" y="2084"/>
                    <a:pt x="60" y="2143"/>
                  </a:cubicBezTo>
                  <a:lnTo>
                    <a:pt x="179" y="2131"/>
                  </a:lnTo>
                  <a:lnTo>
                    <a:pt x="13550" y="298"/>
                  </a:lnTo>
                  <a:cubicBezTo>
                    <a:pt x="13538" y="274"/>
                    <a:pt x="13538" y="262"/>
                    <a:pt x="13538" y="226"/>
                  </a:cubicBezTo>
                  <a:cubicBezTo>
                    <a:pt x="13526" y="155"/>
                    <a:pt x="13514" y="83"/>
                    <a:pt x="135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" name="Google Shape;1133;p27"/>
            <p:cNvSpPr/>
            <p:nvPr/>
          </p:nvSpPr>
          <p:spPr>
            <a:xfrm>
              <a:off x="821339" y="5892588"/>
              <a:ext cx="1182556" cy="1463700"/>
            </a:xfrm>
            <a:custGeom>
              <a:rect b="b" l="l" r="r" t="t"/>
              <a:pathLst>
                <a:path extrusionOk="0" h="25849" w="20884">
                  <a:moveTo>
                    <a:pt x="20645" y="0"/>
                  </a:moveTo>
                  <a:lnTo>
                    <a:pt x="0" y="25682"/>
                  </a:lnTo>
                  <a:cubicBezTo>
                    <a:pt x="107" y="25694"/>
                    <a:pt x="179" y="25777"/>
                    <a:pt x="238" y="25849"/>
                  </a:cubicBezTo>
                  <a:lnTo>
                    <a:pt x="20884" y="179"/>
                  </a:lnTo>
                  <a:cubicBezTo>
                    <a:pt x="20788" y="131"/>
                    <a:pt x="20717" y="72"/>
                    <a:pt x="2064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" name="Google Shape;1134;p27"/>
            <p:cNvSpPr/>
            <p:nvPr/>
          </p:nvSpPr>
          <p:spPr>
            <a:xfrm>
              <a:off x="1651235" y="6707648"/>
              <a:ext cx="294676" cy="521913"/>
            </a:xfrm>
            <a:custGeom>
              <a:rect b="b" l="l" r="r" t="t"/>
              <a:pathLst>
                <a:path extrusionOk="0" h="9217" w="5204">
                  <a:moveTo>
                    <a:pt x="4942" y="1"/>
                  </a:moveTo>
                  <a:lnTo>
                    <a:pt x="1" y="9073"/>
                  </a:lnTo>
                  <a:cubicBezTo>
                    <a:pt x="96" y="9097"/>
                    <a:pt x="179" y="9145"/>
                    <a:pt x="263" y="9216"/>
                  </a:cubicBezTo>
                  <a:lnTo>
                    <a:pt x="5204" y="132"/>
                  </a:lnTo>
                  <a:cubicBezTo>
                    <a:pt x="5108" y="84"/>
                    <a:pt x="5025" y="37"/>
                    <a:pt x="49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" name="Google Shape;1135;p27"/>
            <p:cNvSpPr/>
            <p:nvPr/>
          </p:nvSpPr>
          <p:spPr>
            <a:xfrm>
              <a:off x="1946534" y="7353569"/>
              <a:ext cx="2775" cy="4757"/>
            </a:xfrm>
            <a:custGeom>
              <a:rect b="b" l="l" r="r" t="t"/>
              <a:pathLst>
                <a:path extrusionOk="0" h="84" w="49">
                  <a:moveTo>
                    <a:pt x="48" y="0"/>
                  </a:moveTo>
                  <a:cubicBezTo>
                    <a:pt x="24" y="24"/>
                    <a:pt x="12" y="48"/>
                    <a:pt x="1" y="60"/>
                  </a:cubicBezTo>
                  <a:lnTo>
                    <a:pt x="48" y="83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" name="Google Shape;1136;p27"/>
            <p:cNvSpPr/>
            <p:nvPr/>
          </p:nvSpPr>
          <p:spPr>
            <a:xfrm>
              <a:off x="1900668" y="7369707"/>
              <a:ext cx="47282" cy="399886"/>
            </a:xfrm>
            <a:custGeom>
              <a:rect b="b" l="l" r="r" t="t"/>
              <a:pathLst>
                <a:path extrusionOk="0" h="7062" w="835">
                  <a:moveTo>
                    <a:pt x="561" y="1"/>
                  </a:moveTo>
                  <a:lnTo>
                    <a:pt x="346" y="2537"/>
                  </a:lnTo>
                  <a:lnTo>
                    <a:pt x="322" y="2918"/>
                  </a:lnTo>
                  <a:lnTo>
                    <a:pt x="1" y="7061"/>
                  </a:lnTo>
                  <a:cubicBezTo>
                    <a:pt x="25" y="7061"/>
                    <a:pt x="37" y="7037"/>
                    <a:pt x="49" y="7037"/>
                  </a:cubicBezTo>
                  <a:cubicBezTo>
                    <a:pt x="96" y="7031"/>
                    <a:pt x="138" y="7028"/>
                    <a:pt x="178" y="7028"/>
                  </a:cubicBezTo>
                  <a:cubicBezTo>
                    <a:pt x="218" y="7028"/>
                    <a:pt x="257" y="7031"/>
                    <a:pt x="299" y="7037"/>
                  </a:cubicBezTo>
                  <a:lnTo>
                    <a:pt x="596" y="3192"/>
                  </a:lnTo>
                  <a:lnTo>
                    <a:pt x="632" y="2799"/>
                  </a:lnTo>
                  <a:lnTo>
                    <a:pt x="834" y="108"/>
                  </a:lnTo>
                  <a:lnTo>
                    <a:pt x="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" name="Google Shape;1137;p27"/>
            <p:cNvSpPr/>
            <p:nvPr/>
          </p:nvSpPr>
          <p:spPr>
            <a:xfrm>
              <a:off x="1934416" y="6716425"/>
              <a:ext cx="62740" cy="623045"/>
            </a:xfrm>
            <a:custGeom>
              <a:rect b="b" l="l" r="r" t="t"/>
              <a:pathLst>
                <a:path extrusionOk="0" h="11003" w="1108">
                  <a:moveTo>
                    <a:pt x="1096" y="1"/>
                  </a:moveTo>
                  <a:cubicBezTo>
                    <a:pt x="1060" y="24"/>
                    <a:pt x="1036" y="24"/>
                    <a:pt x="1000" y="36"/>
                  </a:cubicBezTo>
                  <a:cubicBezTo>
                    <a:pt x="941" y="48"/>
                    <a:pt x="881" y="60"/>
                    <a:pt x="822" y="60"/>
                  </a:cubicBezTo>
                  <a:lnTo>
                    <a:pt x="0" y="10835"/>
                  </a:lnTo>
                  <a:cubicBezTo>
                    <a:pt x="10" y="10834"/>
                    <a:pt x="20" y="10834"/>
                    <a:pt x="30" y="10834"/>
                  </a:cubicBezTo>
                  <a:cubicBezTo>
                    <a:pt x="139" y="10834"/>
                    <a:pt x="242" y="10893"/>
                    <a:pt x="286" y="11002"/>
                  </a:cubicBezTo>
                  <a:lnTo>
                    <a:pt x="1108" y="84"/>
                  </a:lnTo>
                  <a:cubicBezTo>
                    <a:pt x="1108" y="48"/>
                    <a:pt x="1108" y="36"/>
                    <a:pt x="10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" name="Google Shape;1138;p27"/>
            <p:cNvSpPr/>
            <p:nvPr/>
          </p:nvSpPr>
          <p:spPr>
            <a:xfrm>
              <a:off x="1672809" y="7259175"/>
              <a:ext cx="608209" cy="233974"/>
            </a:xfrm>
            <a:custGeom>
              <a:rect b="b" l="l" r="r" t="t"/>
              <a:pathLst>
                <a:path extrusionOk="0" h="4132" w="10741">
                  <a:moveTo>
                    <a:pt x="84" y="0"/>
                  </a:moveTo>
                  <a:cubicBezTo>
                    <a:pt x="84" y="107"/>
                    <a:pt x="36" y="203"/>
                    <a:pt x="1" y="286"/>
                  </a:cubicBezTo>
                  <a:lnTo>
                    <a:pt x="60" y="298"/>
                  </a:lnTo>
                  <a:lnTo>
                    <a:pt x="4585" y="1941"/>
                  </a:lnTo>
                  <a:lnTo>
                    <a:pt x="4858" y="2048"/>
                  </a:lnTo>
                  <a:lnTo>
                    <a:pt x="10633" y="4132"/>
                  </a:lnTo>
                  <a:lnTo>
                    <a:pt x="10657" y="4013"/>
                  </a:lnTo>
                  <a:lnTo>
                    <a:pt x="10657" y="3989"/>
                  </a:lnTo>
                  <a:lnTo>
                    <a:pt x="10657" y="3977"/>
                  </a:lnTo>
                  <a:lnTo>
                    <a:pt x="10657" y="3965"/>
                  </a:lnTo>
                  <a:lnTo>
                    <a:pt x="10657" y="3941"/>
                  </a:lnTo>
                  <a:cubicBezTo>
                    <a:pt x="10657" y="3941"/>
                    <a:pt x="10657" y="3929"/>
                    <a:pt x="10669" y="3929"/>
                  </a:cubicBezTo>
                  <a:lnTo>
                    <a:pt x="10681" y="3917"/>
                  </a:lnTo>
                  <a:lnTo>
                    <a:pt x="10740" y="3870"/>
                  </a:lnTo>
                  <a:lnTo>
                    <a:pt x="4858" y="1762"/>
                  </a:lnTo>
                  <a:lnTo>
                    <a:pt x="4835" y="1727"/>
                  </a:lnTo>
                  <a:cubicBezTo>
                    <a:pt x="4799" y="1762"/>
                    <a:pt x="4763" y="1786"/>
                    <a:pt x="4716" y="1786"/>
                  </a:cubicBezTo>
                  <a:cubicBezTo>
                    <a:pt x="4693" y="1791"/>
                    <a:pt x="4672" y="1794"/>
                    <a:pt x="4651" y="1794"/>
                  </a:cubicBezTo>
                  <a:cubicBezTo>
                    <a:pt x="4525" y="1794"/>
                    <a:pt x="4423" y="1706"/>
                    <a:pt x="4382" y="1584"/>
                  </a:cubicBezTo>
                  <a:lnTo>
                    <a:pt x="4382" y="1548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" name="Google Shape;1139;p27"/>
            <p:cNvSpPr/>
            <p:nvPr/>
          </p:nvSpPr>
          <p:spPr>
            <a:xfrm>
              <a:off x="2290361" y="7488393"/>
              <a:ext cx="302774" cy="365458"/>
            </a:xfrm>
            <a:custGeom>
              <a:rect b="b" l="l" r="r" t="t"/>
              <a:pathLst>
                <a:path extrusionOk="0" h="6454" w="5347">
                  <a:moveTo>
                    <a:pt x="84" y="0"/>
                  </a:moveTo>
                  <a:lnTo>
                    <a:pt x="25" y="60"/>
                  </a:lnTo>
                  <a:lnTo>
                    <a:pt x="1" y="346"/>
                  </a:lnTo>
                  <a:lnTo>
                    <a:pt x="4966" y="6453"/>
                  </a:lnTo>
                  <a:lnTo>
                    <a:pt x="5347" y="6453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" name="Google Shape;1140;p27"/>
            <p:cNvSpPr/>
            <p:nvPr/>
          </p:nvSpPr>
          <p:spPr>
            <a:xfrm>
              <a:off x="2240474" y="7486355"/>
              <a:ext cx="51302" cy="314892"/>
            </a:xfrm>
            <a:custGeom>
              <a:rect b="b" l="l" r="r" t="t"/>
              <a:pathLst>
                <a:path extrusionOk="0" h="5561" w="906">
                  <a:moveTo>
                    <a:pt x="620" y="1"/>
                  </a:moveTo>
                  <a:lnTo>
                    <a:pt x="620" y="12"/>
                  </a:lnTo>
                  <a:lnTo>
                    <a:pt x="608" y="132"/>
                  </a:lnTo>
                  <a:lnTo>
                    <a:pt x="1" y="5501"/>
                  </a:lnTo>
                  <a:cubicBezTo>
                    <a:pt x="108" y="5501"/>
                    <a:pt x="215" y="5513"/>
                    <a:pt x="298" y="5561"/>
                  </a:cubicBezTo>
                  <a:lnTo>
                    <a:pt x="882" y="393"/>
                  </a:lnTo>
                  <a:lnTo>
                    <a:pt x="906" y="120"/>
                  </a:lnTo>
                  <a:lnTo>
                    <a:pt x="870" y="143"/>
                  </a:lnTo>
                  <a:cubicBezTo>
                    <a:pt x="843" y="165"/>
                    <a:pt x="807" y="177"/>
                    <a:pt x="770" y="177"/>
                  </a:cubicBezTo>
                  <a:cubicBezTo>
                    <a:pt x="726" y="177"/>
                    <a:pt x="682" y="159"/>
                    <a:pt x="656" y="120"/>
                  </a:cubicBezTo>
                  <a:cubicBezTo>
                    <a:pt x="620" y="84"/>
                    <a:pt x="620" y="36"/>
                    <a:pt x="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" name="Google Shape;1141;p27"/>
            <p:cNvSpPr/>
            <p:nvPr/>
          </p:nvSpPr>
          <p:spPr>
            <a:xfrm>
              <a:off x="2543871" y="7110138"/>
              <a:ext cx="202321" cy="177406"/>
            </a:xfrm>
            <a:custGeom>
              <a:rect b="b" l="l" r="r" t="t"/>
              <a:pathLst>
                <a:path extrusionOk="0" h="3133" w="3573">
                  <a:moveTo>
                    <a:pt x="3572" y="1"/>
                  </a:moveTo>
                  <a:lnTo>
                    <a:pt x="1" y="2835"/>
                  </a:lnTo>
                  <a:lnTo>
                    <a:pt x="108" y="3132"/>
                  </a:lnTo>
                  <a:lnTo>
                    <a:pt x="3572" y="370"/>
                  </a:lnTo>
                  <a:lnTo>
                    <a:pt x="35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27"/>
            <p:cNvSpPr/>
            <p:nvPr/>
          </p:nvSpPr>
          <p:spPr>
            <a:xfrm>
              <a:off x="2277564" y="7280750"/>
              <a:ext cx="260305" cy="214496"/>
            </a:xfrm>
            <a:custGeom>
              <a:rect b="b" l="l" r="r" t="t"/>
              <a:pathLst>
                <a:path extrusionOk="0" h="3788" w="4597">
                  <a:moveTo>
                    <a:pt x="4501" y="0"/>
                  </a:moveTo>
                  <a:lnTo>
                    <a:pt x="96" y="3489"/>
                  </a:lnTo>
                  <a:lnTo>
                    <a:pt x="36" y="3536"/>
                  </a:lnTo>
                  <a:lnTo>
                    <a:pt x="12" y="3548"/>
                  </a:lnTo>
                  <a:cubicBezTo>
                    <a:pt x="12" y="3548"/>
                    <a:pt x="12" y="3572"/>
                    <a:pt x="1" y="3572"/>
                  </a:cubicBezTo>
                  <a:lnTo>
                    <a:pt x="1" y="3584"/>
                  </a:lnTo>
                  <a:lnTo>
                    <a:pt x="1" y="3596"/>
                  </a:lnTo>
                  <a:lnTo>
                    <a:pt x="1" y="3608"/>
                  </a:lnTo>
                  <a:cubicBezTo>
                    <a:pt x="1" y="3655"/>
                    <a:pt x="1" y="3703"/>
                    <a:pt x="36" y="3727"/>
                  </a:cubicBezTo>
                  <a:cubicBezTo>
                    <a:pt x="59" y="3764"/>
                    <a:pt x="110" y="3788"/>
                    <a:pt x="160" y="3788"/>
                  </a:cubicBezTo>
                  <a:cubicBezTo>
                    <a:pt x="189" y="3788"/>
                    <a:pt x="217" y="3780"/>
                    <a:pt x="239" y="3763"/>
                  </a:cubicBezTo>
                  <a:lnTo>
                    <a:pt x="286" y="3715"/>
                  </a:lnTo>
                  <a:lnTo>
                    <a:pt x="358" y="3655"/>
                  </a:lnTo>
                  <a:lnTo>
                    <a:pt x="4596" y="298"/>
                  </a:lnTo>
                  <a:lnTo>
                    <a:pt x="450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27"/>
            <p:cNvSpPr/>
            <p:nvPr/>
          </p:nvSpPr>
          <p:spPr>
            <a:xfrm>
              <a:off x="2341607" y="6704307"/>
              <a:ext cx="8833" cy="5436"/>
            </a:xfrm>
            <a:custGeom>
              <a:rect b="b" l="l" r="r" t="t"/>
              <a:pathLst>
                <a:path extrusionOk="0" h="96" w="156">
                  <a:moveTo>
                    <a:pt x="1" y="0"/>
                  </a:moveTo>
                  <a:lnTo>
                    <a:pt x="48" y="96"/>
                  </a:lnTo>
                  <a:cubicBezTo>
                    <a:pt x="72" y="84"/>
                    <a:pt x="120" y="84"/>
                    <a:pt x="155" y="84"/>
                  </a:cubicBezTo>
                  <a:cubicBezTo>
                    <a:pt x="120" y="24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27"/>
            <p:cNvSpPr/>
            <p:nvPr/>
          </p:nvSpPr>
          <p:spPr>
            <a:xfrm>
              <a:off x="2368560" y="6806798"/>
              <a:ext cx="377632" cy="1047053"/>
            </a:xfrm>
            <a:custGeom>
              <a:rect b="b" l="l" r="r" t="t"/>
              <a:pathLst>
                <a:path extrusionOk="0" h="18491" w="6669">
                  <a:moveTo>
                    <a:pt x="275" y="0"/>
                  </a:moveTo>
                  <a:cubicBezTo>
                    <a:pt x="179" y="48"/>
                    <a:pt x="96" y="95"/>
                    <a:pt x="1" y="119"/>
                  </a:cubicBezTo>
                  <a:lnTo>
                    <a:pt x="2858" y="8382"/>
                  </a:lnTo>
                  <a:lnTo>
                    <a:pt x="2966" y="8680"/>
                  </a:lnTo>
                  <a:lnTo>
                    <a:pt x="6359" y="18490"/>
                  </a:lnTo>
                  <a:lnTo>
                    <a:pt x="6668" y="18490"/>
                  </a:lnTo>
                  <a:lnTo>
                    <a:pt x="3204" y="8489"/>
                  </a:lnTo>
                  <a:lnTo>
                    <a:pt x="3097" y="819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" name="Google Shape;1145;p27"/>
            <p:cNvSpPr/>
            <p:nvPr/>
          </p:nvSpPr>
          <p:spPr>
            <a:xfrm>
              <a:off x="1969467" y="5905385"/>
              <a:ext cx="60702" cy="666136"/>
            </a:xfrm>
            <a:custGeom>
              <a:rect b="b" l="l" r="r" t="t"/>
              <a:pathLst>
                <a:path extrusionOk="0" h="11764" w="1072">
                  <a:moveTo>
                    <a:pt x="774" y="0"/>
                  </a:moveTo>
                  <a:lnTo>
                    <a:pt x="0" y="11740"/>
                  </a:lnTo>
                  <a:cubicBezTo>
                    <a:pt x="96" y="11740"/>
                    <a:pt x="191" y="11740"/>
                    <a:pt x="298" y="11764"/>
                  </a:cubicBezTo>
                  <a:lnTo>
                    <a:pt x="1072" y="0"/>
                  </a:lnTo>
                  <a:lnTo>
                    <a:pt x="1036" y="0"/>
                  </a:lnTo>
                  <a:cubicBezTo>
                    <a:pt x="995" y="6"/>
                    <a:pt x="950" y="9"/>
                    <a:pt x="905" y="9"/>
                  </a:cubicBezTo>
                  <a:cubicBezTo>
                    <a:pt x="861" y="9"/>
                    <a:pt x="816" y="6"/>
                    <a:pt x="7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" name="Google Shape;1146;p27"/>
            <p:cNvSpPr/>
            <p:nvPr/>
          </p:nvSpPr>
          <p:spPr>
            <a:xfrm>
              <a:off x="2030112" y="5901987"/>
              <a:ext cx="313589" cy="814494"/>
            </a:xfrm>
            <a:custGeom>
              <a:rect b="b" l="l" r="r" t="t"/>
              <a:pathLst>
                <a:path extrusionOk="0" h="14384" w="5538">
                  <a:moveTo>
                    <a:pt x="120" y="1"/>
                  </a:moveTo>
                  <a:cubicBezTo>
                    <a:pt x="72" y="13"/>
                    <a:pt x="37" y="25"/>
                    <a:pt x="1" y="37"/>
                  </a:cubicBezTo>
                  <a:lnTo>
                    <a:pt x="5252" y="14384"/>
                  </a:lnTo>
                  <a:cubicBezTo>
                    <a:pt x="5335" y="14348"/>
                    <a:pt x="5442" y="14300"/>
                    <a:pt x="5537" y="14265"/>
                  </a:cubicBezTo>
                  <a:lnTo>
                    <a:pt x="5490" y="14169"/>
                  </a:lnTo>
                  <a:lnTo>
                    <a:pt x="441" y="418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27"/>
            <p:cNvSpPr/>
            <p:nvPr/>
          </p:nvSpPr>
          <p:spPr>
            <a:xfrm>
              <a:off x="2396250" y="6781827"/>
              <a:ext cx="349942" cy="147055"/>
            </a:xfrm>
            <a:custGeom>
              <a:rect b="b" l="l" r="r" t="t"/>
              <a:pathLst>
                <a:path extrusionOk="0" h="2597" w="6180">
                  <a:moveTo>
                    <a:pt x="155" y="1"/>
                  </a:moveTo>
                  <a:cubicBezTo>
                    <a:pt x="119" y="84"/>
                    <a:pt x="60" y="179"/>
                    <a:pt x="0" y="251"/>
                  </a:cubicBezTo>
                  <a:lnTo>
                    <a:pt x="6179" y="2596"/>
                  </a:lnTo>
                  <a:lnTo>
                    <a:pt x="6179" y="228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" name="Google Shape;1148;p27"/>
            <p:cNvSpPr/>
            <p:nvPr/>
          </p:nvSpPr>
          <p:spPr>
            <a:xfrm>
              <a:off x="2046987" y="6647003"/>
              <a:ext cx="260305" cy="114666"/>
            </a:xfrm>
            <a:custGeom>
              <a:rect b="b" l="l" r="r" t="t"/>
              <a:pathLst>
                <a:path extrusionOk="0" h="2025" w="4597">
                  <a:moveTo>
                    <a:pt x="36" y="0"/>
                  </a:moveTo>
                  <a:cubicBezTo>
                    <a:pt x="24" y="96"/>
                    <a:pt x="13" y="191"/>
                    <a:pt x="1" y="298"/>
                  </a:cubicBezTo>
                  <a:lnTo>
                    <a:pt x="4537" y="2024"/>
                  </a:lnTo>
                  <a:cubicBezTo>
                    <a:pt x="4537" y="1917"/>
                    <a:pt x="4549" y="1810"/>
                    <a:pt x="4596" y="1727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p27"/>
            <p:cNvSpPr/>
            <p:nvPr/>
          </p:nvSpPr>
          <p:spPr>
            <a:xfrm>
              <a:off x="2036907" y="5890549"/>
              <a:ext cx="708605" cy="894732"/>
            </a:xfrm>
            <a:custGeom>
              <a:rect b="b" l="l" r="r" t="t"/>
              <a:pathLst>
                <a:path extrusionOk="0" h="15801" w="12514">
                  <a:moveTo>
                    <a:pt x="214" y="1"/>
                  </a:moveTo>
                  <a:cubicBezTo>
                    <a:pt x="179" y="96"/>
                    <a:pt x="95" y="155"/>
                    <a:pt x="0" y="203"/>
                  </a:cubicBezTo>
                  <a:lnTo>
                    <a:pt x="321" y="620"/>
                  </a:lnTo>
                  <a:lnTo>
                    <a:pt x="12513" y="15800"/>
                  </a:lnTo>
                  <a:lnTo>
                    <a:pt x="12513" y="15324"/>
                  </a:lnTo>
                  <a:lnTo>
                    <a:pt x="21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27"/>
            <p:cNvSpPr/>
            <p:nvPr/>
          </p:nvSpPr>
          <p:spPr>
            <a:xfrm>
              <a:off x="2303838" y="6708611"/>
              <a:ext cx="106625" cy="106398"/>
            </a:xfrm>
            <a:custGeom>
              <a:rect b="b" l="l" r="r" t="t"/>
              <a:pathLst>
                <a:path extrusionOk="0" h="1879" w="1883">
                  <a:moveTo>
                    <a:pt x="928" y="0"/>
                  </a:moveTo>
                  <a:cubicBezTo>
                    <a:pt x="889" y="0"/>
                    <a:pt x="850" y="3"/>
                    <a:pt x="811" y="8"/>
                  </a:cubicBezTo>
                  <a:cubicBezTo>
                    <a:pt x="787" y="8"/>
                    <a:pt x="739" y="20"/>
                    <a:pt x="715" y="20"/>
                  </a:cubicBezTo>
                  <a:cubicBezTo>
                    <a:pt x="608" y="55"/>
                    <a:pt x="513" y="79"/>
                    <a:pt x="441" y="139"/>
                  </a:cubicBezTo>
                  <a:cubicBezTo>
                    <a:pt x="263" y="258"/>
                    <a:pt x="132" y="424"/>
                    <a:pt x="60" y="639"/>
                  </a:cubicBezTo>
                  <a:cubicBezTo>
                    <a:pt x="25" y="722"/>
                    <a:pt x="13" y="829"/>
                    <a:pt x="1" y="936"/>
                  </a:cubicBezTo>
                  <a:cubicBezTo>
                    <a:pt x="1" y="1008"/>
                    <a:pt x="1" y="1079"/>
                    <a:pt x="25" y="1151"/>
                  </a:cubicBezTo>
                  <a:cubicBezTo>
                    <a:pt x="127" y="1589"/>
                    <a:pt x="516" y="1879"/>
                    <a:pt x="940" y="1879"/>
                  </a:cubicBezTo>
                  <a:cubicBezTo>
                    <a:pt x="1011" y="1879"/>
                    <a:pt x="1084" y="1870"/>
                    <a:pt x="1156" y="1853"/>
                  </a:cubicBezTo>
                  <a:cubicBezTo>
                    <a:pt x="1263" y="1829"/>
                    <a:pt x="1346" y="1794"/>
                    <a:pt x="1430" y="1734"/>
                  </a:cubicBezTo>
                  <a:cubicBezTo>
                    <a:pt x="1501" y="1675"/>
                    <a:pt x="1573" y="1615"/>
                    <a:pt x="1632" y="1544"/>
                  </a:cubicBezTo>
                  <a:cubicBezTo>
                    <a:pt x="1692" y="1472"/>
                    <a:pt x="1751" y="1377"/>
                    <a:pt x="1799" y="1294"/>
                  </a:cubicBezTo>
                  <a:cubicBezTo>
                    <a:pt x="1870" y="1115"/>
                    <a:pt x="1882" y="913"/>
                    <a:pt x="1846" y="722"/>
                  </a:cubicBezTo>
                  <a:cubicBezTo>
                    <a:pt x="1748" y="296"/>
                    <a:pt x="1359" y="0"/>
                    <a:pt x="9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27"/>
            <p:cNvSpPr/>
            <p:nvPr/>
          </p:nvSpPr>
          <p:spPr>
            <a:xfrm>
              <a:off x="1889909" y="6570785"/>
              <a:ext cx="158493" cy="149773"/>
            </a:xfrm>
            <a:custGeom>
              <a:rect b="b" l="l" r="r" t="t"/>
              <a:pathLst>
                <a:path extrusionOk="0" h="2645" w="2799">
                  <a:moveTo>
                    <a:pt x="1405" y="1"/>
                  </a:moveTo>
                  <a:cubicBezTo>
                    <a:pt x="1322" y="1"/>
                    <a:pt x="1251" y="13"/>
                    <a:pt x="1167" y="37"/>
                  </a:cubicBezTo>
                  <a:cubicBezTo>
                    <a:pt x="453" y="215"/>
                    <a:pt x="0" y="930"/>
                    <a:pt x="179" y="1644"/>
                  </a:cubicBezTo>
                  <a:cubicBezTo>
                    <a:pt x="250" y="1965"/>
                    <a:pt x="465" y="2239"/>
                    <a:pt x="715" y="2418"/>
                  </a:cubicBezTo>
                  <a:cubicBezTo>
                    <a:pt x="786" y="2477"/>
                    <a:pt x="882" y="2513"/>
                    <a:pt x="965" y="2549"/>
                  </a:cubicBezTo>
                  <a:cubicBezTo>
                    <a:pt x="1120" y="2604"/>
                    <a:pt x="1275" y="2644"/>
                    <a:pt x="1441" y="2644"/>
                  </a:cubicBezTo>
                  <a:cubicBezTo>
                    <a:pt x="1491" y="2644"/>
                    <a:pt x="1543" y="2641"/>
                    <a:pt x="1596" y="2632"/>
                  </a:cubicBezTo>
                  <a:cubicBezTo>
                    <a:pt x="1655" y="2632"/>
                    <a:pt x="1715" y="2620"/>
                    <a:pt x="1786" y="2608"/>
                  </a:cubicBezTo>
                  <a:cubicBezTo>
                    <a:pt x="1822" y="2596"/>
                    <a:pt x="1846" y="2596"/>
                    <a:pt x="1882" y="2573"/>
                  </a:cubicBezTo>
                  <a:cubicBezTo>
                    <a:pt x="2322" y="2430"/>
                    <a:pt x="2656" y="2073"/>
                    <a:pt x="2751" y="1644"/>
                  </a:cubicBezTo>
                  <a:cubicBezTo>
                    <a:pt x="2787" y="1537"/>
                    <a:pt x="2787" y="1442"/>
                    <a:pt x="2798" y="1346"/>
                  </a:cubicBezTo>
                  <a:cubicBezTo>
                    <a:pt x="2798" y="1227"/>
                    <a:pt x="2798" y="1120"/>
                    <a:pt x="2775" y="1013"/>
                  </a:cubicBezTo>
                  <a:cubicBezTo>
                    <a:pt x="2632" y="477"/>
                    <a:pt x="2203" y="108"/>
                    <a:pt x="1703" y="13"/>
                  </a:cubicBezTo>
                  <a:cubicBezTo>
                    <a:pt x="1608" y="1"/>
                    <a:pt x="1501" y="1"/>
                    <a:pt x="14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27"/>
            <p:cNvSpPr/>
            <p:nvPr/>
          </p:nvSpPr>
          <p:spPr>
            <a:xfrm>
              <a:off x="-66598" y="7476899"/>
              <a:ext cx="58041" cy="54530"/>
            </a:xfrm>
            <a:custGeom>
              <a:rect b="b" l="l" r="r" t="t"/>
              <a:pathLst>
                <a:path extrusionOk="0" h="963" w="1025">
                  <a:moveTo>
                    <a:pt x="520" y="1"/>
                  </a:moveTo>
                  <a:cubicBezTo>
                    <a:pt x="486" y="1"/>
                    <a:pt x="452" y="5"/>
                    <a:pt x="417" y="13"/>
                  </a:cubicBezTo>
                  <a:cubicBezTo>
                    <a:pt x="155" y="72"/>
                    <a:pt x="1" y="322"/>
                    <a:pt x="60" y="584"/>
                  </a:cubicBezTo>
                  <a:cubicBezTo>
                    <a:pt x="96" y="799"/>
                    <a:pt x="322" y="953"/>
                    <a:pt x="536" y="953"/>
                  </a:cubicBezTo>
                  <a:cubicBezTo>
                    <a:pt x="554" y="959"/>
                    <a:pt x="572" y="962"/>
                    <a:pt x="587" y="962"/>
                  </a:cubicBezTo>
                  <a:cubicBezTo>
                    <a:pt x="602" y="962"/>
                    <a:pt x="614" y="959"/>
                    <a:pt x="620" y="953"/>
                  </a:cubicBezTo>
                  <a:cubicBezTo>
                    <a:pt x="691" y="941"/>
                    <a:pt x="774" y="894"/>
                    <a:pt x="810" y="846"/>
                  </a:cubicBezTo>
                  <a:cubicBezTo>
                    <a:pt x="953" y="739"/>
                    <a:pt x="1024" y="549"/>
                    <a:pt x="977" y="370"/>
                  </a:cubicBezTo>
                  <a:cubicBezTo>
                    <a:pt x="925" y="154"/>
                    <a:pt x="732" y="1"/>
                    <a:pt x="5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" name="Google Shape;1153;p27"/>
            <p:cNvSpPr/>
            <p:nvPr/>
          </p:nvSpPr>
          <p:spPr>
            <a:xfrm>
              <a:off x="2202705" y="7797170"/>
              <a:ext cx="77633" cy="55323"/>
            </a:xfrm>
            <a:custGeom>
              <a:rect b="b" l="l" r="r" t="t"/>
              <a:pathLst>
                <a:path extrusionOk="0" h="977" w="1371">
                  <a:moveTo>
                    <a:pt x="656" y="0"/>
                  </a:moveTo>
                  <a:cubicBezTo>
                    <a:pt x="620" y="12"/>
                    <a:pt x="584" y="12"/>
                    <a:pt x="537" y="24"/>
                  </a:cubicBezTo>
                  <a:cubicBezTo>
                    <a:pt x="465" y="48"/>
                    <a:pt x="394" y="72"/>
                    <a:pt x="346" y="107"/>
                  </a:cubicBezTo>
                  <a:cubicBezTo>
                    <a:pt x="251" y="143"/>
                    <a:pt x="180" y="227"/>
                    <a:pt x="132" y="310"/>
                  </a:cubicBezTo>
                  <a:cubicBezTo>
                    <a:pt x="49" y="453"/>
                    <a:pt x="1" y="631"/>
                    <a:pt x="49" y="810"/>
                  </a:cubicBezTo>
                  <a:cubicBezTo>
                    <a:pt x="60" y="869"/>
                    <a:pt x="72" y="929"/>
                    <a:pt x="108" y="977"/>
                  </a:cubicBezTo>
                  <a:lnTo>
                    <a:pt x="1263" y="977"/>
                  </a:lnTo>
                  <a:cubicBezTo>
                    <a:pt x="1334" y="846"/>
                    <a:pt x="1370" y="679"/>
                    <a:pt x="1323" y="512"/>
                  </a:cubicBezTo>
                  <a:cubicBezTo>
                    <a:pt x="1275" y="310"/>
                    <a:pt x="1132" y="143"/>
                    <a:pt x="953" y="60"/>
                  </a:cubicBezTo>
                  <a:cubicBezTo>
                    <a:pt x="858" y="12"/>
                    <a:pt x="763" y="0"/>
                    <a:pt x="6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p27"/>
            <p:cNvSpPr/>
            <p:nvPr/>
          </p:nvSpPr>
          <p:spPr>
            <a:xfrm>
              <a:off x="1603386" y="7218858"/>
              <a:ext cx="73556" cy="75255"/>
            </a:xfrm>
            <a:custGeom>
              <a:rect b="b" l="l" r="r" t="t"/>
              <a:pathLst>
                <a:path extrusionOk="0" h="1329" w="1299">
                  <a:moveTo>
                    <a:pt x="660" y="0"/>
                  </a:moveTo>
                  <a:cubicBezTo>
                    <a:pt x="612" y="0"/>
                    <a:pt x="562" y="7"/>
                    <a:pt x="512" y="22"/>
                  </a:cubicBezTo>
                  <a:cubicBezTo>
                    <a:pt x="227" y="69"/>
                    <a:pt x="36" y="319"/>
                    <a:pt x="0" y="593"/>
                  </a:cubicBezTo>
                  <a:cubicBezTo>
                    <a:pt x="0" y="665"/>
                    <a:pt x="0" y="748"/>
                    <a:pt x="12" y="819"/>
                  </a:cubicBezTo>
                  <a:cubicBezTo>
                    <a:pt x="12" y="843"/>
                    <a:pt x="24" y="867"/>
                    <a:pt x="24" y="891"/>
                  </a:cubicBezTo>
                  <a:cubicBezTo>
                    <a:pt x="60" y="986"/>
                    <a:pt x="107" y="1057"/>
                    <a:pt x="167" y="1117"/>
                  </a:cubicBezTo>
                  <a:cubicBezTo>
                    <a:pt x="238" y="1188"/>
                    <a:pt x="310" y="1248"/>
                    <a:pt x="405" y="1284"/>
                  </a:cubicBezTo>
                  <a:cubicBezTo>
                    <a:pt x="477" y="1313"/>
                    <a:pt x="554" y="1328"/>
                    <a:pt x="632" y="1328"/>
                  </a:cubicBezTo>
                  <a:cubicBezTo>
                    <a:pt x="683" y="1328"/>
                    <a:pt x="734" y="1322"/>
                    <a:pt x="786" y="1307"/>
                  </a:cubicBezTo>
                  <a:cubicBezTo>
                    <a:pt x="881" y="1296"/>
                    <a:pt x="965" y="1248"/>
                    <a:pt x="1024" y="1212"/>
                  </a:cubicBezTo>
                  <a:cubicBezTo>
                    <a:pt x="1096" y="1153"/>
                    <a:pt x="1155" y="1081"/>
                    <a:pt x="1203" y="998"/>
                  </a:cubicBezTo>
                  <a:cubicBezTo>
                    <a:pt x="1250" y="915"/>
                    <a:pt x="1274" y="819"/>
                    <a:pt x="1298" y="712"/>
                  </a:cubicBezTo>
                  <a:cubicBezTo>
                    <a:pt x="1298" y="641"/>
                    <a:pt x="1298" y="581"/>
                    <a:pt x="1274" y="510"/>
                  </a:cubicBezTo>
                  <a:cubicBezTo>
                    <a:pt x="1250" y="391"/>
                    <a:pt x="1191" y="272"/>
                    <a:pt x="1108" y="176"/>
                  </a:cubicBezTo>
                  <a:cubicBezTo>
                    <a:pt x="1024" y="105"/>
                    <a:pt x="941" y="57"/>
                    <a:pt x="846" y="34"/>
                  </a:cubicBezTo>
                  <a:cubicBezTo>
                    <a:pt x="790" y="13"/>
                    <a:pt x="727" y="0"/>
                    <a:pt x="6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" name="Google Shape;1155;p27"/>
            <p:cNvSpPr/>
            <p:nvPr/>
          </p:nvSpPr>
          <p:spPr>
            <a:xfrm>
              <a:off x="1883850" y="7767045"/>
              <a:ext cx="56682" cy="53397"/>
            </a:xfrm>
            <a:custGeom>
              <a:rect b="b" l="l" r="r" t="t"/>
              <a:pathLst>
                <a:path extrusionOk="0" h="943" w="1001">
                  <a:moveTo>
                    <a:pt x="468" y="1"/>
                  </a:moveTo>
                  <a:cubicBezTo>
                    <a:pt x="432" y="1"/>
                    <a:pt x="397" y="4"/>
                    <a:pt x="357" y="8"/>
                  </a:cubicBezTo>
                  <a:cubicBezTo>
                    <a:pt x="346" y="8"/>
                    <a:pt x="334" y="20"/>
                    <a:pt x="322" y="20"/>
                  </a:cubicBezTo>
                  <a:cubicBezTo>
                    <a:pt x="227" y="56"/>
                    <a:pt x="155" y="116"/>
                    <a:pt x="96" y="187"/>
                  </a:cubicBezTo>
                  <a:cubicBezTo>
                    <a:pt x="36" y="258"/>
                    <a:pt x="0" y="366"/>
                    <a:pt x="0" y="473"/>
                  </a:cubicBezTo>
                  <a:cubicBezTo>
                    <a:pt x="0" y="497"/>
                    <a:pt x="0" y="544"/>
                    <a:pt x="24" y="580"/>
                  </a:cubicBezTo>
                  <a:cubicBezTo>
                    <a:pt x="78" y="795"/>
                    <a:pt x="287" y="942"/>
                    <a:pt x="512" y="942"/>
                  </a:cubicBezTo>
                  <a:cubicBezTo>
                    <a:pt x="536" y="942"/>
                    <a:pt x="560" y="941"/>
                    <a:pt x="584" y="937"/>
                  </a:cubicBezTo>
                  <a:cubicBezTo>
                    <a:pt x="834" y="878"/>
                    <a:pt x="1000" y="616"/>
                    <a:pt x="941" y="366"/>
                  </a:cubicBezTo>
                  <a:cubicBezTo>
                    <a:pt x="893" y="199"/>
                    <a:pt x="774" y="68"/>
                    <a:pt x="631" y="20"/>
                  </a:cubicBezTo>
                  <a:cubicBezTo>
                    <a:pt x="569" y="6"/>
                    <a:pt x="518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" name="Google Shape;1156;p27"/>
            <p:cNvSpPr/>
            <p:nvPr/>
          </p:nvSpPr>
          <p:spPr>
            <a:xfrm>
              <a:off x="2154857" y="7293887"/>
              <a:ext cx="58720" cy="53511"/>
            </a:xfrm>
            <a:custGeom>
              <a:rect b="b" l="l" r="r" t="t"/>
              <a:pathLst>
                <a:path extrusionOk="0" h="945" w="1037">
                  <a:moveTo>
                    <a:pt x="540" y="1"/>
                  </a:moveTo>
                  <a:cubicBezTo>
                    <a:pt x="499" y="1"/>
                    <a:pt x="458" y="6"/>
                    <a:pt x="417" y="18"/>
                  </a:cubicBezTo>
                  <a:cubicBezTo>
                    <a:pt x="155" y="78"/>
                    <a:pt x="1" y="328"/>
                    <a:pt x="48" y="578"/>
                  </a:cubicBezTo>
                  <a:cubicBezTo>
                    <a:pt x="111" y="806"/>
                    <a:pt x="309" y="944"/>
                    <a:pt x="524" y="944"/>
                  </a:cubicBezTo>
                  <a:cubicBezTo>
                    <a:pt x="556" y="944"/>
                    <a:pt x="588" y="941"/>
                    <a:pt x="620" y="935"/>
                  </a:cubicBezTo>
                  <a:cubicBezTo>
                    <a:pt x="870" y="875"/>
                    <a:pt x="1036" y="625"/>
                    <a:pt x="977" y="375"/>
                  </a:cubicBezTo>
                  <a:cubicBezTo>
                    <a:pt x="927" y="147"/>
                    <a:pt x="744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27"/>
            <p:cNvSpPr/>
            <p:nvPr/>
          </p:nvSpPr>
          <p:spPr>
            <a:xfrm>
              <a:off x="784929" y="7344453"/>
              <a:ext cx="55323" cy="53284"/>
            </a:xfrm>
            <a:custGeom>
              <a:rect b="b" l="l" r="r" t="t"/>
              <a:pathLst>
                <a:path extrusionOk="0" h="941" w="977">
                  <a:moveTo>
                    <a:pt x="508" y="0"/>
                  </a:moveTo>
                  <a:cubicBezTo>
                    <a:pt x="473" y="0"/>
                    <a:pt x="441" y="6"/>
                    <a:pt x="405" y="18"/>
                  </a:cubicBezTo>
                  <a:cubicBezTo>
                    <a:pt x="357" y="30"/>
                    <a:pt x="322" y="42"/>
                    <a:pt x="286" y="54"/>
                  </a:cubicBezTo>
                  <a:cubicBezTo>
                    <a:pt x="107" y="161"/>
                    <a:pt x="0" y="375"/>
                    <a:pt x="60" y="578"/>
                  </a:cubicBezTo>
                  <a:cubicBezTo>
                    <a:pt x="83" y="673"/>
                    <a:pt x="119" y="744"/>
                    <a:pt x="179" y="804"/>
                  </a:cubicBezTo>
                  <a:cubicBezTo>
                    <a:pt x="262" y="875"/>
                    <a:pt x="345" y="923"/>
                    <a:pt x="453" y="935"/>
                  </a:cubicBezTo>
                  <a:cubicBezTo>
                    <a:pt x="472" y="939"/>
                    <a:pt x="492" y="940"/>
                    <a:pt x="512" y="940"/>
                  </a:cubicBezTo>
                  <a:cubicBezTo>
                    <a:pt x="552" y="940"/>
                    <a:pt x="591" y="935"/>
                    <a:pt x="631" y="935"/>
                  </a:cubicBezTo>
                  <a:cubicBezTo>
                    <a:pt x="750" y="911"/>
                    <a:pt x="834" y="852"/>
                    <a:pt x="893" y="756"/>
                  </a:cubicBezTo>
                  <a:lnTo>
                    <a:pt x="893" y="744"/>
                  </a:lnTo>
                  <a:cubicBezTo>
                    <a:pt x="929" y="697"/>
                    <a:pt x="953" y="625"/>
                    <a:pt x="976" y="542"/>
                  </a:cubicBezTo>
                  <a:cubicBezTo>
                    <a:pt x="976" y="483"/>
                    <a:pt x="976" y="435"/>
                    <a:pt x="953" y="375"/>
                  </a:cubicBezTo>
                  <a:cubicBezTo>
                    <a:pt x="941" y="328"/>
                    <a:pt x="929" y="280"/>
                    <a:pt x="917" y="256"/>
                  </a:cubicBezTo>
                  <a:cubicBezTo>
                    <a:pt x="917" y="232"/>
                    <a:pt x="893" y="221"/>
                    <a:pt x="893" y="209"/>
                  </a:cubicBezTo>
                  <a:cubicBezTo>
                    <a:pt x="834" y="113"/>
                    <a:pt x="762" y="54"/>
                    <a:pt x="655" y="30"/>
                  </a:cubicBezTo>
                  <a:cubicBezTo>
                    <a:pt x="643" y="30"/>
                    <a:pt x="631" y="18"/>
                    <a:pt x="619" y="18"/>
                  </a:cubicBezTo>
                  <a:cubicBezTo>
                    <a:pt x="578" y="6"/>
                    <a:pt x="542" y="0"/>
                    <a:pt x="5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" name="Google Shape;1158;p27"/>
            <p:cNvSpPr/>
            <p:nvPr/>
          </p:nvSpPr>
          <p:spPr>
            <a:xfrm>
              <a:off x="1977564" y="5832282"/>
              <a:ext cx="80917" cy="74349"/>
            </a:xfrm>
            <a:custGeom>
              <a:rect b="b" l="l" r="r" t="t"/>
              <a:pathLst>
                <a:path extrusionOk="0" h="1313" w="1429">
                  <a:moveTo>
                    <a:pt x="738" y="0"/>
                  </a:moveTo>
                  <a:cubicBezTo>
                    <a:pt x="687" y="0"/>
                    <a:pt x="635" y="6"/>
                    <a:pt x="584" y="18"/>
                  </a:cubicBezTo>
                  <a:cubicBezTo>
                    <a:pt x="226" y="101"/>
                    <a:pt x="0" y="458"/>
                    <a:pt x="96" y="827"/>
                  </a:cubicBezTo>
                  <a:cubicBezTo>
                    <a:pt x="119" y="934"/>
                    <a:pt x="167" y="1018"/>
                    <a:pt x="226" y="1089"/>
                  </a:cubicBezTo>
                  <a:cubicBezTo>
                    <a:pt x="298" y="1137"/>
                    <a:pt x="369" y="1196"/>
                    <a:pt x="465" y="1244"/>
                  </a:cubicBezTo>
                  <a:cubicBezTo>
                    <a:pt x="512" y="1268"/>
                    <a:pt x="572" y="1291"/>
                    <a:pt x="631" y="1303"/>
                  </a:cubicBezTo>
                  <a:cubicBezTo>
                    <a:pt x="673" y="1309"/>
                    <a:pt x="718" y="1312"/>
                    <a:pt x="762" y="1312"/>
                  </a:cubicBezTo>
                  <a:cubicBezTo>
                    <a:pt x="807" y="1312"/>
                    <a:pt x="852" y="1309"/>
                    <a:pt x="893" y="1303"/>
                  </a:cubicBezTo>
                  <a:lnTo>
                    <a:pt x="929" y="1303"/>
                  </a:lnTo>
                  <a:cubicBezTo>
                    <a:pt x="965" y="1291"/>
                    <a:pt x="1000" y="1268"/>
                    <a:pt x="1048" y="1256"/>
                  </a:cubicBezTo>
                  <a:cubicBezTo>
                    <a:pt x="1131" y="1208"/>
                    <a:pt x="1203" y="1149"/>
                    <a:pt x="1262" y="1065"/>
                  </a:cubicBezTo>
                  <a:cubicBezTo>
                    <a:pt x="1381" y="910"/>
                    <a:pt x="1429" y="708"/>
                    <a:pt x="1381" y="518"/>
                  </a:cubicBezTo>
                  <a:cubicBezTo>
                    <a:pt x="1320" y="210"/>
                    <a:pt x="1047" y="0"/>
                    <a:pt x="73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9" name="Google Shape;1159;p27"/>
            <p:cNvSpPr/>
            <p:nvPr/>
          </p:nvSpPr>
          <p:spPr>
            <a:xfrm>
              <a:off x="1920260" y="7329900"/>
              <a:ext cx="31031" cy="30691"/>
            </a:xfrm>
            <a:custGeom>
              <a:rect b="b" l="l" r="r" t="t"/>
              <a:pathLst>
                <a:path extrusionOk="0" h="542" w="548">
                  <a:moveTo>
                    <a:pt x="276" y="0"/>
                  </a:moveTo>
                  <a:cubicBezTo>
                    <a:pt x="268" y="0"/>
                    <a:pt x="259" y="0"/>
                    <a:pt x="250" y="1"/>
                  </a:cubicBezTo>
                  <a:lnTo>
                    <a:pt x="226" y="1"/>
                  </a:lnTo>
                  <a:cubicBezTo>
                    <a:pt x="72" y="37"/>
                    <a:pt x="0" y="168"/>
                    <a:pt x="12" y="299"/>
                  </a:cubicBezTo>
                  <a:lnTo>
                    <a:pt x="12" y="335"/>
                  </a:lnTo>
                  <a:cubicBezTo>
                    <a:pt x="54" y="461"/>
                    <a:pt x="181" y="541"/>
                    <a:pt x="300" y="541"/>
                  </a:cubicBezTo>
                  <a:cubicBezTo>
                    <a:pt x="315" y="541"/>
                    <a:pt x="331" y="540"/>
                    <a:pt x="346" y="537"/>
                  </a:cubicBezTo>
                  <a:cubicBezTo>
                    <a:pt x="393" y="525"/>
                    <a:pt x="429" y="513"/>
                    <a:pt x="465" y="478"/>
                  </a:cubicBezTo>
                  <a:cubicBezTo>
                    <a:pt x="476" y="466"/>
                    <a:pt x="488" y="454"/>
                    <a:pt x="512" y="418"/>
                  </a:cubicBezTo>
                  <a:cubicBezTo>
                    <a:pt x="536" y="359"/>
                    <a:pt x="548" y="287"/>
                    <a:pt x="536" y="216"/>
                  </a:cubicBezTo>
                  <a:cubicBezTo>
                    <a:pt x="536" y="204"/>
                    <a:pt x="524" y="180"/>
                    <a:pt x="524" y="168"/>
                  </a:cubicBezTo>
                  <a:cubicBezTo>
                    <a:pt x="491" y="69"/>
                    <a:pt x="386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" name="Google Shape;1160;p27"/>
            <p:cNvSpPr/>
            <p:nvPr/>
          </p:nvSpPr>
          <p:spPr>
            <a:xfrm>
              <a:off x="1382889" y="7588846"/>
              <a:ext cx="31767" cy="30408"/>
            </a:xfrm>
            <a:custGeom>
              <a:rect b="b" l="l" r="r" t="t"/>
              <a:pathLst>
                <a:path extrusionOk="0" h="537" w="561">
                  <a:moveTo>
                    <a:pt x="203" y="0"/>
                  </a:moveTo>
                  <a:cubicBezTo>
                    <a:pt x="96" y="24"/>
                    <a:pt x="25" y="107"/>
                    <a:pt x="13" y="191"/>
                  </a:cubicBezTo>
                  <a:lnTo>
                    <a:pt x="13" y="203"/>
                  </a:lnTo>
                  <a:cubicBezTo>
                    <a:pt x="1" y="250"/>
                    <a:pt x="1" y="298"/>
                    <a:pt x="13" y="334"/>
                  </a:cubicBezTo>
                  <a:cubicBezTo>
                    <a:pt x="25" y="417"/>
                    <a:pt x="84" y="477"/>
                    <a:pt x="156" y="500"/>
                  </a:cubicBezTo>
                  <a:cubicBezTo>
                    <a:pt x="194" y="523"/>
                    <a:pt x="233" y="537"/>
                    <a:pt x="277" y="537"/>
                  </a:cubicBezTo>
                  <a:cubicBezTo>
                    <a:pt x="302" y="537"/>
                    <a:pt x="329" y="533"/>
                    <a:pt x="358" y="524"/>
                  </a:cubicBezTo>
                  <a:cubicBezTo>
                    <a:pt x="441" y="500"/>
                    <a:pt x="501" y="453"/>
                    <a:pt x="537" y="369"/>
                  </a:cubicBezTo>
                  <a:cubicBezTo>
                    <a:pt x="549" y="346"/>
                    <a:pt x="561" y="286"/>
                    <a:pt x="549" y="203"/>
                  </a:cubicBezTo>
                  <a:cubicBezTo>
                    <a:pt x="537" y="131"/>
                    <a:pt x="489" y="72"/>
                    <a:pt x="430" y="48"/>
                  </a:cubicBezTo>
                  <a:cubicBezTo>
                    <a:pt x="394" y="24"/>
                    <a:pt x="370" y="12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" name="Google Shape;1161;p27"/>
            <p:cNvSpPr/>
            <p:nvPr/>
          </p:nvSpPr>
          <p:spPr>
            <a:xfrm>
              <a:off x="1662729" y="7700511"/>
              <a:ext cx="31031" cy="31030"/>
            </a:xfrm>
            <a:custGeom>
              <a:rect b="b" l="l" r="r" t="t"/>
              <a:pathLst>
                <a:path extrusionOk="0" h="548" w="548">
                  <a:moveTo>
                    <a:pt x="266" y="1"/>
                  </a:moveTo>
                  <a:cubicBezTo>
                    <a:pt x="249" y="1"/>
                    <a:pt x="232" y="2"/>
                    <a:pt x="214" y="5"/>
                  </a:cubicBezTo>
                  <a:cubicBezTo>
                    <a:pt x="143" y="29"/>
                    <a:pt x="83" y="64"/>
                    <a:pt x="36" y="148"/>
                  </a:cubicBezTo>
                  <a:cubicBezTo>
                    <a:pt x="12" y="195"/>
                    <a:pt x="0" y="279"/>
                    <a:pt x="12" y="338"/>
                  </a:cubicBezTo>
                  <a:cubicBezTo>
                    <a:pt x="33" y="452"/>
                    <a:pt x="152" y="547"/>
                    <a:pt x="276" y="547"/>
                  </a:cubicBezTo>
                  <a:cubicBezTo>
                    <a:pt x="295" y="547"/>
                    <a:pt x="315" y="545"/>
                    <a:pt x="333" y="541"/>
                  </a:cubicBezTo>
                  <a:cubicBezTo>
                    <a:pt x="441" y="517"/>
                    <a:pt x="512" y="445"/>
                    <a:pt x="548" y="338"/>
                  </a:cubicBezTo>
                  <a:lnTo>
                    <a:pt x="548" y="219"/>
                  </a:lnTo>
                  <a:cubicBezTo>
                    <a:pt x="516" y="82"/>
                    <a:pt x="400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27"/>
            <p:cNvSpPr/>
            <p:nvPr/>
          </p:nvSpPr>
          <p:spPr>
            <a:xfrm>
              <a:off x="577908" y="7790828"/>
              <a:ext cx="33805" cy="30521"/>
            </a:xfrm>
            <a:custGeom>
              <a:rect b="b" l="l" r="r" t="t"/>
              <a:pathLst>
                <a:path extrusionOk="0" h="539" w="597">
                  <a:moveTo>
                    <a:pt x="292" y="1"/>
                  </a:moveTo>
                  <a:cubicBezTo>
                    <a:pt x="275" y="1"/>
                    <a:pt x="257" y="2"/>
                    <a:pt x="239" y="5"/>
                  </a:cubicBezTo>
                  <a:cubicBezTo>
                    <a:pt x="84" y="41"/>
                    <a:pt x="1" y="184"/>
                    <a:pt x="25" y="339"/>
                  </a:cubicBezTo>
                  <a:cubicBezTo>
                    <a:pt x="25" y="350"/>
                    <a:pt x="37" y="362"/>
                    <a:pt x="37" y="362"/>
                  </a:cubicBezTo>
                  <a:cubicBezTo>
                    <a:pt x="76" y="471"/>
                    <a:pt x="172" y="538"/>
                    <a:pt x="285" y="538"/>
                  </a:cubicBezTo>
                  <a:cubicBezTo>
                    <a:pt x="309" y="538"/>
                    <a:pt x="333" y="535"/>
                    <a:pt x="358" y="529"/>
                  </a:cubicBezTo>
                  <a:lnTo>
                    <a:pt x="370" y="529"/>
                  </a:lnTo>
                  <a:cubicBezTo>
                    <a:pt x="501" y="481"/>
                    <a:pt x="596" y="350"/>
                    <a:pt x="549" y="196"/>
                  </a:cubicBezTo>
                  <a:cubicBezTo>
                    <a:pt x="537" y="124"/>
                    <a:pt x="489" y="77"/>
                    <a:pt x="441" y="41"/>
                  </a:cubicBezTo>
                  <a:cubicBezTo>
                    <a:pt x="397" y="14"/>
                    <a:pt x="345" y="1"/>
                    <a:pt x="29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27"/>
            <p:cNvSpPr/>
            <p:nvPr/>
          </p:nvSpPr>
          <p:spPr>
            <a:xfrm>
              <a:off x="376323" y="7697170"/>
              <a:ext cx="33126" cy="31030"/>
            </a:xfrm>
            <a:custGeom>
              <a:rect b="b" l="l" r="r" t="t"/>
              <a:pathLst>
                <a:path extrusionOk="0" h="548" w="585">
                  <a:moveTo>
                    <a:pt x="276" y="0"/>
                  </a:moveTo>
                  <a:cubicBezTo>
                    <a:pt x="260" y="0"/>
                    <a:pt x="243" y="2"/>
                    <a:pt x="227" y="4"/>
                  </a:cubicBezTo>
                  <a:cubicBezTo>
                    <a:pt x="96" y="40"/>
                    <a:pt x="1" y="171"/>
                    <a:pt x="13" y="302"/>
                  </a:cubicBezTo>
                  <a:lnTo>
                    <a:pt x="13" y="338"/>
                  </a:lnTo>
                  <a:cubicBezTo>
                    <a:pt x="43" y="460"/>
                    <a:pt x="153" y="548"/>
                    <a:pt x="281" y="548"/>
                  </a:cubicBezTo>
                  <a:cubicBezTo>
                    <a:pt x="302" y="548"/>
                    <a:pt x="324" y="545"/>
                    <a:pt x="346" y="540"/>
                  </a:cubicBezTo>
                  <a:cubicBezTo>
                    <a:pt x="370" y="540"/>
                    <a:pt x="406" y="528"/>
                    <a:pt x="418" y="516"/>
                  </a:cubicBezTo>
                  <a:cubicBezTo>
                    <a:pt x="525" y="457"/>
                    <a:pt x="584" y="338"/>
                    <a:pt x="549" y="219"/>
                  </a:cubicBezTo>
                  <a:cubicBezTo>
                    <a:pt x="527" y="81"/>
                    <a:pt x="403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64" name="Google Shape;1164;p27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7"/>
          <p:cNvSpPr txBox="1"/>
          <p:nvPr>
            <p:ph type="title"/>
          </p:nvPr>
        </p:nvSpPr>
        <p:spPr>
          <a:xfrm>
            <a:off x="10667933" y="2498800"/>
            <a:ext cx="12387300" cy="39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1166" name="Google Shape;1166;p27"/>
          <p:cNvSpPr txBox="1"/>
          <p:nvPr>
            <p:ph idx="1" type="subTitle"/>
          </p:nvPr>
        </p:nvSpPr>
        <p:spPr>
          <a:xfrm>
            <a:off x="10668333" y="6868133"/>
            <a:ext cx="11796000" cy="366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67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8" name="Google Shape;1168;p28"/>
          <p:cNvGrpSpPr/>
          <p:nvPr/>
        </p:nvGrpSpPr>
        <p:grpSpPr>
          <a:xfrm>
            <a:off x="14536344" y="-211"/>
            <a:ext cx="9846715" cy="4657541"/>
            <a:chOff x="2238075" y="1147600"/>
            <a:chExt cx="1906800" cy="901925"/>
          </a:xfrm>
        </p:grpSpPr>
        <p:sp>
          <p:nvSpPr>
            <p:cNvPr id="1169" name="Google Shape;1169;p28"/>
            <p:cNvSpPr/>
            <p:nvPr/>
          </p:nvSpPr>
          <p:spPr>
            <a:xfrm>
              <a:off x="2925350" y="1181225"/>
              <a:ext cx="175" cy="250"/>
            </a:xfrm>
            <a:custGeom>
              <a:rect b="b" l="l" r="r" t="t"/>
              <a:pathLst>
                <a:path extrusionOk="0" h="10" w="7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p28"/>
            <p:cNvSpPr/>
            <p:nvPr/>
          </p:nvSpPr>
          <p:spPr>
            <a:xfrm>
              <a:off x="2925650" y="1181825"/>
              <a:ext cx="325" cy="400"/>
            </a:xfrm>
            <a:custGeom>
              <a:rect b="b" l="l" r="r" t="t"/>
              <a:pathLst>
                <a:path extrusionOk="0" h="16" w="13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28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28"/>
            <p:cNvSpPr/>
            <p:nvPr/>
          </p:nvSpPr>
          <p:spPr>
            <a:xfrm>
              <a:off x="2924750" y="1179750"/>
              <a:ext cx="25" cy="300"/>
            </a:xfrm>
            <a:custGeom>
              <a:rect b="b" l="l" r="r" t="t"/>
              <a:pathLst>
                <a:path extrusionOk="0" h="12" w="1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" name="Google Shape;1173;p28"/>
            <p:cNvSpPr/>
            <p:nvPr/>
          </p:nvSpPr>
          <p:spPr>
            <a:xfrm>
              <a:off x="2925350" y="1181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" name="Google Shape;1174;p28"/>
            <p:cNvSpPr/>
            <p:nvPr/>
          </p:nvSpPr>
          <p:spPr>
            <a:xfrm>
              <a:off x="2931900" y="1162175"/>
              <a:ext cx="86650" cy="19375"/>
            </a:xfrm>
            <a:custGeom>
              <a:rect b="b" l="l" r="r" t="t"/>
              <a:pathLst>
                <a:path extrusionOk="0" h="775" w="3466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28"/>
            <p:cNvSpPr/>
            <p:nvPr/>
          </p:nvSpPr>
          <p:spPr>
            <a:xfrm>
              <a:off x="3024175" y="1148200"/>
              <a:ext cx="134275" cy="20250"/>
            </a:xfrm>
            <a:custGeom>
              <a:rect b="b" l="l" r="r" t="t"/>
              <a:pathLst>
                <a:path extrusionOk="0" h="810" w="5371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28"/>
            <p:cNvSpPr/>
            <p:nvPr/>
          </p:nvSpPr>
          <p:spPr>
            <a:xfrm>
              <a:off x="3114950" y="1293450"/>
              <a:ext cx="203925" cy="127125"/>
            </a:xfrm>
            <a:custGeom>
              <a:rect b="b" l="l" r="r" t="t"/>
              <a:pathLst>
                <a:path extrusionOk="0" h="5085" w="8157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28"/>
            <p:cNvSpPr/>
            <p:nvPr/>
          </p:nvSpPr>
          <p:spPr>
            <a:xfrm>
              <a:off x="2925950" y="1177350"/>
              <a:ext cx="77425" cy="50325"/>
            </a:xfrm>
            <a:custGeom>
              <a:rect b="b" l="l" r="r" t="t"/>
              <a:pathLst>
                <a:path extrusionOk="0" h="2013" w="3097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28"/>
            <p:cNvSpPr/>
            <p:nvPr/>
          </p:nvSpPr>
          <p:spPr>
            <a:xfrm>
              <a:off x="3007800" y="1224975"/>
              <a:ext cx="107175" cy="68200"/>
            </a:xfrm>
            <a:custGeom>
              <a:rect b="b" l="l" r="r" t="t"/>
              <a:pathLst>
                <a:path extrusionOk="0" h="2728" w="4287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28"/>
            <p:cNvSpPr/>
            <p:nvPr/>
          </p:nvSpPr>
          <p:spPr>
            <a:xfrm>
              <a:off x="2924750" y="118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28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p28"/>
            <p:cNvSpPr/>
            <p:nvPr/>
          </p:nvSpPr>
          <p:spPr>
            <a:xfrm>
              <a:off x="2925350" y="11812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28"/>
            <p:cNvSpPr/>
            <p:nvPr/>
          </p:nvSpPr>
          <p:spPr>
            <a:xfrm>
              <a:off x="2238075" y="1147600"/>
              <a:ext cx="52100" cy="36625"/>
            </a:xfrm>
            <a:custGeom>
              <a:rect b="b" l="l" r="r" t="t"/>
              <a:pathLst>
                <a:path extrusionOk="0" h="1465" w="2084">
                  <a:moveTo>
                    <a:pt x="0" y="0"/>
                  </a:moveTo>
                  <a:lnTo>
                    <a:pt x="1934" y="1433"/>
                  </a:lnTo>
                  <a:lnTo>
                    <a:pt x="1934" y="1433"/>
                  </a:lnTo>
                  <a:cubicBezTo>
                    <a:pt x="1927" y="1424"/>
                    <a:pt x="1921" y="1414"/>
                    <a:pt x="1917" y="1405"/>
                  </a:cubicBezTo>
                  <a:cubicBezTo>
                    <a:pt x="1881" y="1334"/>
                    <a:pt x="1929" y="1250"/>
                    <a:pt x="2012" y="1227"/>
                  </a:cubicBezTo>
                  <a:lnTo>
                    <a:pt x="2084" y="1191"/>
                  </a:lnTo>
                  <a:lnTo>
                    <a:pt x="476" y="0"/>
                  </a:lnTo>
                  <a:close/>
                  <a:moveTo>
                    <a:pt x="1934" y="1433"/>
                  </a:moveTo>
                  <a:lnTo>
                    <a:pt x="1934" y="1433"/>
                  </a:lnTo>
                  <a:cubicBezTo>
                    <a:pt x="1946" y="1450"/>
                    <a:pt x="1961" y="1465"/>
                    <a:pt x="1977" y="1465"/>
                  </a:cubicBezTo>
                  <a:lnTo>
                    <a:pt x="1934" y="143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28"/>
            <p:cNvSpPr/>
            <p:nvPr/>
          </p:nvSpPr>
          <p:spPr>
            <a:xfrm>
              <a:off x="2285400" y="1148200"/>
              <a:ext cx="114625" cy="37225"/>
            </a:xfrm>
            <a:custGeom>
              <a:rect b="b" l="l" r="r" t="t"/>
              <a:pathLst>
                <a:path extrusionOk="0" h="1489" w="4585">
                  <a:moveTo>
                    <a:pt x="3703" y="0"/>
                  </a:moveTo>
                  <a:lnTo>
                    <a:pt x="191" y="1191"/>
                  </a:lnTo>
                  <a:lnTo>
                    <a:pt x="119" y="1214"/>
                  </a:lnTo>
                  <a:cubicBezTo>
                    <a:pt x="36" y="1250"/>
                    <a:pt x="0" y="1322"/>
                    <a:pt x="24" y="1393"/>
                  </a:cubicBezTo>
                  <a:cubicBezTo>
                    <a:pt x="36" y="1429"/>
                    <a:pt x="60" y="1441"/>
                    <a:pt x="72" y="1464"/>
                  </a:cubicBezTo>
                  <a:cubicBezTo>
                    <a:pt x="84" y="1464"/>
                    <a:pt x="84" y="1488"/>
                    <a:pt x="95" y="1488"/>
                  </a:cubicBezTo>
                  <a:lnTo>
                    <a:pt x="203" y="1488"/>
                  </a:lnTo>
                  <a:lnTo>
                    <a:pt x="45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" name="Google Shape;1184;p28"/>
            <p:cNvSpPr/>
            <p:nvPr/>
          </p:nvSpPr>
          <p:spPr>
            <a:xfrm>
              <a:off x="2466075" y="1148200"/>
              <a:ext cx="82475" cy="241125"/>
            </a:xfrm>
            <a:custGeom>
              <a:rect b="b" l="l" r="r" t="t"/>
              <a:pathLst>
                <a:path extrusionOk="0" h="9645" w="3299">
                  <a:moveTo>
                    <a:pt x="0" y="0"/>
                  </a:moveTo>
                  <a:lnTo>
                    <a:pt x="3036" y="9644"/>
                  </a:lnTo>
                  <a:cubicBezTo>
                    <a:pt x="3099" y="9592"/>
                    <a:pt x="3188" y="9558"/>
                    <a:pt x="3265" y="9558"/>
                  </a:cubicBezTo>
                  <a:cubicBezTo>
                    <a:pt x="3276" y="9558"/>
                    <a:pt x="3288" y="9559"/>
                    <a:pt x="3298" y="9561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p28"/>
            <p:cNvSpPr/>
            <p:nvPr/>
          </p:nvSpPr>
          <p:spPr>
            <a:xfrm>
              <a:off x="2550300" y="1148200"/>
              <a:ext cx="104500" cy="242000"/>
            </a:xfrm>
            <a:custGeom>
              <a:rect b="b" l="l" r="r" t="t"/>
              <a:pathLst>
                <a:path extrusionOk="0" h="9680" w="4180">
                  <a:moveTo>
                    <a:pt x="3870" y="0"/>
                  </a:moveTo>
                  <a:lnTo>
                    <a:pt x="1" y="9549"/>
                  </a:lnTo>
                  <a:lnTo>
                    <a:pt x="13" y="9549"/>
                  </a:lnTo>
                  <a:cubicBezTo>
                    <a:pt x="120" y="9561"/>
                    <a:pt x="191" y="9608"/>
                    <a:pt x="251" y="9680"/>
                  </a:cubicBezTo>
                  <a:lnTo>
                    <a:pt x="418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28"/>
            <p:cNvSpPr/>
            <p:nvPr/>
          </p:nvSpPr>
          <p:spPr>
            <a:xfrm>
              <a:off x="2924750" y="1148200"/>
              <a:ext cx="7175" cy="34850"/>
            </a:xfrm>
            <a:custGeom>
              <a:rect b="b" l="l" r="r" t="t"/>
              <a:pathLst>
                <a:path extrusionOk="0" h="1394" w="287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28"/>
            <p:cNvSpPr/>
            <p:nvPr/>
          </p:nvSpPr>
          <p:spPr>
            <a:xfrm>
              <a:off x="2963750" y="1147900"/>
              <a:ext cx="65800" cy="224750"/>
            </a:xfrm>
            <a:custGeom>
              <a:rect b="b" l="l" r="r" t="t"/>
              <a:pathLst>
                <a:path extrusionOk="0" h="8990" w="2632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p28"/>
            <p:cNvSpPr/>
            <p:nvPr/>
          </p:nvSpPr>
          <p:spPr>
            <a:xfrm>
              <a:off x="3178350" y="1148775"/>
              <a:ext cx="49150" cy="83375"/>
            </a:xfrm>
            <a:custGeom>
              <a:rect b="b" l="l" r="r" t="t"/>
              <a:pathLst>
                <a:path extrusionOk="0" h="3335" w="1966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p28"/>
            <p:cNvSpPr/>
            <p:nvPr/>
          </p:nvSpPr>
          <p:spPr>
            <a:xfrm>
              <a:off x="3226875" y="1235100"/>
              <a:ext cx="97950" cy="179800"/>
            </a:xfrm>
            <a:custGeom>
              <a:rect b="b" l="l" r="r" t="t"/>
              <a:pathLst>
                <a:path extrusionOk="0" h="7192" w="3918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28"/>
            <p:cNvSpPr/>
            <p:nvPr/>
          </p:nvSpPr>
          <p:spPr>
            <a:xfrm>
              <a:off x="3496850" y="1223200"/>
              <a:ext cx="70575" cy="90500"/>
            </a:xfrm>
            <a:custGeom>
              <a:rect b="b" l="l" r="r" t="t"/>
              <a:pathLst>
                <a:path extrusionOk="0" h="3620" w="2823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" name="Google Shape;1191;p28"/>
            <p:cNvSpPr/>
            <p:nvPr/>
          </p:nvSpPr>
          <p:spPr>
            <a:xfrm>
              <a:off x="3568875" y="1316375"/>
              <a:ext cx="104225" cy="127100"/>
            </a:xfrm>
            <a:custGeom>
              <a:rect b="b" l="l" r="r" t="t"/>
              <a:pathLst>
                <a:path extrusionOk="0" h="5084" w="4169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" name="Google Shape;1192;p28"/>
            <p:cNvSpPr/>
            <p:nvPr/>
          </p:nvSpPr>
          <p:spPr>
            <a:xfrm>
              <a:off x="3432250" y="1148200"/>
              <a:ext cx="64625" cy="75025"/>
            </a:xfrm>
            <a:custGeom>
              <a:rect b="b" l="l" r="r" t="t"/>
              <a:pathLst>
                <a:path extrusionOk="0" h="3001" w="2585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28"/>
            <p:cNvSpPr/>
            <p:nvPr/>
          </p:nvSpPr>
          <p:spPr>
            <a:xfrm>
              <a:off x="2964350" y="1148200"/>
              <a:ext cx="427150" cy="226525"/>
            </a:xfrm>
            <a:custGeom>
              <a:rect b="b" l="l" r="r" t="t"/>
              <a:pathLst>
                <a:path extrusionOk="0" h="9061" w="17086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28"/>
            <p:cNvSpPr/>
            <p:nvPr/>
          </p:nvSpPr>
          <p:spPr>
            <a:xfrm>
              <a:off x="3321825" y="1432750"/>
              <a:ext cx="8375" cy="4325"/>
            </a:xfrm>
            <a:custGeom>
              <a:rect b="b" l="l" r="r" t="t"/>
              <a:pathLst>
                <a:path extrusionOk="0" h="173" w="335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28"/>
            <p:cNvSpPr/>
            <p:nvPr/>
          </p:nvSpPr>
          <p:spPr>
            <a:xfrm>
              <a:off x="3335825" y="1148200"/>
              <a:ext cx="226825" cy="267000"/>
            </a:xfrm>
            <a:custGeom>
              <a:rect b="b" l="l" r="r" t="t"/>
              <a:pathLst>
                <a:path extrusionOk="0" h="10680" w="9073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28"/>
            <p:cNvSpPr/>
            <p:nvPr/>
          </p:nvSpPr>
          <p:spPr>
            <a:xfrm>
              <a:off x="3867725" y="1148200"/>
              <a:ext cx="46775" cy="39000"/>
            </a:xfrm>
            <a:custGeom>
              <a:rect b="b" l="l" r="r" t="t"/>
              <a:pathLst>
                <a:path extrusionOk="0" h="1560" w="1871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28"/>
            <p:cNvSpPr/>
            <p:nvPr/>
          </p:nvSpPr>
          <p:spPr>
            <a:xfrm>
              <a:off x="3688250" y="1330350"/>
              <a:ext cx="105100" cy="114625"/>
            </a:xfrm>
            <a:custGeom>
              <a:rect b="b" l="l" r="r" t="t"/>
              <a:pathLst>
                <a:path extrusionOk="0" h="4585" w="4204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28"/>
            <p:cNvSpPr/>
            <p:nvPr/>
          </p:nvSpPr>
          <p:spPr>
            <a:xfrm>
              <a:off x="3798375" y="1205350"/>
              <a:ext cx="116125" cy="127400"/>
            </a:xfrm>
            <a:custGeom>
              <a:rect b="b" l="l" r="r" t="t"/>
              <a:pathLst>
                <a:path extrusionOk="0" h="5096" w="4645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28"/>
            <p:cNvSpPr/>
            <p:nvPr/>
          </p:nvSpPr>
          <p:spPr>
            <a:xfrm>
              <a:off x="3335825" y="1313675"/>
              <a:ext cx="235775" cy="107500"/>
            </a:xfrm>
            <a:custGeom>
              <a:rect b="b" l="l" r="r" t="t"/>
              <a:pathLst>
                <a:path extrusionOk="0" h="4300" w="9431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28"/>
            <p:cNvSpPr/>
            <p:nvPr/>
          </p:nvSpPr>
          <p:spPr>
            <a:xfrm>
              <a:off x="3573950" y="1221400"/>
              <a:ext cx="200050" cy="95575"/>
            </a:xfrm>
            <a:custGeom>
              <a:rect b="b" l="l" r="r" t="t"/>
              <a:pathLst>
                <a:path extrusionOk="0" h="3823" w="8002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" name="Google Shape;1201;p28"/>
            <p:cNvSpPr/>
            <p:nvPr/>
          </p:nvSpPr>
          <p:spPr>
            <a:xfrm>
              <a:off x="3336725" y="1420550"/>
              <a:ext cx="327425" cy="35725"/>
            </a:xfrm>
            <a:custGeom>
              <a:rect b="b" l="l" r="r" t="t"/>
              <a:pathLst>
                <a:path extrusionOk="0" h="1429" w="13097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" name="Google Shape;1202;p28"/>
            <p:cNvSpPr/>
            <p:nvPr/>
          </p:nvSpPr>
          <p:spPr>
            <a:xfrm>
              <a:off x="3331050" y="1428575"/>
              <a:ext cx="531350" cy="595650"/>
            </a:xfrm>
            <a:custGeom>
              <a:rect b="b" l="l" r="r" t="t"/>
              <a:pathLst>
                <a:path extrusionOk="0" h="23826" w="21254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" name="Google Shape;1203;p28"/>
            <p:cNvSpPr/>
            <p:nvPr/>
          </p:nvSpPr>
          <p:spPr>
            <a:xfrm>
              <a:off x="3684975" y="1465200"/>
              <a:ext cx="135150" cy="215225"/>
            </a:xfrm>
            <a:custGeom>
              <a:rect b="b" l="l" r="r" t="t"/>
              <a:pathLst>
                <a:path extrusionOk="0" h="8609" w="5406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" name="Google Shape;1204;p28"/>
            <p:cNvSpPr/>
            <p:nvPr/>
          </p:nvSpPr>
          <p:spPr>
            <a:xfrm>
              <a:off x="3807000" y="1404475"/>
              <a:ext cx="1525" cy="1800"/>
            </a:xfrm>
            <a:custGeom>
              <a:rect b="b" l="l" r="r" t="t"/>
              <a:pathLst>
                <a:path extrusionOk="0" h="72" w="61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" name="Google Shape;1205;p28"/>
            <p:cNvSpPr/>
            <p:nvPr/>
          </p:nvSpPr>
          <p:spPr>
            <a:xfrm>
              <a:off x="3802850" y="1412200"/>
              <a:ext cx="39600" cy="263150"/>
            </a:xfrm>
            <a:custGeom>
              <a:rect b="b" l="l" r="r" t="t"/>
              <a:pathLst>
                <a:path extrusionOk="0" h="10526" w="1584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p28"/>
            <p:cNvSpPr/>
            <p:nvPr/>
          </p:nvSpPr>
          <p:spPr>
            <a:xfrm>
              <a:off x="3779925" y="1231525"/>
              <a:ext cx="27400" cy="168800"/>
            </a:xfrm>
            <a:custGeom>
              <a:rect b="b" l="l" r="r" t="t"/>
              <a:pathLst>
                <a:path extrusionOk="0" h="6752" w="1096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p28"/>
            <p:cNvSpPr/>
            <p:nvPr/>
          </p:nvSpPr>
          <p:spPr>
            <a:xfrm>
              <a:off x="3692700" y="1340475"/>
              <a:ext cx="254525" cy="111350"/>
            </a:xfrm>
            <a:custGeom>
              <a:rect b="b" l="l" r="r" t="t"/>
              <a:pathLst>
                <a:path extrusionOk="0" h="4454" w="10181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28"/>
            <p:cNvSpPr/>
            <p:nvPr/>
          </p:nvSpPr>
          <p:spPr>
            <a:xfrm>
              <a:off x="3949600" y="1148200"/>
              <a:ext cx="145275" cy="193775"/>
            </a:xfrm>
            <a:custGeom>
              <a:rect b="b" l="l" r="r" t="t"/>
              <a:pathLst>
                <a:path extrusionOk="0" h="7751" w="5811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28"/>
            <p:cNvSpPr/>
            <p:nvPr/>
          </p:nvSpPr>
          <p:spPr>
            <a:xfrm>
              <a:off x="3922500" y="1210400"/>
              <a:ext cx="28300" cy="133075"/>
            </a:xfrm>
            <a:custGeom>
              <a:rect b="b" l="l" r="r" t="t"/>
              <a:pathLst>
                <a:path extrusionOk="0" h="5323" w="1132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28"/>
            <p:cNvSpPr/>
            <p:nvPr/>
          </p:nvSpPr>
          <p:spPr>
            <a:xfrm>
              <a:off x="4062400" y="1422025"/>
              <a:ext cx="82475" cy="66100"/>
            </a:xfrm>
            <a:custGeom>
              <a:rect b="b" l="l" r="r" t="t"/>
              <a:pathLst>
                <a:path extrusionOk="0" h="2644" w="3299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28"/>
            <p:cNvSpPr/>
            <p:nvPr/>
          </p:nvSpPr>
          <p:spPr>
            <a:xfrm>
              <a:off x="3943925" y="1338950"/>
              <a:ext cx="113725" cy="85775"/>
            </a:xfrm>
            <a:custGeom>
              <a:rect b="b" l="l" r="r" t="t"/>
              <a:pathLst>
                <a:path extrusionOk="0" h="3431" w="4549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28"/>
            <p:cNvSpPr/>
            <p:nvPr/>
          </p:nvSpPr>
          <p:spPr>
            <a:xfrm>
              <a:off x="3988275" y="1670575"/>
              <a:ext cx="3300" cy="2400"/>
            </a:xfrm>
            <a:custGeom>
              <a:rect b="b" l="l" r="r" t="t"/>
              <a:pathLst>
                <a:path extrusionOk="0" h="96" w="132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28"/>
            <p:cNvSpPr/>
            <p:nvPr/>
          </p:nvSpPr>
          <p:spPr>
            <a:xfrm>
              <a:off x="3997500" y="1148200"/>
              <a:ext cx="147075" cy="480725"/>
            </a:xfrm>
            <a:custGeom>
              <a:rect b="b" l="l" r="r" t="t"/>
              <a:pathLst>
                <a:path extrusionOk="0" h="19229" w="5883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p28"/>
            <p:cNvSpPr/>
            <p:nvPr/>
          </p:nvSpPr>
          <p:spPr>
            <a:xfrm>
              <a:off x="3833500" y="1736350"/>
              <a:ext cx="39925" cy="281600"/>
            </a:xfrm>
            <a:custGeom>
              <a:rect b="b" l="l" r="r" t="t"/>
              <a:pathLst>
                <a:path extrusionOk="0" h="11264" w="1597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28"/>
            <p:cNvSpPr/>
            <p:nvPr/>
          </p:nvSpPr>
          <p:spPr>
            <a:xfrm>
              <a:off x="3873400" y="1667900"/>
              <a:ext cx="115500" cy="351550"/>
            </a:xfrm>
            <a:custGeom>
              <a:rect b="b" l="l" r="r" t="t"/>
              <a:pathLst>
                <a:path extrusionOk="0" h="14062" w="462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28"/>
            <p:cNvSpPr/>
            <p:nvPr/>
          </p:nvSpPr>
          <p:spPr>
            <a:xfrm>
              <a:off x="4009425" y="1573825"/>
              <a:ext cx="135450" cy="64925"/>
            </a:xfrm>
            <a:custGeom>
              <a:rect b="b" l="l" r="r" t="t"/>
              <a:pathLst>
                <a:path extrusionOk="0" h="2597" w="5418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28"/>
            <p:cNvSpPr/>
            <p:nvPr/>
          </p:nvSpPr>
          <p:spPr>
            <a:xfrm>
              <a:off x="3864450" y="1649725"/>
              <a:ext cx="108075" cy="53925"/>
            </a:xfrm>
            <a:custGeom>
              <a:rect b="b" l="l" r="r" t="t"/>
              <a:pathLst>
                <a:path extrusionOk="0" h="2157" w="4323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p28"/>
            <p:cNvSpPr/>
            <p:nvPr/>
          </p:nvSpPr>
          <p:spPr>
            <a:xfrm>
              <a:off x="3876375" y="1648550"/>
              <a:ext cx="268500" cy="374775"/>
            </a:xfrm>
            <a:custGeom>
              <a:rect b="b" l="l" r="r" t="t"/>
              <a:pathLst>
                <a:path extrusionOk="0" h="14991" w="1074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p28"/>
            <p:cNvSpPr/>
            <p:nvPr/>
          </p:nvSpPr>
          <p:spPr>
            <a:xfrm>
              <a:off x="3970725" y="1626200"/>
              <a:ext cx="44675" cy="45050"/>
            </a:xfrm>
            <a:custGeom>
              <a:rect b="b" l="l" r="r" t="t"/>
              <a:pathLst>
                <a:path extrusionOk="0" h="1802" w="1787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" name="Google Shape;1220;p28"/>
            <p:cNvSpPr/>
            <p:nvPr/>
          </p:nvSpPr>
          <p:spPr>
            <a:xfrm>
              <a:off x="3799275" y="1673800"/>
              <a:ext cx="66400" cy="63775"/>
            </a:xfrm>
            <a:custGeom>
              <a:rect b="b" l="l" r="r" t="t"/>
              <a:pathLst>
                <a:path extrusionOk="0" h="2551" w="2656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" name="Google Shape;1221;p28"/>
            <p:cNvSpPr/>
            <p:nvPr/>
          </p:nvSpPr>
          <p:spPr>
            <a:xfrm>
              <a:off x="2952150" y="1372925"/>
              <a:ext cx="24425" cy="22850"/>
            </a:xfrm>
            <a:custGeom>
              <a:rect b="b" l="l" r="r" t="t"/>
              <a:pathLst>
                <a:path extrusionOk="0" h="914" w="977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" name="Google Shape;1222;p28"/>
            <p:cNvSpPr/>
            <p:nvPr/>
          </p:nvSpPr>
          <p:spPr>
            <a:xfrm>
              <a:off x="3905825" y="1180125"/>
              <a:ext cx="33975" cy="32075"/>
            </a:xfrm>
            <a:custGeom>
              <a:rect b="b" l="l" r="r" t="t"/>
              <a:pathLst>
                <a:path extrusionOk="0" h="1283" w="1359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" name="Google Shape;1223;p28"/>
            <p:cNvSpPr/>
            <p:nvPr/>
          </p:nvSpPr>
          <p:spPr>
            <a:xfrm>
              <a:off x="3663250" y="1438025"/>
              <a:ext cx="32175" cy="31950"/>
            </a:xfrm>
            <a:custGeom>
              <a:rect b="b" l="l" r="r" t="t"/>
              <a:pathLst>
                <a:path extrusionOk="0" h="1278" w="1287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" name="Google Shape;1224;p28"/>
            <p:cNvSpPr/>
            <p:nvPr/>
          </p:nvSpPr>
          <p:spPr>
            <a:xfrm>
              <a:off x="3771300" y="1209975"/>
              <a:ext cx="23525" cy="22375"/>
            </a:xfrm>
            <a:custGeom>
              <a:rect b="b" l="l" r="r" t="t"/>
              <a:pathLst>
                <a:path extrusionOk="0" h="895" w="941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p28"/>
            <p:cNvSpPr/>
            <p:nvPr/>
          </p:nvSpPr>
          <p:spPr>
            <a:xfrm>
              <a:off x="3896300" y="1404575"/>
              <a:ext cx="24750" cy="22450"/>
            </a:xfrm>
            <a:custGeom>
              <a:rect b="b" l="l" r="r" t="t"/>
              <a:pathLst>
                <a:path extrusionOk="0" h="898" w="99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p28"/>
            <p:cNvSpPr/>
            <p:nvPr/>
          </p:nvSpPr>
          <p:spPr>
            <a:xfrm>
              <a:off x="3314975" y="1411675"/>
              <a:ext cx="23550" cy="22800"/>
            </a:xfrm>
            <a:custGeom>
              <a:rect b="b" l="l" r="r" t="t"/>
              <a:pathLst>
                <a:path extrusionOk="0" h="912" w="942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" name="Google Shape;1227;p28"/>
            <p:cNvSpPr/>
            <p:nvPr/>
          </p:nvSpPr>
          <p:spPr>
            <a:xfrm>
              <a:off x="3166450" y="1148200"/>
              <a:ext cx="18475" cy="4700"/>
            </a:xfrm>
            <a:custGeom>
              <a:rect b="b" l="l" r="r" t="t"/>
              <a:pathLst>
                <a:path extrusionOk="0" h="188" w="739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" name="Google Shape;1228;p28"/>
            <p:cNvSpPr/>
            <p:nvPr/>
          </p:nvSpPr>
          <p:spPr>
            <a:xfrm>
              <a:off x="2536325" y="1386900"/>
              <a:ext cx="23825" cy="22275"/>
            </a:xfrm>
            <a:custGeom>
              <a:rect b="b" l="l" r="r" t="t"/>
              <a:pathLst>
                <a:path extrusionOk="0" h="891" w="953">
                  <a:moveTo>
                    <a:pt x="512" y="1"/>
                  </a:moveTo>
                  <a:cubicBezTo>
                    <a:pt x="405" y="1"/>
                    <a:pt x="322" y="25"/>
                    <a:pt x="238" y="72"/>
                  </a:cubicBezTo>
                  <a:cubicBezTo>
                    <a:pt x="143" y="132"/>
                    <a:pt x="84" y="239"/>
                    <a:pt x="48" y="358"/>
                  </a:cubicBezTo>
                  <a:cubicBezTo>
                    <a:pt x="0" y="596"/>
                    <a:pt x="167" y="834"/>
                    <a:pt x="405" y="882"/>
                  </a:cubicBezTo>
                  <a:cubicBezTo>
                    <a:pt x="432" y="887"/>
                    <a:pt x="460" y="890"/>
                    <a:pt x="487" y="890"/>
                  </a:cubicBezTo>
                  <a:cubicBezTo>
                    <a:pt x="696" y="890"/>
                    <a:pt x="887" y="735"/>
                    <a:pt x="929" y="525"/>
                  </a:cubicBezTo>
                  <a:cubicBezTo>
                    <a:pt x="953" y="370"/>
                    <a:pt x="917" y="227"/>
                    <a:pt x="810" y="120"/>
                  </a:cubicBezTo>
                  <a:cubicBezTo>
                    <a:pt x="750" y="72"/>
                    <a:pt x="655" y="37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" name="Google Shape;1229;p28"/>
            <p:cNvSpPr/>
            <p:nvPr/>
          </p:nvSpPr>
          <p:spPr>
            <a:xfrm>
              <a:off x="3852550" y="2017750"/>
              <a:ext cx="33950" cy="31775"/>
            </a:xfrm>
            <a:custGeom>
              <a:rect b="b" l="l" r="r" t="t"/>
              <a:pathLst>
                <a:path extrusionOk="0" h="1271" w="1358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" name="Google Shape;1230;p28"/>
            <p:cNvSpPr/>
            <p:nvPr/>
          </p:nvSpPr>
          <p:spPr>
            <a:xfrm>
              <a:off x="3796600" y="1402900"/>
              <a:ext cx="13700" cy="13525"/>
            </a:xfrm>
            <a:custGeom>
              <a:rect b="b" l="l" r="r" t="t"/>
              <a:pathLst>
                <a:path extrusionOk="0" h="541" w="548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" name="Google Shape;1231;p28"/>
            <p:cNvSpPr/>
            <p:nvPr/>
          </p:nvSpPr>
          <p:spPr>
            <a:xfrm>
              <a:off x="3563825" y="1305250"/>
              <a:ext cx="12825" cy="13225"/>
            </a:xfrm>
            <a:custGeom>
              <a:rect b="b" l="l" r="r" t="t"/>
              <a:pathLst>
                <a:path extrusionOk="0" h="529" w="513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" name="Google Shape;1232;p28"/>
            <p:cNvSpPr/>
            <p:nvPr/>
          </p:nvSpPr>
          <p:spPr>
            <a:xfrm>
              <a:off x="3679325" y="1251700"/>
              <a:ext cx="13400" cy="13375"/>
            </a:xfrm>
            <a:custGeom>
              <a:rect b="b" l="l" r="r" t="t"/>
              <a:pathLst>
                <a:path extrusionOk="0" h="535" w="536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" name="Google Shape;1233;p28"/>
            <p:cNvSpPr/>
            <p:nvPr/>
          </p:nvSpPr>
          <p:spPr>
            <a:xfrm>
              <a:off x="3144725" y="1163875"/>
              <a:ext cx="14600" cy="13400"/>
            </a:xfrm>
            <a:custGeom>
              <a:rect b="b" l="l" r="r" t="t"/>
              <a:pathLst>
                <a:path extrusionOk="0" h="536" w="584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" name="Google Shape;1234;p28"/>
            <p:cNvSpPr/>
            <p:nvPr/>
          </p:nvSpPr>
          <p:spPr>
            <a:xfrm>
              <a:off x="3218550" y="1236775"/>
              <a:ext cx="14300" cy="13050"/>
            </a:xfrm>
            <a:custGeom>
              <a:rect b="b" l="l" r="r" t="t"/>
              <a:pathLst>
                <a:path extrusionOk="0" h="522" w="572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" name="Google Shape;1235;p28"/>
            <p:cNvSpPr/>
            <p:nvPr/>
          </p:nvSpPr>
          <p:spPr>
            <a:xfrm>
              <a:off x="3135200" y="1280250"/>
              <a:ext cx="13725" cy="13400"/>
            </a:xfrm>
            <a:custGeom>
              <a:rect b="b" l="l" r="r" t="t"/>
              <a:pathLst>
                <a:path extrusionOk="0" h="536" w="549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36" name="Google Shape;1236;p28"/>
          <p:cNvSpPr txBox="1"/>
          <p:nvPr>
            <p:ph type="title"/>
          </p:nvPr>
        </p:nvSpPr>
        <p:spPr>
          <a:xfrm>
            <a:off x="2049933" y="6143200"/>
            <a:ext cx="10905600" cy="58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grpSp>
        <p:nvGrpSpPr>
          <p:cNvPr id="1237" name="Google Shape;1237;p28"/>
          <p:cNvGrpSpPr/>
          <p:nvPr/>
        </p:nvGrpSpPr>
        <p:grpSpPr>
          <a:xfrm rot="10800000">
            <a:off x="-33" y="-7"/>
            <a:ext cx="10510959" cy="2725215"/>
            <a:chOff x="2582150" y="3714800"/>
            <a:chExt cx="2689050" cy="697200"/>
          </a:xfrm>
        </p:grpSpPr>
        <p:sp>
          <p:nvSpPr>
            <p:cNvPr id="1238" name="Google Shape;1238;p28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" name="Google Shape;1239;p28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" name="Google Shape;1240;p28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" name="Google Shape;1241;p28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" name="Google Shape;1242;p28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" name="Google Shape;1243;p28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" name="Google Shape;1244;p28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" name="Google Shape;1245;p28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" name="Google Shape;1246;p28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" name="Google Shape;1247;p28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" name="Google Shape;1248;p28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" name="Google Shape;1249;p28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" name="Google Shape;1250;p28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" name="Google Shape;1251;p28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" name="Google Shape;1252;p28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3" name="Google Shape;1253;p28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" name="Google Shape;1254;p28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" name="Google Shape;1255;p28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" name="Google Shape;1256;p28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" name="Google Shape;1257;p28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" name="Google Shape;1258;p28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" name="Google Shape;1259;p28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" name="Google Shape;1260;p28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" name="Google Shape;1261;p28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" name="Google Shape;1262;p28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" name="Google Shape;1263;p28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" name="Google Shape;1264;p28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" name="Google Shape;1265;p28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" name="Google Shape;1266;p28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" name="Google Shape;1267;p28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" name="Google Shape;1268;p28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9" name="Google Shape;1269;p28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" name="Google Shape;1270;p28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" name="Google Shape;1271;p28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" name="Google Shape;1272;p28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" name="Google Shape;1273;p28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" name="Google Shape;1274;p28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" name="Google Shape;1275;p28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" name="Google Shape;1276;p28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" name="Google Shape;1277;p28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" name="Google Shape;1278;p28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" name="Google Shape;1279;p28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" name="Google Shape;1280;p28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" name="Google Shape;1281;p28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" name="Google Shape;1282;p28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" name="Google Shape;1283;p28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" name="Google Shape;1284;p28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" name="Google Shape;1285;p28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" name="Google Shape;1286;p28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" name="Google Shape;1287;p28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" name="Google Shape;1288;p28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" name="Google Shape;1289;p28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" name="Google Shape;1290;p28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" name="Google Shape;1291;p28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" name="Google Shape;1292;p28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" name="Google Shape;1293;p28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" name="Google Shape;1294;p28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" name="Google Shape;1295;p28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" name="Google Shape;1296;p28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7" name="Google Shape;1297;p28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298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p29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29"/>
          <p:cNvSpPr txBox="1"/>
          <p:nvPr>
            <p:ph hasCustomPrompt="1" type="title"/>
          </p:nvPr>
        </p:nvSpPr>
        <p:spPr>
          <a:xfrm>
            <a:off x="2735200" y="3763450"/>
            <a:ext cx="18913500" cy="47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3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r>
              <a:t>xx%</a:t>
            </a:r>
          </a:p>
        </p:txBody>
      </p:sp>
      <p:sp>
        <p:nvSpPr>
          <p:cNvPr id="1301" name="Google Shape;1301;p29"/>
          <p:cNvSpPr txBox="1"/>
          <p:nvPr>
            <p:ph idx="1" type="subTitle"/>
          </p:nvPr>
        </p:nvSpPr>
        <p:spPr>
          <a:xfrm>
            <a:off x="3423800" y="8626950"/>
            <a:ext cx="17535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5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 sz="4300"/>
            </a:lvl9pPr>
          </a:lstStyle>
          <a:p/>
        </p:txBody>
      </p:sp>
      <p:grpSp>
        <p:nvGrpSpPr>
          <p:cNvPr id="1302" name="Google Shape;1302;p29"/>
          <p:cNvGrpSpPr/>
          <p:nvPr/>
        </p:nvGrpSpPr>
        <p:grpSpPr>
          <a:xfrm flipH="1" rot="10800000">
            <a:off x="13697511" y="8740017"/>
            <a:ext cx="10765575" cy="4182143"/>
            <a:chOff x="874500" y="1324100"/>
            <a:chExt cx="2298225" cy="892800"/>
          </a:xfrm>
        </p:grpSpPr>
        <p:sp>
          <p:nvSpPr>
            <p:cNvPr id="1303" name="Google Shape;1303;p29"/>
            <p:cNvSpPr/>
            <p:nvPr/>
          </p:nvSpPr>
          <p:spPr>
            <a:xfrm>
              <a:off x="3108700" y="1324100"/>
              <a:ext cx="64025" cy="42300"/>
            </a:xfrm>
            <a:custGeom>
              <a:rect b="b" l="l" r="r" t="t"/>
              <a:pathLst>
                <a:path extrusionOk="0" h="1692" w="2561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4" name="Google Shape;1304;p29"/>
            <p:cNvSpPr/>
            <p:nvPr/>
          </p:nvSpPr>
          <p:spPr>
            <a:xfrm>
              <a:off x="3100375" y="1324400"/>
              <a:ext cx="24425" cy="35450"/>
            </a:xfrm>
            <a:custGeom>
              <a:rect b="b" l="l" r="r" t="t"/>
              <a:pathLst>
                <a:path extrusionOk="0" h="1418" w="977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5" name="Google Shape;1305;p29"/>
            <p:cNvSpPr/>
            <p:nvPr/>
          </p:nvSpPr>
          <p:spPr>
            <a:xfrm>
              <a:off x="2658050" y="1324100"/>
              <a:ext cx="77725" cy="101225"/>
            </a:xfrm>
            <a:custGeom>
              <a:rect b="b" l="l" r="r" t="t"/>
              <a:pathLst>
                <a:path extrusionOk="0" h="4049" w="3109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6" name="Google Shape;1306;p29"/>
            <p:cNvSpPr/>
            <p:nvPr/>
          </p:nvSpPr>
          <p:spPr>
            <a:xfrm>
              <a:off x="3039950" y="1324100"/>
              <a:ext cx="46750" cy="37525"/>
            </a:xfrm>
            <a:custGeom>
              <a:rect b="b" l="l" r="r" t="t"/>
              <a:pathLst>
                <a:path extrusionOk="0" h="1501" w="187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7" name="Google Shape;1307;p29"/>
            <p:cNvSpPr/>
            <p:nvPr/>
          </p:nvSpPr>
          <p:spPr>
            <a:xfrm>
              <a:off x="3095625" y="1382750"/>
              <a:ext cx="10725" cy="6125"/>
            </a:xfrm>
            <a:custGeom>
              <a:rect b="b" l="l" r="r" t="t"/>
              <a:pathLst>
                <a:path extrusionOk="0" h="245" w="429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8" name="Google Shape;1308;p29"/>
            <p:cNvSpPr/>
            <p:nvPr/>
          </p:nvSpPr>
          <p:spPr>
            <a:xfrm>
              <a:off x="2519350" y="1324100"/>
              <a:ext cx="119375" cy="105400"/>
            </a:xfrm>
            <a:custGeom>
              <a:rect b="b" l="l" r="r" t="t"/>
              <a:pathLst>
                <a:path extrusionOk="0" h="4216" w="4775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9" name="Google Shape;1309;p29"/>
            <p:cNvSpPr/>
            <p:nvPr/>
          </p:nvSpPr>
          <p:spPr>
            <a:xfrm>
              <a:off x="2959575" y="1324400"/>
              <a:ext cx="127425" cy="44675"/>
            </a:xfrm>
            <a:custGeom>
              <a:rect b="b" l="l" r="r" t="t"/>
              <a:pathLst>
                <a:path extrusionOk="0" h="1787" w="5097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0" name="Google Shape;1310;p29"/>
            <p:cNvSpPr/>
            <p:nvPr/>
          </p:nvSpPr>
          <p:spPr>
            <a:xfrm>
              <a:off x="2669975" y="1368450"/>
              <a:ext cx="416425" cy="72950"/>
            </a:xfrm>
            <a:custGeom>
              <a:rect b="b" l="l" r="r" t="t"/>
              <a:pathLst>
                <a:path extrusionOk="0" h="2918" w="16657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1" name="Google Shape;1311;p29"/>
            <p:cNvSpPr/>
            <p:nvPr/>
          </p:nvSpPr>
          <p:spPr>
            <a:xfrm>
              <a:off x="2464575" y="1378875"/>
              <a:ext cx="629275" cy="804275"/>
            </a:xfrm>
            <a:custGeom>
              <a:rect b="b" l="l" r="r" t="t"/>
              <a:pathLst>
                <a:path extrusionOk="0" h="32171" w="25171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2" name="Google Shape;1312;p29"/>
            <p:cNvSpPr/>
            <p:nvPr/>
          </p:nvSpPr>
          <p:spPr>
            <a:xfrm>
              <a:off x="2489575" y="1454775"/>
              <a:ext cx="155400" cy="285775"/>
            </a:xfrm>
            <a:custGeom>
              <a:rect b="b" l="l" r="r" t="t"/>
              <a:pathLst>
                <a:path extrusionOk="0" h="11431" w="6216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3" name="Google Shape;1313;p29"/>
            <p:cNvSpPr/>
            <p:nvPr/>
          </p:nvSpPr>
          <p:spPr>
            <a:xfrm>
              <a:off x="2481850" y="1387200"/>
              <a:ext cx="1500" cy="2400"/>
            </a:xfrm>
            <a:custGeom>
              <a:rect b="b" l="l" r="r" t="t"/>
              <a:pathLst>
                <a:path extrusionOk="0" h="96" w="6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4" name="Google Shape;1314;p29"/>
            <p:cNvSpPr/>
            <p:nvPr/>
          </p:nvSpPr>
          <p:spPr>
            <a:xfrm>
              <a:off x="2482450" y="1324400"/>
              <a:ext cx="12225" cy="56575"/>
            </a:xfrm>
            <a:custGeom>
              <a:rect b="b" l="l" r="r" t="t"/>
              <a:pathLst>
                <a:path extrusionOk="0" h="2263" w="489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5" name="Google Shape;1315;p29"/>
            <p:cNvSpPr/>
            <p:nvPr/>
          </p:nvSpPr>
          <p:spPr>
            <a:xfrm>
              <a:off x="2461300" y="1397025"/>
              <a:ext cx="28600" cy="338450"/>
            </a:xfrm>
            <a:custGeom>
              <a:rect b="b" l="l" r="r" t="t"/>
              <a:pathLst>
                <a:path extrusionOk="0" h="13538" w="1144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6" name="Google Shape;1316;p29"/>
            <p:cNvSpPr/>
            <p:nvPr/>
          </p:nvSpPr>
          <p:spPr>
            <a:xfrm>
              <a:off x="2299675" y="1324400"/>
              <a:ext cx="333400" cy="114025"/>
            </a:xfrm>
            <a:custGeom>
              <a:rect b="b" l="l" r="r" t="t"/>
              <a:pathLst>
                <a:path extrusionOk="0" h="4561" w="13336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7" name="Google Shape;1317;p29"/>
            <p:cNvSpPr/>
            <p:nvPr/>
          </p:nvSpPr>
          <p:spPr>
            <a:xfrm>
              <a:off x="2163950" y="1324400"/>
              <a:ext cx="136950" cy="109550"/>
            </a:xfrm>
            <a:custGeom>
              <a:rect b="b" l="l" r="r" t="t"/>
              <a:pathLst>
                <a:path extrusionOk="0" h="4382" w="5478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8" name="Google Shape;1318;p29"/>
            <p:cNvSpPr/>
            <p:nvPr/>
          </p:nvSpPr>
          <p:spPr>
            <a:xfrm>
              <a:off x="1971375" y="1430950"/>
              <a:ext cx="188425" cy="158400"/>
            </a:xfrm>
            <a:custGeom>
              <a:rect b="b" l="l" r="r" t="t"/>
              <a:pathLst>
                <a:path extrusionOk="0" h="6336" w="7537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9" name="Google Shape;1319;p29"/>
            <p:cNvSpPr/>
            <p:nvPr/>
          </p:nvSpPr>
          <p:spPr>
            <a:xfrm>
              <a:off x="2269925" y="1742600"/>
              <a:ext cx="5075" cy="3000"/>
            </a:xfrm>
            <a:custGeom>
              <a:rect b="b" l="l" r="r" t="t"/>
              <a:pathLst>
                <a:path extrusionOk="0" h="120" w="203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0" name="Google Shape;1320;p29"/>
            <p:cNvSpPr/>
            <p:nvPr/>
          </p:nvSpPr>
          <p:spPr>
            <a:xfrm>
              <a:off x="2117800" y="1324100"/>
              <a:ext cx="141425" cy="365850"/>
            </a:xfrm>
            <a:custGeom>
              <a:rect b="b" l="l" r="r" t="t"/>
              <a:pathLst>
                <a:path extrusionOk="0" h="14634" w="5657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1" name="Google Shape;1321;p29"/>
            <p:cNvSpPr/>
            <p:nvPr/>
          </p:nvSpPr>
          <p:spPr>
            <a:xfrm>
              <a:off x="2450600" y="1814350"/>
              <a:ext cx="27100" cy="362275"/>
            </a:xfrm>
            <a:custGeom>
              <a:rect b="b" l="l" r="r" t="t"/>
              <a:pathLst>
                <a:path extrusionOk="0" h="14491" w="1084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2" name="Google Shape;1322;p29"/>
            <p:cNvSpPr/>
            <p:nvPr/>
          </p:nvSpPr>
          <p:spPr>
            <a:xfrm>
              <a:off x="2273475" y="1738150"/>
              <a:ext cx="176850" cy="439950"/>
            </a:xfrm>
            <a:custGeom>
              <a:rect b="b" l="l" r="r" t="t"/>
              <a:pathLst>
                <a:path extrusionOk="0" h="17598" w="7074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29"/>
            <p:cNvSpPr/>
            <p:nvPr/>
          </p:nvSpPr>
          <p:spPr>
            <a:xfrm>
              <a:off x="2293425" y="1714325"/>
              <a:ext cx="141725" cy="60150"/>
            </a:xfrm>
            <a:custGeom>
              <a:rect b="b" l="l" r="r" t="t"/>
              <a:pathLst>
                <a:path extrusionOk="0" h="2406" w="5669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4" name="Google Shape;1324;p29"/>
            <p:cNvSpPr/>
            <p:nvPr/>
          </p:nvSpPr>
          <p:spPr>
            <a:xfrm>
              <a:off x="1976725" y="1600625"/>
              <a:ext cx="267625" cy="103300"/>
            </a:xfrm>
            <a:custGeom>
              <a:rect b="b" l="l" r="r" t="t"/>
              <a:pathLst>
                <a:path extrusionOk="0" h="4132" w="10705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5" name="Google Shape;1325;p29"/>
            <p:cNvSpPr/>
            <p:nvPr/>
          </p:nvSpPr>
          <p:spPr>
            <a:xfrm>
              <a:off x="1969275" y="1610450"/>
              <a:ext cx="477475" cy="573900"/>
            </a:xfrm>
            <a:custGeom>
              <a:rect b="b" l="l" r="r" t="t"/>
              <a:pathLst>
                <a:path extrusionOk="0" h="22956" w="19099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6" name="Google Shape;1326;p29"/>
            <p:cNvSpPr/>
            <p:nvPr/>
          </p:nvSpPr>
          <p:spPr>
            <a:xfrm>
              <a:off x="1726400" y="1324400"/>
              <a:ext cx="224450" cy="261075"/>
            </a:xfrm>
            <a:custGeom>
              <a:rect b="b" l="l" r="r" t="t"/>
              <a:pathLst>
                <a:path extrusionOk="0" h="10443" w="8978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29"/>
            <p:cNvSpPr/>
            <p:nvPr/>
          </p:nvSpPr>
          <p:spPr>
            <a:xfrm>
              <a:off x="1592450" y="1416675"/>
              <a:ext cx="110450" cy="205100"/>
            </a:xfrm>
            <a:custGeom>
              <a:rect b="b" l="l" r="r" t="t"/>
              <a:pathLst>
                <a:path extrusionOk="0" h="8204" w="4418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29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29"/>
            <p:cNvSpPr/>
            <p:nvPr/>
          </p:nvSpPr>
          <p:spPr>
            <a:xfrm>
              <a:off x="1593350" y="1324400"/>
              <a:ext cx="59850" cy="58675"/>
            </a:xfrm>
            <a:custGeom>
              <a:rect b="b" l="l" r="r" t="t"/>
              <a:pathLst>
                <a:path extrusionOk="0" h="2347" w="2394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29"/>
            <p:cNvSpPr/>
            <p:nvPr/>
          </p:nvSpPr>
          <p:spPr>
            <a:xfrm>
              <a:off x="134510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p29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p29"/>
            <p:cNvSpPr/>
            <p:nvPr/>
          </p:nvSpPr>
          <p:spPr>
            <a:xfrm>
              <a:off x="1354625" y="1406550"/>
              <a:ext cx="219700" cy="254225"/>
            </a:xfrm>
            <a:custGeom>
              <a:rect b="b" l="l" r="r" t="t"/>
              <a:pathLst>
                <a:path extrusionOk="0" h="10169" w="8788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3" name="Google Shape;1333;p29"/>
            <p:cNvSpPr/>
            <p:nvPr/>
          </p:nvSpPr>
          <p:spPr>
            <a:xfrm>
              <a:off x="1345700" y="1669675"/>
              <a:ext cx="600" cy="325"/>
            </a:xfrm>
            <a:custGeom>
              <a:rect b="b" l="l" r="r" t="t"/>
              <a:pathLst>
                <a:path extrusionOk="0" h="13" w="24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4" name="Google Shape;1334;p29"/>
            <p:cNvSpPr/>
            <p:nvPr/>
          </p:nvSpPr>
          <p:spPr>
            <a:xfrm>
              <a:off x="1348675" y="1635750"/>
              <a:ext cx="339650" cy="34250"/>
            </a:xfrm>
            <a:custGeom>
              <a:rect b="b" l="l" r="r" t="t"/>
              <a:pathLst>
                <a:path extrusionOk="0" h="1370" w="13586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5" name="Google Shape;1335;p29"/>
            <p:cNvSpPr/>
            <p:nvPr/>
          </p:nvSpPr>
          <p:spPr>
            <a:xfrm>
              <a:off x="1346575" y="1669975"/>
              <a:ext cx="1225" cy="625"/>
            </a:xfrm>
            <a:custGeom>
              <a:rect b="b" l="l" r="r" t="t"/>
              <a:pathLst>
                <a:path extrusionOk="0" h="25" w="49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6" name="Google Shape;1336;p29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7" name="Google Shape;1337;p29"/>
            <p:cNvSpPr/>
            <p:nvPr/>
          </p:nvSpPr>
          <p:spPr>
            <a:xfrm>
              <a:off x="1345100" y="16693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8" name="Google Shape;1338;p29"/>
            <p:cNvSpPr/>
            <p:nvPr/>
          </p:nvSpPr>
          <p:spPr>
            <a:xfrm>
              <a:off x="1349275" y="1670125"/>
              <a:ext cx="300" cy="475"/>
            </a:xfrm>
            <a:custGeom>
              <a:rect b="b" l="l" r="r" t="t"/>
              <a:pathLst>
                <a:path extrusionOk="0" h="19" w="12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9" name="Google Shape;1339;p29"/>
            <p:cNvSpPr/>
            <p:nvPr/>
          </p:nvSpPr>
          <p:spPr>
            <a:xfrm>
              <a:off x="1351050" y="16690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p29"/>
            <p:cNvSpPr/>
            <p:nvPr/>
          </p:nvSpPr>
          <p:spPr>
            <a:xfrm>
              <a:off x="992675" y="1324400"/>
              <a:ext cx="353050" cy="345000"/>
            </a:xfrm>
            <a:custGeom>
              <a:rect b="b" l="l" r="r" t="t"/>
              <a:pathLst>
                <a:path extrusionOk="0" h="13800" w="14122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1" name="Google Shape;1341;p29"/>
            <p:cNvSpPr/>
            <p:nvPr/>
          </p:nvSpPr>
          <p:spPr>
            <a:xfrm>
              <a:off x="1346275" y="1669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2" name="Google Shape;1342;p29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p29"/>
            <p:cNvSpPr/>
            <p:nvPr/>
          </p:nvSpPr>
          <p:spPr>
            <a:xfrm>
              <a:off x="135105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4" name="Google Shape;1344;p29"/>
            <p:cNvSpPr/>
            <p:nvPr/>
          </p:nvSpPr>
          <p:spPr>
            <a:xfrm>
              <a:off x="1351950" y="166760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p29"/>
            <p:cNvSpPr/>
            <p:nvPr/>
          </p:nvSpPr>
          <p:spPr>
            <a:xfrm>
              <a:off x="1343300" y="1324400"/>
              <a:ext cx="127425" cy="346500"/>
            </a:xfrm>
            <a:custGeom>
              <a:rect b="b" l="l" r="r" t="t"/>
              <a:pathLst>
                <a:path extrusionOk="0" h="13860" w="5097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6" name="Google Shape;1346;p29"/>
            <p:cNvSpPr/>
            <p:nvPr/>
          </p:nvSpPr>
          <p:spPr>
            <a:xfrm>
              <a:off x="2236875" y="1685475"/>
              <a:ext cx="58075" cy="57750"/>
            </a:xfrm>
            <a:custGeom>
              <a:rect b="b" l="l" r="r" t="t"/>
              <a:pathLst>
                <a:path extrusionOk="0" h="2310" w="2323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p29"/>
            <p:cNvSpPr/>
            <p:nvPr/>
          </p:nvSpPr>
          <p:spPr>
            <a:xfrm>
              <a:off x="2434225" y="1733500"/>
              <a:ext cx="85450" cy="81450"/>
            </a:xfrm>
            <a:custGeom>
              <a:rect b="b" l="l" r="r" t="t"/>
              <a:pathLst>
                <a:path extrusionOk="0" h="3258" w="3418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p29"/>
            <p:cNvSpPr/>
            <p:nvPr/>
          </p:nvSpPr>
          <p:spPr>
            <a:xfrm>
              <a:off x="2630075" y="1418625"/>
              <a:ext cx="41100" cy="40925"/>
            </a:xfrm>
            <a:custGeom>
              <a:rect b="b" l="l" r="r" t="t"/>
              <a:pathLst>
                <a:path extrusionOk="0" h="1637" w="1644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p29"/>
            <p:cNvSpPr/>
            <p:nvPr/>
          </p:nvSpPr>
          <p:spPr>
            <a:xfrm>
              <a:off x="2338375" y="1395450"/>
              <a:ext cx="32475" cy="28775"/>
            </a:xfrm>
            <a:custGeom>
              <a:rect b="b" l="l" r="r" t="t"/>
              <a:pathLst>
                <a:path extrusionOk="0" h="1151" w="1299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p29"/>
            <p:cNvSpPr/>
            <p:nvPr/>
          </p:nvSpPr>
          <p:spPr>
            <a:xfrm>
              <a:off x="3084300" y="1355525"/>
              <a:ext cx="30375" cy="29150"/>
            </a:xfrm>
            <a:custGeom>
              <a:rect b="b" l="l" r="r" t="t"/>
              <a:pathLst>
                <a:path extrusionOk="0" h="1166" w="1215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p29"/>
            <p:cNvSpPr/>
            <p:nvPr/>
          </p:nvSpPr>
          <p:spPr>
            <a:xfrm>
              <a:off x="1937425" y="1579200"/>
              <a:ext cx="42300" cy="40575"/>
            </a:xfrm>
            <a:custGeom>
              <a:rect b="b" l="l" r="r" t="t"/>
              <a:pathLst>
                <a:path extrusionOk="0" h="1623" w="1692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p29"/>
            <p:cNvSpPr/>
            <p:nvPr/>
          </p:nvSpPr>
          <p:spPr>
            <a:xfrm>
              <a:off x="2435125" y="2175825"/>
              <a:ext cx="44075" cy="41075"/>
            </a:xfrm>
            <a:custGeom>
              <a:rect b="b" l="l" r="r" t="t"/>
              <a:pathLst>
                <a:path extrusionOk="0" h="1643" w="1763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3" name="Google Shape;1353;p29"/>
            <p:cNvSpPr/>
            <p:nvPr/>
          </p:nvSpPr>
          <p:spPr>
            <a:xfrm>
              <a:off x="874500" y="1324400"/>
              <a:ext cx="61050" cy="39475"/>
            </a:xfrm>
            <a:custGeom>
              <a:rect b="b" l="l" r="r" t="t"/>
              <a:pathLst>
                <a:path extrusionOk="0" h="1579" w="2442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4" name="Google Shape;1354;p29"/>
            <p:cNvSpPr/>
            <p:nvPr/>
          </p:nvSpPr>
          <p:spPr>
            <a:xfrm>
              <a:off x="1687100" y="1615750"/>
              <a:ext cx="48250" cy="45975"/>
            </a:xfrm>
            <a:custGeom>
              <a:rect b="b" l="l" r="r" t="t"/>
              <a:pathLst>
                <a:path extrusionOk="0" h="1839" w="193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5" name="Google Shape;1355;p29"/>
            <p:cNvSpPr/>
            <p:nvPr/>
          </p:nvSpPr>
          <p:spPr>
            <a:xfrm>
              <a:off x="2480650" y="1385525"/>
              <a:ext cx="17900" cy="16475"/>
            </a:xfrm>
            <a:custGeom>
              <a:rect b="b" l="l" r="r" t="t"/>
              <a:pathLst>
                <a:path extrusionOk="0" h="659" w="716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p29"/>
            <p:cNvSpPr/>
            <p:nvPr/>
          </p:nvSpPr>
          <p:spPr>
            <a:xfrm>
              <a:off x="1565650" y="1378450"/>
              <a:ext cx="45875" cy="41525"/>
            </a:xfrm>
            <a:custGeom>
              <a:rect b="b" l="l" r="r" t="t"/>
              <a:pathLst>
                <a:path extrusionOk="0" h="1661" w="1835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57" name="Google Shape;1357;p29"/>
          <p:cNvGrpSpPr/>
          <p:nvPr/>
        </p:nvGrpSpPr>
        <p:grpSpPr>
          <a:xfrm flipH="1">
            <a:off x="127" y="13"/>
            <a:ext cx="10765575" cy="4182143"/>
            <a:chOff x="874500" y="1324100"/>
            <a:chExt cx="2298225" cy="892800"/>
          </a:xfrm>
        </p:grpSpPr>
        <p:sp>
          <p:nvSpPr>
            <p:cNvPr id="1358" name="Google Shape;1358;p29"/>
            <p:cNvSpPr/>
            <p:nvPr/>
          </p:nvSpPr>
          <p:spPr>
            <a:xfrm>
              <a:off x="3108700" y="1324100"/>
              <a:ext cx="64025" cy="42300"/>
            </a:xfrm>
            <a:custGeom>
              <a:rect b="b" l="l" r="r" t="t"/>
              <a:pathLst>
                <a:path extrusionOk="0" h="1692" w="2561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9" name="Google Shape;1359;p29"/>
            <p:cNvSpPr/>
            <p:nvPr/>
          </p:nvSpPr>
          <p:spPr>
            <a:xfrm>
              <a:off x="3100375" y="1324400"/>
              <a:ext cx="24425" cy="35450"/>
            </a:xfrm>
            <a:custGeom>
              <a:rect b="b" l="l" r="r" t="t"/>
              <a:pathLst>
                <a:path extrusionOk="0" h="1418" w="977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0" name="Google Shape;1360;p29"/>
            <p:cNvSpPr/>
            <p:nvPr/>
          </p:nvSpPr>
          <p:spPr>
            <a:xfrm>
              <a:off x="2658050" y="1324100"/>
              <a:ext cx="77725" cy="101225"/>
            </a:xfrm>
            <a:custGeom>
              <a:rect b="b" l="l" r="r" t="t"/>
              <a:pathLst>
                <a:path extrusionOk="0" h="4049" w="3109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1" name="Google Shape;1361;p29"/>
            <p:cNvSpPr/>
            <p:nvPr/>
          </p:nvSpPr>
          <p:spPr>
            <a:xfrm>
              <a:off x="3039950" y="1324100"/>
              <a:ext cx="46750" cy="37525"/>
            </a:xfrm>
            <a:custGeom>
              <a:rect b="b" l="l" r="r" t="t"/>
              <a:pathLst>
                <a:path extrusionOk="0" h="1501" w="187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2" name="Google Shape;1362;p29"/>
            <p:cNvSpPr/>
            <p:nvPr/>
          </p:nvSpPr>
          <p:spPr>
            <a:xfrm>
              <a:off x="3095625" y="1382750"/>
              <a:ext cx="10725" cy="6125"/>
            </a:xfrm>
            <a:custGeom>
              <a:rect b="b" l="l" r="r" t="t"/>
              <a:pathLst>
                <a:path extrusionOk="0" h="245" w="429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3" name="Google Shape;1363;p29"/>
            <p:cNvSpPr/>
            <p:nvPr/>
          </p:nvSpPr>
          <p:spPr>
            <a:xfrm>
              <a:off x="2519350" y="1324100"/>
              <a:ext cx="119375" cy="105400"/>
            </a:xfrm>
            <a:custGeom>
              <a:rect b="b" l="l" r="r" t="t"/>
              <a:pathLst>
                <a:path extrusionOk="0" h="4216" w="4775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4" name="Google Shape;1364;p29"/>
            <p:cNvSpPr/>
            <p:nvPr/>
          </p:nvSpPr>
          <p:spPr>
            <a:xfrm>
              <a:off x="2959575" y="1324400"/>
              <a:ext cx="127425" cy="44675"/>
            </a:xfrm>
            <a:custGeom>
              <a:rect b="b" l="l" r="r" t="t"/>
              <a:pathLst>
                <a:path extrusionOk="0" h="1787" w="5097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5" name="Google Shape;1365;p29"/>
            <p:cNvSpPr/>
            <p:nvPr/>
          </p:nvSpPr>
          <p:spPr>
            <a:xfrm>
              <a:off x="2669975" y="1368450"/>
              <a:ext cx="416425" cy="72950"/>
            </a:xfrm>
            <a:custGeom>
              <a:rect b="b" l="l" r="r" t="t"/>
              <a:pathLst>
                <a:path extrusionOk="0" h="2918" w="16657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6" name="Google Shape;1366;p29"/>
            <p:cNvSpPr/>
            <p:nvPr/>
          </p:nvSpPr>
          <p:spPr>
            <a:xfrm>
              <a:off x="2464575" y="1378875"/>
              <a:ext cx="629275" cy="804275"/>
            </a:xfrm>
            <a:custGeom>
              <a:rect b="b" l="l" r="r" t="t"/>
              <a:pathLst>
                <a:path extrusionOk="0" h="32171" w="25171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7" name="Google Shape;1367;p29"/>
            <p:cNvSpPr/>
            <p:nvPr/>
          </p:nvSpPr>
          <p:spPr>
            <a:xfrm>
              <a:off x="2489575" y="1454775"/>
              <a:ext cx="155400" cy="285775"/>
            </a:xfrm>
            <a:custGeom>
              <a:rect b="b" l="l" r="r" t="t"/>
              <a:pathLst>
                <a:path extrusionOk="0" h="11431" w="6216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8" name="Google Shape;1368;p29"/>
            <p:cNvSpPr/>
            <p:nvPr/>
          </p:nvSpPr>
          <p:spPr>
            <a:xfrm>
              <a:off x="2481850" y="1387200"/>
              <a:ext cx="1500" cy="2400"/>
            </a:xfrm>
            <a:custGeom>
              <a:rect b="b" l="l" r="r" t="t"/>
              <a:pathLst>
                <a:path extrusionOk="0" h="96" w="6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9" name="Google Shape;1369;p29"/>
            <p:cNvSpPr/>
            <p:nvPr/>
          </p:nvSpPr>
          <p:spPr>
            <a:xfrm>
              <a:off x="2482450" y="1324400"/>
              <a:ext cx="12225" cy="56575"/>
            </a:xfrm>
            <a:custGeom>
              <a:rect b="b" l="l" r="r" t="t"/>
              <a:pathLst>
                <a:path extrusionOk="0" h="2263" w="489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0" name="Google Shape;1370;p29"/>
            <p:cNvSpPr/>
            <p:nvPr/>
          </p:nvSpPr>
          <p:spPr>
            <a:xfrm>
              <a:off x="2461300" y="1397025"/>
              <a:ext cx="28600" cy="338450"/>
            </a:xfrm>
            <a:custGeom>
              <a:rect b="b" l="l" r="r" t="t"/>
              <a:pathLst>
                <a:path extrusionOk="0" h="13538" w="1144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1" name="Google Shape;1371;p29"/>
            <p:cNvSpPr/>
            <p:nvPr/>
          </p:nvSpPr>
          <p:spPr>
            <a:xfrm>
              <a:off x="2299675" y="1324400"/>
              <a:ext cx="333400" cy="114025"/>
            </a:xfrm>
            <a:custGeom>
              <a:rect b="b" l="l" r="r" t="t"/>
              <a:pathLst>
                <a:path extrusionOk="0" h="4561" w="13336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2" name="Google Shape;1372;p29"/>
            <p:cNvSpPr/>
            <p:nvPr/>
          </p:nvSpPr>
          <p:spPr>
            <a:xfrm>
              <a:off x="2163950" y="1324400"/>
              <a:ext cx="136950" cy="109550"/>
            </a:xfrm>
            <a:custGeom>
              <a:rect b="b" l="l" r="r" t="t"/>
              <a:pathLst>
                <a:path extrusionOk="0" h="4382" w="5478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3" name="Google Shape;1373;p29"/>
            <p:cNvSpPr/>
            <p:nvPr/>
          </p:nvSpPr>
          <p:spPr>
            <a:xfrm>
              <a:off x="1971375" y="1430950"/>
              <a:ext cx="188425" cy="158400"/>
            </a:xfrm>
            <a:custGeom>
              <a:rect b="b" l="l" r="r" t="t"/>
              <a:pathLst>
                <a:path extrusionOk="0" h="6336" w="7537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4" name="Google Shape;1374;p29"/>
            <p:cNvSpPr/>
            <p:nvPr/>
          </p:nvSpPr>
          <p:spPr>
            <a:xfrm>
              <a:off x="2269925" y="1742600"/>
              <a:ext cx="5075" cy="3000"/>
            </a:xfrm>
            <a:custGeom>
              <a:rect b="b" l="l" r="r" t="t"/>
              <a:pathLst>
                <a:path extrusionOk="0" h="120" w="203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5" name="Google Shape;1375;p29"/>
            <p:cNvSpPr/>
            <p:nvPr/>
          </p:nvSpPr>
          <p:spPr>
            <a:xfrm>
              <a:off x="2117800" y="1324100"/>
              <a:ext cx="141425" cy="365850"/>
            </a:xfrm>
            <a:custGeom>
              <a:rect b="b" l="l" r="r" t="t"/>
              <a:pathLst>
                <a:path extrusionOk="0" h="14634" w="5657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6" name="Google Shape;1376;p29"/>
            <p:cNvSpPr/>
            <p:nvPr/>
          </p:nvSpPr>
          <p:spPr>
            <a:xfrm>
              <a:off x="2450600" y="1814350"/>
              <a:ext cx="27100" cy="362275"/>
            </a:xfrm>
            <a:custGeom>
              <a:rect b="b" l="l" r="r" t="t"/>
              <a:pathLst>
                <a:path extrusionOk="0" h="14491" w="1084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7" name="Google Shape;1377;p29"/>
            <p:cNvSpPr/>
            <p:nvPr/>
          </p:nvSpPr>
          <p:spPr>
            <a:xfrm>
              <a:off x="2273475" y="1738150"/>
              <a:ext cx="176850" cy="439950"/>
            </a:xfrm>
            <a:custGeom>
              <a:rect b="b" l="l" r="r" t="t"/>
              <a:pathLst>
                <a:path extrusionOk="0" h="17598" w="7074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8" name="Google Shape;1378;p29"/>
            <p:cNvSpPr/>
            <p:nvPr/>
          </p:nvSpPr>
          <p:spPr>
            <a:xfrm>
              <a:off x="2293425" y="1714325"/>
              <a:ext cx="141725" cy="60150"/>
            </a:xfrm>
            <a:custGeom>
              <a:rect b="b" l="l" r="r" t="t"/>
              <a:pathLst>
                <a:path extrusionOk="0" h="2406" w="5669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9" name="Google Shape;1379;p29"/>
            <p:cNvSpPr/>
            <p:nvPr/>
          </p:nvSpPr>
          <p:spPr>
            <a:xfrm>
              <a:off x="1976725" y="1600625"/>
              <a:ext cx="267625" cy="103300"/>
            </a:xfrm>
            <a:custGeom>
              <a:rect b="b" l="l" r="r" t="t"/>
              <a:pathLst>
                <a:path extrusionOk="0" h="4132" w="10705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0" name="Google Shape;1380;p29"/>
            <p:cNvSpPr/>
            <p:nvPr/>
          </p:nvSpPr>
          <p:spPr>
            <a:xfrm>
              <a:off x="1969275" y="1610450"/>
              <a:ext cx="477475" cy="573900"/>
            </a:xfrm>
            <a:custGeom>
              <a:rect b="b" l="l" r="r" t="t"/>
              <a:pathLst>
                <a:path extrusionOk="0" h="22956" w="19099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1" name="Google Shape;1381;p29"/>
            <p:cNvSpPr/>
            <p:nvPr/>
          </p:nvSpPr>
          <p:spPr>
            <a:xfrm>
              <a:off x="1726400" y="1324400"/>
              <a:ext cx="224450" cy="261075"/>
            </a:xfrm>
            <a:custGeom>
              <a:rect b="b" l="l" r="r" t="t"/>
              <a:pathLst>
                <a:path extrusionOk="0" h="10443" w="8978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2" name="Google Shape;1382;p29"/>
            <p:cNvSpPr/>
            <p:nvPr/>
          </p:nvSpPr>
          <p:spPr>
            <a:xfrm>
              <a:off x="1592450" y="1416675"/>
              <a:ext cx="110450" cy="205100"/>
            </a:xfrm>
            <a:custGeom>
              <a:rect b="b" l="l" r="r" t="t"/>
              <a:pathLst>
                <a:path extrusionOk="0" h="8204" w="4418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3" name="Google Shape;1383;p29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4" name="Google Shape;1384;p29"/>
            <p:cNvSpPr/>
            <p:nvPr/>
          </p:nvSpPr>
          <p:spPr>
            <a:xfrm>
              <a:off x="1593350" y="1324400"/>
              <a:ext cx="59850" cy="58675"/>
            </a:xfrm>
            <a:custGeom>
              <a:rect b="b" l="l" r="r" t="t"/>
              <a:pathLst>
                <a:path extrusionOk="0" h="2347" w="2394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5" name="Google Shape;1385;p29"/>
            <p:cNvSpPr/>
            <p:nvPr/>
          </p:nvSpPr>
          <p:spPr>
            <a:xfrm>
              <a:off x="134510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6" name="Google Shape;1386;p29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7" name="Google Shape;1387;p29"/>
            <p:cNvSpPr/>
            <p:nvPr/>
          </p:nvSpPr>
          <p:spPr>
            <a:xfrm>
              <a:off x="1354625" y="1406550"/>
              <a:ext cx="219700" cy="254225"/>
            </a:xfrm>
            <a:custGeom>
              <a:rect b="b" l="l" r="r" t="t"/>
              <a:pathLst>
                <a:path extrusionOk="0" h="10169" w="8788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8" name="Google Shape;1388;p29"/>
            <p:cNvSpPr/>
            <p:nvPr/>
          </p:nvSpPr>
          <p:spPr>
            <a:xfrm>
              <a:off x="1345700" y="1669675"/>
              <a:ext cx="600" cy="325"/>
            </a:xfrm>
            <a:custGeom>
              <a:rect b="b" l="l" r="r" t="t"/>
              <a:pathLst>
                <a:path extrusionOk="0" h="13" w="24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9" name="Google Shape;1389;p29"/>
            <p:cNvSpPr/>
            <p:nvPr/>
          </p:nvSpPr>
          <p:spPr>
            <a:xfrm>
              <a:off x="1348675" y="1635750"/>
              <a:ext cx="339650" cy="34250"/>
            </a:xfrm>
            <a:custGeom>
              <a:rect b="b" l="l" r="r" t="t"/>
              <a:pathLst>
                <a:path extrusionOk="0" h="1370" w="13586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0" name="Google Shape;1390;p29"/>
            <p:cNvSpPr/>
            <p:nvPr/>
          </p:nvSpPr>
          <p:spPr>
            <a:xfrm>
              <a:off x="1346575" y="1669975"/>
              <a:ext cx="1225" cy="625"/>
            </a:xfrm>
            <a:custGeom>
              <a:rect b="b" l="l" r="r" t="t"/>
              <a:pathLst>
                <a:path extrusionOk="0" h="25" w="49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1" name="Google Shape;1391;p29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2" name="Google Shape;1392;p29"/>
            <p:cNvSpPr/>
            <p:nvPr/>
          </p:nvSpPr>
          <p:spPr>
            <a:xfrm>
              <a:off x="1345100" y="16693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3" name="Google Shape;1393;p29"/>
            <p:cNvSpPr/>
            <p:nvPr/>
          </p:nvSpPr>
          <p:spPr>
            <a:xfrm>
              <a:off x="1349275" y="1670125"/>
              <a:ext cx="300" cy="475"/>
            </a:xfrm>
            <a:custGeom>
              <a:rect b="b" l="l" r="r" t="t"/>
              <a:pathLst>
                <a:path extrusionOk="0" h="19" w="12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4" name="Google Shape;1394;p29"/>
            <p:cNvSpPr/>
            <p:nvPr/>
          </p:nvSpPr>
          <p:spPr>
            <a:xfrm>
              <a:off x="1351050" y="16690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5" name="Google Shape;1395;p29"/>
            <p:cNvSpPr/>
            <p:nvPr/>
          </p:nvSpPr>
          <p:spPr>
            <a:xfrm>
              <a:off x="992675" y="1324400"/>
              <a:ext cx="353050" cy="345000"/>
            </a:xfrm>
            <a:custGeom>
              <a:rect b="b" l="l" r="r" t="t"/>
              <a:pathLst>
                <a:path extrusionOk="0" h="13800" w="14122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6" name="Google Shape;1396;p29"/>
            <p:cNvSpPr/>
            <p:nvPr/>
          </p:nvSpPr>
          <p:spPr>
            <a:xfrm>
              <a:off x="1346275" y="1669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7" name="Google Shape;1397;p29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8" name="Google Shape;1398;p29"/>
            <p:cNvSpPr/>
            <p:nvPr/>
          </p:nvSpPr>
          <p:spPr>
            <a:xfrm>
              <a:off x="135105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9" name="Google Shape;1399;p29"/>
            <p:cNvSpPr/>
            <p:nvPr/>
          </p:nvSpPr>
          <p:spPr>
            <a:xfrm>
              <a:off x="1351950" y="166760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0" name="Google Shape;1400;p29"/>
            <p:cNvSpPr/>
            <p:nvPr/>
          </p:nvSpPr>
          <p:spPr>
            <a:xfrm>
              <a:off x="1343300" y="1324400"/>
              <a:ext cx="127425" cy="346500"/>
            </a:xfrm>
            <a:custGeom>
              <a:rect b="b" l="l" r="r" t="t"/>
              <a:pathLst>
                <a:path extrusionOk="0" h="13860" w="5097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1" name="Google Shape;1401;p29"/>
            <p:cNvSpPr/>
            <p:nvPr/>
          </p:nvSpPr>
          <p:spPr>
            <a:xfrm>
              <a:off x="2236875" y="1685475"/>
              <a:ext cx="58075" cy="57750"/>
            </a:xfrm>
            <a:custGeom>
              <a:rect b="b" l="l" r="r" t="t"/>
              <a:pathLst>
                <a:path extrusionOk="0" h="2310" w="2323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2" name="Google Shape;1402;p29"/>
            <p:cNvSpPr/>
            <p:nvPr/>
          </p:nvSpPr>
          <p:spPr>
            <a:xfrm>
              <a:off x="2434225" y="1733500"/>
              <a:ext cx="85450" cy="81450"/>
            </a:xfrm>
            <a:custGeom>
              <a:rect b="b" l="l" r="r" t="t"/>
              <a:pathLst>
                <a:path extrusionOk="0" h="3258" w="3418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3" name="Google Shape;1403;p29"/>
            <p:cNvSpPr/>
            <p:nvPr/>
          </p:nvSpPr>
          <p:spPr>
            <a:xfrm>
              <a:off x="2630075" y="1418625"/>
              <a:ext cx="41100" cy="40925"/>
            </a:xfrm>
            <a:custGeom>
              <a:rect b="b" l="l" r="r" t="t"/>
              <a:pathLst>
                <a:path extrusionOk="0" h="1637" w="1644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4" name="Google Shape;1404;p29"/>
            <p:cNvSpPr/>
            <p:nvPr/>
          </p:nvSpPr>
          <p:spPr>
            <a:xfrm>
              <a:off x="2338375" y="1395450"/>
              <a:ext cx="32475" cy="28775"/>
            </a:xfrm>
            <a:custGeom>
              <a:rect b="b" l="l" r="r" t="t"/>
              <a:pathLst>
                <a:path extrusionOk="0" h="1151" w="1299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5" name="Google Shape;1405;p29"/>
            <p:cNvSpPr/>
            <p:nvPr/>
          </p:nvSpPr>
          <p:spPr>
            <a:xfrm>
              <a:off x="3084300" y="1355525"/>
              <a:ext cx="30375" cy="29150"/>
            </a:xfrm>
            <a:custGeom>
              <a:rect b="b" l="l" r="r" t="t"/>
              <a:pathLst>
                <a:path extrusionOk="0" h="1166" w="1215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6" name="Google Shape;1406;p29"/>
            <p:cNvSpPr/>
            <p:nvPr/>
          </p:nvSpPr>
          <p:spPr>
            <a:xfrm>
              <a:off x="1937425" y="1579200"/>
              <a:ext cx="42300" cy="40575"/>
            </a:xfrm>
            <a:custGeom>
              <a:rect b="b" l="l" r="r" t="t"/>
              <a:pathLst>
                <a:path extrusionOk="0" h="1623" w="1692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7" name="Google Shape;1407;p29"/>
            <p:cNvSpPr/>
            <p:nvPr/>
          </p:nvSpPr>
          <p:spPr>
            <a:xfrm>
              <a:off x="2435125" y="2175825"/>
              <a:ext cx="44075" cy="41075"/>
            </a:xfrm>
            <a:custGeom>
              <a:rect b="b" l="l" r="r" t="t"/>
              <a:pathLst>
                <a:path extrusionOk="0" h="1643" w="1763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8" name="Google Shape;1408;p29"/>
            <p:cNvSpPr/>
            <p:nvPr/>
          </p:nvSpPr>
          <p:spPr>
            <a:xfrm>
              <a:off x="874500" y="1324400"/>
              <a:ext cx="61050" cy="39475"/>
            </a:xfrm>
            <a:custGeom>
              <a:rect b="b" l="l" r="r" t="t"/>
              <a:pathLst>
                <a:path extrusionOk="0" h="1579" w="2442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9" name="Google Shape;1409;p29"/>
            <p:cNvSpPr/>
            <p:nvPr/>
          </p:nvSpPr>
          <p:spPr>
            <a:xfrm>
              <a:off x="1687100" y="1615750"/>
              <a:ext cx="48250" cy="45975"/>
            </a:xfrm>
            <a:custGeom>
              <a:rect b="b" l="l" r="r" t="t"/>
              <a:pathLst>
                <a:path extrusionOk="0" h="1839" w="193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0" name="Google Shape;1410;p29"/>
            <p:cNvSpPr/>
            <p:nvPr/>
          </p:nvSpPr>
          <p:spPr>
            <a:xfrm>
              <a:off x="2480650" y="1385525"/>
              <a:ext cx="17900" cy="16475"/>
            </a:xfrm>
            <a:custGeom>
              <a:rect b="b" l="l" r="r" t="t"/>
              <a:pathLst>
                <a:path extrusionOk="0" h="659" w="716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1" name="Google Shape;1411;p29"/>
            <p:cNvSpPr/>
            <p:nvPr/>
          </p:nvSpPr>
          <p:spPr>
            <a:xfrm>
              <a:off x="1565650" y="1378450"/>
              <a:ext cx="45875" cy="41525"/>
            </a:xfrm>
            <a:custGeom>
              <a:rect b="b" l="l" r="r" t="t"/>
              <a:pathLst>
                <a:path extrusionOk="0" h="1661" w="1835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12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1413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4" name="Google Shape;1414;p31"/>
          <p:cNvGrpSpPr/>
          <p:nvPr/>
        </p:nvGrpSpPr>
        <p:grpSpPr>
          <a:xfrm rot="10800000">
            <a:off x="-59408" y="283"/>
            <a:ext cx="5584597" cy="2809558"/>
            <a:chOff x="4905075" y="2588800"/>
            <a:chExt cx="982875" cy="494475"/>
          </a:xfrm>
        </p:grpSpPr>
        <p:sp>
          <p:nvSpPr>
            <p:cNvPr id="1415" name="Google Shape;1415;p31"/>
            <p:cNvSpPr/>
            <p:nvPr/>
          </p:nvSpPr>
          <p:spPr>
            <a:xfrm>
              <a:off x="5082475" y="3000200"/>
              <a:ext cx="30675" cy="83075"/>
            </a:xfrm>
            <a:custGeom>
              <a:rect b="b" l="l" r="r" t="t"/>
              <a:pathLst>
                <a:path extrusionOk="0" h="3323" w="1227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6" name="Google Shape;1416;p31"/>
            <p:cNvSpPr/>
            <p:nvPr/>
          </p:nvSpPr>
          <p:spPr>
            <a:xfrm>
              <a:off x="4905075" y="3083250"/>
              <a:ext cx="300" cy="25"/>
            </a:xfrm>
            <a:custGeom>
              <a:rect b="b" l="l" r="r" t="t"/>
              <a:pathLst>
                <a:path extrusionOk="0" fill="none" h="1" w="12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7" name="Google Shape;1417;p31"/>
            <p:cNvSpPr/>
            <p:nvPr/>
          </p:nvSpPr>
          <p:spPr>
            <a:xfrm>
              <a:off x="5122050" y="2993050"/>
              <a:ext cx="87550" cy="45875"/>
            </a:xfrm>
            <a:custGeom>
              <a:rect b="b" l="l" r="r" t="t"/>
              <a:pathLst>
                <a:path extrusionOk="0" h="1835" w="3502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8" name="Google Shape;1418;p31"/>
            <p:cNvSpPr/>
            <p:nvPr/>
          </p:nvSpPr>
          <p:spPr>
            <a:xfrm>
              <a:off x="5213425" y="3035925"/>
              <a:ext cx="97675" cy="47050"/>
            </a:xfrm>
            <a:custGeom>
              <a:rect b="b" l="l" r="r" t="t"/>
              <a:pathLst>
                <a:path extrusionOk="0" h="1882" w="3907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9" name="Google Shape;1419;p31"/>
            <p:cNvSpPr/>
            <p:nvPr/>
          </p:nvSpPr>
          <p:spPr>
            <a:xfrm>
              <a:off x="4919950" y="2993050"/>
              <a:ext cx="185175" cy="90225"/>
            </a:xfrm>
            <a:custGeom>
              <a:rect b="b" l="l" r="r" t="t"/>
              <a:pathLst>
                <a:path extrusionOk="0" h="3609" w="7407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0" name="Google Shape;1420;p31"/>
            <p:cNvSpPr/>
            <p:nvPr/>
          </p:nvSpPr>
          <p:spPr>
            <a:xfrm>
              <a:off x="4909525" y="2607000"/>
              <a:ext cx="182500" cy="476275"/>
            </a:xfrm>
            <a:custGeom>
              <a:rect b="b" l="l" r="r" t="t"/>
              <a:pathLst>
                <a:path extrusionOk="0" h="19051" w="730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1" name="Google Shape;1421;p31"/>
            <p:cNvSpPr/>
            <p:nvPr/>
          </p:nvSpPr>
          <p:spPr>
            <a:xfrm>
              <a:off x="5113425" y="2823400"/>
              <a:ext cx="33075" cy="158075"/>
            </a:xfrm>
            <a:custGeom>
              <a:rect b="b" l="l" r="r" t="t"/>
              <a:pathLst>
                <a:path extrusionOk="0" h="6323" w="1323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2" name="Google Shape;1422;p31"/>
            <p:cNvSpPr/>
            <p:nvPr/>
          </p:nvSpPr>
          <p:spPr>
            <a:xfrm>
              <a:off x="5201525" y="2989775"/>
              <a:ext cx="925" cy="1225"/>
            </a:xfrm>
            <a:custGeom>
              <a:rect b="b" l="l" r="r" t="t"/>
              <a:pathLst>
                <a:path extrusionOk="0" h="49" w="37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3" name="Google Shape;1423;p31"/>
            <p:cNvSpPr/>
            <p:nvPr/>
          </p:nvSpPr>
          <p:spPr>
            <a:xfrm>
              <a:off x="5156275" y="2820425"/>
              <a:ext cx="44975" cy="165800"/>
            </a:xfrm>
            <a:custGeom>
              <a:rect b="b" l="l" r="r" t="t"/>
              <a:pathLst>
                <a:path extrusionOk="0" h="6632" w="1799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4" name="Google Shape;1424;p31"/>
            <p:cNvSpPr/>
            <p:nvPr/>
          </p:nvSpPr>
          <p:spPr>
            <a:xfrm>
              <a:off x="5198850" y="2995450"/>
              <a:ext cx="26525" cy="87825"/>
            </a:xfrm>
            <a:custGeom>
              <a:rect b="b" l="l" r="r" t="t"/>
              <a:pathLst>
                <a:path extrusionOk="0" h="3513" w="1061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5" name="Google Shape;1425;p31"/>
            <p:cNvSpPr/>
            <p:nvPr/>
          </p:nvSpPr>
          <p:spPr>
            <a:xfrm>
              <a:off x="5123550" y="2988600"/>
              <a:ext cx="175625" cy="8950"/>
            </a:xfrm>
            <a:custGeom>
              <a:rect b="b" l="l" r="r" t="t"/>
              <a:pathLst>
                <a:path extrusionOk="0" h="358" w="7025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6" name="Google Shape;1426;p31"/>
            <p:cNvSpPr/>
            <p:nvPr/>
          </p:nvSpPr>
          <p:spPr>
            <a:xfrm>
              <a:off x="5302725" y="2995150"/>
              <a:ext cx="138750" cy="88125"/>
            </a:xfrm>
            <a:custGeom>
              <a:rect b="b" l="l" r="r" t="t"/>
              <a:pathLst>
                <a:path extrusionOk="0" h="3525" w="555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7" name="Google Shape;1427;p31"/>
            <p:cNvSpPr/>
            <p:nvPr/>
          </p:nvSpPr>
          <p:spPr>
            <a:xfrm>
              <a:off x="5297675" y="2995725"/>
              <a:ext cx="21750" cy="84275"/>
            </a:xfrm>
            <a:custGeom>
              <a:rect b="b" l="l" r="r" t="t"/>
              <a:pathLst>
                <a:path extrusionOk="0" h="3371" w="87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8" name="Google Shape;1428;p31"/>
            <p:cNvSpPr/>
            <p:nvPr/>
          </p:nvSpPr>
          <p:spPr>
            <a:xfrm>
              <a:off x="5349175" y="2817450"/>
              <a:ext cx="69375" cy="103300"/>
            </a:xfrm>
            <a:custGeom>
              <a:rect b="b" l="l" r="r" t="t"/>
              <a:pathLst>
                <a:path extrusionOk="0" h="4132" w="2775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9" name="Google Shape;1429;p31"/>
            <p:cNvSpPr/>
            <p:nvPr/>
          </p:nvSpPr>
          <p:spPr>
            <a:xfrm>
              <a:off x="5297975" y="2921625"/>
              <a:ext cx="51825" cy="76825"/>
            </a:xfrm>
            <a:custGeom>
              <a:rect b="b" l="l" r="r" t="t"/>
              <a:pathLst>
                <a:path extrusionOk="0" h="3073" w="2073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0" name="Google Shape;1430;p31"/>
            <p:cNvSpPr/>
            <p:nvPr/>
          </p:nvSpPr>
          <p:spPr>
            <a:xfrm>
              <a:off x="5247975" y="2787475"/>
              <a:ext cx="2700" cy="1425"/>
            </a:xfrm>
            <a:custGeom>
              <a:rect b="b" l="l" r="r" t="t"/>
              <a:pathLst>
                <a:path extrusionOk="0" h="57" w="108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1" name="Google Shape;1431;p31"/>
            <p:cNvSpPr/>
            <p:nvPr/>
          </p:nvSpPr>
          <p:spPr>
            <a:xfrm>
              <a:off x="5264925" y="2810300"/>
              <a:ext cx="211375" cy="272375"/>
            </a:xfrm>
            <a:custGeom>
              <a:rect b="b" l="l" r="r" t="t"/>
              <a:pathLst>
                <a:path extrusionOk="0" h="10895" w="8455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2" name="Google Shape;1432;p31"/>
            <p:cNvSpPr/>
            <p:nvPr/>
          </p:nvSpPr>
          <p:spPr>
            <a:xfrm>
              <a:off x="5094375" y="2607000"/>
              <a:ext cx="50025" cy="177725"/>
            </a:xfrm>
            <a:custGeom>
              <a:rect b="b" l="l" r="r" t="t"/>
              <a:pathLst>
                <a:path extrusionOk="0" h="7109" w="2001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3" name="Google Shape;1433;p31"/>
            <p:cNvSpPr/>
            <p:nvPr/>
          </p:nvSpPr>
          <p:spPr>
            <a:xfrm>
              <a:off x="5098850" y="2605500"/>
              <a:ext cx="150325" cy="186375"/>
            </a:xfrm>
            <a:custGeom>
              <a:rect b="b" l="l" r="r" t="t"/>
              <a:pathLst>
                <a:path extrusionOk="0" h="7455" w="6013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4" name="Google Shape;1434;p31"/>
            <p:cNvSpPr/>
            <p:nvPr/>
          </p:nvSpPr>
          <p:spPr>
            <a:xfrm>
              <a:off x="5270300" y="2802250"/>
              <a:ext cx="141400" cy="10750"/>
            </a:xfrm>
            <a:custGeom>
              <a:rect b="b" l="l" r="r" t="t"/>
              <a:pathLst>
                <a:path extrusionOk="0" h="430" w="5656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5" name="Google Shape;1435;p31"/>
            <p:cNvSpPr/>
            <p:nvPr/>
          </p:nvSpPr>
          <p:spPr>
            <a:xfrm>
              <a:off x="5167300" y="2797500"/>
              <a:ext cx="75625" cy="7750"/>
            </a:xfrm>
            <a:custGeom>
              <a:rect b="b" l="l" r="r" t="t"/>
              <a:pathLst>
                <a:path extrusionOk="0" h="310" w="3025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6" name="Google Shape;1436;p31"/>
            <p:cNvSpPr/>
            <p:nvPr/>
          </p:nvSpPr>
          <p:spPr>
            <a:xfrm>
              <a:off x="5100325" y="2601350"/>
              <a:ext cx="313750" cy="206300"/>
            </a:xfrm>
            <a:custGeom>
              <a:rect b="b" l="l" r="r" t="t"/>
              <a:pathLst>
                <a:path extrusionOk="0" h="8252" w="1255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7" name="Google Shape;1437;p31"/>
            <p:cNvSpPr/>
            <p:nvPr/>
          </p:nvSpPr>
          <p:spPr>
            <a:xfrm>
              <a:off x="5428950" y="2814475"/>
              <a:ext cx="164325" cy="108950"/>
            </a:xfrm>
            <a:custGeom>
              <a:rect b="b" l="l" r="r" t="t"/>
              <a:pathLst>
                <a:path extrusionOk="0" h="4358" w="6573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8" name="Google Shape;1438;p31"/>
            <p:cNvSpPr/>
            <p:nvPr/>
          </p:nvSpPr>
          <p:spPr>
            <a:xfrm>
              <a:off x="5542350" y="2760000"/>
              <a:ext cx="82775" cy="84250"/>
            </a:xfrm>
            <a:custGeom>
              <a:rect b="b" l="l" r="r" t="t"/>
              <a:pathLst>
                <a:path extrusionOk="0" h="3370" w="3311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9" name="Google Shape;1439;p31"/>
            <p:cNvSpPr/>
            <p:nvPr/>
          </p:nvSpPr>
          <p:spPr>
            <a:xfrm>
              <a:off x="5525375" y="2931750"/>
              <a:ext cx="73550" cy="151525"/>
            </a:xfrm>
            <a:custGeom>
              <a:rect b="b" l="l" r="r" t="t"/>
              <a:pathLst>
                <a:path extrusionOk="0" h="6061" w="2942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0" name="Google Shape;1440;p31"/>
            <p:cNvSpPr/>
            <p:nvPr/>
          </p:nvSpPr>
          <p:spPr>
            <a:xfrm>
              <a:off x="5603675" y="2928475"/>
              <a:ext cx="78000" cy="52400"/>
            </a:xfrm>
            <a:custGeom>
              <a:rect b="b" l="l" r="r" t="t"/>
              <a:pathLst>
                <a:path extrusionOk="0" h="2096" w="312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1" name="Google Shape;1441;p31"/>
            <p:cNvSpPr/>
            <p:nvPr/>
          </p:nvSpPr>
          <p:spPr>
            <a:xfrm>
              <a:off x="5600700" y="2860600"/>
              <a:ext cx="29775" cy="58950"/>
            </a:xfrm>
            <a:custGeom>
              <a:rect b="b" l="l" r="r" t="t"/>
              <a:pathLst>
                <a:path extrusionOk="0" h="2358" w="1191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2" name="Google Shape;1442;p31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3" name="Google Shape;1443;p31"/>
            <p:cNvSpPr/>
            <p:nvPr/>
          </p:nvSpPr>
          <p:spPr>
            <a:xfrm>
              <a:off x="5634325" y="2690050"/>
              <a:ext cx="68475" cy="154200"/>
            </a:xfrm>
            <a:custGeom>
              <a:rect b="b" l="l" r="r" t="t"/>
              <a:pathLst>
                <a:path extrusionOk="0" h="6168" w="2739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4" name="Google Shape;1444;p31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5" name="Google Shape;1445;p31"/>
            <p:cNvSpPr/>
            <p:nvPr/>
          </p:nvSpPr>
          <p:spPr>
            <a:xfrm>
              <a:off x="5705475" y="2684400"/>
              <a:ext cx="0" cy="25"/>
            </a:xfrm>
            <a:custGeom>
              <a:rect b="b" l="l" r="r" t="t"/>
              <a:pathLst>
                <a:path extrusionOk="0" h="1" w="12000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6" name="Google Shape;1446;p31"/>
            <p:cNvSpPr/>
            <p:nvPr/>
          </p:nvSpPr>
          <p:spPr>
            <a:xfrm>
              <a:off x="5544725" y="2684975"/>
              <a:ext cx="159275" cy="67000"/>
            </a:xfrm>
            <a:custGeom>
              <a:rect b="b" l="l" r="r" t="t"/>
              <a:pathLst>
                <a:path extrusionOk="0" h="2680" w="6371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7" name="Google Shape;1447;p31"/>
            <p:cNvSpPr/>
            <p:nvPr/>
          </p:nvSpPr>
          <p:spPr>
            <a:xfrm>
              <a:off x="57057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8" name="Google Shape;1448;p31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9" name="Google Shape;1449;p31"/>
            <p:cNvSpPr/>
            <p:nvPr/>
          </p:nvSpPr>
          <p:spPr>
            <a:xfrm>
              <a:off x="5705475" y="2684400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0" name="Google Shape;1450;p31"/>
            <p:cNvSpPr/>
            <p:nvPr/>
          </p:nvSpPr>
          <p:spPr>
            <a:xfrm>
              <a:off x="5706350" y="2684400"/>
              <a:ext cx="181600" cy="98250"/>
            </a:xfrm>
            <a:custGeom>
              <a:rect b="b" l="l" r="r" t="t"/>
              <a:pathLst>
                <a:path extrusionOk="0" h="3930" w="7264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1" name="Google Shape;1451;p31"/>
            <p:cNvSpPr/>
            <p:nvPr/>
          </p:nvSpPr>
          <p:spPr>
            <a:xfrm>
              <a:off x="5703075" y="26855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2" name="Google Shape;1452;p31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3" name="Google Shape;1453;p31"/>
            <p:cNvSpPr/>
            <p:nvPr/>
          </p:nvSpPr>
          <p:spPr>
            <a:xfrm>
              <a:off x="5703375" y="26855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4" name="Google Shape;1454;p31"/>
            <p:cNvSpPr/>
            <p:nvPr/>
          </p:nvSpPr>
          <p:spPr>
            <a:xfrm>
              <a:off x="5806975" y="2990975"/>
              <a:ext cx="80975" cy="92300"/>
            </a:xfrm>
            <a:custGeom>
              <a:rect b="b" l="l" r="r" t="t"/>
              <a:pathLst>
                <a:path extrusionOk="0" h="3692" w="3239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5" name="Google Shape;1455;p31"/>
            <p:cNvSpPr/>
            <p:nvPr/>
          </p:nvSpPr>
          <p:spPr>
            <a:xfrm>
              <a:off x="5690575" y="3002575"/>
              <a:ext cx="6875" cy="80700"/>
            </a:xfrm>
            <a:custGeom>
              <a:rect b="b" l="l" r="r" t="t"/>
              <a:pathLst>
                <a:path extrusionOk="0" h="3228" w="275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6" name="Google Shape;1456;p31"/>
            <p:cNvSpPr/>
            <p:nvPr/>
          </p:nvSpPr>
          <p:spPr>
            <a:xfrm>
              <a:off x="5695050" y="2684400"/>
              <a:ext cx="12825" cy="278925"/>
            </a:xfrm>
            <a:custGeom>
              <a:rect b="b" l="l" r="r" t="t"/>
              <a:pathLst>
                <a:path extrusionOk="0" h="11157" w="513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7" name="Google Shape;1457;p31"/>
            <p:cNvSpPr/>
            <p:nvPr/>
          </p:nvSpPr>
          <p:spPr>
            <a:xfrm>
              <a:off x="5680150" y="2962925"/>
              <a:ext cx="44675" cy="40925"/>
            </a:xfrm>
            <a:custGeom>
              <a:rect b="b" l="l" r="r" t="t"/>
              <a:pathLst>
                <a:path extrusionOk="0" h="1637" w="1787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8" name="Google Shape;1458;p31"/>
            <p:cNvSpPr/>
            <p:nvPr/>
          </p:nvSpPr>
          <p:spPr>
            <a:xfrm>
              <a:off x="5242300" y="2786925"/>
              <a:ext cx="29500" cy="28675"/>
            </a:xfrm>
            <a:custGeom>
              <a:rect b="b" l="l" r="r" t="t"/>
              <a:pathLst>
                <a:path extrusionOk="0" h="1147" w="118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9" name="Google Shape;1459;p31"/>
            <p:cNvSpPr/>
            <p:nvPr/>
          </p:nvSpPr>
          <p:spPr>
            <a:xfrm>
              <a:off x="5124150" y="2783375"/>
              <a:ext cx="44375" cy="41000"/>
            </a:xfrm>
            <a:custGeom>
              <a:rect b="b" l="l" r="r" t="t"/>
              <a:pathLst>
                <a:path extrusionOk="0" h="1640" w="1775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0" name="Google Shape;1460;p31"/>
            <p:cNvSpPr/>
            <p:nvPr/>
          </p:nvSpPr>
          <p:spPr>
            <a:xfrm>
              <a:off x="5311075" y="3079075"/>
              <a:ext cx="15800" cy="3900"/>
            </a:xfrm>
            <a:custGeom>
              <a:rect b="b" l="l" r="r" t="t"/>
              <a:pathLst>
                <a:path extrusionOk="0" h="156" w="632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1" name="Google Shape;1461;p31"/>
            <p:cNvSpPr/>
            <p:nvPr/>
          </p:nvSpPr>
          <p:spPr>
            <a:xfrm>
              <a:off x="5102400" y="2980750"/>
              <a:ext cx="21475" cy="20375"/>
            </a:xfrm>
            <a:custGeom>
              <a:rect b="b" l="l" r="r" t="t"/>
              <a:pathLst>
                <a:path extrusionOk="0" h="815" w="859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2" name="Google Shape;1462;p31"/>
            <p:cNvSpPr/>
            <p:nvPr/>
          </p:nvSpPr>
          <p:spPr>
            <a:xfrm>
              <a:off x="5251825" y="2953700"/>
              <a:ext cx="16700" cy="14600"/>
            </a:xfrm>
            <a:custGeom>
              <a:rect b="b" l="l" r="r" t="t"/>
              <a:pathLst>
                <a:path extrusionOk="0" h="584" w="668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3" name="Google Shape;1463;p31"/>
            <p:cNvSpPr/>
            <p:nvPr/>
          </p:nvSpPr>
          <p:spPr>
            <a:xfrm>
              <a:off x="5411075" y="2800425"/>
              <a:ext cx="21175" cy="20450"/>
            </a:xfrm>
            <a:custGeom>
              <a:rect b="b" l="l" r="r" t="t"/>
              <a:pathLst>
                <a:path extrusionOk="0" h="818" w="847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4" name="Google Shape;1464;p31"/>
            <p:cNvSpPr/>
            <p:nvPr/>
          </p:nvSpPr>
          <p:spPr>
            <a:xfrm>
              <a:off x="5081275" y="2588800"/>
              <a:ext cx="22950" cy="20300"/>
            </a:xfrm>
            <a:custGeom>
              <a:rect b="b" l="l" r="r" t="t"/>
              <a:pathLst>
                <a:path extrusionOk="0" h="812" w="918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5" name="Google Shape;1465;p31"/>
            <p:cNvSpPr/>
            <p:nvPr/>
          </p:nvSpPr>
          <p:spPr>
            <a:xfrm>
              <a:off x="5522700" y="2742050"/>
              <a:ext cx="24425" cy="23250"/>
            </a:xfrm>
            <a:custGeom>
              <a:rect b="b" l="l" r="r" t="t"/>
              <a:pathLst>
                <a:path extrusionOk="0" h="930" w="977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6" name="Google Shape;1466;p31"/>
            <p:cNvSpPr/>
            <p:nvPr/>
          </p:nvSpPr>
          <p:spPr>
            <a:xfrm>
              <a:off x="5589975" y="2916675"/>
              <a:ext cx="17875" cy="16275"/>
            </a:xfrm>
            <a:custGeom>
              <a:rect b="b" l="l" r="r" t="t"/>
              <a:pathLst>
                <a:path extrusionOk="0" h="651" w="715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7" name="Google Shape;1467;p31"/>
            <p:cNvSpPr/>
            <p:nvPr/>
          </p:nvSpPr>
          <p:spPr>
            <a:xfrm>
              <a:off x="5193500" y="2984600"/>
              <a:ext cx="9250" cy="8725"/>
            </a:xfrm>
            <a:custGeom>
              <a:rect b="b" l="l" r="r" t="t"/>
              <a:pathLst>
                <a:path extrusionOk="0" h="349" w="37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8" name="Google Shape;1468;p31"/>
            <p:cNvSpPr/>
            <p:nvPr/>
          </p:nvSpPr>
          <p:spPr>
            <a:xfrm>
              <a:off x="5617950" y="2840125"/>
              <a:ext cx="23550" cy="21200"/>
            </a:xfrm>
            <a:custGeom>
              <a:rect b="b" l="l" r="r" t="t"/>
              <a:pathLst>
                <a:path extrusionOk="0" h="848" w="942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69" name="Google Shape;1469;p31"/>
          <p:cNvGrpSpPr/>
          <p:nvPr/>
        </p:nvGrpSpPr>
        <p:grpSpPr>
          <a:xfrm flipH="1" rot="10800000">
            <a:off x="18799618" y="283"/>
            <a:ext cx="5584597" cy="2809558"/>
            <a:chOff x="4905075" y="2588800"/>
            <a:chExt cx="982875" cy="494475"/>
          </a:xfrm>
        </p:grpSpPr>
        <p:sp>
          <p:nvSpPr>
            <p:cNvPr id="1470" name="Google Shape;1470;p31"/>
            <p:cNvSpPr/>
            <p:nvPr/>
          </p:nvSpPr>
          <p:spPr>
            <a:xfrm>
              <a:off x="5082475" y="3000200"/>
              <a:ext cx="30675" cy="83075"/>
            </a:xfrm>
            <a:custGeom>
              <a:rect b="b" l="l" r="r" t="t"/>
              <a:pathLst>
                <a:path extrusionOk="0" h="3323" w="1227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1" name="Google Shape;1471;p31"/>
            <p:cNvSpPr/>
            <p:nvPr/>
          </p:nvSpPr>
          <p:spPr>
            <a:xfrm>
              <a:off x="4905075" y="3083250"/>
              <a:ext cx="300" cy="25"/>
            </a:xfrm>
            <a:custGeom>
              <a:rect b="b" l="l" r="r" t="t"/>
              <a:pathLst>
                <a:path extrusionOk="0" fill="none" h="1" w="12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2" name="Google Shape;1472;p31"/>
            <p:cNvSpPr/>
            <p:nvPr/>
          </p:nvSpPr>
          <p:spPr>
            <a:xfrm>
              <a:off x="5122050" y="2993050"/>
              <a:ext cx="87550" cy="45875"/>
            </a:xfrm>
            <a:custGeom>
              <a:rect b="b" l="l" r="r" t="t"/>
              <a:pathLst>
                <a:path extrusionOk="0" h="1835" w="3502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3" name="Google Shape;1473;p31"/>
            <p:cNvSpPr/>
            <p:nvPr/>
          </p:nvSpPr>
          <p:spPr>
            <a:xfrm>
              <a:off x="5213425" y="3035925"/>
              <a:ext cx="97675" cy="47050"/>
            </a:xfrm>
            <a:custGeom>
              <a:rect b="b" l="l" r="r" t="t"/>
              <a:pathLst>
                <a:path extrusionOk="0" h="1882" w="3907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4" name="Google Shape;1474;p31"/>
            <p:cNvSpPr/>
            <p:nvPr/>
          </p:nvSpPr>
          <p:spPr>
            <a:xfrm>
              <a:off x="4919950" y="2993050"/>
              <a:ext cx="185175" cy="90225"/>
            </a:xfrm>
            <a:custGeom>
              <a:rect b="b" l="l" r="r" t="t"/>
              <a:pathLst>
                <a:path extrusionOk="0" h="3609" w="7407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5" name="Google Shape;1475;p31"/>
            <p:cNvSpPr/>
            <p:nvPr/>
          </p:nvSpPr>
          <p:spPr>
            <a:xfrm>
              <a:off x="4909525" y="2607000"/>
              <a:ext cx="182500" cy="476275"/>
            </a:xfrm>
            <a:custGeom>
              <a:rect b="b" l="l" r="r" t="t"/>
              <a:pathLst>
                <a:path extrusionOk="0" h="19051" w="730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6" name="Google Shape;1476;p31"/>
            <p:cNvSpPr/>
            <p:nvPr/>
          </p:nvSpPr>
          <p:spPr>
            <a:xfrm>
              <a:off x="5113425" y="2823400"/>
              <a:ext cx="33075" cy="158075"/>
            </a:xfrm>
            <a:custGeom>
              <a:rect b="b" l="l" r="r" t="t"/>
              <a:pathLst>
                <a:path extrusionOk="0" h="6323" w="1323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7" name="Google Shape;1477;p31"/>
            <p:cNvSpPr/>
            <p:nvPr/>
          </p:nvSpPr>
          <p:spPr>
            <a:xfrm>
              <a:off x="5201525" y="2989775"/>
              <a:ext cx="925" cy="1225"/>
            </a:xfrm>
            <a:custGeom>
              <a:rect b="b" l="l" r="r" t="t"/>
              <a:pathLst>
                <a:path extrusionOk="0" h="49" w="37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8" name="Google Shape;1478;p31"/>
            <p:cNvSpPr/>
            <p:nvPr/>
          </p:nvSpPr>
          <p:spPr>
            <a:xfrm>
              <a:off x="5156275" y="2820425"/>
              <a:ext cx="44975" cy="165800"/>
            </a:xfrm>
            <a:custGeom>
              <a:rect b="b" l="l" r="r" t="t"/>
              <a:pathLst>
                <a:path extrusionOk="0" h="6632" w="1799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9" name="Google Shape;1479;p31"/>
            <p:cNvSpPr/>
            <p:nvPr/>
          </p:nvSpPr>
          <p:spPr>
            <a:xfrm>
              <a:off x="5198850" y="2995450"/>
              <a:ext cx="26525" cy="87825"/>
            </a:xfrm>
            <a:custGeom>
              <a:rect b="b" l="l" r="r" t="t"/>
              <a:pathLst>
                <a:path extrusionOk="0" h="3513" w="1061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0" name="Google Shape;1480;p31"/>
            <p:cNvSpPr/>
            <p:nvPr/>
          </p:nvSpPr>
          <p:spPr>
            <a:xfrm>
              <a:off x="5123550" y="2988600"/>
              <a:ext cx="175625" cy="8950"/>
            </a:xfrm>
            <a:custGeom>
              <a:rect b="b" l="l" r="r" t="t"/>
              <a:pathLst>
                <a:path extrusionOk="0" h="358" w="7025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1" name="Google Shape;1481;p31"/>
            <p:cNvSpPr/>
            <p:nvPr/>
          </p:nvSpPr>
          <p:spPr>
            <a:xfrm>
              <a:off x="5302725" y="2995150"/>
              <a:ext cx="138750" cy="88125"/>
            </a:xfrm>
            <a:custGeom>
              <a:rect b="b" l="l" r="r" t="t"/>
              <a:pathLst>
                <a:path extrusionOk="0" h="3525" w="555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2" name="Google Shape;1482;p31"/>
            <p:cNvSpPr/>
            <p:nvPr/>
          </p:nvSpPr>
          <p:spPr>
            <a:xfrm>
              <a:off x="5297675" y="2995725"/>
              <a:ext cx="21750" cy="84275"/>
            </a:xfrm>
            <a:custGeom>
              <a:rect b="b" l="l" r="r" t="t"/>
              <a:pathLst>
                <a:path extrusionOk="0" h="3371" w="87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3" name="Google Shape;1483;p31"/>
            <p:cNvSpPr/>
            <p:nvPr/>
          </p:nvSpPr>
          <p:spPr>
            <a:xfrm>
              <a:off x="5349175" y="2817450"/>
              <a:ext cx="69375" cy="103300"/>
            </a:xfrm>
            <a:custGeom>
              <a:rect b="b" l="l" r="r" t="t"/>
              <a:pathLst>
                <a:path extrusionOk="0" h="4132" w="2775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4" name="Google Shape;1484;p31"/>
            <p:cNvSpPr/>
            <p:nvPr/>
          </p:nvSpPr>
          <p:spPr>
            <a:xfrm>
              <a:off x="5297975" y="2921625"/>
              <a:ext cx="51825" cy="76825"/>
            </a:xfrm>
            <a:custGeom>
              <a:rect b="b" l="l" r="r" t="t"/>
              <a:pathLst>
                <a:path extrusionOk="0" h="3073" w="2073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5" name="Google Shape;1485;p31"/>
            <p:cNvSpPr/>
            <p:nvPr/>
          </p:nvSpPr>
          <p:spPr>
            <a:xfrm>
              <a:off x="5247975" y="2787475"/>
              <a:ext cx="2700" cy="1425"/>
            </a:xfrm>
            <a:custGeom>
              <a:rect b="b" l="l" r="r" t="t"/>
              <a:pathLst>
                <a:path extrusionOk="0" h="57" w="108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6" name="Google Shape;1486;p31"/>
            <p:cNvSpPr/>
            <p:nvPr/>
          </p:nvSpPr>
          <p:spPr>
            <a:xfrm>
              <a:off x="5264925" y="2810300"/>
              <a:ext cx="211375" cy="272375"/>
            </a:xfrm>
            <a:custGeom>
              <a:rect b="b" l="l" r="r" t="t"/>
              <a:pathLst>
                <a:path extrusionOk="0" h="10895" w="8455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7" name="Google Shape;1487;p31"/>
            <p:cNvSpPr/>
            <p:nvPr/>
          </p:nvSpPr>
          <p:spPr>
            <a:xfrm>
              <a:off x="5094375" y="2607000"/>
              <a:ext cx="50025" cy="177725"/>
            </a:xfrm>
            <a:custGeom>
              <a:rect b="b" l="l" r="r" t="t"/>
              <a:pathLst>
                <a:path extrusionOk="0" h="7109" w="2001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8" name="Google Shape;1488;p31"/>
            <p:cNvSpPr/>
            <p:nvPr/>
          </p:nvSpPr>
          <p:spPr>
            <a:xfrm>
              <a:off x="5098850" y="2605500"/>
              <a:ext cx="150325" cy="186375"/>
            </a:xfrm>
            <a:custGeom>
              <a:rect b="b" l="l" r="r" t="t"/>
              <a:pathLst>
                <a:path extrusionOk="0" h="7455" w="6013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9" name="Google Shape;1489;p31"/>
            <p:cNvSpPr/>
            <p:nvPr/>
          </p:nvSpPr>
          <p:spPr>
            <a:xfrm>
              <a:off x="5270300" y="2802250"/>
              <a:ext cx="141400" cy="10750"/>
            </a:xfrm>
            <a:custGeom>
              <a:rect b="b" l="l" r="r" t="t"/>
              <a:pathLst>
                <a:path extrusionOk="0" h="430" w="5656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0" name="Google Shape;1490;p31"/>
            <p:cNvSpPr/>
            <p:nvPr/>
          </p:nvSpPr>
          <p:spPr>
            <a:xfrm>
              <a:off x="5167300" y="2797500"/>
              <a:ext cx="75625" cy="7750"/>
            </a:xfrm>
            <a:custGeom>
              <a:rect b="b" l="l" r="r" t="t"/>
              <a:pathLst>
                <a:path extrusionOk="0" h="310" w="3025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1" name="Google Shape;1491;p31"/>
            <p:cNvSpPr/>
            <p:nvPr/>
          </p:nvSpPr>
          <p:spPr>
            <a:xfrm>
              <a:off x="5100325" y="2601350"/>
              <a:ext cx="313750" cy="206300"/>
            </a:xfrm>
            <a:custGeom>
              <a:rect b="b" l="l" r="r" t="t"/>
              <a:pathLst>
                <a:path extrusionOk="0" h="8252" w="1255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2" name="Google Shape;1492;p31"/>
            <p:cNvSpPr/>
            <p:nvPr/>
          </p:nvSpPr>
          <p:spPr>
            <a:xfrm>
              <a:off x="5428950" y="2814475"/>
              <a:ext cx="164325" cy="108950"/>
            </a:xfrm>
            <a:custGeom>
              <a:rect b="b" l="l" r="r" t="t"/>
              <a:pathLst>
                <a:path extrusionOk="0" h="4358" w="6573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3" name="Google Shape;1493;p31"/>
            <p:cNvSpPr/>
            <p:nvPr/>
          </p:nvSpPr>
          <p:spPr>
            <a:xfrm>
              <a:off x="5542350" y="2760000"/>
              <a:ext cx="82775" cy="84250"/>
            </a:xfrm>
            <a:custGeom>
              <a:rect b="b" l="l" r="r" t="t"/>
              <a:pathLst>
                <a:path extrusionOk="0" h="3370" w="3311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4" name="Google Shape;1494;p31"/>
            <p:cNvSpPr/>
            <p:nvPr/>
          </p:nvSpPr>
          <p:spPr>
            <a:xfrm>
              <a:off x="5525375" y="2931750"/>
              <a:ext cx="73550" cy="151525"/>
            </a:xfrm>
            <a:custGeom>
              <a:rect b="b" l="l" r="r" t="t"/>
              <a:pathLst>
                <a:path extrusionOk="0" h="6061" w="2942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5" name="Google Shape;1495;p31"/>
            <p:cNvSpPr/>
            <p:nvPr/>
          </p:nvSpPr>
          <p:spPr>
            <a:xfrm>
              <a:off x="5603675" y="2928475"/>
              <a:ext cx="78000" cy="52400"/>
            </a:xfrm>
            <a:custGeom>
              <a:rect b="b" l="l" r="r" t="t"/>
              <a:pathLst>
                <a:path extrusionOk="0" h="2096" w="312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6" name="Google Shape;1496;p31"/>
            <p:cNvSpPr/>
            <p:nvPr/>
          </p:nvSpPr>
          <p:spPr>
            <a:xfrm>
              <a:off x="5600700" y="2860600"/>
              <a:ext cx="29775" cy="58950"/>
            </a:xfrm>
            <a:custGeom>
              <a:rect b="b" l="l" r="r" t="t"/>
              <a:pathLst>
                <a:path extrusionOk="0" h="2358" w="1191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7" name="Google Shape;1497;p31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8" name="Google Shape;1498;p31"/>
            <p:cNvSpPr/>
            <p:nvPr/>
          </p:nvSpPr>
          <p:spPr>
            <a:xfrm>
              <a:off x="5634325" y="2690050"/>
              <a:ext cx="68475" cy="154200"/>
            </a:xfrm>
            <a:custGeom>
              <a:rect b="b" l="l" r="r" t="t"/>
              <a:pathLst>
                <a:path extrusionOk="0" h="6168" w="2739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9" name="Google Shape;1499;p31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0" name="Google Shape;1500;p31"/>
            <p:cNvSpPr/>
            <p:nvPr/>
          </p:nvSpPr>
          <p:spPr>
            <a:xfrm>
              <a:off x="5705475" y="2684400"/>
              <a:ext cx="0" cy="25"/>
            </a:xfrm>
            <a:custGeom>
              <a:rect b="b" l="l" r="r" t="t"/>
              <a:pathLst>
                <a:path extrusionOk="0" h="1" w="12000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1" name="Google Shape;1501;p31"/>
            <p:cNvSpPr/>
            <p:nvPr/>
          </p:nvSpPr>
          <p:spPr>
            <a:xfrm>
              <a:off x="5544725" y="2684975"/>
              <a:ext cx="159275" cy="67000"/>
            </a:xfrm>
            <a:custGeom>
              <a:rect b="b" l="l" r="r" t="t"/>
              <a:pathLst>
                <a:path extrusionOk="0" h="2680" w="6371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2" name="Google Shape;1502;p31"/>
            <p:cNvSpPr/>
            <p:nvPr/>
          </p:nvSpPr>
          <p:spPr>
            <a:xfrm>
              <a:off x="57057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3" name="Google Shape;1503;p31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4" name="Google Shape;1504;p31"/>
            <p:cNvSpPr/>
            <p:nvPr/>
          </p:nvSpPr>
          <p:spPr>
            <a:xfrm>
              <a:off x="5705475" y="2684400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5" name="Google Shape;1505;p31"/>
            <p:cNvSpPr/>
            <p:nvPr/>
          </p:nvSpPr>
          <p:spPr>
            <a:xfrm>
              <a:off x="5706350" y="2684400"/>
              <a:ext cx="181600" cy="98250"/>
            </a:xfrm>
            <a:custGeom>
              <a:rect b="b" l="l" r="r" t="t"/>
              <a:pathLst>
                <a:path extrusionOk="0" h="3930" w="7264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6" name="Google Shape;1506;p31"/>
            <p:cNvSpPr/>
            <p:nvPr/>
          </p:nvSpPr>
          <p:spPr>
            <a:xfrm>
              <a:off x="5703075" y="26855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7" name="Google Shape;1507;p31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8" name="Google Shape;1508;p31"/>
            <p:cNvSpPr/>
            <p:nvPr/>
          </p:nvSpPr>
          <p:spPr>
            <a:xfrm>
              <a:off x="5703375" y="26855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9" name="Google Shape;1509;p31"/>
            <p:cNvSpPr/>
            <p:nvPr/>
          </p:nvSpPr>
          <p:spPr>
            <a:xfrm>
              <a:off x="5806975" y="2990975"/>
              <a:ext cx="80975" cy="92300"/>
            </a:xfrm>
            <a:custGeom>
              <a:rect b="b" l="l" r="r" t="t"/>
              <a:pathLst>
                <a:path extrusionOk="0" h="3692" w="3239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0" name="Google Shape;1510;p31"/>
            <p:cNvSpPr/>
            <p:nvPr/>
          </p:nvSpPr>
          <p:spPr>
            <a:xfrm>
              <a:off x="5690575" y="3002575"/>
              <a:ext cx="6875" cy="80700"/>
            </a:xfrm>
            <a:custGeom>
              <a:rect b="b" l="l" r="r" t="t"/>
              <a:pathLst>
                <a:path extrusionOk="0" h="3228" w="275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1" name="Google Shape;1511;p31"/>
            <p:cNvSpPr/>
            <p:nvPr/>
          </p:nvSpPr>
          <p:spPr>
            <a:xfrm>
              <a:off x="5695050" y="2684400"/>
              <a:ext cx="12825" cy="278925"/>
            </a:xfrm>
            <a:custGeom>
              <a:rect b="b" l="l" r="r" t="t"/>
              <a:pathLst>
                <a:path extrusionOk="0" h="11157" w="513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2" name="Google Shape;1512;p31"/>
            <p:cNvSpPr/>
            <p:nvPr/>
          </p:nvSpPr>
          <p:spPr>
            <a:xfrm>
              <a:off x="5680150" y="2962925"/>
              <a:ext cx="44675" cy="40925"/>
            </a:xfrm>
            <a:custGeom>
              <a:rect b="b" l="l" r="r" t="t"/>
              <a:pathLst>
                <a:path extrusionOk="0" h="1637" w="1787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3" name="Google Shape;1513;p31"/>
            <p:cNvSpPr/>
            <p:nvPr/>
          </p:nvSpPr>
          <p:spPr>
            <a:xfrm>
              <a:off x="5242300" y="2786925"/>
              <a:ext cx="29500" cy="28675"/>
            </a:xfrm>
            <a:custGeom>
              <a:rect b="b" l="l" r="r" t="t"/>
              <a:pathLst>
                <a:path extrusionOk="0" h="1147" w="118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4" name="Google Shape;1514;p31"/>
            <p:cNvSpPr/>
            <p:nvPr/>
          </p:nvSpPr>
          <p:spPr>
            <a:xfrm>
              <a:off x="5124150" y="2783375"/>
              <a:ext cx="44375" cy="41000"/>
            </a:xfrm>
            <a:custGeom>
              <a:rect b="b" l="l" r="r" t="t"/>
              <a:pathLst>
                <a:path extrusionOk="0" h="1640" w="1775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5" name="Google Shape;1515;p31"/>
            <p:cNvSpPr/>
            <p:nvPr/>
          </p:nvSpPr>
          <p:spPr>
            <a:xfrm>
              <a:off x="5311075" y="3079075"/>
              <a:ext cx="15800" cy="3900"/>
            </a:xfrm>
            <a:custGeom>
              <a:rect b="b" l="l" r="r" t="t"/>
              <a:pathLst>
                <a:path extrusionOk="0" h="156" w="632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6" name="Google Shape;1516;p31"/>
            <p:cNvSpPr/>
            <p:nvPr/>
          </p:nvSpPr>
          <p:spPr>
            <a:xfrm>
              <a:off x="5102400" y="2980750"/>
              <a:ext cx="21475" cy="20375"/>
            </a:xfrm>
            <a:custGeom>
              <a:rect b="b" l="l" r="r" t="t"/>
              <a:pathLst>
                <a:path extrusionOk="0" h="815" w="859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7" name="Google Shape;1517;p31"/>
            <p:cNvSpPr/>
            <p:nvPr/>
          </p:nvSpPr>
          <p:spPr>
            <a:xfrm>
              <a:off x="5251825" y="2953700"/>
              <a:ext cx="16700" cy="14600"/>
            </a:xfrm>
            <a:custGeom>
              <a:rect b="b" l="l" r="r" t="t"/>
              <a:pathLst>
                <a:path extrusionOk="0" h="584" w="668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8" name="Google Shape;1518;p31"/>
            <p:cNvSpPr/>
            <p:nvPr/>
          </p:nvSpPr>
          <p:spPr>
            <a:xfrm>
              <a:off x="5411075" y="2800425"/>
              <a:ext cx="21175" cy="20450"/>
            </a:xfrm>
            <a:custGeom>
              <a:rect b="b" l="l" r="r" t="t"/>
              <a:pathLst>
                <a:path extrusionOk="0" h="818" w="847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9" name="Google Shape;1519;p31"/>
            <p:cNvSpPr/>
            <p:nvPr/>
          </p:nvSpPr>
          <p:spPr>
            <a:xfrm>
              <a:off x="5081275" y="2588800"/>
              <a:ext cx="22950" cy="20300"/>
            </a:xfrm>
            <a:custGeom>
              <a:rect b="b" l="l" r="r" t="t"/>
              <a:pathLst>
                <a:path extrusionOk="0" h="812" w="918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0" name="Google Shape;1520;p31"/>
            <p:cNvSpPr/>
            <p:nvPr/>
          </p:nvSpPr>
          <p:spPr>
            <a:xfrm>
              <a:off x="5522700" y="2742050"/>
              <a:ext cx="24425" cy="23250"/>
            </a:xfrm>
            <a:custGeom>
              <a:rect b="b" l="l" r="r" t="t"/>
              <a:pathLst>
                <a:path extrusionOk="0" h="930" w="977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1" name="Google Shape;1521;p31"/>
            <p:cNvSpPr/>
            <p:nvPr/>
          </p:nvSpPr>
          <p:spPr>
            <a:xfrm>
              <a:off x="5589975" y="2916675"/>
              <a:ext cx="17875" cy="16275"/>
            </a:xfrm>
            <a:custGeom>
              <a:rect b="b" l="l" r="r" t="t"/>
              <a:pathLst>
                <a:path extrusionOk="0" h="651" w="715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2" name="Google Shape;1522;p31"/>
            <p:cNvSpPr/>
            <p:nvPr/>
          </p:nvSpPr>
          <p:spPr>
            <a:xfrm>
              <a:off x="5193500" y="2984600"/>
              <a:ext cx="9250" cy="8725"/>
            </a:xfrm>
            <a:custGeom>
              <a:rect b="b" l="l" r="r" t="t"/>
              <a:pathLst>
                <a:path extrusionOk="0" h="349" w="37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3" name="Google Shape;1523;p31"/>
            <p:cNvSpPr/>
            <p:nvPr/>
          </p:nvSpPr>
          <p:spPr>
            <a:xfrm>
              <a:off x="5617950" y="2840125"/>
              <a:ext cx="23550" cy="21200"/>
            </a:xfrm>
            <a:custGeom>
              <a:rect b="b" l="l" r="r" t="t"/>
              <a:pathLst>
                <a:path extrusionOk="0" h="848" w="942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24" name="Google Shape;1524;p31"/>
          <p:cNvGrpSpPr/>
          <p:nvPr/>
        </p:nvGrpSpPr>
        <p:grpSpPr>
          <a:xfrm rot="-5400000">
            <a:off x="981689" y="9933316"/>
            <a:ext cx="2809551" cy="4891212"/>
            <a:chOff x="1083450" y="1318750"/>
            <a:chExt cx="624525" cy="1087250"/>
          </a:xfrm>
        </p:grpSpPr>
        <p:sp>
          <p:nvSpPr>
            <p:cNvPr id="1525" name="Google Shape;1525;p31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6" name="Google Shape;1526;p31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7" name="Google Shape;1527;p31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8" name="Google Shape;1528;p31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9" name="Google Shape;1529;p31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0" name="Google Shape;1530;p31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1" name="Google Shape;1531;p31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2" name="Google Shape;1532;p31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3" name="Google Shape;1533;p31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4" name="Google Shape;1534;p31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5" name="Google Shape;1535;p31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6" name="Google Shape;1536;p31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7" name="Google Shape;1537;p31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8" name="Google Shape;1538;p31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9" name="Google Shape;1539;p31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0" name="Google Shape;1540;p31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1" name="Google Shape;1541;p31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2" name="Google Shape;1542;p31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3" name="Google Shape;1543;p31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4" name="Google Shape;1544;p3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5" name="Google Shape;1545;p31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6" name="Google Shape;1546;p31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7" name="Google Shape;1547;p31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8" name="Google Shape;1548;p31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9" name="Google Shape;1549;p3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0" name="Google Shape;1550;p31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1" name="Google Shape;1551;p31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2" name="Google Shape;1552;p31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3" name="Google Shape;1553;p31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4" name="Google Shape;1554;p31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5" name="Google Shape;1555;p31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6" name="Google Shape;1556;p31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7" name="Google Shape;1557;p31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8" name="Google Shape;1558;p31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9" name="Google Shape;1559;p31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0" name="Google Shape;1560;p31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1" name="Google Shape;1561;p31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62" name="Google Shape;1562;p31"/>
          <p:cNvGrpSpPr/>
          <p:nvPr/>
        </p:nvGrpSpPr>
        <p:grpSpPr>
          <a:xfrm flipH="1" rot="5400000">
            <a:off x="20533565" y="9933316"/>
            <a:ext cx="2809551" cy="4891212"/>
            <a:chOff x="1083450" y="1318750"/>
            <a:chExt cx="624525" cy="1087250"/>
          </a:xfrm>
        </p:grpSpPr>
        <p:sp>
          <p:nvSpPr>
            <p:cNvPr id="1563" name="Google Shape;1563;p31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4" name="Google Shape;1564;p31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5" name="Google Shape;1565;p31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6" name="Google Shape;1566;p31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7" name="Google Shape;1567;p31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8" name="Google Shape;1568;p31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9" name="Google Shape;1569;p31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0" name="Google Shape;1570;p31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1" name="Google Shape;1571;p31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2" name="Google Shape;1572;p31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3" name="Google Shape;1573;p31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4" name="Google Shape;1574;p31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5" name="Google Shape;1575;p31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6" name="Google Shape;1576;p31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7" name="Google Shape;1577;p31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8" name="Google Shape;1578;p31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9" name="Google Shape;1579;p31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0" name="Google Shape;1580;p31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1" name="Google Shape;1581;p31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2" name="Google Shape;1582;p3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3" name="Google Shape;1583;p31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4" name="Google Shape;1584;p31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5" name="Google Shape;1585;p31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6" name="Google Shape;1586;p31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7" name="Google Shape;1587;p3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8" name="Google Shape;1588;p31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9" name="Google Shape;1589;p31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0" name="Google Shape;1590;p31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1" name="Google Shape;1591;p31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2" name="Google Shape;1592;p31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3" name="Google Shape;1593;p31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4" name="Google Shape;1594;p31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5" name="Google Shape;1595;p31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6" name="Google Shape;1596;p31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7" name="Google Shape;1597;p31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8" name="Google Shape;1598;p31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9" name="Google Shape;1599;p31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00" name="Google Shape;1600;p31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601" name="Google Shape;1601;p31"/>
          <p:cNvSpPr txBox="1"/>
          <p:nvPr>
            <p:ph idx="2" type="title"/>
          </p:nvPr>
        </p:nvSpPr>
        <p:spPr>
          <a:xfrm>
            <a:off x="4270424" y="3515267"/>
            <a:ext cx="7921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602" name="Google Shape;1602;p31"/>
          <p:cNvSpPr txBox="1"/>
          <p:nvPr>
            <p:ph idx="1" type="subTitle"/>
          </p:nvPr>
        </p:nvSpPr>
        <p:spPr>
          <a:xfrm>
            <a:off x="4270433" y="4351667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603" name="Google Shape;1603;p31"/>
          <p:cNvSpPr txBox="1"/>
          <p:nvPr>
            <p:ph idx="3" type="title"/>
          </p:nvPr>
        </p:nvSpPr>
        <p:spPr>
          <a:xfrm>
            <a:off x="4270000" y="9476933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604" name="Google Shape;1604;p31"/>
          <p:cNvSpPr txBox="1"/>
          <p:nvPr>
            <p:ph idx="4" type="subTitle"/>
          </p:nvPr>
        </p:nvSpPr>
        <p:spPr>
          <a:xfrm>
            <a:off x="4270033" y="10313333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605" name="Google Shape;1605;p31"/>
          <p:cNvSpPr txBox="1"/>
          <p:nvPr>
            <p:ph idx="5" type="title"/>
          </p:nvPr>
        </p:nvSpPr>
        <p:spPr>
          <a:xfrm>
            <a:off x="4270518" y="6496067"/>
            <a:ext cx="9157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606" name="Google Shape;1606;p31"/>
          <p:cNvSpPr txBox="1"/>
          <p:nvPr>
            <p:ph idx="6" type="subTitle"/>
          </p:nvPr>
        </p:nvSpPr>
        <p:spPr>
          <a:xfrm>
            <a:off x="4270433" y="7332467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607" name="Google Shape;1607;p31"/>
          <p:cNvSpPr txBox="1"/>
          <p:nvPr>
            <p:ph idx="7" type="title"/>
          </p:nvPr>
        </p:nvSpPr>
        <p:spPr>
          <a:xfrm>
            <a:off x="15333595" y="3565400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608" name="Google Shape;1608;p31"/>
          <p:cNvSpPr txBox="1"/>
          <p:nvPr>
            <p:ph idx="8" type="subTitle"/>
          </p:nvPr>
        </p:nvSpPr>
        <p:spPr>
          <a:xfrm>
            <a:off x="15333601" y="4414880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609" name="Google Shape;1609;p31"/>
          <p:cNvSpPr txBox="1"/>
          <p:nvPr>
            <p:ph idx="9" type="title"/>
          </p:nvPr>
        </p:nvSpPr>
        <p:spPr>
          <a:xfrm>
            <a:off x="2046000" y="39500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610" name="Google Shape;1610;p31"/>
          <p:cNvSpPr txBox="1"/>
          <p:nvPr>
            <p:ph idx="13" type="title"/>
          </p:nvPr>
        </p:nvSpPr>
        <p:spPr>
          <a:xfrm>
            <a:off x="2046000" y="9911733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611" name="Google Shape;1611;p31"/>
          <p:cNvSpPr txBox="1"/>
          <p:nvPr>
            <p:ph idx="14" type="title"/>
          </p:nvPr>
        </p:nvSpPr>
        <p:spPr>
          <a:xfrm>
            <a:off x="2046000" y="69308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612" name="Google Shape;1612;p31"/>
          <p:cNvSpPr txBox="1"/>
          <p:nvPr>
            <p:ph idx="15" type="title"/>
          </p:nvPr>
        </p:nvSpPr>
        <p:spPr>
          <a:xfrm>
            <a:off x="13109567" y="40001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613" name="Google Shape;1613;p31"/>
          <p:cNvSpPr txBox="1"/>
          <p:nvPr>
            <p:ph idx="16" type="title"/>
          </p:nvPr>
        </p:nvSpPr>
        <p:spPr>
          <a:xfrm>
            <a:off x="15333595" y="9476935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614" name="Google Shape;1614;p31"/>
          <p:cNvSpPr txBox="1"/>
          <p:nvPr>
            <p:ph idx="17" type="subTitle"/>
          </p:nvPr>
        </p:nvSpPr>
        <p:spPr>
          <a:xfrm>
            <a:off x="15333600" y="10313333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615" name="Google Shape;1615;p31"/>
          <p:cNvSpPr txBox="1"/>
          <p:nvPr>
            <p:ph idx="18" type="title"/>
          </p:nvPr>
        </p:nvSpPr>
        <p:spPr>
          <a:xfrm>
            <a:off x="15333966" y="6496084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616" name="Google Shape;1616;p31"/>
          <p:cNvSpPr txBox="1"/>
          <p:nvPr>
            <p:ph idx="19" type="subTitle"/>
          </p:nvPr>
        </p:nvSpPr>
        <p:spPr>
          <a:xfrm>
            <a:off x="15334000" y="7332467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617" name="Google Shape;1617;p31"/>
          <p:cNvSpPr txBox="1"/>
          <p:nvPr>
            <p:ph idx="20" type="title"/>
          </p:nvPr>
        </p:nvSpPr>
        <p:spPr>
          <a:xfrm>
            <a:off x="13109567" y="9911733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618" name="Google Shape;1618;p31"/>
          <p:cNvSpPr txBox="1"/>
          <p:nvPr>
            <p:ph idx="21" type="title"/>
          </p:nvPr>
        </p:nvSpPr>
        <p:spPr>
          <a:xfrm>
            <a:off x="13109567" y="69308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1">
    <p:spTree>
      <p:nvGrpSpPr>
        <p:cNvPr id="1619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0" name="Google Shape;1620;p32"/>
          <p:cNvGrpSpPr/>
          <p:nvPr/>
        </p:nvGrpSpPr>
        <p:grpSpPr>
          <a:xfrm rot="5400000">
            <a:off x="1743750" y="4589712"/>
            <a:ext cx="7382564" cy="10870595"/>
            <a:chOff x="2525900" y="1699450"/>
            <a:chExt cx="1076050" cy="1584450"/>
          </a:xfrm>
        </p:grpSpPr>
        <p:sp>
          <p:nvSpPr>
            <p:cNvPr id="1621" name="Google Shape;1621;p32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2" name="Google Shape;1622;p32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3" name="Google Shape;1623;p32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4" name="Google Shape;1624;p32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5" name="Google Shape;1625;p32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6" name="Google Shape;1626;p32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7" name="Google Shape;1627;p32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8" name="Google Shape;1628;p32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9" name="Google Shape;1629;p32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0" name="Google Shape;1630;p32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1" name="Google Shape;1631;p32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2" name="Google Shape;1632;p32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3" name="Google Shape;1633;p32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4" name="Google Shape;1634;p32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5" name="Google Shape;1635;p32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6" name="Google Shape;1636;p32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7" name="Google Shape;1637;p32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8" name="Google Shape;1638;p32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9" name="Google Shape;1639;p32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0" name="Google Shape;1640;p32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1" name="Google Shape;1641;p32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2" name="Google Shape;1642;p32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3" name="Google Shape;1643;p32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4" name="Google Shape;1644;p32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5" name="Google Shape;1645;p32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6" name="Google Shape;1646;p32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7" name="Google Shape;1647;p32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8" name="Google Shape;1648;p32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9" name="Google Shape;1649;p32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0" name="Google Shape;1650;p32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1" name="Google Shape;1651;p32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2" name="Google Shape;1652;p32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3" name="Google Shape;1653;p32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4" name="Google Shape;1654;p32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5" name="Google Shape;1655;p32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6" name="Google Shape;1656;p32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7" name="Google Shape;1657;p32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8" name="Google Shape;1658;p32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9" name="Google Shape;1659;p32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0" name="Google Shape;1660;p32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1" name="Google Shape;1661;p32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2" name="Google Shape;1662;p32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3" name="Google Shape;1663;p32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4" name="Google Shape;1664;p32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5" name="Google Shape;1665;p32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6" name="Google Shape;1666;p32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7" name="Google Shape;1667;p32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8" name="Google Shape;1668;p32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9" name="Google Shape;1669;p32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0" name="Google Shape;1670;p32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1" name="Google Shape;1671;p32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2" name="Google Shape;1672;p32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3" name="Google Shape;1673;p32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4" name="Google Shape;1674;p32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5" name="Google Shape;1675;p32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6" name="Google Shape;1676;p32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7" name="Google Shape;1677;p32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8" name="Google Shape;1678;p32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9" name="Google Shape;1679;p32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0" name="Google Shape;1680;p32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1" name="Google Shape;1681;p32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2" name="Google Shape;1682;p32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3" name="Google Shape;1683;p32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4" name="Google Shape;1684;p32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5" name="Google Shape;1685;p32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6" name="Google Shape;1686;p32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7" name="Google Shape;1687;p32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8" name="Google Shape;1688;p32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89" name="Google Shape;1689;p32"/>
          <p:cNvGrpSpPr/>
          <p:nvPr/>
        </p:nvGrpSpPr>
        <p:grpSpPr>
          <a:xfrm>
            <a:off x="8368932" y="141"/>
            <a:ext cx="16015949" cy="3895226"/>
            <a:chOff x="3877250" y="939525"/>
            <a:chExt cx="2541125" cy="618025"/>
          </a:xfrm>
        </p:grpSpPr>
        <p:sp>
          <p:nvSpPr>
            <p:cNvPr id="1690" name="Google Shape;1690;p32"/>
            <p:cNvSpPr/>
            <p:nvPr/>
          </p:nvSpPr>
          <p:spPr>
            <a:xfrm>
              <a:off x="4697300" y="939825"/>
              <a:ext cx="57475" cy="13725"/>
            </a:xfrm>
            <a:custGeom>
              <a:rect b="b" l="l" r="r" t="t"/>
              <a:pathLst>
                <a:path extrusionOk="0" h="549" w="2299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1" name="Google Shape;1691;p32"/>
            <p:cNvSpPr/>
            <p:nvPr/>
          </p:nvSpPr>
          <p:spPr>
            <a:xfrm>
              <a:off x="4760400" y="947875"/>
              <a:ext cx="126525" cy="36025"/>
            </a:xfrm>
            <a:custGeom>
              <a:rect b="b" l="l" r="r" t="t"/>
              <a:pathLst>
                <a:path extrusionOk="0" h="1441" w="5061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2" name="Google Shape;1692;p32"/>
            <p:cNvSpPr/>
            <p:nvPr/>
          </p:nvSpPr>
          <p:spPr>
            <a:xfrm>
              <a:off x="3888875" y="939825"/>
              <a:ext cx="51500" cy="75925"/>
            </a:xfrm>
            <a:custGeom>
              <a:rect b="b" l="l" r="r" t="t"/>
              <a:pathLst>
                <a:path extrusionOk="0" h="3037" w="206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3" name="Google Shape;1693;p32"/>
            <p:cNvSpPr/>
            <p:nvPr/>
          </p:nvSpPr>
          <p:spPr>
            <a:xfrm>
              <a:off x="4222250" y="939825"/>
              <a:ext cx="22050" cy="8950"/>
            </a:xfrm>
            <a:custGeom>
              <a:rect b="b" l="l" r="r" t="t"/>
              <a:pathLst>
                <a:path extrusionOk="0" h="358" w="882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4" name="Google Shape;1694;p32"/>
            <p:cNvSpPr/>
            <p:nvPr/>
          </p:nvSpPr>
          <p:spPr>
            <a:xfrm>
              <a:off x="3894225" y="942800"/>
              <a:ext cx="103300" cy="77725"/>
            </a:xfrm>
            <a:custGeom>
              <a:rect b="b" l="l" r="r" t="t"/>
              <a:pathLst>
                <a:path extrusionOk="0" h="3109" w="4132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5" name="Google Shape;1695;p32"/>
            <p:cNvSpPr/>
            <p:nvPr/>
          </p:nvSpPr>
          <p:spPr>
            <a:xfrm>
              <a:off x="4006450" y="946075"/>
              <a:ext cx="190525" cy="100350"/>
            </a:xfrm>
            <a:custGeom>
              <a:rect b="b" l="l" r="r" t="t"/>
              <a:pathLst>
                <a:path extrusionOk="0" h="4014" w="7621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6" name="Google Shape;1696;p32"/>
            <p:cNvSpPr/>
            <p:nvPr/>
          </p:nvSpPr>
          <p:spPr>
            <a:xfrm>
              <a:off x="3987100" y="939825"/>
              <a:ext cx="8350" cy="4500"/>
            </a:xfrm>
            <a:custGeom>
              <a:rect b="b" l="l" r="r" t="t"/>
              <a:pathLst>
                <a:path extrusionOk="0" h="180" w="334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7" name="Google Shape;1697;p32"/>
            <p:cNvSpPr/>
            <p:nvPr/>
          </p:nvSpPr>
          <p:spPr>
            <a:xfrm>
              <a:off x="4215100" y="1051750"/>
              <a:ext cx="184275" cy="282800"/>
            </a:xfrm>
            <a:custGeom>
              <a:rect b="b" l="l" r="r" t="t"/>
              <a:pathLst>
                <a:path extrusionOk="0" h="11312" w="7371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8" name="Google Shape;1698;p32"/>
            <p:cNvSpPr/>
            <p:nvPr/>
          </p:nvSpPr>
          <p:spPr>
            <a:xfrm>
              <a:off x="4399650" y="1275000"/>
              <a:ext cx="125925" cy="62825"/>
            </a:xfrm>
            <a:custGeom>
              <a:rect b="b" l="l" r="r" t="t"/>
              <a:pathLst>
                <a:path extrusionOk="0" h="2513" w="5037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9" name="Google Shape;1699;p32"/>
            <p:cNvSpPr/>
            <p:nvPr/>
          </p:nvSpPr>
          <p:spPr>
            <a:xfrm>
              <a:off x="4213300" y="950850"/>
              <a:ext cx="37250" cy="77700"/>
            </a:xfrm>
            <a:custGeom>
              <a:rect b="b" l="l" r="r" t="t"/>
              <a:pathLst>
                <a:path extrusionOk="0" h="3108" w="149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0" name="Google Shape;1700;p32"/>
            <p:cNvSpPr/>
            <p:nvPr/>
          </p:nvSpPr>
          <p:spPr>
            <a:xfrm>
              <a:off x="4248425" y="939825"/>
              <a:ext cx="7475" cy="3600"/>
            </a:xfrm>
            <a:custGeom>
              <a:rect b="b" l="l" r="r" t="t"/>
              <a:pathLst>
                <a:path extrusionOk="0" h="144" w="299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1" name="Google Shape;1701;p32"/>
            <p:cNvSpPr/>
            <p:nvPr/>
          </p:nvSpPr>
          <p:spPr>
            <a:xfrm>
              <a:off x="4253500" y="942650"/>
              <a:ext cx="181900" cy="74600"/>
            </a:xfrm>
            <a:custGeom>
              <a:rect b="b" l="l" r="r" t="t"/>
              <a:pathLst>
                <a:path extrusionOk="0" h="2984" w="7276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2" name="Google Shape;1702;p32"/>
            <p:cNvSpPr/>
            <p:nvPr/>
          </p:nvSpPr>
          <p:spPr>
            <a:xfrm>
              <a:off x="4459775" y="1021675"/>
              <a:ext cx="198850" cy="82475"/>
            </a:xfrm>
            <a:custGeom>
              <a:rect b="b" l="l" r="r" t="t"/>
              <a:pathLst>
                <a:path extrusionOk="0" h="3299" w="7954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3" name="Google Shape;1703;p32"/>
            <p:cNvSpPr/>
            <p:nvPr/>
          </p:nvSpPr>
          <p:spPr>
            <a:xfrm>
              <a:off x="4418400" y="939825"/>
              <a:ext cx="27100" cy="67300"/>
            </a:xfrm>
            <a:custGeom>
              <a:rect b="b" l="l" r="r" t="t"/>
              <a:pathLst>
                <a:path extrusionOk="0" h="2692" w="1084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32"/>
            <p:cNvSpPr/>
            <p:nvPr/>
          </p:nvSpPr>
          <p:spPr>
            <a:xfrm>
              <a:off x="4448750" y="1033600"/>
              <a:ext cx="82475" cy="232175"/>
            </a:xfrm>
            <a:custGeom>
              <a:rect b="b" l="l" r="r" t="t"/>
              <a:pathLst>
                <a:path extrusionOk="0" h="9287" w="3299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5" name="Google Shape;1705;p32"/>
            <p:cNvSpPr/>
            <p:nvPr/>
          </p:nvSpPr>
          <p:spPr>
            <a:xfrm>
              <a:off x="4530625" y="1282125"/>
              <a:ext cx="42875" cy="110750"/>
            </a:xfrm>
            <a:custGeom>
              <a:rect b="b" l="l" r="r" t="t"/>
              <a:pathLst>
                <a:path extrusionOk="0" h="4430" w="1715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6" name="Google Shape;1706;p32"/>
            <p:cNvSpPr/>
            <p:nvPr/>
          </p:nvSpPr>
          <p:spPr>
            <a:xfrm>
              <a:off x="4539550" y="1228550"/>
              <a:ext cx="81275" cy="44675"/>
            </a:xfrm>
            <a:custGeom>
              <a:rect b="b" l="l" r="r" t="t"/>
              <a:pathLst>
                <a:path extrusionOk="0" h="1787" w="3251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7" name="Google Shape;1707;p32"/>
            <p:cNvSpPr/>
            <p:nvPr/>
          </p:nvSpPr>
          <p:spPr>
            <a:xfrm>
              <a:off x="4665450" y="1102950"/>
              <a:ext cx="99750" cy="35750"/>
            </a:xfrm>
            <a:custGeom>
              <a:rect b="b" l="l" r="r" t="t"/>
              <a:pathLst>
                <a:path extrusionOk="0" h="1430" w="399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8" name="Google Shape;1708;p32"/>
            <p:cNvSpPr/>
            <p:nvPr/>
          </p:nvSpPr>
          <p:spPr>
            <a:xfrm>
              <a:off x="4576150" y="1236000"/>
              <a:ext cx="52125" cy="157775"/>
            </a:xfrm>
            <a:custGeom>
              <a:rect b="b" l="l" r="r" t="t"/>
              <a:pathLst>
                <a:path extrusionOk="0" h="6311" w="2085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9" name="Google Shape;1709;p32"/>
            <p:cNvSpPr/>
            <p:nvPr/>
          </p:nvSpPr>
          <p:spPr>
            <a:xfrm>
              <a:off x="4627050" y="1106525"/>
              <a:ext cx="36050" cy="112225"/>
            </a:xfrm>
            <a:custGeom>
              <a:rect b="b" l="l" r="r" t="t"/>
              <a:pathLst>
                <a:path extrusionOk="0" h="4489" w="1442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0" name="Google Shape;1710;p32"/>
            <p:cNvSpPr/>
            <p:nvPr/>
          </p:nvSpPr>
          <p:spPr>
            <a:xfrm>
              <a:off x="4658600" y="939825"/>
              <a:ext cx="18475" cy="159275"/>
            </a:xfrm>
            <a:custGeom>
              <a:rect b="b" l="l" r="r" t="t"/>
              <a:pathLst>
                <a:path extrusionOk="0" h="6371" w="739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1" name="Google Shape;1711;p32"/>
            <p:cNvSpPr/>
            <p:nvPr/>
          </p:nvSpPr>
          <p:spPr>
            <a:xfrm>
              <a:off x="4752075" y="939825"/>
              <a:ext cx="37225" cy="176550"/>
            </a:xfrm>
            <a:custGeom>
              <a:rect b="b" l="l" r="r" t="t"/>
              <a:pathLst>
                <a:path extrusionOk="0" h="7062" w="1489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2" name="Google Shape;1712;p32"/>
            <p:cNvSpPr/>
            <p:nvPr/>
          </p:nvSpPr>
          <p:spPr>
            <a:xfrm>
              <a:off x="4804450" y="989825"/>
              <a:ext cx="88725" cy="131000"/>
            </a:xfrm>
            <a:custGeom>
              <a:rect b="b" l="l" r="r" t="t"/>
              <a:pathLst>
                <a:path extrusionOk="0" h="5240" w="3549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3" name="Google Shape;1713;p32"/>
            <p:cNvSpPr/>
            <p:nvPr/>
          </p:nvSpPr>
          <p:spPr>
            <a:xfrm>
              <a:off x="4897925" y="939825"/>
              <a:ext cx="29775" cy="37525"/>
            </a:xfrm>
            <a:custGeom>
              <a:rect b="b" l="l" r="r" t="t"/>
              <a:pathLst>
                <a:path extrusionOk="0" h="1501" w="1191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4" name="Google Shape;1714;p32"/>
            <p:cNvSpPr/>
            <p:nvPr/>
          </p:nvSpPr>
          <p:spPr>
            <a:xfrm>
              <a:off x="4904775" y="979125"/>
              <a:ext cx="209875" cy="36925"/>
            </a:xfrm>
            <a:custGeom>
              <a:rect b="b" l="l" r="r" t="t"/>
              <a:pathLst>
                <a:path extrusionOk="0" h="1477" w="8395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32"/>
            <p:cNvSpPr/>
            <p:nvPr/>
          </p:nvSpPr>
          <p:spPr>
            <a:xfrm>
              <a:off x="5115500" y="939825"/>
              <a:ext cx="73850" cy="73250"/>
            </a:xfrm>
            <a:custGeom>
              <a:rect b="b" l="l" r="r" t="t"/>
              <a:pathLst>
                <a:path extrusionOk="0" h="2930" w="2954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6" name="Google Shape;1716;p32"/>
            <p:cNvSpPr/>
            <p:nvPr/>
          </p:nvSpPr>
          <p:spPr>
            <a:xfrm>
              <a:off x="4996450" y="939825"/>
              <a:ext cx="347975" cy="224175"/>
            </a:xfrm>
            <a:custGeom>
              <a:rect b="b" l="l" r="r" t="t"/>
              <a:pathLst>
                <a:path extrusionOk="0" h="8967" w="13919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7" name="Google Shape;1717;p32"/>
            <p:cNvSpPr/>
            <p:nvPr/>
          </p:nvSpPr>
          <p:spPr>
            <a:xfrm>
              <a:off x="5192300" y="939825"/>
              <a:ext cx="157775" cy="220900"/>
            </a:xfrm>
            <a:custGeom>
              <a:rect b="b" l="l" r="r" t="t"/>
              <a:pathLst>
                <a:path extrusionOk="0" h="8836" w="6311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8" name="Google Shape;1718;p32"/>
            <p:cNvSpPr/>
            <p:nvPr/>
          </p:nvSpPr>
          <p:spPr>
            <a:xfrm>
              <a:off x="5357500" y="995500"/>
              <a:ext cx="208675" cy="168500"/>
            </a:xfrm>
            <a:custGeom>
              <a:rect b="b" l="l" r="r" t="t"/>
              <a:pathLst>
                <a:path extrusionOk="0" h="6740" w="8347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9" name="Google Shape;1719;p32"/>
            <p:cNvSpPr/>
            <p:nvPr/>
          </p:nvSpPr>
          <p:spPr>
            <a:xfrm>
              <a:off x="5531925" y="939825"/>
              <a:ext cx="36650" cy="39025"/>
            </a:xfrm>
            <a:custGeom>
              <a:rect b="b" l="l" r="r" t="t"/>
              <a:pathLst>
                <a:path extrusionOk="0" h="1561" w="1466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0" name="Google Shape;1720;p32"/>
            <p:cNvSpPr/>
            <p:nvPr/>
          </p:nvSpPr>
          <p:spPr>
            <a:xfrm>
              <a:off x="5412275" y="940125"/>
              <a:ext cx="30075" cy="14900"/>
            </a:xfrm>
            <a:custGeom>
              <a:rect b="b" l="l" r="r" t="t"/>
              <a:pathLst>
                <a:path extrusionOk="0" h="596" w="1203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1" name="Google Shape;1721;p32"/>
            <p:cNvSpPr/>
            <p:nvPr/>
          </p:nvSpPr>
          <p:spPr>
            <a:xfrm>
              <a:off x="5448000" y="940125"/>
              <a:ext cx="7750" cy="6575"/>
            </a:xfrm>
            <a:custGeom>
              <a:rect b="b" l="l" r="r" t="t"/>
              <a:pathLst>
                <a:path extrusionOk="0" h="263" w="31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2" name="Google Shape;1722;p32"/>
            <p:cNvSpPr/>
            <p:nvPr/>
          </p:nvSpPr>
          <p:spPr>
            <a:xfrm>
              <a:off x="5654850" y="939825"/>
              <a:ext cx="128625" cy="201250"/>
            </a:xfrm>
            <a:custGeom>
              <a:rect b="b" l="l" r="r" t="t"/>
              <a:pathLst>
                <a:path extrusionOk="0" h="8050" w="5145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3" name="Google Shape;1723;p32"/>
            <p:cNvSpPr/>
            <p:nvPr/>
          </p:nvSpPr>
          <p:spPr>
            <a:xfrm>
              <a:off x="5575375" y="939825"/>
              <a:ext cx="14925" cy="36050"/>
            </a:xfrm>
            <a:custGeom>
              <a:rect b="b" l="l" r="r" t="t"/>
              <a:pathLst>
                <a:path extrusionOk="0" h="1442" w="597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4" name="Google Shape;1724;p32"/>
            <p:cNvSpPr/>
            <p:nvPr/>
          </p:nvSpPr>
          <p:spPr>
            <a:xfrm>
              <a:off x="5742075" y="939825"/>
              <a:ext cx="47350" cy="198275"/>
            </a:xfrm>
            <a:custGeom>
              <a:rect b="b" l="l" r="r" t="t"/>
              <a:pathLst>
                <a:path extrusionOk="0" h="7931" w="1894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5" name="Google Shape;1725;p32"/>
            <p:cNvSpPr/>
            <p:nvPr/>
          </p:nvSpPr>
          <p:spPr>
            <a:xfrm>
              <a:off x="5789400" y="1164550"/>
              <a:ext cx="90525" cy="353650"/>
            </a:xfrm>
            <a:custGeom>
              <a:rect b="b" l="l" r="r" t="t"/>
              <a:pathLst>
                <a:path extrusionOk="0" h="14146" w="3621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6" name="Google Shape;1726;p32"/>
            <p:cNvSpPr/>
            <p:nvPr/>
          </p:nvSpPr>
          <p:spPr>
            <a:xfrm>
              <a:off x="6017400" y="939525"/>
              <a:ext cx="8075" cy="4500"/>
            </a:xfrm>
            <a:custGeom>
              <a:rect b="b" l="l" r="r" t="t"/>
              <a:pathLst>
                <a:path extrusionOk="0" h="180" w="323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7" name="Google Shape;1727;p32"/>
            <p:cNvSpPr/>
            <p:nvPr/>
          </p:nvSpPr>
          <p:spPr>
            <a:xfrm>
              <a:off x="5798625" y="956500"/>
              <a:ext cx="225350" cy="187850"/>
            </a:xfrm>
            <a:custGeom>
              <a:rect b="b" l="l" r="r" t="t"/>
              <a:pathLst>
                <a:path extrusionOk="0" h="7514" w="9014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8" name="Google Shape;1728;p32"/>
            <p:cNvSpPr/>
            <p:nvPr/>
          </p:nvSpPr>
          <p:spPr>
            <a:xfrm>
              <a:off x="6031700" y="959775"/>
              <a:ext cx="71750" cy="111650"/>
            </a:xfrm>
            <a:custGeom>
              <a:rect b="b" l="l" r="r" t="t"/>
              <a:pathLst>
                <a:path extrusionOk="0" h="4466" w="287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9" name="Google Shape;1729;p32"/>
            <p:cNvSpPr/>
            <p:nvPr/>
          </p:nvSpPr>
          <p:spPr>
            <a:xfrm>
              <a:off x="6036450" y="939825"/>
              <a:ext cx="12825" cy="7475"/>
            </a:xfrm>
            <a:custGeom>
              <a:rect b="b" l="l" r="r" t="t"/>
              <a:pathLst>
                <a:path extrusionOk="0" h="299" w="513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0" name="Google Shape;1730;p32"/>
            <p:cNvSpPr/>
            <p:nvPr/>
          </p:nvSpPr>
          <p:spPr>
            <a:xfrm>
              <a:off x="5965325" y="1184200"/>
              <a:ext cx="453050" cy="198075"/>
            </a:xfrm>
            <a:custGeom>
              <a:rect b="b" l="l" r="r" t="t"/>
              <a:pathLst>
                <a:path extrusionOk="0" h="7923" w="18122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1" name="Google Shape;1731;p32"/>
            <p:cNvSpPr/>
            <p:nvPr/>
          </p:nvSpPr>
          <p:spPr>
            <a:xfrm>
              <a:off x="6126650" y="939825"/>
              <a:ext cx="68775" cy="119975"/>
            </a:xfrm>
            <a:custGeom>
              <a:rect b="b" l="l" r="r" t="t"/>
              <a:pathLst>
                <a:path extrusionOk="0" h="4799" w="2751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2" name="Google Shape;1732;p32"/>
            <p:cNvSpPr/>
            <p:nvPr/>
          </p:nvSpPr>
          <p:spPr>
            <a:xfrm>
              <a:off x="5887625" y="1106525"/>
              <a:ext cx="218800" cy="414050"/>
            </a:xfrm>
            <a:custGeom>
              <a:rect b="b" l="l" r="r" t="t"/>
              <a:pathLst>
                <a:path extrusionOk="0" h="16562" w="8752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3" name="Google Shape;1733;p32"/>
            <p:cNvSpPr/>
            <p:nvPr/>
          </p:nvSpPr>
          <p:spPr>
            <a:xfrm>
              <a:off x="4762775" y="1114700"/>
              <a:ext cx="59275" cy="58100"/>
            </a:xfrm>
            <a:custGeom>
              <a:rect b="b" l="l" r="r" t="t"/>
              <a:pathLst>
                <a:path extrusionOk="0" h="2324" w="2371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4" name="Google Shape;1734;p32"/>
            <p:cNvSpPr/>
            <p:nvPr/>
          </p:nvSpPr>
          <p:spPr>
            <a:xfrm>
              <a:off x="4558600" y="1391375"/>
              <a:ext cx="30975" cy="29875"/>
            </a:xfrm>
            <a:custGeom>
              <a:rect b="b" l="l" r="r" t="t"/>
              <a:pathLst>
                <a:path extrusionOk="0" h="1195" w="1239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5" name="Google Shape;1735;p32"/>
            <p:cNvSpPr/>
            <p:nvPr/>
          </p:nvSpPr>
          <p:spPr>
            <a:xfrm>
              <a:off x="4196350" y="1025325"/>
              <a:ext cx="30075" cy="30150"/>
            </a:xfrm>
            <a:custGeom>
              <a:rect b="b" l="l" r="r" t="t"/>
              <a:pathLst>
                <a:path extrusionOk="0" h="1206" w="1203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6" name="Google Shape;1736;p32"/>
            <p:cNvSpPr/>
            <p:nvPr/>
          </p:nvSpPr>
          <p:spPr>
            <a:xfrm>
              <a:off x="4432100" y="1005225"/>
              <a:ext cx="30075" cy="29900"/>
            </a:xfrm>
            <a:custGeom>
              <a:rect b="b" l="l" r="r" t="t"/>
              <a:pathLst>
                <a:path extrusionOk="0" h="1196" w="1203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7" name="Google Shape;1737;p32"/>
            <p:cNvSpPr/>
            <p:nvPr/>
          </p:nvSpPr>
          <p:spPr>
            <a:xfrm>
              <a:off x="4392800" y="1332150"/>
              <a:ext cx="9850" cy="10525"/>
            </a:xfrm>
            <a:custGeom>
              <a:rect b="b" l="l" r="r" t="t"/>
              <a:pathLst>
                <a:path extrusionOk="0" h="421" w="394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8" name="Google Shape;1738;p32"/>
            <p:cNvSpPr/>
            <p:nvPr/>
          </p:nvSpPr>
          <p:spPr>
            <a:xfrm>
              <a:off x="5860550" y="1516575"/>
              <a:ext cx="42275" cy="40975"/>
            </a:xfrm>
            <a:custGeom>
              <a:rect b="b" l="l" r="r" t="t"/>
              <a:pathLst>
                <a:path extrusionOk="0" h="1639" w="1691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9" name="Google Shape;1739;p32"/>
            <p:cNvSpPr/>
            <p:nvPr/>
          </p:nvSpPr>
          <p:spPr>
            <a:xfrm>
              <a:off x="5775700" y="1136275"/>
              <a:ext cx="29800" cy="28900"/>
            </a:xfrm>
            <a:custGeom>
              <a:rect b="b" l="l" r="r" t="t"/>
              <a:pathLst>
                <a:path extrusionOk="0" h="1156" w="1192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0" name="Google Shape;1740;p32"/>
            <p:cNvSpPr/>
            <p:nvPr/>
          </p:nvSpPr>
          <p:spPr>
            <a:xfrm>
              <a:off x="5559325" y="973750"/>
              <a:ext cx="30375" cy="28950"/>
            </a:xfrm>
            <a:custGeom>
              <a:rect b="b" l="l" r="r" t="t"/>
              <a:pathLst>
                <a:path extrusionOk="0" h="1158" w="1215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1" name="Google Shape;1741;p32"/>
            <p:cNvSpPr/>
            <p:nvPr/>
          </p:nvSpPr>
          <p:spPr>
            <a:xfrm>
              <a:off x="4618425" y="1217425"/>
              <a:ext cx="22050" cy="20375"/>
            </a:xfrm>
            <a:custGeom>
              <a:rect b="b" l="l" r="r" t="t"/>
              <a:pathLst>
                <a:path extrusionOk="0" h="815" w="882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2" name="Google Shape;1742;p32"/>
            <p:cNvSpPr/>
            <p:nvPr/>
          </p:nvSpPr>
          <p:spPr>
            <a:xfrm>
              <a:off x="5439650" y="946275"/>
              <a:ext cx="21175" cy="20375"/>
            </a:xfrm>
            <a:custGeom>
              <a:rect b="b" l="l" r="r" t="t"/>
              <a:pathLst>
                <a:path extrusionOk="0" h="815" w="847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3" name="Google Shape;1743;p32"/>
            <p:cNvSpPr/>
            <p:nvPr/>
          </p:nvSpPr>
          <p:spPr>
            <a:xfrm>
              <a:off x="5341125" y="1157350"/>
              <a:ext cx="21450" cy="20100"/>
            </a:xfrm>
            <a:custGeom>
              <a:rect b="b" l="l" r="r" t="t"/>
              <a:pathLst>
                <a:path extrusionOk="0" h="804" w="858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4" name="Google Shape;1744;p32"/>
            <p:cNvSpPr/>
            <p:nvPr/>
          </p:nvSpPr>
          <p:spPr>
            <a:xfrm>
              <a:off x="4884825" y="973175"/>
              <a:ext cx="20850" cy="20850"/>
            </a:xfrm>
            <a:custGeom>
              <a:rect b="b" l="l" r="r" t="t"/>
              <a:pathLst>
                <a:path extrusionOk="0" h="834" w="834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5" name="Google Shape;1745;p32"/>
            <p:cNvSpPr/>
            <p:nvPr/>
          </p:nvSpPr>
          <p:spPr>
            <a:xfrm>
              <a:off x="3994525" y="940125"/>
              <a:ext cx="20575" cy="10200"/>
            </a:xfrm>
            <a:custGeom>
              <a:rect b="b" l="l" r="r" t="t"/>
              <a:pathLst>
                <a:path extrusionOk="0" h="408" w="823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6" name="Google Shape;1746;p32"/>
            <p:cNvSpPr/>
            <p:nvPr/>
          </p:nvSpPr>
          <p:spPr>
            <a:xfrm>
              <a:off x="4521100" y="1262650"/>
              <a:ext cx="21150" cy="20400"/>
            </a:xfrm>
            <a:custGeom>
              <a:rect b="b" l="l" r="r" t="t"/>
              <a:pathLst>
                <a:path extrusionOk="0" h="816" w="846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7" name="Google Shape;1747;p32"/>
            <p:cNvSpPr/>
            <p:nvPr/>
          </p:nvSpPr>
          <p:spPr>
            <a:xfrm>
              <a:off x="3877250" y="1014750"/>
              <a:ext cx="22050" cy="20675"/>
            </a:xfrm>
            <a:custGeom>
              <a:rect b="b" l="l" r="r" t="t"/>
              <a:pathLst>
                <a:path extrusionOk="0" h="827" w="882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8" name="Google Shape;1748;p32"/>
            <p:cNvSpPr/>
            <p:nvPr/>
          </p:nvSpPr>
          <p:spPr>
            <a:xfrm>
              <a:off x="6017400" y="939525"/>
              <a:ext cx="25025" cy="23025"/>
            </a:xfrm>
            <a:custGeom>
              <a:rect b="b" l="l" r="r" t="t"/>
              <a:pathLst>
                <a:path extrusionOk="0" h="921" w="1001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9" name="Google Shape;1749;p32"/>
            <p:cNvSpPr/>
            <p:nvPr/>
          </p:nvSpPr>
          <p:spPr>
            <a:xfrm>
              <a:off x="4869650" y="949325"/>
              <a:ext cx="12825" cy="12000"/>
            </a:xfrm>
            <a:custGeom>
              <a:rect b="b" l="l" r="r" t="t"/>
              <a:pathLst>
                <a:path extrusionOk="0" h="480" w="513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0" name="Google Shape;1750;p32"/>
            <p:cNvSpPr/>
            <p:nvPr/>
          </p:nvSpPr>
          <p:spPr>
            <a:xfrm>
              <a:off x="4743150" y="1107375"/>
              <a:ext cx="12225" cy="12000"/>
            </a:xfrm>
            <a:custGeom>
              <a:rect b="b" l="l" r="r" t="t"/>
              <a:pathLst>
                <a:path extrusionOk="0" h="480" w="489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1" name="Google Shape;1751;p32"/>
            <p:cNvSpPr/>
            <p:nvPr/>
          </p:nvSpPr>
          <p:spPr>
            <a:xfrm>
              <a:off x="4242175" y="940725"/>
              <a:ext cx="12525" cy="11700"/>
            </a:xfrm>
            <a:custGeom>
              <a:rect b="b" l="l" r="r" t="t"/>
              <a:pathLst>
                <a:path extrusionOk="0" h="468" w="501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2" name="Google Shape;1752;p32"/>
            <p:cNvSpPr/>
            <p:nvPr/>
          </p:nvSpPr>
          <p:spPr>
            <a:xfrm>
              <a:off x="4657125" y="1097575"/>
              <a:ext cx="11925" cy="11350"/>
            </a:xfrm>
            <a:custGeom>
              <a:rect b="b" l="l" r="r" t="t"/>
              <a:pathLst>
                <a:path extrusionOk="0" h="454" w="477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3" name="Google Shape;1753;p32"/>
            <p:cNvSpPr/>
            <p:nvPr/>
          </p:nvSpPr>
          <p:spPr>
            <a:xfrm>
              <a:off x="5125025" y="1028500"/>
              <a:ext cx="12525" cy="12050"/>
            </a:xfrm>
            <a:custGeom>
              <a:rect b="b" l="l" r="r" t="t"/>
              <a:pathLst>
                <a:path extrusionOk="0" h="482" w="501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4" name="Google Shape;1754;p32"/>
            <p:cNvSpPr/>
            <p:nvPr/>
          </p:nvSpPr>
          <p:spPr>
            <a:xfrm>
              <a:off x="6093300" y="1058450"/>
              <a:ext cx="60150" cy="57725"/>
            </a:xfrm>
            <a:custGeom>
              <a:rect b="b" l="l" r="r" t="t"/>
              <a:pathLst>
                <a:path extrusionOk="0" h="2309" w="2406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55" name="Google Shape;1755;p32"/>
          <p:cNvSpPr txBox="1"/>
          <p:nvPr>
            <p:ph type="title"/>
          </p:nvPr>
        </p:nvSpPr>
        <p:spPr>
          <a:xfrm>
            <a:off x="11902533" y="4619503"/>
            <a:ext cx="10165500" cy="19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756" name="Google Shape;1756;p32"/>
          <p:cNvSpPr txBox="1"/>
          <p:nvPr>
            <p:ph idx="1" type="subTitle"/>
          </p:nvPr>
        </p:nvSpPr>
        <p:spPr>
          <a:xfrm>
            <a:off x="11902533" y="6659732"/>
            <a:ext cx="10165500" cy="31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1_1">
    <p:spTree>
      <p:nvGrpSpPr>
        <p:cNvPr id="1757" name="Shape 1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8" name="Google Shape;1758;p33"/>
          <p:cNvGrpSpPr/>
          <p:nvPr/>
        </p:nvGrpSpPr>
        <p:grpSpPr>
          <a:xfrm>
            <a:off x="136" y="10941750"/>
            <a:ext cx="10701074" cy="2774507"/>
            <a:chOff x="2582150" y="3714800"/>
            <a:chExt cx="2689050" cy="697200"/>
          </a:xfrm>
        </p:grpSpPr>
        <p:sp>
          <p:nvSpPr>
            <p:cNvPr id="1759" name="Google Shape;1759;p33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0" name="Google Shape;1760;p33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1" name="Google Shape;1761;p33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2" name="Google Shape;1762;p33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3" name="Google Shape;1763;p33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4" name="Google Shape;1764;p33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5" name="Google Shape;1765;p33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6" name="Google Shape;1766;p33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7" name="Google Shape;1767;p33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8" name="Google Shape;1768;p33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9" name="Google Shape;1769;p33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0" name="Google Shape;1770;p33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1" name="Google Shape;1771;p33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2" name="Google Shape;1772;p33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3" name="Google Shape;1773;p33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4" name="Google Shape;1774;p33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5" name="Google Shape;1775;p33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6" name="Google Shape;1776;p33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7" name="Google Shape;1777;p33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8" name="Google Shape;1778;p33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9" name="Google Shape;1779;p33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0" name="Google Shape;1780;p33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1" name="Google Shape;1781;p33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2" name="Google Shape;1782;p33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3" name="Google Shape;1783;p33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4" name="Google Shape;1784;p33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5" name="Google Shape;1785;p33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6" name="Google Shape;1786;p33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7" name="Google Shape;1787;p33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8" name="Google Shape;1788;p33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9" name="Google Shape;1789;p33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33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1" name="Google Shape;1791;p33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2" name="Google Shape;1792;p33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3" name="Google Shape;1793;p33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4" name="Google Shape;1794;p33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5" name="Google Shape;1795;p33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6" name="Google Shape;1796;p33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7" name="Google Shape;1797;p33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8" name="Google Shape;1798;p33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9" name="Google Shape;1799;p33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0" name="Google Shape;1800;p33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1" name="Google Shape;1801;p33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2" name="Google Shape;1802;p33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3" name="Google Shape;1803;p33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4" name="Google Shape;1804;p33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5" name="Google Shape;1805;p33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6" name="Google Shape;1806;p33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7" name="Google Shape;1807;p33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8" name="Google Shape;1808;p33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9" name="Google Shape;1809;p33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0" name="Google Shape;1810;p33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1" name="Google Shape;1811;p33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2" name="Google Shape;1812;p33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p33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4" name="Google Shape;1814;p33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5" name="Google Shape;1815;p33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6" name="Google Shape;1816;p33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p33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8" name="Google Shape;1818;p33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19" name="Google Shape;1819;p33"/>
          <p:cNvGrpSpPr/>
          <p:nvPr/>
        </p:nvGrpSpPr>
        <p:grpSpPr>
          <a:xfrm>
            <a:off x="13305257" y="67"/>
            <a:ext cx="11151301" cy="3384482"/>
            <a:chOff x="4846107" y="26"/>
            <a:chExt cx="4325395" cy="1312782"/>
          </a:xfrm>
        </p:grpSpPr>
        <p:sp>
          <p:nvSpPr>
            <p:cNvPr id="1820" name="Google Shape;1820;p33"/>
            <p:cNvSpPr/>
            <p:nvPr/>
          </p:nvSpPr>
          <p:spPr>
            <a:xfrm>
              <a:off x="6903427" y="1643"/>
              <a:ext cx="354163" cy="123640"/>
            </a:xfrm>
            <a:custGeom>
              <a:rect b="b" l="l" r="r" t="t"/>
              <a:pathLst>
                <a:path extrusionOk="0" h="2752" w="7883">
                  <a:moveTo>
                    <a:pt x="7704" y="1"/>
                  </a:moveTo>
                  <a:lnTo>
                    <a:pt x="0" y="2358"/>
                  </a:lnTo>
                  <a:cubicBezTo>
                    <a:pt x="84" y="2465"/>
                    <a:pt x="131" y="2608"/>
                    <a:pt x="131" y="2751"/>
                  </a:cubicBezTo>
                  <a:lnTo>
                    <a:pt x="7847" y="382"/>
                  </a:lnTo>
                  <a:lnTo>
                    <a:pt x="7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p33"/>
            <p:cNvSpPr/>
            <p:nvPr/>
          </p:nvSpPr>
          <p:spPr>
            <a:xfrm>
              <a:off x="7275202" y="1643"/>
              <a:ext cx="36930" cy="11277"/>
            </a:xfrm>
            <a:custGeom>
              <a:rect b="b" l="l" r="r" t="t"/>
              <a:pathLst>
                <a:path extrusionOk="0" h="251" w="822">
                  <a:moveTo>
                    <a:pt x="24" y="1"/>
                  </a:moveTo>
                  <a:lnTo>
                    <a:pt x="0" y="251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2" name="Google Shape;1822;p33"/>
            <p:cNvSpPr/>
            <p:nvPr/>
          </p:nvSpPr>
          <p:spPr>
            <a:xfrm>
              <a:off x="8882618" y="26"/>
              <a:ext cx="288884" cy="170365"/>
            </a:xfrm>
            <a:custGeom>
              <a:rect b="b" l="l" r="r" t="t"/>
              <a:pathLst>
                <a:path extrusionOk="0" h="3792" w="6430">
                  <a:moveTo>
                    <a:pt x="5620" y="1"/>
                  </a:moveTo>
                  <a:lnTo>
                    <a:pt x="24" y="3370"/>
                  </a:lnTo>
                  <a:cubicBezTo>
                    <a:pt x="48" y="3430"/>
                    <a:pt x="48" y="3490"/>
                    <a:pt x="48" y="3537"/>
                  </a:cubicBezTo>
                  <a:cubicBezTo>
                    <a:pt x="48" y="3620"/>
                    <a:pt x="24" y="3716"/>
                    <a:pt x="1" y="3787"/>
                  </a:cubicBezTo>
                  <a:cubicBezTo>
                    <a:pt x="12" y="3790"/>
                    <a:pt x="25" y="3792"/>
                    <a:pt x="38" y="3792"/>
                  </a:cubicBezTo>
                  <a:cubicBezTo>
                    <a:pt x="76" y="3792"/>
                    <a:pt x="117" y="3778"/>
                    <a:pt x="143" y="3751"/>
                  </a:cubicBezTo>
                  <a:lnTo>
                    <a:pt x="6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3" name="Google Shape;1823;p33"/>
            <p:cNvSpPr/>
            <p:nvPr/>
          </p:nvSpPr>
          <p:spPr>
            <a:xfrm>
              <a:off x="8360561" y="191552"/>
              <a:ext cx="471829" cy="839875"/>
            </a:xfrm>
            <a:custGeom>
              <a:rect b="b" l="l" r="r" t="t"/>
              <a:pathLst>
                <a:path extrusionOk="0" h="18694" w="10502">
                  <a:moveTo>
                    <a:pt x="10132" y="0"/>
                  </a:moveTo>
                  <a:lnTo>
                    <a:pt x="0" y="18586"/>
                  </a:lnTo>
                  <a:cubicBezTo>
                    <a:pt x="36" y="18574"/>
                    <a:pt x="95" y="18562"/>
                    <a:pt x="143" y="18562"/>
                  </a:cubicBezTo>
                  <a:cubicBezTo>
                    <a:pt x="250" y="18562"/>
                    <a:pt x="333" y="18622"/>
                    <a:pt x="393" y="18693"/>
                  </a:cubicBezTo>
                  <a:lnTo>
                    <a:pt x="10501" y="179"/>
                  </a:lnTo>
                  <a:cubicBezTo>
                    <a:pt x="10370" y="143"/>
                    <a:pt x="10239" y="84"/>
                    <a:pt x="1013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4" name="Google Shape;1824;p33"/>
            <p:cNvSpPr/>
            <p:nvPr/>
          </p:nvSpPr>
          <p:spPr>
            <a:xfrm>
              <a:off x="7991975" y="886940"/>
              <a:ext cx="368630" cy="156258"/>
            </a:xfrm>
            <a:custGeom>
              <a:rect b="b" l="l" r="r" t="t"/>
              <a:pathLst>
                <a:path extrusionOk="0" h="3478" w="8205">
                  <a:moveTo>
                    <a:pt x="191" y="1"/>
                  </a:moveTo>
                  <a:cubicBezTo>
                    <a:pt x="167" y="143"/>
                    <a:pt x="108" y="262"/>
                    <a:pt x="1" y="370"/>
                  </a:cubicBezTo>
                  <a:lnTo>
                    <a:pt x="8002" y="3477"/>
                  </a:lnTo>
                  <a:cubicBezTo>
                    <a:pt x="8002" y="3453"/>
                    <a:pt x="7990" y="3441"/>
                    <a:pt x="7990" y="3406"/>
                  </a:cubicBezTo>
                  <a:cubicBezTo>
                    <a:pt x="8002" y="3263"/>
                    <a:pt x="8097" y="3156"/>
                    <a:pt x="8204" y="3108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5" name="Google Shape;1825;p33"/>
            <p:cNvSpPr/>
            <p:nvPr/>
          </p:nvSpPr>
          <p:spPr>
            <a:xfrm>
              <a:off x="8754754" y="1643"/>
              <a:ext cx="76017" cy="123101"/>
            </a:xfrm>
            <a:custGeom>
              <a:rect b="b" l="l" r="r" t="t"/>
              <a:pathLst>
                <a:path extrusionOk="0" h="2740" w="1692">
                  <a:moveTo>
                    <a:pt x="1" y="1"/>
                  </a:moveTo>
                  <a:lnTo>
                    <a:pt x="1323" y="2739"/>
                  </a:lnTo>
                  <a:cubicBezTo>
                    <a:pt x="1430" y="2644"/>
                    <a:pt x="1561" y="2584"/>
                    <a:pt x="1692" y="2561"/>
                  </a:cubicBezTo>
                  <a:lnTo>
                    <a:pt x="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6" name="Google Shape;1826;p33"/>
            <p:cNvSpPr/>
            <p:nvPr/>
          </p:nvSpPr>
          <p:spPr>
            <a:xfrm>
              <a:off x="8196845" y="1643"/>
              <a:ext cx="296387" cy="132177"/>
            </a:xfrm>
            <a:custGeom>
              <a:rect b="b" l="l" r="r" t="t"/>
              <a:pathLst>
                <a:path extrusionOk="0" h="2942" w="6597">
                  <a:moveTo>
                    <a:pt x="5620" y="1"/>
                  </a:moveTo>
                  <a:lnTo>
                    <a:pt x="1" y="2572"/>
                  </a:lnTo>
                  <a:cubicBezTo>
                    <a:pt x="96" y="2680"/>
                    <a:pt x="156" y="2799"/>
                    <a:pt x="191" y="2942"/>
                  </a:cubicBezTo>
                  <a:lnTo>
                    <a:pt x="659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7" name="Google Shape;1827;p33"/>
            <p:cNvSpPr/>
            <p:nvPr/>
          </p:nvSpPr>
          <p:spPr>
            <a:xfrm>
              <a:off x="7575812" y="151971"/>
              <a:ext cx="554226" cy="272306"/>
            </a:xfrm>
            <a:custGeom>
              <a:rect b="b" l="l" r="r" t="t"/>
              <a:pathLst>
                <a:path extrusionOk="0" h="6061" w="12336">
                  <a:moveTo>
                    <a:pt x="12181" y="0"/>
                  </a:moveTo>
                  <a:lnTo>
                    <a:pt x="24" y="5668"/>
                  </a:lnTo>
                  <a:cubicBezTo>
                    <a:pt x="24" y="5703"/>
                    <a:pt x="24" y="5727"/>
                    <a:pt x="1" y="5763"/>
                  </a:cubicBezTo>
                  <a:cubicBezTo>
                    <a:pt x="96" y="5834"/>
                    <a:pt x="155" y="5942"/>
                    <a:pt x="155" y="6061"/>
                  </a:cubicBezTo>
                  <a:lnTo>
                    <a:pt x="12335" y="369"/>
                  </a:lnTo>
                  <a:cubicBezTo>
                    <a:pt x="12264" y="262"/>
                    <a:pt x="12204" y="131"/>
                    <a:pt x="1218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8" name="Google Shape;1828;p33"/>
            <p:cNvSpPr/>
            <p:nvPr/>
          </p:nvSpPr>
          <p:spPr>
            <a:xfrm>
              <a:off x="8166878" y="1643"/>
              <a:ext cx="42861" cy="104906"/>
            </a:xfrm>
            <a:custGeom>
              <a:rect b="b" l="l" r="r" t="t"/>
              <a:pathLst>
                <a:path extrusionOk="0" h="2335" w="954">
                  <a:moveTo>
                    <a:pt x="537" y="1"/>
                  </a:moveTo>
                  <a:lnTo>
                    <a:pt x="1" y="2227"/>
                  </a:lnTo>
                  <a:cubicBezTo>
                    <a:pt x="156" y="2227"/>
                    <a:pt x="287" y="2275"/>
                    <a:pt x="406" y="2334"/>
                  </a:cubicBezTo>
                  <a:lnTo>
                    <a:pt x="95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9" name="Google Shape;1829;p33"/>
            <p:cNvSpPr/>
            <p:nvPr/>
          </p:nvSpPr>
          <p:spPr>
            <a:xfrm>
              <a:off x="7972746" y="182971"/>
              <a:ext cx="191526" cy="675665"/>
            </a:xfrm>
            <a:custGeom>
              <a:rect b="b" l="l" r="r" t="t"/>
              <a:pathLst>
                <a:path extrusionOk="0" h="15039" w="4263">
                  <a:moveTo>
                    <a:pt x="3870" y="1"/>
                  </a:moveTo>
                  <a:lnTo>
                    <a:pt x="0" y="14919"/>
                  </a:lnTo>
                  <a:lnTo>
                    <a:pt x="12" y="14919"/>
                  </a:lnTo>
                  <a:cubicBezTo>
                    <a:pt x="143" y="14919"/>
                    <a:pt x="274" y="14967"/>
                    <a:pt x="381" y="15038"/>
                  </a:cubicBezTo>
                  <a:lnTo>
                    <a:pt x="4262" y="84"/>
                  </a:lnTo>
                  <a:lnTo>
                    <a:pt x="4251" y="84"/>
                  </a:lnTo>
                  <a:cubicBezTo>
                    <a:pt x="4096" y="84"/>
                    <a:pt x="3989" y="60"/>
                    <a:pt x="38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0" name="Google Shape;1830;p33"/>
            <p:cNvSpPr/>
            <p:nvPr/>
          </p:nvSpPr>
          <p:spPr>
            <a:xfrm>
              <a:off x="7874849" y="908325"/>
              <a:ext cx="101671" cy="323164"/>
            </a:xfrm>
            <a:custGeom>
              <a:rect b="b" l="l" r="r" t="t"/>
              <a:pathLst>
                <a:path extrusionOk="0" h="7193" w="2263">
                  <a:moveTo>
                    <a:pt x="1846" y="1"/>
                  </a:moveTo>
                  <a:lnTo>
                    <a:pt x="0" y="7109"/>
                  </a:lnTo>
                  <a:lnTo>
                    <a:pt x="72" y="7109"/>
                  </a:lnTo>
                  <a:cubicBezTo>
                    <a:pt x="191" y="7109"/>
                    <a:pt x="310" y="7144"/>
                    <a:pt x="417" y="7192"/>
                  </a:cubicBezTo>
                  <a:lnTo>
                    <a:pt x="2262" y="72"/>
                  </a:lnTo>
                  <a:cubicBezTo>
                    <a:pt x="2227" y="72"/>
                    <a:pt x="2191" y="84"/>
                    <a:pt x="2155" y="84"/>
                  </a:cubicBezTo>
                  <a:cubicBezTo>
                    <a:pt x="2036" y="72"/>
                    <a:pt x="1941" y="48"/>
                    <a:pt x="1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1" name="Google Shape;1831;p33"/>
            <p:cNvSpPr/>
            <p:nvPr/>
          </p:nvSpPr>
          <p:spPr>
            <a:xfrm>
              <a:off x="7710594" y="770308"/>
              <a:ext cx="237577" cy="113487"/>
            </a:xfrm>
            <a:custGeom>
              <a:rect b="b" l="l" r="r" t="t"/>
              <a:pathLst>
                <a:path extrusionOk="0" h="2526" w="5288">
                  <a:moveTo>
                    <a:pt x="108" y="1"/>
                  </a:moveTo>
                  <a:cubicBezTo>
                    <a:pt x="96" y="25"/>
                    <a:pt x="108" y="37"/>
                    <a:pt x="108" y="60"/>
                  </a:cubicBezTo>
                  <a:cubicBezTo>
                    <a:pt x="108" y="203"/>
                    <a:pt x="72" y="322"/>
                    <a:pt x="1" y="406"/>
                  </a:cubicBezTo>
                  <a:lnTo>
                    <a:pt x="5168" y="2525"/>
                  </a:lnTo>
                  <a:lnTo>
                    <a:pt x="5168" y="2477"/>
                  </a:lnTo>
                  <a:cubicBezTo>
                    <a:pt x="5168" y="2346"/>
                    <a:pt x="5216" y="2227"/>
                    <a:pt x="5287" y="2120"/>
                  </a:cubicBezTo>
                  <a:lnTo>
                    <a:pt x="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2" name="Google Shape;1832;p33"/>
            <p:cNvSpPr/>
            <p:nvPr/>
          </p:nvSpPr>
          <p:spPr>
            <a:xfrm>
              <a:off x="7278931" y="423692"/>
              <a:ext cx="279808" cy="120406"/>
            </a:xfrm>
            <a:custGeom>
              <a:rect b="b" l="l" r="r" t="t"/>
              <a:pathLst>
                <a:path extrusionOk="0" h="2680" w="6228">
                  <a:moveTo>
                    <a:pt x="6001" y="1"/>
                  </a:moveTo>
                  <a:lnTo>
                    <a:pt x="1" y="2287"/>
                  </a:lnTo>
                  <a:cubicBezTo>
                    <a:pt x="60" y="2406"/>
                    <a:pt x="108" y="2537"/>
                    <a:pt x="132" y="2680"/>
                  </a:cubicBezTo>
                  <a:lnTo>
                    <a:pt x="6228" y="358"/>
                  </a:lnTo>
                  <a:cubicBezTo>
                    <a:pt x="6097" y="298"/>
                    <a:pt x="6001" y="155"/>
                    <a:pt x="60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3" name="Google Shape;1833;p33"/>
            <p:cNvSpPr/>
            <p:nvPr/>
          </p:nvSpPr>
          <p:spPr>
            <a:xfrm>
              <a:off x="7689748" y="793311"/>
              <a:ext cx="177643" cy="443524"/>
            </a:xfrm>
            <a:custGeom>
              <a:rect b="b" l="l" r="r" t="t"/>
              <a:pathLst>
                <a:path extrusionOk="0" h="9872" w="3954">
                  <a:moveTo>
                    <a:pt x="370" y="1"/>
                  </a:moveTo>
                  <a:cubicBezTo>
                    <a:pt x="263" y="84"/>
                    <a:pt x="143" y="168"/>
                    <a:pt x="1" y="180"/>
                  </a:cubicBezTo>
                  <a:lnTo>
                    <a:pt x="3584" y="9871"/>
                  </a:lnTo>
                  <a:cubicBezTo>
                    <a:pt x="3692" y="9788"/>
                    <a:pt x="3823" y="9728"/>
                    <a:pt x="3953" y="9704"/>
                  </a:cubicBezTo>
                  <a:lnTo>
                    <a:pt x="3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4" name="Google Shape;1834;p33"/>
            <p:cNvSpPr/>
            <p:nvPr/>
          </p:nvSpPr>
          <p:spPr>
            <a:xfrm>
              <a:off x="7564041" y="431195"/>
              <a:ext cx="124135" cy="315661"/>
            </a:xfrm>
            <a:custGeom>
              <a:rect b="b" l="l" r="r" t="t"/>
              <a:pathLst>
                <a:path extrusionOk="0" h="7026" w="2763">
                  <a:moveTo>
                    <a:pt x="370" y="0"/>
                  </a:moveTo>
                  <a:cubicBezTo>
                    <a:pt x="310" y="143"/>
                    <a:pt x="179" y="215"/>
                    <a:pt x="13" y="215"/>
                  </a:cubicBezTo>
                  <a:lnTo>
                    <a:pt x="1" y="215"/>
                  </a:lnTo>
                  <a:lnTo>
                    <a:pt x="2370" y="7025"/>
                  </a:lnTo>
                  <a:cubicBezTo>
                    <a:pt x="2453" y="6973"/>
                    <a:pt x="2572" y="6939"/>
                    <a:pt x="2688" y="6939"/>
                  </a:cubicBezTo>
                  <a:cubicBezTo>
                    <a:pt x="2705" y="6939"/>
                    <a:pt x="2722" y="6940"/>
                    <a:pt x="2739" y="6942"/>
                  </a:cubicBezTo>
                  <a:cubicBezTo>
                    <a:pt x="2743" y="6938"/>
                    <a:pt x="2747" y="6936"/>
                    <a:pt x="2751" y="6936"/>
                  </a:cubicBezTo>
                  <a:cubicBezTo>
                    <a:pt x="2758" y="6936"/>
                    <a:pt x="2763" y="6942"/>
                    <a:pt x="2763" y="6942"/>
                  </a:cubicBez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5" name="Google Shape;1835;p33"/>
            <p:cNvSpPr/>
            <p:nvPr/>
          </p:nvSpPr>
          <p:spPr>
            <a:xfrm>
              <a:off x="7500379" y="1643"/>
              <a:ext cx="77096" cy="409245"/>
            </a:xfrm>
            <a:custGeom>
              <a:rect b="b" l="l" r="r" t="t"/>
              <a:pathLst>
                <a:path extrusionOk="0" h="9109" w="1716">
                  <a:moveTo>
                    <a:pt x="1" y="1"/>
                  </a:moveTo>
                  <a:lnTo>
                    <a:pt x="1310" y="9049"/>
                  </a:lnTo>
                  <a:cubicBezTo>
                    <a:pt x="1358" y="9026"/>
                    <a:pt x="1418" y="9014"/>
                    <a:pt x="1477" y="9014"/>
                  </a:cubicBezTo>
                  <a:cubicBezTo>
                    <a:pt x="1549" y="9014"/>
                    <a:pt x="1644" y="9049"/>
                    <a:pt x="1703" y="9109"/>
                  </a:cubicBezTo>
                  <a:cubicBezTo>
                    <a:pt x="1715" y="9073"/>
                    <a:pt x="1715" y="9049"/>
                    <a:pt x="1715" y="9014"/>
                  </a:cubicBezTo>
                  <a:lnTo>
                    <a:pt x="1715" y="9002"/>
                  </a:lnTo>
                  <a:lnTo>
                    <a:pt x="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6" name="Google Shape;1836;p33"/>
            <p:cNvSpPr/>
            <p:nvPr/>
          </p:nvSpPr>
          <p:spPr>
            <a:xfrm>
              <a:off x="7207811" y="1643"/>
              <a:ext cx="68514" cy="481488"/>
            </a:xfrm>
            <a:custGeom>
              <a:rect b="b" l="l" r="r" t="t"/>
              <a:pathLst>
                <a:path extrusionOk="0" h="10717" w="1525">
                  <a:moveTo>
                    <a:pt x="1107" y="1"/>
                  </a:moveTo>
                  <a:lnTo>
                    <a:pt x="1072" y="382"/>
                  </a:lnTo>
                  <a:lnTo>
                    <a:pt x="0" y="10657"/>
                  </a:lnTo>
                  <a:lnTo>
                    <a:pt x="12" y="10657"/>
                  </a:lnTo>
                  <a:cubicBezTo>
                    <a:pt x="143" y="10657"/>
                    <a:pt x="274" y="10681"/>
                    <a:pt x="393" y="10716"/>
                  </a:cubicBezTo>
                  <a:lnTo>
                    <a:pt x="1500" y="251"/>
                  </a:lnTo>
                  <a:lnTo>
                    <a:pt x="15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7" name="Google Shape;1837;p33"/>
            <p:cNvSpPr/>
            <p:nvPr/>
          </p:nvSpPr>
          <p:spPr>
            <a:xfrm>
              <a:off x="6888466" y="143390"/>
              <a:ext cx="276574" cy="358477"/>
            </a:xfrm>
            <a:custGeom>
              <a:rect b="b" l="l" r="r" t="t"/>
              <a:pathLst>
                <a:path extrusionOk="0" h="7979" w="6156">
                  <a:moveTo>
                    <a:pt x="333" y="1"/>
                  </a:moveTo>
                  <a:cubicBezTo>
                    <a:pt x="238" y="120"/>
                    <a:pt x="143" y="191"/>
                    <a:pt x="0" y="239"/>
                  </a:cubicBezTo>
                  <a:lnTo>
                    <a:pt x="5822" y="7978"/>
                  </a:lnTo>
                  <a:cubicBezTo>
                    <a:pt x="5929" y="7883"/>
                    <a:pt x="6037" y="7811"/>
                    <a:pt x="6156" y="7740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8" name="Google Shape;1838;p33"/>
            <p:cNvSpPr/>
            <p:nvPr/>
          </p:nvSpPr>
          <p:spPr>
            <a:xfrm>
              <a:off x="6775024" y="1643"/>
              <a:ext cx="94752" cy="108096"/>
            </a:xfrm>
            <a:custGeom>
              <a:rect b="b" l="l" r="r" t="t"/>
              <a:pathLst>
                <a:path extrusionOk="0" h="2406" w="2109">
                  <a:moveTo>
                    <a:pt x="1" y="1"/>
                  </a:moveTo>
                  <a:lnTo>
                    <a:pt x="1787" y="2406"/>
                  </a:lnTo>
                  <a:cubicBezTo>
                    <a:pt x="1858" y="2287"/>
                    <a:pt x="1977" y="2203"/>
                    <a:pt x="2108" y="2156"/>
                  </a:cubicBezTo>
                  <a:lnTo>
                    <a:pt x="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9" name="Google Shape;1839;p33"/>
            <p:cNvSpPr/>
            <p:nvPr/>
          </p:nvSpPr>
          <p:spPr>
            <a:xfrm>
              <a:off x="6261009" y="116119"/>
              <a:ext cx="591650" cy="145565"/>
            </a:xfrm>
            <a:custGeom>
              <a:rect b="b" l="l" r="r" t="t"/>
              <a:pathLst>
                <a:path extrusionOk="0" h="3240" w="13169">
                  <a:moveTo>
                    <a:pt x="13097" y="1"/>
                  </a:moveTo>
                  <a:lnTo>
                    <a:pt x="786" y="2644"/>
                  </a:lnTo>
                  <a:lnTo>
                    <a:pt x="0" y="3239"/>
                  </a:lnTo>
                  <a:lnTo>
                    <a:pt x="13133" y="394"/>
                  </a:lnTo>
                  <a:cubicBezTo>
                    <a:pt x="13121" y="334"/>
                    <a:pt x="13109" y="274"/>
                    <a:pt x="13121" y="203"/>
                  </a:cubicBezTo>
                  <a:cubicBezTo>
                    <a:pt x="13121" y="132"/>
                    <a:pt x="13133" y="60"/>
                    <a:pt x="131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0" name="Google Shape;1840;p33"/>
            <p:cNvSpPr/>
            <p:nvPr/>
          </p:nvSpPr>
          <p:spPr>
            <a:xfrm>
              <a:off x="5973203" y="1643"/>
              <a:ext cx="50319" cy="38054"/>
            </a:xfrm>
            <a:custGeom>
              <a:rect b="b" l="l" r="r" t="t"/>
              <a:pathLst>
                <a:path extrusionOk="0" h="847" w="1120">
                  <a:moveTo>
                    <a:pt x="0" y="1"/>
                  </a:moveTo>
                  <a:lnTo>
                    <a:pt x="905" y="846"/>
                  </a:lnTo>
                  <a:lnTo>
                    <a:pt x="1120" y="489"/>
                  </a:ln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1" name="Google Shape;1841;p33"/>
            <p:cNvSpPr/>
            <p:nvPr/>
          </p:nvSpPr>
          <p:spPr>
            <a:xfrm>
              <a:off x="6027745" y="36417"/>
              <a:ext cx="228995" cy="216685"/>
            </a:xfrm>
            <a:custGeom>
              <a:rect b="b" l="l" r="r" t="t"/>
              <a:pathLst>
                <a:path extrusionOk="0" h="4823" w="5097">
                  <a:moveTo>
                    <a:pt x="215" y="1"/>
                  </a:moveTo>
                  <a:lnTo>
                    <a:pt x="1" y="358"/>
                  </a:lnTo>
                  <a:lnTo>
                    <a:pt x="4763" y="4823"/>
                  </a:lnTo>
                  <a:lnTo>
                    <a:pt x="5097" y="456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2" name="Google Shape;1842;p33"/>
            <p:cNvSpPr/>
            <p:nvPr/>
          </p:nvSpPr>
          <p:spPr>
            <a:xfrm>
              <a:off x="5634045" y="1643"/>
              <a:ext cx="973624" cy="724860"/>
            </a:xfrm>
            <a:custGeom>
              <a:rect b="b" l="l" r="r" t="t"/>
              <a:pathLst>
                <a:path extrusionOk="0" h="16134" w="21671">
                  <a:moveTo>
                    <a:pt x="20992" y="1"/>
                  </a:moveTo>
                  <a:lnTo>
                    <a:pt x="13860" y="5335"/>
                  </a:lnTo>
                  <a:lnTo>
                    <a:pt x="13538" y="5597"/>
                  </a:lnTo>
                  <a:lnTo>
                    <a:pt x="203" y="15586"/>
                  </a:lnTo>
                  <a:lnTo>
                    <a:pt x="1" y="15919"/>
                  </a:lnTo>
                  <a:cubicBezTo>
                    <a:pt x="60" y="15979"/>
                    <a:pt x="120" y="16062"/>
                    <a:pt x="156" y="16134"/>
                  </a:cubicBezTo>
                  <a:lnTo>
                    <a:pt x="13979" y="5787"/>
                  </a:lnTo>
                  <a:lnTo>
                    <a:pt x="14765" y="5192"/>
                  </a:lnTo>
                  <a:lnTo>
                    <a:pt x="216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3" name="Google Shape;1843;p33"/>
            <p:cNvSpPr/>
            <p:nvPr/>
          </p:nvSpPr>
          <p:spPr>
            <a:xfrm>
              <a:off x="5616389" y="1643"/>
              <a:ext cx="441368" cy="715246"/>
            </a:xfrm>
            <a:custGeom>
              <a:rect b="b" l="l" r="r" t="t"/>
              <a:pathLst>
                <a:path extrusionOk="0" h="15920" w="9824">
                  <a:moveTo>
                    <a:pt x="9347" y="1"/>
                  </a:moveTo>
                  <a:lnTo>
                    <a:pt x="9050" y="489"/>
                  </a:lnTo>
                  <a:lnTo>
                    <a:pt x="8835" y="846"/>
                  </a:lnTo>
                  <a:lnTo>
                    <a:pt x="1" y="15741"/>
                  </a:lnTo>
                  <a:cubicBezTo>
                    <a:pt x="144" y="15765"/>
                    <a:pt x="263" y="15824"/>
                    <a:pt x="370" y="15919"/>
                  </a:cubicBezTo>
                  <a:lnTo>
                    <a:pt x="572" y="15586"/>
                  </a:lnTo>
                  <a:lnTo>
                    <a:pt x="9145" y="1132"/>
                  </a:lnTo>
                  <a:lnTo>
                    <a:pt x="9359" y="775"/>
                  </a:lnTo>
                  <a:lnTo>
                    <a:pt x="98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4" name="Google Shape;1844;p33"/>
            <p:cNvSpPr/>
            <p:nvPr/>
          </p:nvSpPr>
          <p:spPr>
            <a:xfrm>
              <a:off x="4969702" y="287292"/>
              <a:ext cx="625346" cy="441907"/>
            </a:xfrm>
            <a:custGeom>
              <a:rect b="b" l="l" r="r" t="t"/>
              <a:pathLst>
                <a:path extrusionOk="0" h="9836" w="13919">
                  <a:moveTo>
                    <a:pt x="250" y="1"/>
                  </a:moveTo>
                  <a:cubicBezTo>
                    <a:pt x="191" y="120"/>
                    <a:pt x="107" y="239"/>
                    <a:pt x="0" y="310"/>
                  </a:cubicBezTo>
                  <a:lnTo>
                    <a:pt x="13693" y="9835"/>
                  </a:lnTo>
                  <a:cubicBezTo>
                    <a:pt x="13740" y="9716"/>
                    <a:pt x="13812" y="9597"/>
                    <a:pt x="13919" y="950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5" name="Google Shape;1845;p33"/>
            <p:cNvSpPr/>
            <p:nvPr/>
          </p:nvSpPr>
          <p:spPr>
            <a:xfrm>
              <a:off x="4959549" y="1643"/>
              <a:ext cx="181372" cy="238610"/>
            </a:xfrm>
            <a:custGeom>
              <a:rect b="b" l="l" r="r" t="t"/>
              <a:pathLst>
                <a:path extrusionOk="0" h="5311" w="4037">
                  <a:moveTo>
                    <a:pt x="3536" y="1"/>
                  </a:moveTo>
                  <a:lnTo>
                    <a:pt x="0" y="5085"/>
                  </a:lnTo>
                  <a:cubicBezTo>
                    <a:pt x="131" y="5132"/>
                    <a:pt x="250" y="5204"/>
                    <a:pt x="345" y="5311"/>
                  </a:cubicBezTo>
                  <a:lnTo>
                    <a:pt x="40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6" name="Google Shape;1846;p33"/>
            <p:cNvSpPr/>
            <p:nvPr/>
          </p:nvSpPr>
          <p:spPr>
            <a:xfrm>
              <a:off x="5312589" y="2183"/>
              <a:ext cx="238610" cy="146598"/>
            </a:xfrm>
            <a:custGeom>
              <a:rect b="b" l="l" r="r" t="t"/>
              <a:pathLst>
                <a:path extrusionOk="0" h="3263" w="5311">
                  <a:moveTo>
                    <a:pt x="4560" y="1"/>
                  </a:moveTo>
                  <a:lnTo>
                    <a:pt x="0" y="2906"/>
                  </a:lnTo>
                  <a:cubicBezTo>
                    <a:pt x="107" y="2989"/>
                    <a:pt x="179" y="3120"/>
                    <a:pt x="215" y="3263"/>
                  </a:cubicBezTo>
                  <a:lnTo>
                    <a:pt x="4417" y="560"/>
                  </a:lnTo>
                  <a:cubicBezTo>
                    <a:pt x="4406" y="524"/>
                    <a:pt x="4394" y="465"/>
                    <a:pt x="4394" y="405"/>
                  </a:cubicBezTo>
                  <a:cubicBezTo>
                    <a:pt x="4394" y="205"/>
                    <a:pt x="4550" y="46"/>
                    <a:pt x="4736" y="46"/>
                  </a:cubicBezTo>
                  <a:cubicBezTo>
                    <a:pt x="4749" y="46"/>
                    <a:pt x="4762" y="47"/>
                    <a:pt x="4775" y="48"/>
                  </a:cubicBezTo>
                  <a:cubicBezTo>
                    <a:pt x="4894" y="48"/>
                    <a:pt x="4989" y="108"/>
                    <a:pt x="5048" y="179"/>
                  </a:cubicBezTo>
                  <a:lnTo>
                    <a:pt x="5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7" name="Google Shape;1847;p33"/>
            <p:cNvSpPr/>
            <p:nvPr/>
          </p:nvSpPr>
          <p:spPr>
            <a:xfrm>
              <a:off x="5243580" y="1643"/>
              <a:ext cx="53509" cy="125752"/>
            </a:xfrm>
            <a:custGeom>
              <a:rect b="b" l="l" r="r" t="t"/>
              <a:pathLst>
                <a:path extrusionOk="0" h="2799" w="1191">
                  <a:moveTo>
                    <a:pt x="0" y="1"/>
                  </a:moveTo>
                  <a:lnTo>
                    <a:pt x="798" y="2799"/>
                  </a:lnTo>
                  <a:cubicBezTo>
                    <a:pt x="881" y="2751"/>
                    <a:pt x="1000" y="2727"/>
                    <a:pt x="1120" y="2727"/>
                  </a:cubicBezTo>
                  <a:cubicBezTo>
                    <a:pt x="1155" y="2727"/>
                    <a:pt x="1167" y="2727"/>
                    <a:pt x="1191" y="2739"/>
                  </a:cubicBez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8" name="Google Shape;1848;p33"/>
            <p:cNvSpPr/>
            <p:nvPr/>
          </p:nvSpPr>
          <p:spPr>
            <a:xfrm>
              <a:off x="4846107" y="1643"/>
              <a:ext cx="92056" cy="233803"/>
            </a:xfrm>
            <a:custGeom>
              <a:rect b="b" l="l" r="r" t="t"/>
              <a:pathLst>
                <a:path extrusionOk="0" h="5204" w="2049">
                  <a:moveTo>
                    <a:pt x="1" y="1"/>
                  </a:moveTo>
                  <a:lnTo>
                    <a:pt x="1656" y="5204"/>
                  </a:lnTo>
                  <a:cubicBezTo>
                    <a:pt x="1787" y="5132"/>
                    <a:pt x="1894" y="5073"/>
                    <a:pt x="2049" y="5061"/>
                  </a:cubicBezTo>
                  <a:lnTo>
                    <a:pt x="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9" name="Google Shape;1849;p33"/>
            <p:cNvSpPr/>
            <p:nvPr/>
          </p:nvSpPr>
          <p:spPr>
            <a:xfrm>
              <a:off x="7120606" y="480346"/>
              <a:ext cx="166951" cy="165423"/>
            </a:xfrm>
            <a:custGeom>
              <a:rect b="b" l="l" r="r" t="t"/>
              <a:pathLst>
                <a:path extrusionOk="0" h="3682" w="3716">
                  <a:moveTo>
                    <a:pt x="1866" y="1"/>
                  </a:moveTo>
                  <a:cubicBezTo>
                    <a:pt x="1554" y="1"/>
                    <a:pt x="1245" y="84"/>
                    <a:pt x="989" y="240"/>
                  </a:cubicBezTo>
                  <a:cubicBezTo>
                    <a:pt x="870" y="311"/>
                    <a:pt x="739" y="383"/>
                    <a:pt x="655" y="478"/>
                  </a:cubicBezTo>
                  <a:cubicBezTo>
                    <a:pt x="298" y="799"/>
                    <a:pt x="60" y="1252"/>
                    <a:pt x="48" y="1776"/>
                  </a:cubicBezTo>
                  <a:cubicBezTo>
                    <a:pt x="0" y="2788"/>
                    <a:pt x="810" y="3633"/>
                    <a:pt x="1810" y="3681"/>
                  </a:cubicBezTo>
                  <a:cubicBezTo>
                    <a:pt x="1832" y="3682"/>
                    <a:pt x="1854" y="3682"/>
                    <a:pt x="1875" y="3682"/>
                  </a:cubicBezTo>
                  <a:cubicBezTo>
                    <a:pt x="2859" y="3682"/>
                    <a:pt x="3680" y="2897"/>
                    <a:pt x="3715" y="1907"/>
                  </a:cubicBezTo>
                  <a:cubicBezTo>
                    <a:pt x="3715" y="1728"/>
                    <a:pt x="3703" y="1561"/>
                    <a:pt x="3679" y="1395"/>
                  </a:cubicBezTo>
                  <a:cubicBezTo>
                    <a:pt x="3644" y="1264"/>
                    <a:pt x="3596" y="1133"/>
                    <a:pt x="3548" y="1014"/>
                  </a:cubicBezTo>
                  <a:cubicBezTo>
                    <a:pt x="3286" y="549"/>
                    <a:pt x="2858" y="192"/>
                    <a:pt x="2334" y="61"/>
                  </a:cubicBezTo>
                  <a:cubicBezTo>
                    <a:pt x="2215" y="26"/>
                    <a:pt x="2084" y="2"/>
                    <a:pt x="1953" y="2"/>
                  </a:cubicBezTo>
                  <a:lnTo>
                    <a:pt x="1929" y="2"/>
                  </a:lnTo>
                  <a:cubicBezTo>
                    <a:pt x="1908" y="1"/>
                    <a:pt x="1887" y="1"/>
                    <a:pt x="18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0" name="Google Shape;1850;p33"/>
            <p:cNvSpPr/>
            <p:nvPr/>
          </p:nvSpPr>
          <p:spPr>
            <a:xfrm>
              <a:off x="7833651" y="1227131"/>
              <a:ext cx="86710" cy="85677"/>
            </a:xfrm>
            <a:custGeom>
              <a:rect b="b" l="l" r="r" t="t"/>
              <a:pathLst>
                <a:path extrusionOk="0" h="1907" w="1930">
                  <a:moveTo>
                    <a:pt x="989" y="1"/>
                  </a:moveTo>
                  <a:cubicBezTo>
                    <a:pt x="965" y="1"/>
                    <a:pt x="941" y="1"/>
                    <a:pt x="917" y="13"/>
                  </a:cubicBezTo>
                  <a:cubicBezTo>
                    <a:pt x="858" y="13"/>
                    <a:pt x="810" y="37"/>
                    <a:pt x="750" y="37"/>
                  </a:cubicBezTo>
                  <a:cubicBezTo>
                    <a:pt x="620" y="60"/>
                    <a:pt x="489" y="120"/>
                    <a:pt x="381" y="191"/>
                  </a:cubicBezTo>
                  <a:cubicBezTo>
                    <a:pt x="155" y="358"/>
                    <a:pt x="12" y="608"/>
                    <a:pt x="12" y="930"/>
                  </a:cubicBezTo>
                  <a:cubicBezTo>
                    <a:pt x="0" y="1442"/>
                    <a:pt x="393" y="1894"/>
                    <a:pt x="929" y="1906"/>
                  </a:cubicBezTo>
                  <a:cubicBezTo>
                    <a:pt x="937" y="1906"/>
                    <a:pt x="945" y="1906"/>
                    <a:pt x="952" y="1906"/>
                  </a:cubicBezTo>
                  <a:cubicBezTo>
                    <a:pt x="1466" y="1906"/>
                    <a:pt x="1882" y="1517"/>
                    <a:pt x="1917" y="989"/>
                  </a:cubicBezTo>
                  <a:cubicBezTo>
                    <a:pt x="1929" y="584"/>
                    <a:pt x="1691" y="227"/>
                    <a:pt x="1334" y="72"/>
                  </a:cubicBezTo>
                  <a:cubicBezTo>
                    <a:pt x="1227" y="37"/>
                    <a:pt x="1108" y="1"/>
                    <a:pt x="9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1" name="Google Shape;1851;p33"/>
            <p:cNvSpPr/>
            <p:nvPr/>
          </p:nvSpPr>
          <p:spPr>
            <a:xfrm>
              <a:off x="8798109" y="115040"/>
              <a:ext cx="86710" cy="85722"/>
            </a:xfrm>
            <a:custGeom>
              <a:rect b="b" l="l" r="r" t="t"/>
              <a:pathLst>
                <a:path extrusionOk="0" h="1908" w="1930">
                  <a:moveTo>
                    <a:pt x="1000" y="1"/>
                  </a:moveTo>
                  <a:cubicBezTo>
                    <a:pt x="917" y="1"/>
                    <a:pt x="822" y="25"/>
                    <a:pt x="750" y="37"/>
                  </a:cubicBezTo>
                  <a:cubicBezTo>
                    <a:pt x="619" y="60"/>
                    <a:pt x="477" y="120"/>
                    <a:pt x="381" y="215"/>
                  </a:cubicBezTo>
                  <a:cubicBezTo>
                    <a:pt x="167" y="382"/>
                    <a:pt x="36" y="632"/>
                    <a:pt x="24" y="930"/>
                  </a:cubicBezTo>
                  <a:cubicBezTo>
                    <a:pt x="0" y="1239"/>
                    <a:pt x="155" y="1537"/>
                    <a:pt x="393" y="1715"/>
                  </a:cubicBezTo>
                  <a:cubicBezTo>
                    <a:pt x="500" y="1811"/>
                    <a:pt x="631" y="1870"/>
                    <a:pt x="762" y="1894"/>
                  </a:cubicBezTo>
                  <a:cubicBezTo>
                    <a:pt x="822" y="1906"/>
                    <a:pt x="870" y="1906"/>
                    <a:pt x="929" y="1906"/>
                  </a:cubicBezTo>
                  <a:cubicBezTo>
                    <a:pt x="946" y="1907"/>
                    <a:pt x="962" y="1907"/>
                    <a:pt x="979" y="1907"/>
                  </a:cubicBezTo>
                  <a:cubicBezTo>
                    <a:pt x="1386" y="1907"/>
                    <a:pt x="1732" y="1629"/>
                    <a:pt x="1870" y="1251"/>
                  </a:cubicBezTo>
                  <a:cubicBezTo>
                    <a:pt x="1893" y="1168"/>
                    <a:pt x="1905" y="1096"/>
                    <a:pt x="1905" y="1001"/>
                  </a:cubicBezTo>
                  <a:cubicBezTo>
                    <a:pt x="1929" y="930"/>
                    <a:pt x="1905" y="870"/>
                    <a:pt x="1905" y="810"/>
                  </a:cubicBezTo>
                  <a:cubicBezTo>
                    <a:pt x="1834" y="358"/>
                    <a:pt x="1477" y="25"/>
                    <a:pt x="10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2" name="Google Shape;1852;p33"/>
            <p:cNvSpPr/>
            <p:nvPr/>
          </p:nvSpPr>
          <p:spPr>
            <a:xfrm>
              <a:off x="8121951" y="101158"/>
              <a:ext cx="86171" cy="85632"/>
            </a:xfrm>
            <a:custGeom>
              <a:rect b="b" l="l" r="r" t="t"/>
              <a:pathLst>
                <a:path extrusionOk="0" h="1906" w="1918">
                  <a:moveTo>
                    <a:pt x="967" y="0"/>
                  </a:moveTo>
                  <a:cubicBezTo>
                    <a:pt x="453" y="0"/>
                    <a:pt x="24" y="401"/>
                    <a:pt x="1" y="929"/>
                  </a:cubicBezTo>
                  <a:cubicBezTo>
                    <a:pt x="1" y="1000"/>
                    <a:pt x="1" y="1060"/>
                    <a:pt x="25" y="1131"/>
                  </a:cubicBezTo>
                  <a:cubicBezTo>
                    <a:pt x="48" y="1262"/>
                    <a:pt x="108" y="1393"/>
                    <a:pt x="179" y="1500"/>
                  </a:cubicBezTo>
                  <a:cubicBezTo>
                    <a:pt x="275" y="1631"/>
                    <a:pt x="394" y="1739"/>
                    <a:pt x="549" y="1822"/>
                  </a:cubicBezTo>
                  <a:cubicBezTo>
                    <a:pt x="668" y="1881"/>
                    <a:pt x="787" y="1905"/>
                    <a:pt x="930" y="1905"/>
                  </a:cubicBezTo>
                  <a:lnTo>
                    <a:pt x="941" y="1905"/>
                  </a:lnTo>
                  <a:cubicBezTo>
                    <a:pt x="1465" y="1893"/>
                    <a:pt x="1882" y="1489"/>
                    <a:pt x="1918" y="988"/>
                  </a:cubicBezTo>
                  <a:cubicBezTo>
                    <a:pt x="1918" y="893"/>
                    <a:pt x="1894" y="798"/>
                    <a:pt x="1882" y="715"/>
                  </a:cubicBezTo>
                  <a:cubicBezTo>
                    <a:pt x="1858" y="584"/>
                    <a:pt x="1775" y="465"/>
                    <a:pt x="1703" y="346"/>
                  </a:cubicBezTo>
                  <a:cubicBezTo>
                    <a:pt x="1632" y="238"/>
                    <a:pt x="1525" y="167"/>
                    <a:pt x="1406" y="107"/>
                  </a:cubicBezTo>
                  <a:cubicBezTo>
                    <a:pt x="1287" y="48"/>
                    <a:pt x="1156" y="0"/>
                    <a:pt x="1001" y="0"/>
                  </a:cubicBezTo>
                  <a:lnTo>
                    <a:pt x="989" y="0"/>
                  </a:lnTo>
                  <a:cubicBezTo>
                    <a:pt x="982" y="0"/>
                    <a:pt x="974" y="0"/>
                    <a:pt x="9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3" name="Google Shape;1853;p33"/>
            <p:cNvSpPr/>
            <p:nvPr/>
          </p:nvSpPr>
          <p:spPr>
            <a:xfrm>
              <a:off x="8352519" y="1025496"/>
              <a:ext cx="30012" cy="28394"/>
            </a:xfrm>
            <a:custGeom>
              <a:rect b="b" l="l" r="r" t="t"/>
              <a:pathLst>
                <a:path extrusionOk="0" h="632" w="668">
                  <a:moveTo>
                    <a:pt x="322" y="0"/>
                  </a:moveTo>
                  <a:cubicBezTo>
                    <a:pt x="274" y="0"/>
                    <a:pt x="215" y="12"/>
                    <a:pt x="191" y="24"/>
                  </a:cubicBezTo>
                  <a:cubicBezTo>
                    <a:pt x="72" y="72"/>
                    <a:pt x="0" y="179"/>
                    <a:pt x="0" y="310"/>
                  </a:cubicBezTo>
                  <a:cubicBezTo>
                    <a:pt x="0" y="334"/>
                    <a:pt x="0" y="369"/>
                    <a:pt x="12" y="381"/>
                  </a:cubicBezTo>
                  <a:cubicBezTo>
                    <a:pt x="36" y="536"/>
                    <a:pt x="155" y="631"/>
                    <a:pt x="322" y="631"/>
                  </a:cubicBezTo>
                  <a:cubicBezTo>
                    <a:pt x="501" y="631"/>
                    <a:pt x="655" y="500"/>
                    <a:pt x="667" y="322"/>
                  </a:cubicBezTo>
                  <a:cubicBezTo>
                    <a:pt x="667" y="250"/>
                    <a:pt x="655" y="179"/>
                    <a:pt x="608" y="131"/>
                  </a:cubicBezTo>
                  <a:cubicBezTo>
                    <a:pt x="512" y="60"/>
                    <a:pt x="429" y="0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4" name="Google Shape;1854;p33"/>
            <p:cNvSpPr/>
            <p:nvPr/>
          </p:nvSpPr>
          <p:spPr>
            <a:xfrm>
              <a:off x="4902311" y="228437"/>
              <a:ext cx="84014" cy="83026"/>
            </a:xfrm>
            <a:custGeom>
              <a:rect b="b" l="l" r="r" t="t"/>
              <a:pathLst>
                <a:path extrusionOk="0" h="1848" w="1870">
                  <a:moveTo>
                    <a:pt x="976" y="1"/>
                  </a:moveTo>
                  <a:cubicBezTo>
                    <a:pt x="917" y="1"/>
                    <a:pt x="857" y="1"/>
                    <a:pt x="798" y="13"/>
                  </a:cubicBezTo>
                  <a:cubicBezTo>
                    <a:pt x="667" y="25"/>
                    <a:pt x="536" y="84"/>
                    <a:pt x="417" y="156"/>
                  </a:cubicBezTo>
                  <a:cubicBezTo>
                    <a:pt x="179" y="322"/>
                    <a:pt x="24" y="596"/>
                    <a:pt x="24" y="894"/>
                  </a:cubicBezTo>
                  <a:cubicBezTo>
                    <a:pt x="0" y="1394"/>
                    <a:pt x="417" y="1823"/>
                    <a:pt x="917" y="1846"/>
                  </a:cubicBezTo>
                  <a:cubicBezTo>
                    <a:pt x="930" y="1847"/>
                    <a:pt x="943" y="1847"/>
                    <a:pt x="955" y="1847"/>
                  </a:cubicBezTo>
                  <a:cubicBezTo>
                    <a:pt x="1166" y="1847"/>
                    <a:pt x="1355" y="1756"/>
                    <a:pt x="1512" y="1644"/>
                  </a:cubicBezTo>
                  <a:cubicBezTo>
                    <a:pt x="1619" y="1549"/>
                    <a:pt x="1703" y="1442"/>
                    <a:pt x="1762" y="1323"/>
                  </a:cubicBezTo>
                  <a:cubicBezTo>
                    <a:pt x="1822" y="1203"/>
                    <a:pt x="1858" y="1084"/>
                    <a:pt x="1858" y="953"/>
                  </a:cubicBezTo>
                  <a:cubicBezTo>
                    <a:pt x="1869" y="680"/>
                    <a:pt x="1762" y="441"/>
                    <a:pt x="1607" y="275"/>
                  </a:cubicBezTo>
                  <a:cubicBezTo>
                    <a:pt x="1512" y="180"/>
                    <a:pt x="1393" y="96"/>
                    <a:pt x="1262" y="60"/>
                  </a:cubicBezTo>
                  <a:cubicBezTo>
                    <a:pt x="1167" y="25"/>
                    <a:pt x="1060" y="13"/>
                    <a:pt x="9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5" name="Google Shape;1855;p33"/>
            <p:cNvSpPr/>
            <p:nvPr/>
          </p:nvSpPr>
          <p:spPr>
            <a:xfrm>
              <a:off x="7656052" y="742947"/>
              <a:ext cx="59439" cy="58451"/>
            </a:xfrm>
            <a:custGeom>
              <a:rect b="b" l="l" r="r" t="t"/>
              <a:pathLst>
                <a:path extrusionOk="0" h="1301" w="1323">
                  <a:moveTo>
                    <a:pt x="662" y="1"/>
                  </a:moveTo>
                  <a:cubicBezTo>
                    <a:pt x="543" y="1"/>
                    <a:pt x="419" y="45"/>
                    <a:pt x="334" y="98"/>
                  </a:cubicBezTo>
                  <a:cubicBezTo>
                    <a:pt x="155" y="193"/>
                    <a:pt x="36" y="408"/>
                    <a:pt x="12" y="634"/>
                  </a:cubicBezTo>
                  <a:cubicBezTo>
                    <a:pt x="1" y="991"/>
                    <a:pt x="286" y="1301"/>
                    <a:pt x="643" y="1301"/>
                  </a:cubicBezTo>
                  <a:cubicBezTo>
                    <a:pt x="679" y="1301"/>
                    <a:pt x="715" y="1301"/>
                    <a:pt x="751" y="1289"/>
                  </a:cubicBezTo>
                  <a:cubicBezTo>
                    <a:pt x="893" y="1265"/>
                    <a:pt x="1013" y="1205"/>
                    <a:pt x="1120" y="1110"/>
                  </a:cubicBezTo>
                  <a:cubicBezTo>
                    <a:pt x="1167" y="1086"/>
                    <a:pt x="1179" y="1050"/>
                    <a:pt x="1215" y="1015"/>
                  </a:cubicBezTo>
                  <a:cubicBezTo>
                    <a:pt x="1286" y="908"/>
                    <a:pt x="1310" y="789"/>
                    <a:pt x="1322" y="669"/>
                  </a:cubicBezTo>
                  <a:lnTo>
                    <a:pt x="1322" y="634"/>
                  </a:lnTo>
                  <a:cubicBezTo>
                    <a:pt x="1322" y="300"/>
                    <a:pt x="1060" y="38"/>
                    <a:pt x="727" y="3"/>
                  </a:cubicBezTo>
                  <a:lnTo>
                    <a:pt x="703" y="3"/>
                  </a:lnTo>
                  <a:cubicBezTo>
                    <a:pt x="689" y="1"/>
                    <a:pt x="676" y="1"/>
                    <a:pt x="6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6" name="Google Shape;1856;p33"/>
            <p:cNvSpPr/>
            <p:nvPr/>
          </p:nvSpPr>
          <p:spPr>
            <a:xfrm>
              <a:off x="5263349" y="123082"/>
              <a:ext cx="58900" cy="58900"/>
            </a:xfrm>
            <a:custGeom>
              <a:rect b="b" l="l" r="r" t="t"/>
              <a:pathLst>
                <a:path extrusionOk="0" h="1311" w="1311">
                  <a:moveTo>
                    <a:pt x="668" y="0"/>
                  </a:moveTo>
                  <a:cubicBezTo>
                    <a:pt x="560" y="24"/>
                    <a:pt x="441" y="48"/>
                    <a:pt x="358" y="96"/>
                  </a:cubicBezTo>
                  <a:cubicBezTo>
                    <a:pt x="156" y="203"/>
                    <a:pt x="25" y="405"/>
                    <a:pt x="13" y="643"/>
                  </a:cubicBezTo>
                  <a:cubicBezTo>
                    <a:pt x="1" y="1001"/>
                    <a:pt x="275" y="1310"/>
                    <a:pt x="632" y="1310"/>
                  </a:cubicBezTo>
                  <a:cubicBezTo>
                    <a:pt x="989" y="1310"/>
                    <a:pt x="1287" y="1036"/>
                    <a:pt x="1311" y="691"/>
                  </a:cubicBezTo>
                  <a:cubicBezTo>
                    <a:pt x="1311" y="643"/>
                    <a:pt x="1311" y="584"/>
                    <a:pt x="1287" y="536"/>
                  </a:cubicBezTo>
                  <a:cubicBezTo>
                    <a:pt x="1263" y="405"/>
                    <a:pt x="1191" y="274"/>
                    <a:pt x="1084" y="179"/>
                  </a:cubicBezTo>
                  <a:cubicBezTo>
                    <a:pt x="989" y="96"/>
                    <a:pt x="870" y="36"/>
                    <a:pt x="739" y="24"/>
                  </a:cubicBezTo>
                  <a:cubicBezTo>
                    <a:pt x="715" y="24"/>
                    <a:pt x="691" y="0"/>
                    <a:pt x="6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7" name="Google Shape;1857;p33"/>
            <p:cNvSpPr/>
            <p:nvPr/>
          </p:nvSpPr>
          <p:spPr>
            <a:xfrm>
              <a:off x="5583232" y="708218"/>
              <a:ext cx="58900" cy="58945"/>
            </a:xfrm>
            <a:custGeom>
              <a:rect b="b" l="l" r="r" t="t"/>
              <a:pathLst>
                <a:path extrusionOk="0" h="1312" w="1311">
                  <a:moveTo>
                    <a:pt x="649" y="0"/>
                  </a:moveTo>
                  <a:cubicBezTo>
                    <a:pt x="502" y="0"/>
                    <a:pt x="383" y="57"/>
                    <a:pt x="275" y="133"/>
                  </a:cubicBezTo>
                  <a:cubicBezTo>
                    <a:pt x="167" y="228"/>
                    <a:pt x="72" y="347"/>
                    <a:pt x="48" y="478"/>
                  </a:cubicBezTo>
                  <a:cubicBezTo>
                    <a:pt x="37" y="526"/>
                    <a:pt x="25" y="585"/>
                    <a:pt x="25" y="645"/>
                  </a:cubicBezTo>
                  <a:cubicBezTo>
                    <a:pt x="1" y="1002"/>
                    <a:pt x="287" y="1312"/>
                    <a:pt x="644" y="1312"/>
                  </a:cubicBezTo>
                  <a:cubicBezTo>
                    <a:pt x="1001" y="1312"/>
                    <a:pt x="1299" y="1026"/>
                    <a:pt x="1310" y="692"/>
                  </a:cubicBezTo>
                  <a:cubicBezTo>
                    <a:pt x="1310" y="585"/>
                    <a:pt x="1299" y="490"/>
                    <a:pt x="1263" y="407"/>
                  </a:cubicBezTo>
                  <a:cubicBezTo>
                    <a:pt x="1239" y="335"/>
                    <a:pt x="1180" y="252"/>
                    <a:pt x="1120" y="192"/>
                  </a:cubicBezTo>
                  <a:cubicBezTo>
                    <a:pt x="1013" y="97"/>
                    <a:pt x="882" y="38"/>
                    <a:pt x="751" y="14"/>
                  </a:cubicBezTo>
                  <a:cubicBezTo>
                    <a:pt x="739" y="14"/>
                    <a:pt x="703" y="14"/>
                    <a:pt x="691" y="2"/>
                  </a:cubicBezTo>
                  <a:cubicBezTo>
                    <a:pt x="677" y="1"/>
                    <a:pt x="663" y="0"/>
                    <a:pt x="64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8" name="Google Shape;1858;p33"/>
            <p:cNvSpPr/>
            <p:nvPr/>
          </p:nvSpPr>
          <p:spPr>
            <a:xfrm>
              <a:off x="6850457" y="96351"/>
              <a:ext cx="58900" cy="58316"/>
            </a:xfrm>
            <a:custGeom>
              <a:rect b="b" l="l" r="r" t="t"/>
              <a:pathLst>
                <a:path extrusionOk="0" h="1298" w="1311">
                  <a:moveTo>
                    <a:pt x="691" y="0"/>
                  </a:moveTo>
                  <a:cubicBezTo>
                    <a:pt x="596" y="0"/>
                    <a:pt x="525" y="24"/>
                    <a:pt x="429" y="36"/>
                  </a:cubicBezTo>
                  <a:cubicBezTo>
                    <a:pt x="298" y="83"/>
                    <a:pt x="191" y="167"/>
                    <a:pt x="108" y="286"/>
                  </a:cubicBezTo>
                  <a:cubicBezTo>
                    <a:pt x="72" y="333"/>
                    <a:pt x="60" y="381"/>
                    <a:pt x="48" y="417"/>
                  </a:cubicBezTo>
                  <a:cubicBezTo>
                    <a:pt x="13" y="476"/>
                    <a:pt x="1" y="560"/>
                    <a:pt x="1" y="631"/>
                  </a:cubicBezTo>
                  <a:cubicBezTo>
                    <a:pt x="1" y="703"/>
                    <a:pt x="1" y="762"/>
                    <a:pt x="13" y="822"/>
                  </a:cubicBezTo>
                  <a:cubicBezTo>
                    <a:pt x="96" y="1095"/>
                    <a:pt x="334" y="1298"/>
                    <a:pt x="632" y="1298"/>
                  </a:cubicBezTo>
                  <a:cubicBezTo>
                    <a:pt x="703" y="1298"/>
                    <a:pt x="775" y="1286"/>
                    <a:pt x="834" y="1274"/>
                  </a:cubicBezTo>
                  <a:cubicBezTo>
                    <a:pt x="965" y="1238"/>
                    <a:pt x="1084" y="1167"/>
                    <a:pt x="1179" y="1048"/>
                  </a:cubicBezTo>
                  <a:cubicBezTo>
                    <a:pt x="1251" y="941"/>
                    <a:pt x="1298" y="822"/>
                    <a:pt x="1310" y="691"/>
                  </a:cubicBezTo>
                  <a:lnTo>
                    <a:pt x="1310" y="643"/>
                  </a:lnTo>
                  <a:cubicBezTo>
                    <a:pt x="1310" y="500"/>
                    <a:pt x="1263" y="357"/>
                    <a:pt x="1179" y="262"/>
                  </a:cubicBezTo>
                  <a:cubicBezTo>
                    <a:pt x="1060" y="107"/>
                    <a:pt x="882" y="24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9" name="Google Shape;1859;p33"/>
            <p:cNvSpPr/>
            <p:nvPr/>
          </p:nvSpPr>
          <p:spPr>
            <a:xfrm>
              <a:off x="7942241" y="853244"/>
              <a:ext cx="59933" cy="58900"/>
            </a:xfrm>
            <a:custGeom>
              <a:rect b="b" l="l" r="r" t="t"/>
              <a:pathLst>
                <a:path extrusionOk="0" h="1311" w="1334">
                  <a:moveTo>
                    <a:pt x="655" y="0"/>
                  </a:moveTo>
                  <a:cubicBezTo>
                    <a:pt x="441" y="0"/>
                    <a:pt x="238" y="108"/>
                    <a:pt x="119" y="286"/>
                  </a:cubicBezTo>
                  <a:cubicBezTo>
                    <a:pt x="48" y="393"/>
                    <a:pt x="0" y="512"/>
                    <a:pt x="0" y="643"/>
                  </a:cubicBezTo>
                  <a:lnTo>
                    <a:pt x="0" y="691"/>
                  </a:lnTo>
                  <a:cubicBezTo>
                    <a:pt x="0" y="929"/>
                    <a:pt x="143" y="1132"/>
                    <a:pt x="334" y="1239"/>
                  </a:cubicBezTo>
                  <a:cubicBezTo>
                    <a:pt x="417" y="1286"/>
                    <a:pt x="524" y="1310"/>
                    <a:pt x="631" y="1310"/>
                  </a:cubicBezTo>
                  <a:cubicBezTo>
                    <a:pt x="655" y="1310"/>
                    <a:pt x="703" y="1310"/>
                    <a:pt x="739" y="1298"/>
                  </a:cubicBezTo>
                  <a:cubicBezTo>
                    <a:pt x="870" y="1286"/>
                    <a:pt x="1000" y="1203"/>
                    <a:pt x="1108" y="1120"/>
                  </a:cubicBezTo>
                  <a:cubicBezTo>
                    <a:pt x="1215" y="1024"/>
                    <a:pt x="1274" y="893"/>
                    <a:pt x="1298" y="751"/>
                  </a:cubicBezTo>
                  <a:cubicBezTo>
                    <a:pt x="1310" y="715"/>
                    <a:pt x="1310" y="703"/>
                    <a:pt x="1310" y="679"/>
                  </a:cubicBezTo>
                  <a:cubicBezTo>
                    <a:pt x="1334" y="453"/>
                    <a:pt x="1227" y="239"/>
                    <a:pt x="1048" y="119"/>
                  </a:cubicBezTo>
                  <a:cubicBezTo>
                    <a:pt x="941" y="48"/>
                    <a:pt x="8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0" name="Google Shape;1860;p33"/>
            <p:cNvSpPr/>
            <p:nvPr/>
          </p:nvSpPr>
          <p:spPr>
            <a:xfrm>
              <a:off x="5509416" y="2722"/>
              <a:ext cx="33201" cy="34280"/>
            </a:xfrm>
            <a:custGeom>
              <a:rect b="b" l="l" r="r" t="t"/>
              <a:pathLst>
                <a:path extrusionOk="0" h="763" w="739">
                  <a:moveTo>
                    <a:pt x="382" y="1"/>
                  </a:moveTo>
                  <a:cubicBezTo>
                    <a:pt x="179" y="24"/>
                    <a:pt x="13" y="167"/>
                    <a:pt x="1" y="382"/>
                  </a:cubicBezTo>
                  <a:cubicBezTo>
                    <a:pt x="1" y="441"/>
                    <a:pt x="13" y="501"/>
                    <a:pt x="25" y="536"/>
                  </a:cubicBezTo>
                  <a:cubicBezTo>
                    <a:pt x="84" y="679"/>
                    <a:pt x="203" y="763"/>
                    <a:pt x="358" y="763"/>
                  </a:cubicBezTo>
                  <a:cubicBezTo>
                    <a:pt x="560" y="763"/>
                    <a:pt x="739" y="596"/>
                    <a:pt x="739" y="405"/>
                  </a:cubicBezTo>
                  <a:cubicBezTo>
                    <a:pt x="739" y="298"/>
                    <a:pt x="715" y="215"/>
                    <a:pt x="656" y="143"/>
                  </a:cubicBezTo>
                  <a:cubicBezTo>
                    <a:pt x="596" y="60"/>
                    <a:pt x="489" y="1"/>
                    <a:pt x="38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1" name="Google Shape;1861;p33"/>
            <p:cNvSpPr/>
            <p:nvPr/>
          </p:nvSpPr>
          <p:spPr>
            <a:xfrm>
              <a:off x="6911963" y="26264"/>
              <a:ext cx="33741" cy="33741"/>
            </a:xfrm>
            <a:custGeom>
              <a:rect b="b" l="l" r="r" t="t"/>
              <a:pathLst>
                <a:path extrusionOk="0" h="751" w="751">
                  <a:moveTo>
                    <a:pt x="394" y="0"/>
                  </a:moveTo>
                  <a:cubicBezTo>
                    <a:pt x="180" y="0"/>
                    <a:pt x="1" y="155"/>
                    <a:pt x="1" y="358"/>
                  </a:cubicBezTo>
                  <a:cubicBezTo>
                    <a:pt x="1" y="572"/>
                    <a:pt x="156" y="727"/>
                    <a:pt x="358" y="750"/>
                  </a:cubicBezTo>
                  <a:cubicBezTo>
                    <a:pt x="572" y="750"/>
                    <a:pt x="751" y="596"/>
                    <a:pt x="751" y="393"/>
                  </a:cubicBezTo>
                  <a:cubicBezTo>
                    <a:pt x="751" y="179"/>
                    <a:pt x="596" y="0"/>
                    <a:pt x="3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2" name="Google Shape;1862;p33"/>
            <p:cNvSpPr/>
            <p:nvPr/>
          </p:nvSpPr>
          <p:spPr>
            <a:xfrm>
              <a:off x="7304090" y="451503"/>
              <a:ext cx="33201" cy="33741"/>
            </a:xfrm>
            <a:custGeom>
              <a:rect b="b" l="l" r="r" t="t"/>
              <a:pathLst>
                <a:path extrusionOk="0" h="751" w="739">
                  <a:moveTo>
                    <a:pt x="358" y="0"/>
                  </a:moveTo>
                  <a:cubicBezTo>
                    <a:pt x="165" y="0"/>
                    <a:pt x="0" y="141"/>
                    <a:pt x="0" y="358"/>
                  </a:cubicBezTo>
                  <a:cubicBezTo>
                    <a:pt x="0" y="572"/>
                    <a:pt x="143" y="751"/>
                    <a:pt x="357" y="751"/>
                  </a:cubicBezTo>
                  <a:cubicBezTo>
                    <a:pt x="560" y="751"/>
                    <a:pt x="738" y="584"/>
                    <a:pt x="738" y="394"/>
                  </a:cubicBezTo>
                  <a:cubicBezTo>
                    <a:pt x="738" y="179"/>
                    <a:pt x="596" y="1"/>
                    <a:pt x="381" y="1"/>
                  </a:cubicBezTo>
                  <a:cubicBezTo>
                    <a:pt x="373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3" name="Google Shape;1863;p33"/>
            <p:cNvSpPr/>
            <p:nvPr/>
          </p:nvSpPr>
          <p:spPr>
            <a:xfrm>
              <a:off x="7549080" y="406575"/>
              <a:ext cx="33741" cy="34280"/>
            </a:xfrm>
            <a:custGeom>
              <a:rect b="b" l="l" r="r" t="t"/>
              <a:pathLst>
                <a:path extrusionOk="0" h="763" w="751">
                  <a:moveTo>
                    <a:pt x="393" y="1"/>
                  </a:moveTo>
                  <a:cubicBezTo>
                    <a:pt x="334" y="1"/>
                    <a:pt x="274" y="25"/>
                    <a:pt x="226" y="36"/>
                  </a:cubicBezTo>
                  <a:cubicBezTo>
                    <a:pt x="96" y="96"/>
                    <a:pt x="0" y="215"/>
                    <a:pt x="0" y="358"/>
                  </a:cubicBezTo>
                  <a:lnTo>
                    <a:pt x="0" y="382"/>
                  </a:lnTo>
                  <a:cubicBezTo>
                    <a:pt x="0" y="536"/>
                    <a:pt x="96" y="679"/>
                    <a:pt x="226" y="739"/>
                  </a:cubicBezTo>
                  <a:cubicBezTo>
                    <a:pt x="274" y="751"/>
                    <a:pt x="298" y="763"/>
                    <a:pt x="346" y="763"/>
                  </a:cubicBezTo>
                  <a:lnTo>
                    <a:pt x="357" y="763"/>
                  </a:lnTo>
                  <a:cubicBezTo>
                    <a:pt x="512" y="763"/>
                    <a:pt x="643" y="679"/>
                    <a:pt x="703" y="560"/>
                  </a:cubicBezTo>
                  <a:cubicBezTo>
                    <a:pt x="738" y="513"/>
                    <a:pt x="750" y="453"/>
                    <a:pt x="750" y="406"/>
                  </a:cubicBezTo>
                  <a:cubicBezTo>
                    <a:pt x="750" y="286"/>
                    <a:pt x="703" y="167"/>
                    <a:pt x="619" y="96"/>
                  </a:cubicBezTo>
                  <a:cubicBezTo>
                    <a:pt x="560" y="48"/>
                    <a:pt x="477" y="1"/>
                    <a:pt x="39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4" name="Google Shape;1864;p33"/>
            <p:cNvSpPr/>
            <p:nvPr/>
          </p:nvSpPr>
          <p:spPr>
            <a:xfrm>
              <a:off x="6200536" y="299064"/>
              <a:ext cx="34280" cy="33785"/>
            </a:xfrm>
            <a:custGeom>
              <a:rect b="b" l="l" r="r" t="t"/>
              <a:pathLst>
                <a:path extrusionOk="0" h="752" w="763">
                  <a:moveTo>
                    <a:pt x="394" y="1"/>
                  </a:moveTo>
                  <a:cubicBezTo>
                    <a:pt x="179" y="1"/>
                    <a:pt x="1" y="155"/>
                    <a:pt x="1" y="358"/>
                  </a:cubicBezTo>
                  <a:cubicBezTo>
                    <a:pt x="1" y="560"/>
                    <a:pt x="155" y="751"/>
                    <a:pt x="358" y="751"/>
                  </a:cubicBezTo>
                  <a:cubicBezTo>
                    <a:pt x="365" y="751"/>
                    <a:pt x="371" y="751"/>
                    <a:pt x="378" y="751"/>
                  </a:cubicBezTo>
                  <a:cubicBezTo>
                    <a:pt x="573" y="751"/>
                    <a:pt x="751" y="589"/>
                    <a:pt x="751" y="393"/>
                  </a:cubicBezTo>
                  <a:cubicBezTo>
                    <a:pt x="763" y="179"/>
                    <a:pt x="596" y="1"/>
                    <a:pt x="3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65" name="Google Shape;1865;p33"/>
          <p:cNvSpPr txBox="1"/>
          <p:nvPr>
            <p:ph type="title"/>
          </p:nvPr>
        </p:nvSpPr>
        <p:spPr>
          <a:xfrm>
            <a:off x="1800100" y="2997267"/>
            <a:ext cx="12643200" cy="43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866" name="Google Shape;1866;p33"/>
          <p:cNvSpPr txBox="1"/>
          <p:nvPr>
            <p:ph idx="1" type="subTitle"/>
          </p:nvPr>
        </p:nvSpPr>
        <p:spPr>
          <a:xfrm>
            <a:off x="1800100" y="8157267"/>
            <a:ext cx="12643200" cy="26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1867" name="Shape 1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68" name="Google Shape;1868;p34"/>
          <p:cNvGrpSpPr/>
          <p:nvPr/>
        </p:nvGrpSpPr>
        <p:grpSpPr>
          <a:xfrm rot="-5400000">
            <a:off x="161952" y="8591072"/>
            <a:ext cx="4819951" cy="5144021"/>
            <a:chOff x="4060900" y="1586625"/>
            <a:chExt cx="982000" cy="1048025"/>
          </a:xfrm>
        </p:grpSpPr>
        <p:sp>
          <p:nvSpPr>
            <p:cNvPr id="1869" name="Google Shape;1869;p34"/>
            <p:cNvSpPr/>
            <p:nvPr/>
          </p:nvSpPr>
          <p:spPr>
            <a:xfrm>
              <a:off x="4535675" y="1586625"/>
              <a:ext cx="155700" cy="223875"/>
            </a:xfrm>
            <a:custGeom>
              <a:rect b="b" l="l" r="r" t="t"/>
              <a:pathLst>
                <a:path extrusionOk="0" h="8955" w="6228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0" name="Google Shape;1870;p34"/>
            <p:cNvSpPr/>
            <p:nvPr/>
          </p:nvSpPr>
          <p:spPr>
            <a:xfrm>
              <a:off x="4392200" y="1586625"/>
              <a:ext cx="25025" cy="13125"/>
            </a:xfrm>
            <a:custGeom>
              <a:rect b="b" l="l" r="r" t="t"/>
              <a:pathLst>
                <a:path extrusionOk="0" h="525" w="1001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1" name="Google Shape;1871;p34"/>
            <p:cNvSpPr/>
            <p:nvPr/>
          </p:nvSpPr>
          <p:spPr>
            <a:xfrm>
              <a:off x="4244875" y="1599725"/>
              <a:ext cx="147950" cy="103625"/>
            </a:xfrm>
            <a:custGeom>
              <a:rect b="b" l="l" r="r" t="t"/>
              <a:pathLst>
                <a:path extrusionOk="0" h="4145" w="5918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2" name="Google Shape;1872;p34"/>
            <p:cNvSpPr/>
            <p:nvPr/>
          </p:nvSpPr>
          <p:spPr>
            <a:xfrm>
              <a:off x="4368975" y="1586625"/>
              <a:ext cx="317625" cy="228925"/>
            </a:xfrm>
            <a:custGeom>
              <a:rect b="b" l="l" r="r" t="t"/>
              <a:pathLst>
                <a:path extrusionOk="0" h="9157" w="12705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3" name="Google Shape;1873;p34"/>
            <p:cNvSpPr/>
            <p:nvPr/>
          </p:nvSpPr>
          <p:spPr>
            <a:xfrm>
              <a:off x="4224025" y="1586625"/>
              <a:ext cx="14025" cy="106900"/>
            </a:xfrm>
            <a:custGeom>
              <a:rect b="b" l="l" r="r" t="t"/>
              <a:pathLst>
                <a:path extrusionOk="0" h="4276" w="561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4" name="Google Shape;1874;p34"/>
            <p:cNvSpPr/>
            <p:nvPr/>
          </p:nvSpPr>
          <p:spPr>
            <a:xfrm>
              <a:off x="4149025" y="1586625"/>
              <a:ext cx="80975" cy="110475"/>
            </a:xfrm>
            <a:custGeom>
              <a:rect b="b" l="l" r="r" t="t"/>
              <a:pathLst>
                <a:path extrusionOk="0" h="4419" w="3239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5" name="Google Shape;1875;p34"/>
            <p:cNvSpPr/>
            <p:nvPr/>
          </p:nvSpPr>
          <p:spPr>
            <a:xfrm>
              <a:off x="4705925" y="1827450"/>
              <a:ext cx="298275" cy="234875"/>
            </a:xfrm>
            <a:custGeom>
              <a:rect b="b" l="l" r="r" t="t"/>
              <a:pathLst>
                <a:path extrusionOk="0" h="9395" w="11931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6" name="Google Shape;1876;p34"/>
            <p:cNvSpPr/>
            <p:nvPr/>
          </p:nvSpPr>
          <p:spPr>
            <a:xfrm>
              <a:off x="4240700" y="1717600"/>
              <a:ext cx="163125" cy="235475"/>
            </a:xfrm>
            <a:custGeom>
              <a:rect b="b" l="l" r="r" t="t"/>
              <a:pathLst>
                <a:path extrusionOk="0" h="9419" w="6525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7" name="Google Shape;1877;p34"/>
            <p:cNvSpPr/>
            <p:nvPr/>
          </p:nvSpPr>
          <p:spPr>
            <a:xfrm>
              <a:off x="4165400" y="1884000"/>
              <a:ext cx="124725" cy="117300"/>
            </a:xfrm>
            <a:custGeom>
              <a:rect b="b" l="l" r="r" t="t"/>
              <a:pathLst>
                <a:path extrusionOk="0" h="4692" w="4989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8" name="Google Shape;1878;p34"/>
            <p:cNvSpPr/>
            <p:nvPr/>
          </p:nvSpPr>
          <p:spPr>
            <a:xfrm>
              <a:off x="4415725" y="1825350"/>
              <a:ext cx="268800" cy="134875"/>
            </a:xfrm>
            <a:custGeom>
              <a:rect b="b" l="l" r="r" t="t"/>
              <a:pathLst>
                <a:path extrusionOk="0" h="5395" w="10752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9" name="Google Shape;1879;p34"/>
            <p:cNvSpPr/>
            <p:nvPr/>
          </p:nvSpPr>
          <p:spPr>
            <a:xfrm>
              <a:off x="4410950" y="1967925"/>
              <a:ext cx="78325" cy="111950"/>
            </a:xfrm>
            <a:custGeom>
              <a:rect b="b" l="l" r="r" t="t"/>
              <a:pathLst>
                <a:path extrusionOk="0" h="4478" w="3133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0" name="Google Shape;1880;p34"/>
            <p:cNvSpPr/>
            <p:nvPr/>
          </p:nvSpPr>
          <p:spPr>
            <a:xfrm>
              <a:off x="4061200" y="2123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1" name="Google Shape;1881;p34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2" name="Google Shape;1882;p34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3" name="Google Shape;1883;p34"/>
            <p:cNvSpPr/>
            <p:nvPr/>
          </p:nvSpPr>
          <p:spPr>
            <a:xfrm>
              <a:off x="4313325" y="1964350"/>
              <a:ext cx="84550" cy="44675"/>
            </a:xfrm>
            <a:custGeom>
              <a:rect b="b" l="l" r="r" t="t"/>
              <a:pathLst>
                <a:path extrusionOk="0" h="1787" w="3382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4" name="Google Shape;1884;p34"/>
            <p:cNvSpPr/>
            <p:nvPr/>
          </p:nvSpPr>
          <p:spPr>
            <a:xfrm>
              <a:off x="4068650" y="2015250"/>
              <a:ext cx="221775" cy="104225"/>
            </a:xfrm>
            <a:custGeom>
              <a:rect b="b" l="l" r="r" t="t"/>
              <a:pathLst>
                <a:path extrusionOk="0" h="4169" w="8871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5" name="Google Shape;1885;p34"/>
            <p:cNvSpPr/>
            <p:nvPr/>
          </p:nvSpPr>
          <p:spPr>
            <a:xfrm>
              <a:off x="4060900" y="2122125"/>
              <a:ext cx="25" cy="900"/>
            </a:xfrm>
            <a:custGeom>
              <a:rect b="b" l="l" r="r" t="t"/>
              <a:pathLst>
                <a:path extrusionOk="0" h="36" w="1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6" name="Google Shape;1886;p34"/>
            <p:cNvSpPr/>
            <p:nvPr/>
          </p:nvSpPr>
          <p:spPr>
            <a:xfrm>
              <a:off x="4060900" y="21233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7" name="Google Shape;1887;p34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8" name="Google Shape;1888;p34"/>
            <p:cNvSpPr/>
            <p:nvPr/>
          </p:nvSpPr>
          <p:spPr>
            <a:xfrm>
              <a:off x="4060900" y="1888450"/>
              <a:ext cx="92900" cy="233400"/>
            </a:xfrm>
            <a:custGeom>
              <a:rect b="b" l="l" r="r" t="t"/>
              <a:pathLst>
                <a:path extrusionOk="0" h="9336" w="3716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9" name="Google Shape;1889;p34"/>
            <p:cNvSpPr/>
            <p:nvPr/>
          </p:nvSpPr>
          <p:spPr>
            <a:xfrm>
              <a:off x="4060900" y="21236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0" name="Google Shape;1890;p34"/>
            <p:cNvSpPr/>
            <p:nvPr/>
          </p:nvSpPr>
          <p:spPr>
            <a:xfrm>
              <a:off x="4061200" y="2124500"/>
              <a:ext cx="217925" cy="393825"/>
            </a:xfrm>
            <a:custGeom>
              <a:rect b="b" l="l" r="r" t="t"/>
              <a:pathLst>
                <a:path extrusionOk="0" h="15753" w="8717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1" name="Google Shape;1891;p34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2" name="Google Shape;1892;p34"/>
            <p:cNvSpPr/>
            <p:nvPr/>
          </p:nvSpPr>
          <p:spPr>
            <a:xfrm>
              <a:off x="4060900" y="2123000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3" name="Google Shape;1893;p34"/>
            <p:cNvSpPr/>
            <p:nvPr/>
          </p:nvSpPr>
          <p:spPr>
            <a:xfrm>
              <a:off x="4062400" y="2119775"/>
              <a:ext cx="325" cy="275"/>
            </a:xfrm>
            <a:custGeom>
              <a:rect b="b" l="l" r="r" t="t"/>
              <a:pathLst>
                <a:path extrusionOk="0" h="11" w="13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4" name="Google Shape;1894;p34"/>
            <p:cNvSpPr/>
            <p:nvPr/>
          </p:nvSpPr>
          <p:spPr>
            <a:xfrm>
              <a:off x="4061200" y="21206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5" name="Google Shape;1895;p34"/>
            <p:cNvSpPr/>
            <p:nvPr/>
          </p:nvSpPr>
          <p:spPr>
            <a:xfrm>
              <a:off x="4062400" y="212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6" name="Google Shape;1896;p34"/>
            <p:cNvSpPr/>
            <p:nvPr/>
          </p:nvSpPr>
          <p:spPr>
            <a:xfrm>
              <a:off x="4063000" y="21194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7" name="Google Shape;1897;p34"/>
            <p:cNvSpPr/>
            <p:nvPr/>
          </p:nvSpPr>
          <p:spPr>
            <a:xfrm>
              <a:off x="4348750" y="2085200"/>
              <a:ext cx="488175" cy="446225"/>
            </a:xfrm>
            <a:custGeom>
              <a:rect b="b" l="l" r="r" t="t"/>
              <a:pathLst>
                <a:path extrusionOk="0" h="17849" w="19527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8" name="Google Shape;1898;p34"/>
            <p:cNvSpPr/>
            <p:nvPr/>
          </p:nvSpPr>
          <p:spPr>
            <a:xfrm>
              <a:off x="4521375" y="2069725"/>
              <a:ext cx="477175" cy="31875"/>
            </a:xfrm>
            <a:custGeom>
              <a:rect b="b" l="l" r="r" t="t"/>
              <a:pathLst>
                <a:path extrusionOk="0" h="1275" w="19087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9" name="Google Shape;1899;p34"/>
            <p:cNvSpPr/>
            <p:nvPr/>
          </p:nvSpPr>
          <p:spPr>
            <a:xfrm>
              <a:off x="4060900" y="2098000"/>
              <a:ext cx="405150" cy="28075"/>
            </a:xfrm>
            <a:custGeom>
              <a:rect b="b" l="l" r="r" t="t"/>
              <a:pathLst>
                <a:path extrusionOk="0" h="1123" w="16206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0" name="Google Shape;1900;p34"/>
            <p:cNvSpPr/>
            <p:nvPr/>
          </p:nvSpPr>
          <p:spPr>
            <a:xfrm>
              <a:off x="4238325" y="2509150"/>
              <a:ext cx="136050" cy="125500"/>
            </a:xfrm>
            <a:custGeom>
              <a:rect b="b" l="l" r="r" t="t"/>
              <a:pathLst>
                <a:path extrusionOk="0" h="5020" w="5442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1" name="Google Shape;1901;p34"/>
            <p:cNvSpPr/>
            <p:nvPr/>
          </p:nvSpPr>
          <p:spPr>
            <a:xfrm>
              <a:off x="4463650" y="2077450"/>
              <a:ext cx="61025" cy="59300"/>
            </a:xfrm>
            <a:custGeom>
              <a:rect b="b" l="l" r="r" t="t"/>
              <a:pathLst>
                <a:path extrusionOk="0" h="2372" w="2441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2" name="Google Shape;1902;p34"/>
            <p:cNvSpPr/>
            <p:nvPr/>
          </p:nvSpPr>
          <p:spPr>
            <a:xfrm>
              <a:off x="4997625" y="2051475"/>
              <a:ext cx="45275" cy="42075"/>
            </a:xfrm>
            <a:custGeom>
              <a:rect b="b" l="l" r="r" t="t"/>
              <a:pathLst>
                <a:path extrusionOk="0" h="1683" w="1811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3" name="Google Shape;1903;p34"/>
            <p:cNvSpPr/>
            <p:nvPr/>
          </p:nvSpPr>
          <p:spPr>
            <a:xfrm>
              <a:off x="4680925" y="1807100"/>
              <a:ext cx="31875" cy="29875"/>
            </a:xfrm>
            <a:custGeom>
              <a:rect b="b" l="l" r="r" t="t"/>
              <a:pathLst>
                <a:path extrusionOk="0" h="1195" w="1275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4" name="Google Shape;1904;p34"/>
            <p:cNvSpPr/>
            <p:nvPr/>
          </p:nvSpPr>
          <p:spPr>
            <a:xfrm>
              <a:off x="4217475" y="1692975"/>
              <a:ext cx="32775" cy="29775"/>
            </a:xfrm>
            <a:custGeom>
              <a:rect b="b" l="l" r="r" t="t"/>
              <a:pathLst>
                <a:path extrusionOk="0" h="1191" w="1311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5" name="Google Shape;1905;p34"/>
            <p:cNvSpPr/>
            <p:nvPr/>
          </p:nvSpPr>
          <p:spPr>
            <a:xfrm>
              <a:off x="4181750" y="2480200"/>
              <a:ext cx="48250" cy="41975"/>
            </a:xfrm>
            <a:custGeom>
              <a:rect b="b" l="l" r="r" t="t"/>
              <a:pathLst>
                <a:path extrusionOk="0" h="1679" w="193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6" name="Google Shape;1906;p34"/>
            <p:cNvSpPr/>
            <p:nvPr/>
          </p:nvSpPr>
          <p:spPr>
            <a:xfrm>
              <a:off x="4137400" y="1857875"/>
              <a:ext cx="38125" cy="33450"/>
            </a:xfrm>
            <a:custGeom>
              <a:rect b="b" l="l" r="r" t="t"/>
              <a:pathLst>
                <a:path extrusionOk="0" h="1338" w="1525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7" name="Google Shape;1907;p34"/>
            <p:cNvSpPr/>
            <p:nvPr/>
          </p:nvSpPr>
          <p:spPr>
            <a:xfrm>
              <a:off x="4394275" y="1948925"/>
              <a:ext cx="24450" cy="24450"/>
            </a:xfrm>
            <a:custGeom>
              <a:rect b="b" l="l" r="r" t="t"/>
              <a:pathLst>
                <a:path extrusionOk="0" h="978" w="978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8" name="Google Shape;1908;p34"/>
            <p:cNvSpPr/>
            <p:nvPr/>
          </p:nvSpPr>
          <p:spPr>
            <a:xfrm>
              <a:off x="4283550" y="1992300"/>
              <a:ext cx="31000" cy="30675"/>
            </a:xfrm>
            <a:custGeom>
              <a:rect b="b" l="l" r="r" t="t"/>
              <a:pathLst>
                <a:path extrusionOk="0" h="1227" w="124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09" name="Google Shape;1909;p34"/>
          <p:cNvGrpSpPr/>
          <p:nvPr/>
        </p:nvGrpSpPr>
        <p:grpSpPr>
          <a:xfrm flipH="1" rot="5400000">
            <a:off x="19256746" y="8454545"/>
            <a:ext cx="4819951" cy="5144021"/>
            <a:chOff x="4060900" y="1586625"/>
            <a:chExt cx="982000" cy="1048025"/>
          </a:xfrm>
        </p:grpSpPr>
        <p:sp>
          <p:nvSpPr>
            <p:cNvPr id="1910" name="Google Shape;1910;p34"/>
            <p:cNvSpPr/>
            <p:nvPr/>
          </p:nvSpPr>
          <p:spPr>
            <a:xfrm>
              <a:off x="4535675" y="1586625"/>
              <a:ext cx="155700" cy="223875"/>
            </a:xfrm>
            <a:custGeom>
              <a:rect b="b" l="l" r="r" t="t"/>
              <a:pathLst>
                <a:path extrusionOk="0" h="8955" w="6228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1" name="Google Shape;1911;p34"/>
            <p:cNvSpPr/>
            <p:nvPr/>
          </p:nvSpPr>
          <p:spPr>
            <a:xfrm>
              <a:off x="4392200" y="1586625"/>
              <a:ext cx="25025" cy="13125"/>
            </a:xfrm>
            <a:custGeom>
              <a:rect b="b" l="l" r="r" t="t"/>
              <a:pathLst>
                <a:path extrusionOk="0" h="525" w="1001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2" name="Google Shape;1912;p34"/>
            <p:cNvSpPr/>
            <p:nvPr/>
          </p:nvSpPr>
          <p:spPr>
            <a:xfrm>
              <a:off x="4244875" y="1599725"/>
              <a:ext cx="147950" cy="103625"/>
            </a:xfrm>
            <a:custGeom>
              <a:rect b="b" l="l" r="r" t="t"/>
              <a:pathLst>
                <a:path extrusionOk="0" h="4145" w="5918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3" name="Google Shape;1913;p34"/>
            <p:cNvSpPr/>
            <p:nvPr/>
          </p:nvSpPr>
          <p:spPr>
            <a:xfrm>
              <a:off x="4368975" y="1586625"/>
              <a:ext cx="317625" cy="228925"/>
            </a:xfrm>
            <a:custGeom>
              <a:rect b="b" l="l" r="r" t="t"/>
              <a:pathLst>
                <a:path extrusionOk="0" h="9157" w="12705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4" name="Google Shape;1914;p34"/>
            <p:cNvSpPr/>
            <p:nvPr/>
          </p:nvSpPr>
          <p:spPr>
            <a:xfrm>
              <a:off x="4224025" y="1586625"/>
              <a:ext cx="14025" cy="106900"/>
            </a:xfrm>
            <a:custGeom>
              <a:rect b="b" l="l" r="r" t="t"/>
              <a:pathLst>
                <a:path extrusionOk="0" h="4276" w="561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5" name="Google Shape;1915;p34"/>
            <p:cNvSpPr/>
            <p:nvPr/>
          </p:nvSpPr>
          <p:spPr>
            <a:xfrm>
              <a:off x="4149025" y="1586625"/>
              <a:ext cx="80975" cy="110475"/>
            </a:xfrm>
            <a:custGeom>
              <a:rect b="b" l="l" r="r" t="t"/>
              <a:pathLst>
                <a:path extrusionOk="0" h="4419" w="3239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6" name="Google Shape;1916;p34"/>
            <p:cNvSpPr/>
            <p:nvPr/>
          </p:nvSpPr>
          <p:spPr>
            <a:xfrm>
              <a:off x="4705925" y="1827450"/>
              <a:ext cx="298275" cy="234875"/>
            </a:xfrm>
            <a:custGeom>
              <a:rect b="b" l="l" r="r" t="t"/>
              <a:pathLst>
                <a:path extrusionOk="0" h="9395" w="11931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7" name="Google Shape;1917;p34"/>
            <p:cNvSpPr/>
            <p:nvPr/>
          </p:nvSpPr>
          <p:spPr>
            <a:xfrm>
              <a:off x="4240700" y="1717600"/>
              <a:ext cx="163125" cy="235475"/>
            </a:xfrm>
            <a:custGeom>
              <a:rect b="b" l="l" r="r" t="t"/>
              <a:pathLst>
                <a:path extrusionOk="0" h="9419" w="6525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8" name="Google Shape;1918;p34"/>
            <p:cNvSpPr/>
            <p:nvPr/>
          </p:nvSpPr>
          <p:spPr>
            <a:xfrm>
              <a:off x="4165400" y="1884000"/>
              <a:ext cx="124725" cy="117300"/>
            </a:xfrm>
            <a:custGeom>
              <a:rect b="b" l="l" r="r" t="t"/>
              <a:pathLst>
                <a:path extrusionOk="0" h="4692" w="4989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9" name="Google Shape;1919;p34"/>
            <p:cNvSpPr/>
            <p:nvPr/>
          </p:nvSpPr>
          <p:spPr>
            <a:xfrm>
              <a:off x="4415725" y="1825350"/>
              <a:ext cx="268800" cy="134875"/>
            </a:xfrm>
            <a:custGeom>
              <a:rect b="b" l="l" r="r" t="t"/>
              <a:pathLst>
                <a:path extrusionOk="0" h="5395" w="10752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0" name="Google Shape;1920;p34"/>
            <p:cNvSpPr/>
            <p:nvPr/>
          </p:nvSpPr>
          <p:spPr>
            <a:xfrm>
              <a:off x="4410950" y="1967925"/>
              <a:ext cx="78325" cy="111950"/>
            </a:xfrm>
            <a:custGeom>
              <a:rect b="b" l="l" r="r" t="t"/>
              <a:pathLst>
                <a:path extrusionOk="0" h="4478" w="3133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1" name="Google Shape;1921;p34"/>
            <p:cNvSpPr/>
            <p:nvPr/>
          </p:nvSpPr>
          <p:spPr>
            <a:xfrm>
              <a:off x="4061200" y="2123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2" name="Google Shape;1922;p34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3" name="Google Shape;1923;p34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4" name="Google Shape;1924;p34"/>
            <p:cNvSpPr/>
            <p:nvPr/>
          </p:nvSpPr>
          <p:spPr>
            <a:xfrm>
              <a:off x="4313325" y="1964350"/>
              <a:ext cx="84550" cy="44675"/>
            </a:xfrm>
            <a:custGeom>
              <a:rect b="b" l="l" r="r" t="t"/>
              <a:pathLst>
                <a:path extrusionOk="0" h="1787" w="3382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5" name="Google Shape;1925;p34"/>
            <p:cNvSpPr/>
            <p:nvPr/>
          </p:nvSpPr>
          <p:spPr>
            <a:xfrm>
              <a:off x="4068650" y="2015250"/>
              <a:ext cx="221775" cy="104225"/>
            </a:xfrm>
            <a:custGeom>
              <a:rect b="b" l="l" r="r" t="t"/>
              <a:pathLst>
                <a:path extrusionOk="0" h="4169" w="8871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6" name="Google Shape;1926;p34"/>
            <p:cNvSpPr/>
            <p:nvPr/>
          </p:nvSpPr>
          <p:spPr>
            <a:xfrm>
              <a:off x="4060900" y="2122125"/>
              <a:ext cx="25" cy="900"/>
            </a:xfrm>
            <a:custGeom>
              <a:rect b="b" l="l" r="r" t="t"/>
              <a:pathLst>
                <a:path extrusionOk="0" h="36" w="1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7" name="Google Shape;1927;p34"/>
            <p:cNvSpPr/>
            <p:nvPr/>
          </p:nvSpPr>
          <p:spPr>
            <a:xfrm>
              <a:off x="4060900" y="21233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8" name="Google Shape;1928;p34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9" name="Google Shape;1929;p34"/>
            <p:cNvSpPr/>
            <p:nvPr/>
          </p:nvSpPr>
          <p:spPr>
            <a:xfrm>
              <a:off x="4060900" y="1888450"/>
              <a:ext cx="92900" cy="233400"/>
            </a:xfrm>
            <a:custGeom>
              <a:rect b="b" l="l" r="r" t="t"/>
              <a:pathLst>
                <a:path extrusionOk="0" h="9336" w="3716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0" name="Google Shape;1930;p34"/>
            <p:cNvSpPr/>
            <p:nvPr/>
          </p:nvSpPr>
          <p:spPr>
            <a:xfrm>
              <a:off x="4060900" y="21236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1" name="Google Shape;1931;p34"/>
            <p:cNvSpPr/>
            <p:nvPr/>
          </p:nvSpPr>
          <p:spPr>
            <a:xfrm>
              <a:off x="4061200" y="2124500"/>
              <a:ext cx="217925" cy="393825"/>
            </a:xfrm>
            <a:custGeom>
              <a:rect b="b" l="l" r="r" t="t"/>
              <a:pathLst>
                <a:path extrusionOk="0" h="15753" w="8717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2" name="Google Shape;1932;p34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3" name="Google Shape;1933;p34"/>
            <p:cNvSpPr/>
            <p:nvPr/>
          </p:nvSpPr>
          <p:spPr>
            <a:xfrm>
              <a:off x="4060900" y="2123000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4" name="Google Shape;1934;p34"/>
            <p:cNvSpPr/>
            <p:nvPr/>
          </p:nvSpPr>
          <p:spPr>
            <a:xfrm>
              <a:off x="4062400" y="2119775"/>
              <a:ext cx="325" cy="275"/>
            </a:xfrm>
            <a:custGeom>
              <a:rect b="b" l="l" r="r" t="t"/>
              <a:pathLst>
                <a:path extrusionOk="0" h="11" w="13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5" name="Google Shape;1935;p34"/>
            <p:cNvSpPr/>
            <p:nvPr/>
          </p:nvSpPr>
          <p:spPr>
            <a:xfrm>
              <a:off x="4061200" y="21206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6" name="Google Shape;1936;p34"/>
            <p:cNvSpPr/>
            <p:nvPr/>
          </p:nvSpPr>
          <p:spPr>
            <a:xfrm>
              <a:off x="4062400" y="212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7" name="Google Shape;1937;p34"/>
            <p:cNvSpPr/>
            <p:nvPr/>
          </p:nvSpPr>
          <p:spPr>
            <a:xfrm>
              <a:off x="4063000" y="21194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8" name="Google Shape;1938;p34"/>
            <p:cNvSpPr/>
            <p:nvPr/>
          </p:nvSpPr>
          <p:spPr>
            <a:xfrm>
              <a:off x="4348750" y="2085200"/>
              <a:ext cx="488175" cy="446225"/>
            </a:xfrm>
            <a:custGeom>
              <a:rect b="b" l="l" r="r" t="t"/>
              <a:pathLst>
                <a:path extrusionOk="0" h="17849" w="19527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9" name="Google Shape;1939;p34"/>
            <p:cNvSpPr/>
            <p:nvPr/>
          </p:nvSpPr>
          <p:spPr>
            <a:xfrm>
              <a:off x="4521375" y="2069725"/>
              <a:ext cx="477175" cy="31875"/>
            </a:xfrm>
            <a:custGeom>
              <a:rect b="b" l="l" r="r" t="t"/>
              <a:pathLst>
                <a:path extrusionOk="0" h="1275" w="19087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0" name="Google Shape;1940;p34"/>
            <p:cNvSpPr/>
            <p:nvPr/>
          </p:nvSpPr>
          <p:spPr>
            <a:xfrm>
              <a:off x="4060900" y="2098000"/>
              <a:ext cx="405150" cy="28075"/>
            </a:xfrm>
            <a:custGeom>
              <a:rect b="b" l="l" r="r" t="t"/>
              <a:pathLst>
                <a:path extrusionOk="0" h="1123" w="16206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1" name="Google Shape;1941;p34"/>
            <p:cNvSpPr/>
            <p:nvPr/>
          </p:nvSpPr>
          <p:spPr>
            <a:xfrm>
              <a:off x="4238325" y="2509150"/>
              <a:ext cx="136050" cy="125500"/>
            </a:xfrm>
            <a:custGeom>
              <a:rect b="b" l="l" r="r" t="t"/>
              <a:pathLst>
                <a:path extrusionOk="0" h="5020" w="5442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2" name="Google Shape;1942;p34"/>
            <p:cNvSpPr/>
            <p:nvPr/>
          </p:nvSpPr>
          <p:spPr>
            <a:xfrm>
              <a:off x="4463650" y="2077450"/>
              <a:ext cx="61025" cy="59300"/>
            </a:xfrm>
            <a:custGeom>
              <a:rect b="b" l="l" r="r" t="t"/>
              <a:pathLst>
                <a:path extrusionOk="0" h="2372" w="2441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3" name="Google Shape;1943;p34"/>
            <p:cNvSpPr/>
            <p:nvPr/>
          </p:nvSpPr>
          <p:spPr>
            <a:xfrm>
              <a:off x="4997625" y="2051475"/>
              <a:ext cx="45275" cy="42075"/>
            </a:xfrm>
            <a:custGeom>
              <a:rect b="b" l="l" r="r" t="t"/>
              <a:pathLst>
                <a:path extrusionOk="0" h="1683" w="1811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4" name="Google Shape;1944;p34"/>
            <p:cNvSpPr/>
            <p:nvPr/>
          </p:nvSpPr>
          <p:spPr>
            <a:xfrm>
              <a:off x="4680925" y="1807100"/>
              <a:ext cx="31875" cy="29875"/>
            </a:xfrm>
            <a:custGeom>
              <a:rect b="b" l="l" r="r" t="t"/>
              <a:pathLst>
                <a:path extrusionOk="0" h="1195" w="1275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5" name="Google Shape;1945;p34"/>
            <p:cNvSpPr/>
            <p:nvPr/>
          </p:nvSpPr>
          <p:spPr>
            <a:xfrm>
              <a:off x="4217475" y="1692975"/>
              <a:ext cx="32775" cy="29775"/>
            </a:xfrm>
            <a:custGeom>
              <a:rect b="b" l="l" r="r" t="t"/>
              <a:pathLst>
                <a:path extrusionOk="0" h="1191" w="1311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6" name="Google Shape;1946;p34"/>
            <p:cNvSpPr/>
            <p:nvPr/>
          </p:nvSpPr>
          <p:spPr>
            <a:xfrm>
              <a:off x="4181750" y="2480200"/>
              <a:ext cx="48250" cy="41975"/>
            </a:xfrm>
            <a:custGeom>
              <a:rect b="b" l="l" r="r" t="t"/>
              <a:pathLst>
                <a:path extrusionOk="0" h="1679" w="193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7" name="Google Shape;1947;p34"/>
            <p:cNvSpPr/>
            <p:nvPr/>
          </p:nvSpPr>
          <p:spPr>
            <a:xfrm>
              <a:off x="4137400" y="1857875"/>
              <a:ext cx="38125" cy="33450"/>
            </a:xfrm>
            <a:custGeom>
              <a:rect b="b" l="l" r="r" t="t"/>
              <a:pathLst>
                <a:path extrusionOk="0" h="1338" w="1525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8" name="Google Shape;1948;p34"/>
            <p:cNvSpPr/>
            <p:nvPr/>
          </p:nvSpPr>
          <p:spPr>
            <a:xfrm>
              <a:off x="4394275" y="1948925"/>
              <a:ext cx="24450" cy="24450"/>
            </a:xfrm>
            <a:custGeom>
              <a:rect b="b" l="l" r="r" t="t"/>
              <a:pathLst>
                <a:path extrusionOk="0" h="978" w="978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9" name="Google Shape;1949;p34"/>
            <p:cNvSpPr/>
            <p:nvPr/>
          </p:nvSpPr>
          <p:spPr>
            <a:xfrm>
              <a:off x="4283550" y="1992300"/>
              <a:ext cx="31000" cy="30675"/>
            </a:xfrm>
            <a:custGeom>
              <a:rect b="b" l="l" r="r" t="t"/>
              <a:pathLst>
                <a:path extrusionOk="0" h="1227" w="124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50" name="Google Shape;1950;p34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1" name="Google Shape;1951;p34"/>
          <p:cNvSpPr txBox="1"/>
          <p:nvPr>
            <p:ph type="title"/>
          </p:nvPr>
        </p:nvSpPr>
        <p:spPr>
          <a:xfrm>
            <a:off x="5431667" y="8267467"/>
            <a:ext cx="13520700" cy="14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952" name="Google Shape;1952;p34"/>
          <p:cNvSpPr txBox="1"/>
          <p:nvPr>
            <p:ph idx="1" type="subTitle"/>
          </p:nvPr>
        </p:nvSpPr>
        <p:spPr>
          <a:xfrm>
            <a:off x="2813533" y="4030200"/>
            <a:ext cx="18756900" cy="39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8000"/>
              <a:buNone/>
              <a:defRPr sz="8000"/>
            </a:lvl9pPr>
          </a:lstStyle>
          <a:p/>
        </p:txBody>
      </p:sp>
      <p:grpSp>
        <p:nvGrpSpPr>
          <p:cNvPr id="1953" name="Google Shape;1953;p34"/>
          <p:cNvGrpSpPr/>
          <p:nvPr/>
        </p:nvGrpSpPr>
        <p:grpSpPr>
          <a:xfrm flipH="1" rot="10800000">
            <a:off x="381" y="-562"/>
            <a:ext cx="11099592" cy="2877693"/>
            <a:chOff x="2582150" y="3714800"/>
            <a:chExt cx="2689050" cy="697200"/>
          </a:xfrm>
        </p:grpSpPr>
        <p:sp>
          <p:nvSpPr>
            <p:cNvPr id="1954" name="Google Shape;1954;p34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5" name="Google Shape;1955;p34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6" name="Google Shape;1956;p34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7" name="Google Shape;1957;p34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8" name="Google Shape;1958;p34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9" name="Google Shape;1959;p34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0" name="Google Shape;1960;p34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34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34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34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4" name="Google Shape;1964;p34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5" name="Google Shape;1965;p34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6" name="Google Shape;1966;p34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34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34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9" name="Google Shape;1969;p34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0" name="Google Shape;1970;p34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34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34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3" name="Google Shape;1973;p34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4" name="Google Shape;1974;p34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34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34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7" name="Google Shape;1977;p34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8" name="Google Shape;1978;p34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34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34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1" name="Google Shape;1981;p34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2" name="Google Shape;1982;p34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34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34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5" name="Google Shape;1985;p34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6" name="Google Shape;1986;p34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34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34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9" name="Google Shape;1989;p34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0" name="Google Shape;1990;p34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34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34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3" name="Google Shape;1993;p34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4" name="Google Shape;1994;p34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34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34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7" name="Google Shape;1997;p34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8" name="Google Shape;1998;p34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34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34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1" name="Google Shape;2001;p34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2" name="Google Shape;2002;p34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34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34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5" name="Google Shape;2005;p34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6" name="Google Shape;2006;p34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34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34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9" name="Google Shape;2009;p34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0" name="Google Shape;2010;p34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1" name="Google Shape;2011;p34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34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34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14" name="Google Shape;2014;p34"/>
          <p:cNvGrpSpPr/>
          <p:nvPr/>
        </p:nvGrpSpPr>
        <p:grpSpPr>
          <a:xfrm rot="10800000">
            <a:off x="13284509" y="-562"/>
            <a:ext cx="11099592" cy="2877693"/>
            <a:chOff x="2582150" y="3714800"/>
            <a:chExt cx="2689050" cy="697200"/>
          </a:xfrm>
        </p:grpSpPr>
        <p:sp>
          <p:nvSpPr>
            <p:cNvPr id="2015" name="Google Shape;2015;p34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34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34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34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p34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p34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p34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34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34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34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34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34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34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34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34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34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34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34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34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p34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p34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p34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p34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8" name="Google Shape;2038;p34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9" name="Google Shape;2039;p34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0" name="Google Shape;2040;p34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1" name="Google Shape;2041;p34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2" name="Google Shape;2042;p34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3" name="Google Shape;2043;p34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4" name="Google Shape;2044;p34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5" name="Google Shape;2045;p34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6" name="Google Shape;2046;p34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7" name="Google Shape;2047;p34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8" name="Google Shape;2048;p34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34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0" name="Google Shape;2050;p34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1" name="Google Shape;2051;p34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2" name="Google Shape;2052;p34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3" name="Google Shape;2053;p34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4" name="Google Shape;2054;p34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5" name="Google Shape;2055;p34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6" name="Google Shape;2056;p34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7" name="Google Shape;2057;p34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8" name="Google Shape;2058;p34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9" name="Google Shape;2059;p34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0" name="Google Shape;2060;p34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1" name="Google Shape;2061;p34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2" name="Google Shape;2062;p34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3" name="Google Shape;2063;p34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4" name="Google Shape;2064;p34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5" name="Google Shape;2065;p34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6" name="Google Shape;2066;p34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7" name="Google Shape;2067;p34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8" name="Google Shape;2068;p34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9" name="Google Shape;2069;p34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0" name="Google Shape;2070;p34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1" name="Google Shape;2071;p34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2" name="Google Shape;2072;p34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3" name="Google Shape;2073;p34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4" name="Google Shape;2074;p34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0">
    <p:spTree>
      <p:nvGrpSpPr>
        <p:cNvPr id="2075" name="Shape 2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6" name="Google Shape;2076;p35"/>
          <p:cNvGrpSpPr/>
          <p:nvPr/>
        </p:nvGrpSpPr>
        <p:grpSpPr>
          <a:xfrm flipH="1">
            <a:off x="-445" y="10125519"/>
            <a:ext cx="8675209" cy="3590523"/>
            <a:chOff x="4145150" y="2643900"/>
            <a:chExt cx="1914550" cy="792400"/>
          </a:xfrm>
        </p:grpSpPr>
        <p:sp>
          <p:nvSpPr>
            <p:cNvPr id="2077" name="Google Shape;2077;p35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8" name="Google Shape;2078;p35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9" name="Google Shape;2079;p35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0" name="Google Shape;2080;p35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1" name="Google Shape;2081;p35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2" name="Google Shape;2082;p35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3" name="Google Shape;2083;p35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4" name="Google Shape;2084;p35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5" name="Google Shape;2085;p35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6" name="Google Shape;2086;p35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7" name="Google Shape;2087;p35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8" name="Google Shape;2088;p35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9" name="Google Shape;2089;p35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0" name="Google Shape;2090;p35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1" name="Google Shape;2091;p35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2" name="Google Shape;2092;p35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3" name="Google Shape;2093;p35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4" name="Google Shape;2094;p35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5" name="Google Shape;2095;p35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6" name="Google Shape;2096;p35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7" name="Google Shape;2097;p35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8" name="Google Shape;2098;p35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9" name="Google Shape;2099;p35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0" name="Google Shape;2100;p35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1" name="Google Shape;2101;p35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2" name="Google Shape;2102;p35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3" name="Google Shape;2103;p35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4" name="Google Shape;2104;p35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5" name="Google Shape;2105;p35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6" name="Google Shape;2106;p35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7" name="Google Shape;2107;p35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8" name="Google Shape;2108;p35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9" name="Google Shape;2109;p35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0" name="Google Shape;2110;p35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1" name="Google Shape;2111;p35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2" name="Google Shape;2112;p35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3" name="Google Shape;2113;p35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4" name="Google Shape;2114;p35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5" name="Google Shape;2115;p35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6" name="Google Shape;2116;p35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7" name="Google Shape;2117;p35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8" name="Google Shape;2118;p35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9" name="Google Shape;2119;p35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0" name="Google Shape;2120;p35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1" name="Google Shape;2121;p35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2" name="Google Shape;2122;p35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3" name="Google Shape;2123;p35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4" name="Google Shape;2124;p35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5" name="Google Shape;2125;p35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6" name="Google Shape;2126;p35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7" name="Google Shape;2127;p35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8" name="Google Shape;2128;p35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9" name="Google Shape;2129;p35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0" name="Google Shape;2130;p35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1" name="Google Shape;2131;p35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2" name="Google Shape;2132;p35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3" name="Google Shape;2133;p35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4" name="Google Shape;2134;p35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5" name="Google Shape;2135;p35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6" name="Google Shape;2136;p35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7" name="Google Shape;2137;p35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8" name="Google Shape;2138;p35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39" name="Google Shape;2139;p35"/>
          <p:cNvGrpSpPr/>
          <p:nvPr/>
        </p:nvGrpSpPr>
        <p:grpSpPr>
          <a:xfrm>
            <a:off x="11" y="-87"/>
            <a:ext cx="3366939" cy="5861582"/>
            <a:chOff x="1083450" y="1318750"/>
            <a:chExt cx="624525" cy="1087250"/>
          </a:xfrm>
        </p:grpSpPr>
        <p:sp>
          <p:nvSpPr>
            <p:cNvPr id="2140" name="Google Shape;2140;p35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1" name="Google Shape;2141;p35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2" name="Google Shape;2142;p35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3" name="Google Shape;2143;p35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4" name="Google Shape;2144;p35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5" name="Google Shape;2145;p35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6" name="Google Shape;2146;p35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7" name="Google Shape;2147;p35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8" name="Google Shape;2148;p35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9" name="Google Shape;2149;p35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0" name="Google Shape;2150;p35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1" name="Google Shape;2151;p35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2" name="Google Shape;2152;p35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3" name="Google Shape;2153;p35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4" name="Google Shape;2154;p35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5" name="Google Shape;2155;p35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6" name="Google Shape;2156;p35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7" name="Google Shape;2157;p35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8" name="Google Shape;2158;p35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9" name="Google Shape;2159;p35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0" name="Google Shape;2160;p35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1" name="Google Shape;2161;p35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2" name="Google Shape;2162;p35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3" name="Google Shape;2163;p35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4" name="Google Shape;2164;p35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5" name="Google Shape;2165;p35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6" name="Google Shape;2166;p35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7" name="Google Shape;2167;p35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8" name="Google Shape;2168;p35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9" name="Google Shape;2169;p35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0" name="Google Shape;2170;p35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1" name="Google Shape;2171;p35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2" name="Google Shape;2172;p35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3" name="Google Shape;2173;p35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4" name="Google Shape;2174;p35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5" name="Google Shape;2175;p35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6" name="Google Shape;2176;p35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77" name="Google Shape;2177;p35"/>
          <p:cNvGrpSpPr/>
          <p:nvPr/>
        </p:nvGrpSpPr>
        <p:grpSpPr>
          <a:xfrm flipH="1">
            <a:off x="21017078" y="-87"/>
            <a:ext cx="3366939" cy="5861582"/>
            <a:chOff x="1083450" y="1318750"/>
            <a:chExt cx="624525" cy="1087250"/>
          </a:xfrm>
        </p:grpSpPr>
        <p:sp>
          <p:nvSpPr>
            <p:cNvPr id="2178" name="Google Shape;2178;p35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9" name="Google Shape;2179;p35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0" name="Google Shape;2180;p35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1" name="Google Shape;2181;p35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2" name="Google Shape;2182;p35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3" name="Google Shape;2183;p35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4" name="Google Shape;2184;p35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5" name="Google Shape;2185;p35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6" name="Google Shape;2186;p35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7" name="Google Shape;2187;p35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8" name="Google Shape;2188;p35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9" name="Google Shape;2189;p35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0" name="Google Shape;2190;p35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1" name="Google Shape;2191;p35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2" name="Google Shape;2192;p35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3" name="Google Shape;2193;p35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4" name="Google Shape;2194;p35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5" name="Google Shape;2195;p35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6" name="Google Shape;2196;p35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7" name="Google Shape;2197;p35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8" name="Google Shape;2198;p35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9" name="Google Shape;2199;p35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0" name="Google Shape;2200;p35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1" name="Google Shape;2201;p35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2" name="Google Shape;2202;p35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3" name="Google Shape;2203;p35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4" name="Google Shape;2204;p35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5" name="Google Shape;2205;p35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6" name="Google Shape;2206;p35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7" name="Google Shape;2207;p35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8" name="Google Shape;2208;p35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9" name="Google Shape;2209;p35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0" name="Google Shape;2210;p35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1" name="Google Shape;2211;p35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2" name="Google Shape;2212;p35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3" name="Google Shape;2213;p35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4" name="Google Shape;2214;p35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15" name="Google Shape;2215;p35"/>
          <p:cNvGrpSpPr/>
          <p:nvPr/>
        </p:nvGrpSpPr>
        <p:grpSpPr>
          <a:xfrm>
            <a:off x="15708425" y="10125358"/>
            <a:ext cx="8675209" cy="3590523"/>
            <a:chOff x="4145150" y="2643900"/>
            <a:chExt cx="1914550" cy="792400"/>
          </a:xfrm>
        </p:grpSpPr>
        <p:sp>
          <p:nvSpPr>
            <p:cNvPr id="2216" name="Google Shape;2216;p35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7" name="Google Shape;2217;p35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8" name="Google Shape;2218;p35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9" name="Google Shape;2219;p35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0" name="Google Shape;2220;p35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1" name="Google Shape;2221;p35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2" name="Google Shape;2222;p35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3" name="Google Shape;2223;p35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4" name="Google Shape;2224;p35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5" name="Google Shape;2225;p35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6" name="Google Shape;2226;p35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7" name="Google Shape;2227;p35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8" name="Google Shape;2228;p35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9" name="Google Shape;2229;p35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0" name="Google Shape;2230;p35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1" name="Google Shape;2231;p35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2" name="Google Shape;2232;p35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3" name="Google Shape;2233;p35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4" name="Google Shape;2234;p35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5" name="Google Shape;2235;p35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6" name="Google Shape;2236;p35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7" name="Google Shape;2237;p35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8" name="Google Shape;2238;p35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9" name="Google Shape;2239;p35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0" name="Google Shape;2240;p35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1" name="Google Shape;2241;p35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2" name="Google Shape;2242;p35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3" name="Google Shape;2243;p35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4" name="Google Shape;2244;p35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5" name="Google Shape;2245;p35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6" name="Google Shape;2246;p35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7" name="Google Shape;2247;p35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8" name="Google Shape;2248;p35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9" name="Google Shape;2249;p35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p35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1" name="Google Shape;2251;p35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2" name="Google Shape;2252;p35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35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35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35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35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7" name="Google Shape;2257;p35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8" name="Google Shape;2258;p35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35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0" name="Google Shape;2260;p35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1" name="Google Shape;2261;p35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35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3" name="Google Shape;2263;p35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4" name="Google Shape;2264;p35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5" name="Google Shape;2265;p35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6" name="Google Shape;2266;p35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7" name="Google Shape;2267;p35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8" name="Google Shape;2268;p35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9" name="Google Shape;2269;p35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0" name="Google Shape;2270;p35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1" name="Google Shape;2271;p35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2" name="Google Shape;2272;p35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3" name="Google Shape;2273;p35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4" name="Google Shape;2274;p35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5" name="Google Shape;2275;p35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6" name="Google Shape;2276;p35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7" name="Google Shape;2277;p35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78" name="Google Shape;2278;p35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">
    <p:spTree>
      <p:nvGrpSpPr>
        <p:cNvPr id="2279" name="Shape 2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0" name="Google Shape;2280;p36"/>
          <p:cNvGrpSpPr/>
          <p:nvPr/>
        </p:nvGrpSpPr>
        <p:grpSpPr>
          <a:xfrm flipH="1" rot="-5400000">
            <a:off x="16012281" y="5409082"/>
            <a:ext cx="4890743" cy="11852864"/>
            <a:chOff x="5728375" y="1492875"/>
            <a:chExt cx="1308525" cy="3171250"/>
          </a:xfrm>
        </p:grpSpPr>
        <p:sp>
          <p:nvSpPr>
            <p:cNvPr id="2281" name="Google Shape;2281;p36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2" name="Google Shape;2282;p36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3" name="Google Shape;2283;p36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4" name="Google Shape;2284;p36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5" name="Google Shape;2285;p36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6" name="Google Shape;2286;p36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7" name="Google Shape;2287;p36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8" name="Google Shape;2288;p36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9" name="Google Shape;2289;p36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0" name="Google Shape;2290;p36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1" name="Google Shape;2291;p36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2" name="Google Shape;2292;p36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3" name="Google Shape;2293;p36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4" name="Google Shape;2294;p36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5" name="Google Shape;2295;p36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6" name="Google Shape;2296;p36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7" name="Google Shape;2297;p36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8" name="Google Shape;2298;p36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9" name="Google Shape;2299;p36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0" name="Google Shape;2300;p36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1" name="Google Shape;2301;p36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2" name="Google Shape;2302;p36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3" name="Google Shape;2303;p36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4" name="Google Shape;2304;p36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5" name="Google Shape;2305;p36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6" name="Google Shape;2306;p36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7" name="Google Shape;2307;p36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8" name="Google Shape;2308;p36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9" name="Google Shape;2309;p36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0" name="Google Shape;2310;p36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1" name="Google Shape;2311;p36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2" name="Google Shape;2312;p36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3" name="Google Shape;2313;p36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4" name="Google Shape;2314;p36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5" name="Google Shape;2315;p36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6" name="Google Shape;2316;p36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7" name="Google Shape;2317;p36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8" name="Google Shape;2318;p36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9" name="Google Shape;2319;p36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0" name="Google Shape;2320;p36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1" name="Google Shape;2321;p36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2" name="Google Shape;2322;p36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3" name="Google Shape;2323;p36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4" name="Google Shape;2324;p36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5" name="Google Shape;2325;p36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6" name="Google Shape;2326;p36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7" name="Google Shape;2327;p36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8" name="Google Shape;2328;p36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9" name="Google Shape;2329;p36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0" name="Google Shape;2330;p36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1" name="Google Shape;2331;p36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2" name="Google Shape;2332;p36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3" name="Google Shape;2333;p36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4" name="Google Shape;2334;p36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5" name="Google Shape;2335;p36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6" name="Google Shape;2336;p36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7" name="Google Shape;2337;p36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8" name="Google Shape;2338;p36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9" name="Google Shape;2339;p36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0" name="Google Shape;2340;p36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1" name="Google Shape;2341;p36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2" name="Google Shape;2342;p36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3" name="Google Shape;2343;p36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4" name="Google Shape;2344;p36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5" name="Google Shape;2345;p36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6" name="Google Shape;2346;p36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7" name="Google Shape;2347;p36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8" name="Google Shape;2348;p36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9" name="Google Shape;2349;p36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0" name="Google Shape;2350;p36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1" name="Google Shape;2351;p36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2" name="Google Shape;2352;p36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3" name="Google Shape;2353;p36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4" name="Google Shape;2354;p36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5" name="Google Shape;2355;p36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56" name="Google Shape;2356;p36"/>
          <p:cNvGrpSpPr/>
          <p:nvPr/>
        </p:nvGrpSpPr>
        <p:grpSpPr>
          <a:xfrm flipH="1" rot="5400000">
            <a:off x="3481081" y="-3481085"/>
            <a:ext cx="4890743" cy="11852864"/>
            <a:chOff x="5728375" y="1492875"/>
            <a:chExt cx="1308525" cy="3171250"/>
          </a:xfrm>
        </p:grpSpPr>
        <p:sp>
          <p:nvSpPr>
            <p:cNvPr id="2357" name="Google Shape;2357;p36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8" name="Google Shape;2358;p36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9" name="Google Shape;2359;p36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0" name="Google Shape;2360;p36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1" name="Google Shape;2361;p36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2" name="Google Shape;2362;p36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3" name="Google Shape;2363;p36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4" name="Google Shape;2364;p36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5" name="Google Shape;2365;p36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6" name="Google Shape;2366;p36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7" name="Google Shape;2367;p36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8" name="Google Shape;2368;p36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9" name="Google Shape;2369;p36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0" name="Google Shape;2370;p36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1" name="Google Shape;2371;p36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2" name="Google Shape;2372;p36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3" name="Google Shape;2373;p36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4" name="Google Shape;2374;p36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5" name="Google Shape;2375;p36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6" name="Google Shape;2376;p36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7" name="Google Shape;2377;p36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8" name="Google Shape;2378;p36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9" name="Google Shape;2379;p36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0" name="Google Shape;2380;p36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1" name="Google Shape;2381;p36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2" name="Google Shape;2382;p36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3" name="Google Shape;2383;p36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4" name="Google Shape;2384;p36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5" name="Google Shape;2385;p36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6" name="Google Shape;2386;p36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7" name="Google Shape;2387;p36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8" name="Google Shape;2388;p36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9" name="Google Shape;2389;p36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0" name="Google Shape;2390;p36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1" name="Google Shape;2391;p36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2" name="Google Shape;2392;p36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3" name="Google Shape;2393;p36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4" name="Google Shape;2394;p36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5" name="Google Shape;2395;p36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6" name="Google Shape;2396;p36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7" name="Google Shape;2397;p36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8" name="Google Shape;2398;p36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9" name="Google Shape;2399;p36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0" name="Google Shape;2400;p36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1" name="Google Shape;2401;p36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2" name="Google Shape;2402;p36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3" name="Google Shape;2403;p36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4" name="Google Shape;2404;p36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5" name="Google Shape;2405;p36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6" name="Google Shape;2406;p36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7" name="Google Shape;2407;p36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8" name="Google Shape;2408;p36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9" name="Google Shape;2409;p36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0" name="Google Shape;2410;p36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1" name="Google Shape;2411;p36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2" name="Google Shape;2412;p36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3" name="Google Shape;2413;p36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4" name="Google Shape;2414;p36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5" name="Google Shape;2415;p36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6" name="Google Shape;2416;p36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7" name="Google Shape;2417;p36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8" name="Google Shape;2418;p36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9" name="Google Shape;2419;p36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0" name="Google Shape;2420;p36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1" name="Google Shape;2421;p36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2" name="Google Shape;2422;p36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3" name="Google Shape;2423;p36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4" name="Google Shape;2424;p36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5" name="Google Shape;2425;p36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6" name="Google Shape;2426;p36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7" name="Google Shape;2427;p36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8" name="Google Shape;2428;p36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9" name="Google Shape;2429;p36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0" name="Google Shape;2430;p36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1" name="Google Shape;2431;p36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432" name="Google Shape;2432;p36"/>
          <p:cNvSpPr txBox="1"/>
          <p:nvPr>
            <p:ph type="title"/>
          </p:nvPr>
        </p:nvSpPr>
        <p:spPr>
          <a:xfrm>
            <a:off x="1920000" y="4379600"/>
            <a:ext cx="92991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2433" name="Google Shape;2433;p36"/>
          <p:cNvSpPr txBox="1"/>
          <p:nvPr>
            <p:ph idx="1" type="subTitle"/>
          </p:nvPr>
        </p:nvSpPr>
        <p:spPr>
          <a:xfrm>
            <a:off x="1920000" y="5906800"/>
            <a:ext cx="9299100" cy="28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1">
    <p:spTree>
      <p:nvGrpSpPr>
        <p:cNvPr id="2434" name="Shape 2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35" name="Google Shape;2435;p37"/>
          <p:cNvGrpSpPr/>
          <p:nvPr/>
        </p:nvGrpSpPr>
        <p:grpSpPr>
          <a:xfrm rot="10800000">
            <a:off x="-24" y="19"/>
            <a:ext cx="2537685" cy="3017634"/>
            <a:chOff x="3048875" y="2669025"/>
            <a:chExt cx="504550" cy="599975"/>
          </a:xfrm>
        </p:grpSpPr>
        <p:sp>
          <p:nvSpPr>
            <p:cNvPr id="2436" name="Google Shape;2436;p37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7" name="Google Shape;2437;p37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8" name="Google Shape;2438;p37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9" name="Google Shape;2439;p37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0" name="Google Shape;2440;p37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1" name="Google Shape;2441;p37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2" name="Google Shape;2442;p37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3" name="Google Shape;2443;p37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4" name="Google Shape;2444;p37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5" name="Google Shape;2445;p37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6" name="Google Shape;2446;p37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7" name="Google Shape;2447;p37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8" name="Google Shape;2448;p37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9" name="Google Shape;2449;p37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0" name="Google Shape;2450;p37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1" name="Google Shape;2451;p37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2" name="Google Shape;2452;p37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3" name="Google Shape;2453;p37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4" name="Google Shape;2454;p37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5" name="Google Shape;2455;p37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6" name="Google Shape;2456;p37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7" name="Google Shape;2457;p37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58" name="Google Shape;2458;p37"/>
          <p:cNvGrpSpPr/>
          <p:nvPr/>
        </p:nvGrpSpPr>
        <p:grpSpPr>
          <a:xfrm flipH="1" rot="10800000">
            <a:off x="21846309" y="19"/>
            <a:ext cx="2537685" cy="3017634"/>
            <a:chOff x="3048875" y="2669025"/>
            <a:chExt cx="504550" cy="599975"/>
          </a:xfrm>
        </p:grpSpPr>
        <p:sp>
          <p:nvSpPr>
            <p:cNvPr id="2459" name="Google Shape;2459;p37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0" name="Google Shape;2460;p37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1" name="Google Shape;2461;p37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2" name="Google Shape;2462;p37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3" name="Google Shape;2463;p37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4" name="Google Shape;2464;p37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5" name="Google Shape;2465;p37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6" name="Google Shape;2466;p37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7" name="Google Shape;2467;p37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8" name="Google Shape;2468;p37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9" name="Google Shape;2469;p37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0" name="Google Shape;2470;p37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1" name="Google Shape;2471;p37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2" name="Google Shape;2472;p37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3" name="Google Shape;2473;p37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4" name="Google Shape;2474;p37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5" name="Google Shape;2475;p37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6" name="Google Shape;2476;p37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7" name="Google Shape;2477;p37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8" name="Google Shape;2478;p37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9" name="Google Shape;2479;p37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0" name="Google Shape;2480;p37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481" name="Google Shape;2481;p37"/>
          <p:cNvSpPr txBox="1"/>
          <p:nvPr>
            <p:ph idx="1" type="subTitle"/>
          </p:nvPr>
        </p:nvSpPr>
        <p:spPr>
          <a:xfrm>
            <a:off x="1920000" y="2945067"/>
            <a:ext cx="20544000" cy="90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Char char="■"/>
              <a:defRPr/>
            </a:lvl9pPr>
          </a:lstStyle>
          <a:p/>
        </p:txBody>
      </p:sp>
      <p:sp>
        <p:nvSpPr>
          <p:cNvPr id="2482" name="Google Shape;2482;p37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2483" name="Shape 2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84" name="Google Shape;2484;p38"/>
          <p:cNvGrpSpPr/>
          <p:nvPr/>
        </p:nvGrpSpPr>
        <p:grpSpPr>
          <a:xfrm>
            <a:off x="11" y="44"/>
            <a:ext cx="3673206" cy="6394770"/>
            <a:chOff x="1083450" y="1318750"/>
            <a:chExt cx="624525" cy="1087250"/>
          </a:xfrm>
        </p:grpSpPr>
        <p:sp>
          <p:nvSpPr>
            <p:cNvPr id="2485" name="Google Shape;2485;p38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6" name="Google Shape;2486;p38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7" name="Google Shape;2487;p38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8" name="Google Shape;2488;p38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9" name="Google Shape;2489;p38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0" name="Google Shape;2490;p38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1" name="Google Shape;2491;p38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2" name="Google Shape;2492;p38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3" name="Google Shape;2493;p38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4" name="Google Shape;2494;p38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5" name="Google Shape;2495;p38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6" name="Google Shape;2496;p38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7" name="Google Shape;2497;p38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8" name="Google Shape;2498;p38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9" name="Google Shape;2499;p38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0" name="Google Shape;2500;p38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1" name="Google Shape;2501;p38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2" name="Google Shape;2502;p38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3" name="Google Shape;2503;p38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4" name="Google Shape;2504;p3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5" name="Google Shape;2505;p38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6" name="Google Shape;2506;p38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7" name="Google Shape;2507;p38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8" name="Google Shape;2508;p38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9" name="Google Shape;2509;p3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0" name="Google Shape;2510;p38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1" name="Google Shape;2511;p38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2" name="Google Shape;2512;p38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3" name="Google Shape;2513;p38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4" name="Google Shape;2514;p38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5" name="Google Shape;2515;p38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6" name="Google Shape;2516;p38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7" name="Google Shape;2517;p38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8" name="Google Shape;2518;p38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9" name="Google Shape;2519;p38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0" name="Google Shape;2520;p38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1" name="Google Shape;2521;p38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22" name="Google Shape;2522;p38"/>
          <p:cNvGrpSpPr/>
          <p:nvPr/>
        </p:nvGrpSpPr>
        <p:grpSpPr>
          <a:xfrm flipH="1">
            <a:off x="20711211" y="44"/>
            <a:ext cx="3673206" cy="6394770"/>
            <a:chOff x="1083450" y="1318750"/>
            <a:chExt cx="624525" cy="1087250"/>
          </a:xfrm>
        </p:grpSpPr>
        <p:sp>
          <p:nvSpPr>
            <p:cNvPr id="2523" name="Google Shape;2523;p38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4" name="Google Shape;2524;p38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5" name="Google Shape;2525;p38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6" name="Google Shape;2526;p38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7" name="Google Shape;2527;p38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8" name="Google Shape;2528;p38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9" name="Google Shape;2529;p38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0" name="Google Shape;2530;p38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1" name="Google Shape;2531;p38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2" name="Google Shape;2532;p38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3" name="Google Shape;2533;p38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4" name="Google Shape;2534;p38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5" name="Google Shape;2535;p38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6" name="Google Shape;2536;p38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7" name="Google Shape;2537;p38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8" name="Google Shape;2538;p38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9" name="Google Shape;2539;p38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0" name="Google Shape;2540;p38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1" name="Google Shape;2541;p38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2" name="Google Shape;2542;p3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3" name="Google Shape;2543;p38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4" name="Google Shape;2544;p38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5" name="Google Shape;2545;p38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6" name="Google Shape;2546;p38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7" name="Google Shape;2547;p3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8" name="Google Shape;2548;p38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9" name="Google Shape;2549;p38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0" name="Google Shape;2550;p38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1" name="Google Shape;2551;p38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2" name="Google Shape;2552;p38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3" name="Google Shape;2553;p38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4" name="Google Shape;2554;p38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5" name="Google Shape;2555;p38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6" name="Google Shape;2556;p38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7" name="Google Shape;2557;p38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8" name="Google Shape;2558;p38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9" name="Google Shape;2559;p38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60" name="Google Shape;2560;p38"/>
          <p:cNvGrpSpPr/>
          <p:nvPr/>
        </p:nvGrpSpPr>
        <p:grpSpPr>
          <a:xfrm>
            <a:off x="-3" y="11397596"/>
            <a:ext cx="8941898" cy="2318399"/>
            <a:chOff x="2582150" y="3714800"/>
            <a:chExt cx="2689050" cy="697200"/>
          </a:xfrm>
        </p:grpSpPr>
        <p:sp>
          <p:nvSpPr>
            <p:cNvPr id="2561" name="Google Shape;2561;p38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2" name="Google Shape;2562;p38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3" name="Google Shape;2563;p38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4" name="Google Shape;2564;p38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5" name="Google Shape;2565;p38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6" name="Google Shape;2566;p38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7" name="Google Shape;2567;p38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8" name="Google Shape;2568;p38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9" name="Google Shape;2569;p38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0" name="Google Shape;2570;p38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1" name="Google Shape;2571;p38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2" name="Google Shape;2572;p38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3" name="Google Shape;2573;p38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4" name="Google Shape;2574;p38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5" name="Google Shape;2575;p38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6" name="Google Shape;2576;p38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7" name="Google Shape;2577;p38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8" name="Google Shape;2578;p38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9" name="Google Shape;2579;p38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0" name="Google Shape;2580;p38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1" name="Google Shape;2581;p38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2" name="Google Shape;2582;p38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3" name="Google Shape;2583;p38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4" name="Google Shape;2584;p38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5" name="Google Shape;2585;p38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6" name="Google Shape;2586;p38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7" name="Google Shape;2587;p38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8" name="Google Shape;2588;p38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9" name="Google Shape;2589;p38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0" name="Google Shape;2590;p38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1" name="Google Shape;2591;p38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2" name="Google Shape;2592;p38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3" name="Google Shape;2593;p38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4" name="Google Shape;2594;p38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5" name="Google Shape;2595;p38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6" name="Google Shape;2596;p38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7" name="Google Shape;2597;p38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8" name="Google Shape;2598;p38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9" name="Google Shape;2599;p38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0" name="Google Shape;2600;p38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1" name="Google Shape;2601;p38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2" name="Google Shape;2602;p38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3" name="Google Shape;2603;p38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4" name="Google Shape;2604;p38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5" name="Google Shape;2605;p38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6" name="Google Shape;2606;p38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7" name="Google Shape;2607;p38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8" name="Google Shape;2608;p38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9" name="Google Shape;2609;p38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0" name="Google Shape;2610;p38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1" name="Google Shape;2611;p38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2" name="Google Shape;2612;p38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3" name="Google Shape;2613;p38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4" name="Google Shape;2614;p38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5" name="Google Shape;2615;p38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6" name="Google Shape;2616;p38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7" name="Google Shape;2617;p38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8" name="Google Shape;2618;p38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9" name="Google Shape;2619;p38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0" name="Google Shape;2620;p38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21" name="Google Shape;2621;p38"/>
          <p:cNvGrpSpPr/>
          <p:nvPr/>
        </p:nvGrpSpPr>
        <p:grpSpPr>
          <a:xfrm flipH="1">
            <a:off x="15442592" y="11397596"/>
            <a:ext cx="8941898" cy="2318399"/>
            <a:chOff x="2582150" y="3714800"/>
            <a:chExt cx="2689050" cy="697200"/>
          </a:xfrm>
        </p:grpSpPr>
        <p:sp>
          <p:nvSpPr>
            <p:cNvPr id="2622" name="Google Shape;2622;p38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3" name="Google Shape;2623;p38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4" name="Google Shape;2624;p38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5" name="Google Shape;2625;p38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6" name="Google Shape;2626;p38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7" name="Google Shape;2627;p38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8" name="Google Shape;2628;p38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9" name="Google Shape;2629;p38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0" name="Google Shape;2630;p38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1" name="Google Shape;2631;p38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2" name="Google Shape;2632;p38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3" name="Google Shape;2633;p38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4" name="Google Shape;2634;p38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5" name="Google Shape;2635;p38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6" name="Google Shape;2636;p38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7" name="Google Shape;2637;p38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8" name="Google Shape;2638;p38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9" name="Google Shape;2639;p38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0" name="Google Shape;2640;p38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1" name="Google Shape;2641;p38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2" name="Google Shape;2642;p38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3" name="Google Shape;2643;p38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4" name="Google Shape;2644;p38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5" name="Google Shape;2645;p38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6" name="Google Shape;2646;p38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7" name="Google Shape;2647;p38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8" name="Google Shape;2648;p38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9" name="Google Shape;2649;p38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0" name="Google Shape;2650;p38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1" name="Google Shape;2651;p38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2" name="Google Shape;2652;p38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3" name="Google Shape;2653;p38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4" name="Google Shape;2654;p38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5" name="Google Shape;2655;p38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6" name="Google Shape;2656;p38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7" name="Google Shape;2657;p38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8" name="Google Shape;2658;p38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9" name="Google Shape;2659;p38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0" name="Google Shape;2660;p38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1" name="Google Shape;2661;p38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2" name="Google Shape;2662;p38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3" name="Google Shape;2663;p38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4" name="Google Shape;2664;p38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5" name="Google Shape;2665;p38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6" name="Google Shape;2666;p38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7" name="Google Shape;2667;p38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8" name="Google Shape;2668;p38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9" name="Google Shape;2669;p38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0" name="Google Shape;2670;p38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1" name="Google Shape;2671;p38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2" name="Google Shape;2672;p38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3" name="Google Shape;2673;p38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p38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p38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p38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p38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8" name="Google Shape;2678;p38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9" name="Google Shape;2679;p38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0" name="Google Shape;2680;p38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1" name="Google Shape;2681;p38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2" name="Google Shape;2682;p38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2683" name="Google Shape;2683;p38"/>
          <p:cNvSpPr txBox="1"/>
          <p:nvPr>
            <p:ph idx="2" type="title"/>
          </p:nvPr>
        </p:nvSpPr>
        <p:spPr>
          <a:xfrm>
            <a:off x="2251600" y="69927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2684" name="Google Shape;2684;p38"/>
          <p:cNvSpPr txBox="1"/>
          <p:nvPr>
            <p:ph idx="1" type="subTitle"/>
          </p:nvPr>
        </p:nvSpPr>
        <p:spPr>
          <a:xfrm>
            <a:off x="2251467" y="78597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2685" name="Google Shape;2685;p38"/>
          <p:cNvSpPr txBox="1"/>
          <p:nvPr>
            <p:ph idx="3" type="title"/>
          </p:nvPr>
        </p:nvSpPr>
        <p:spPr>
          <a:xfrm>
            <a:off x="9043001" y="69927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2686" name="Google Shape;2686;p38"/>
          <p:cNvSpPr txBox="1"/>
          <p:nvPr>
            <p:ph idx="4" type="subTitle"/>
          </p:nvPr>
        </p:nvSpPr>
        <p:spPr>
          <a:xfrm>
            <a:off x="9042805" y="78597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2687" name="Google Shape;2687;p38"/>
          <p:cNvSpPr txBox="1"/>
          <p:nvPr>
            <p:ph idx="5" type="title"/>
          </p:nvPr>
        </p:nvSpPr>
        <p:spPr>
          <a:xfrm>
            <a:off x="15834267" y="69927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2688" name="Google Shape;2688;p38"/>
          <p:cNvSpPr txBox="1"/>
          <p:nvPr>
            <p:ph idx="6" type="subTitle"/>
          </p:nvPr>
        </p:nvSpPr>
        <p:spPr>
          <a:xfrm>
            <a:off x="15834143" y="78597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6_1">
    <p:spTree>
      <p:nvGrpSpPr>
        <p:cNvPr id="2689" name="Shape 2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90" name="Google Shape;2690;p39"/>
          <p:cNvGrpSpPr/>
          <p:nvPr/>
        </p:nvGrpSpPr>
        <p:grpSpPr>
          <a:xfrm>
            <a:off x="14850473" y="-168"/>
            <a:ext cx="9532268" cy="2318335"/>
            <a:chOff x="3877250" y="939525"/>
            <a:chExt cx="2541125" cy="618025"/>
          </a:xfrm>
        </p:grpSpPr>
        <p:sp>
          <p:nvSpPr>
            <p:cNvPr id="2691" name="Google Shape;2691;p39"/>
            <p:cNvSpPr/>
            <p:nvPr/>
          </p:nvSpPr>
          <p:spPr>
            <a:xfrm>
              <a:off x="4697300" y="939825"/>
              <a:ext cx="57475" cy="13725"/>
            </a:xfrm>
            <a:custGeom>
              <a:rect b="b" l="l" r="r" t="t"/>
              <a:pathLst>
                <a:path extrusionOk="0" h="549" w="2299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2" name="Google Shape;2692;p39"/>
            <p:cNvSpPr/>
            <p:nvPr/>
          </p:nvSpPr>
          <p:spPr>
            <a:xfrm>
              <a:off x="4760400" y="947875"/>
              <a:ext cx="126525" cy="36025"/>
            </a:xfrm>
            <a:custGeom>
              <a:rect b="b" l="l" r="r" t="t"/>
              <a:pathLst>
                <a:path extrusionOk="0" h="1441" w="5061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3" name="Google Shape;2693;p39"/>
            <p:cNvSpPr/>
            <p:nvPr/>
          </p:nvSpPr>
          <p:spPr>
            <a:xfrm>
              <a:off x="3888875" y="939825"/>
              <a:ext cx="51500" cy="75925"/>
            </a:xfrm>
            <a:custGeom>
              <a:rect b="b" l="l" r="r" t="t"/>
              <a:pathLst>
                <a:path extrusionOk="0" h="3037" w="206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4" name="Google Shape;2694;p39"/>
            <p:cNvSpPr/>
            <p:nvPr/>
          </p:nvSpPr>
          <p:spPr>
            <a:xfrm>
              <a:off x="4222250" y="939825"/>
              <a:ext cx="22050" cy="8950"/>
            </a:xfrm>
            <a:custGeom>
              <a:rect b="b" l="l" r="r" t="t"/>
              <a:pathLst>
                <a:path extrusionOk="0" h="358" w="882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5" name="Google Shape;2695;p39"/>
            <p:cNvSpPr/>
            <p:nvPr/>
          </p:nvSpPr>
          <p:spPr>
            <a:xfrm>
              <a:off x="3894225" y="942800"/>
              <a:ext cx="103300" cy="77725"/>
            </a:xfrm>
            <a:custGeom>
              <a:rect b="b" l="l" r="r" t="t"/>
              <a:pathLst>
                <a:path extrusionOk="0" h="3109" w="4132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6" name="Google Shape;2696;p39"/>
            <p:cNvSpPr/>
            <p:nvPr/>
          </p:nvSpPr>
          <p:spPr>
            <a:xfrm>
              <a:off x="4006450" y="946075"/>
              <a:ext cx="190525" cy="100350"/>
            </a:xfrm>
            <a:custGeom>
              <a:rect b="b" l="l" r="r" t="t"/>
              <a:pathLst>
                <a:path extrusionOk="0" h="4014" w="7621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7" name="Google Shape;2697;p39"/>
            <p:cNvSpPr/>
            <p:nvPr/>
          </p:nvSpPr>
          <p:spPr>
            <a:xfrm>
              <a:off x="3987100" y="939825"/>
              <a:ext cx="8350" cy="4500"/>
            </a:xfrm>
            <a:custGeom>
              <a:rect b="b" l="l" r="r" t="t"/>
              <a:pathLst>
                <a:path extrusionOk="0" h="180" w="334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8" name="Google Shape;2698;p39"/>
            <p:cNvSpPr/>
            <p:nvPr/>
          </p:nvSpPr>
          <p:spPr>
            <a:xfrm>
              <a:off x="4215100" y="1051750"/>
              <a:ext cx="184275" cy="282800"/>
            </a:xfrm>
            <a:custGeom>
              <a:rect b="b" l="l" r="r" t="t"/>
              <a:pathLst>
                <a:path extrusionOk="0" h="11312" w="7371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9" name="Google Shape;2699;p39"/>
            <p:cNvSpPr/>
            <p:nvPr/>
          </p:nvSpPr>
          <p:spPr>
            <a:xfrm>
              <a:off x="4399650" y="1275000"/>
              <a:ext cx="125925" cy="62825"/>
            </a:xfrm>
            <a:custGeom>
              <a:rect b="b" l="l" r="r" t="t"/>
              <a:pathLst>
                <a:path extrusionOk="0" h="2513" w="5037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0" name="Google Shape;2700;p39"/>
            <p:cNvSpPr/>
            <p:nvPr/>
          </p:nvSpPr>
          <p:spPr>
            <a:xfrm>
              <a:off x="4213300" y="950850"/>
              <a:ext cx="37250" cy="77700"/>
            </a:xfrm>
            <a:custGeom>
              <a:rect b="b" l="l" r="r" t="t"/>
              <a:pathLst>
                <a:path extrusionOk="0" h="3108" w="149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1" name="Google Shape;2701;p39"/>
            <p:cNvSpPr/>
            <p:nvPr/>
          </p:nvSpPr>
          <p:spPr>
            <a:xfrm>
              <a:off x="4248425" y="939825"/>
              <a:ext cx="7475" cy="3600"/>
            </a:xfrm>
            <a:custGeom>
              <a:rect b="b" l="l" r="r" t="t"/>
              <a:pathLst>
                <a:path extrusionOk="0" h="144" w="299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2" name="Google Shape;2702;p39"/>
            <p:cNvSpPr/>
            <p:nvPr/>
          </p:nvSpPr>
          <p:spPr>
            <a:xfrm>
              <a:off x="4253500" y="942650"/>
              <a:ext cx="181900" cy="74600"/>
            </a:xfrm>
            <a:custGeom>
              <a:rect b="b" l="l" r="r" t="t"/>
              <a:pathLst>
                <a:path extrusionOk="0" h="2984" w="7276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3" name="Google Shape;2703;p39"/>
            <p:cNvSpPr/>
            <p:nvPr/>
          </p:nvSpPr>
          <p:spPr>
            <a:xfrm>
              <a:off x="4459775" y="1021675"/>
              <a:ext cx="198850" cy="82475"/>
            </a:xfrm>
            <a:custGeom>
              <a:rect b="b" l="l" r="r" t="t"/>
              <a:pathLst>
                <a:path extrusionOk="0" h="3299" w="7954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4" name="Google Shape;2704;p39"/>
            <p:cNvSpPr/>
            <p:nvPr/>
          </p:nvSpPr>
          <p:spPr>
            <a:xfrm>
              <a:off x="4418400" y="939825"/>
              <a:ext cx="27100" cy="67300"/>
            </a:xfrm>
            <a:custGeom>
              <a:rect b="b" l="l" r="r" t="t"/>
              <a:pathLst>
                <a:path extrusionOk="0" h="2692" w="1084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5" name="Google Shape;2705;p39"/>
            <p:cNvSpPr/>
            <p:nvPr/>
          </p:nvSpPr>
          <p:spPr>
            <a:xfrm>
              <a:off x="4448750" y="1033600"/>
              <a:ext cx="82475" cy="232175"/>
            </a:xfrm>
            <a:custGeom>
              <a:rect b="b" l="l" r="r" t="t"/>
              <a:pathLst>
                <a:path extrusionOk="0" h="9287" w="3299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6" name="Google Shape;2706;p39"/>
            <p:cNvSpPr/>
            <p:nvPr/>
          </p:nvSpPr>
          <p:spPr>
            <a:xfrm>
              <a:off x="4530625" y="1282125"/>
              <a:ext cx="42875" cy="110750"/>
            </a:xfrm>
            <a:custGeom>
              <a:rect b="b" l="l" r="r" t="t"/>
              <a:pathLst>
                <a:path extrusionOk="0" h="4430" w="1715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7" name="Google Shape;2707;p39"/>
            <p:cNvSpPr/>
            <p:nvPr/>
          </p:nvSpPr>
          <p:spPr>
            <a:xfrm>
              <a:off x="4539550" y="1228550"/>
              <a:ext cx="81275" cy="44675"/>
            </a:xfrm>
            <a:custGeom>
              <a:rect b="b" l="l" r="r" t="t"/>
              <a:pathLst>
                <a:path extrusionOk="0" h="1787" w="3251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8" name="Google Shape;2708;p39"/>
            <p:cNvSpPr/>
            <p:nvPr/>
          </p:nvSpPr>
          <p:spPr>
            <a:xfrm>
              <a:off x="4665450" y="1102950"/>
              <a:ext cx="99750" cy="35750"/>
            </a:xfrm>
            <a:custGeom>
              <a:rect b="b" l="l" r="r" t="t"/>
              <a:pathLst>
                <a:path extrusionOk="0" h="1430" w="399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9" name="Google Shape;2709;p39"/>
            <p:cNvSpPr/>
            <p:nvPr/>
          </p:nvSpPr>
          <p:spPr>
            <a:xfrm>
              <a:off x="4576150" y="1236000"/>
              <a:ext cx="52125" cy="157775"/>
            </a:xfrm>
            <a:custGeom>
              <a:rect b="b" l="l" r="r" t="t"/>
              <a:pathLst>
                <a:path extrusionOk="0" h="6311" w="2085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0" name="Google Shape;2710;p39"/>
            <p:cNvSpPr/>
            <p:nvPr/>
          </p:nvSpPr>
          <p:spPr>
            <a:xfrm>
              <a:off x="4627050" y="1106525"/>
              <a:ext cx="36050" cy="112225"/>
            </a:xfrm>
            <a:custGeom>
              <a:rect b="b" l="l" r="r" t="t"/>
              <a:pathLst>
                <a:path extrusionOk="0" h="4489" w="1442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1" name="Google Shape;2711;p39"/>
            <p:cNvSpPr/>
            <p:nvPr/>
          </p:nvSpPr>
          <p:spPr>
            <a:xfrm>
              <a:off x="4658600" y="939825"/>
              <a:ext cx="18475" cy="159275"/>
            </a:xfrm>
            <a:custGeom>
              <a:rect b="b" l="l" r="r" t="t"/>
              <a:pathLst>
                <a:path extrusionOk="0" h="6371" w="739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2" name="Google Shape;2712;p39"/>
            <p:cNvSpPr/>
            <p:nvPr/>
          </p:nvSpPr>
          <p:spPr>
            <a:xfrm>
              <a:off x="4752075" y="939825"/>
              <a:ext cx="37225" cy="176550"/>
            </a:xfrm>
            <a:custGeom>
              <a:rect b="b" l="l" r="r" t="t"/>
              <a:pathLst>
                <a:path extrusionOk="0" h="7062" w="1489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3" name="Google Shape;2713;p39"/>
            <p:cNvSpPr/>
            <p:nvPr/>
          </p:nvSpPr>
          <p:spPr>
            <a:xfrm>
              <a:off x="4804450" y="989825"/>
              <a:ext cx="88725" cy="131000"/>
            </a:xfrm>
            <a:custGeom>
              <a:rect b="b" l="l" r="r" t="t"/>
              <a:pathLst>
                <a:path extrusionOk="0" h="5240" w="3549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4" name="Google Shape;2714;p39"/>
            <p:cNvSpPr/>
            <p:nvPr/>
          </p:nvSpPr>
          <p:spPr>
            <a:xfrm>
              <a:off x="4897925" y="939825"/>
              <a:ext cx="29775" cy="37525"/>
            </a:xfrm>
            <a:custGeom>
              <a:rect b="b" l="l" r="r" t="t"/>
              <a:pathLst>
                <a:path extrusionOk="0" h="1501" w="1191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5" name="Google Shape;2715;p39"/>
            <p:cNvSpPr/>
            <p:nvPr/>
          </p:nvSpPr>
          <p:spPr>
            <a:xfrm>
              <a:off x="4904775" y="979125"/>
              <a:ext cx="209875" cy="36925"/>
            </a:xfrm>
            <a:custGeom>
              <a:rect b="b" l="l" r="r" t="t"/>
              <a:pathLst>
                <a:path extrusionOk="0" h="1477" w="8395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6" name="Google Shape;2716;p39"/>
            <p:cNvSpPr/>
            <p:nvPr/>
          </p:nvSpPr>
          <p:spPr>
            <a:xfrm>
              <a:off x="5115500" y="939825"/>
              <a:ext cx="73850" cy="73250"/>
            </a:xfrm>
            <a:custGeom>
              <a:rect b="b" l="l" r="r" t="t"/>
              <a:pathLst>
                <a:path extrusionOk="0" h="2930" w="2954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7" name="Google Shape;2717;p39"/>
            <p:cNvSpPr/>
            <p:nvPr/>
          </p:nvSpPr>
          <p:spPr>
            <a:xfrm>
              <a:off x="4996450" y="939825"/>
              <a:ext cx="347975" cy="224175"/>
            </a:xfrm>
            <a:custGeom>
              <a:rect b="b" l="l" r="r" t="t"/>
              <a:pathLst>
                <a:path extrusionOk="0" h="8967" w="13919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8" name="Google Shape;2718;p39"/>
            <p:cNvSpPr/>
            <p:nvPr/>
          </p:nvSpPr>
          <p:spPr>
            <a:xfrm>
              <a:off x="5192300" y="939825"/>
              <a:ext cx="157775" cy="220900"/>
            </a:xfrm>
            <a:custGeom>
              <a:rect b="b" l="l" r="r" t="t"/>
              <a:pathLst>
                <a:path extrusionOk="0" h="8836" w="6311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9" name="Google Shape;2719;p39"/>
            <p:cNvSpPr/>
            <p:nvPr/>
          </p:nvSpPr>
          <p:spPr>
            <a:xfrm>
              <a:off x="5357500" y="995500"/>
              <a:ext cx="208675" cy="168500"/>
            </a:xfrm>
            <a:custGeom>
              <a:rect b="b" l="l" r="r" t="t"/>
              <a:pathLst>
                <a:path extrusionOk="0" h="6740" w="8347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0" name="Google Shape;2720;p39"/>
            <p:cNvSpPr/>
            <p:nvPr/>
          </p:nvSpPr>
          <p:spPr>
            <a:xfrm>
              <a:off x="5531925" y="939825"/>
              <a:ext cx="36650" cy="39025"/>
            </a:xfrm>
            <a:custGeom>
              <a:rect b="b" l="l" r="r" t="t"/>
              <a:pathLst>
                <a:path extrusionOk="0" h="1561" w="1466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1" name="Google Shape;2721;p39"/>
            <p:cNvSpPr/>
            <p:nvPr/>
          </p:nvSpPr>
          <p:spPr>
            <a:xfrm>
              <a:off x="5412275" y="940125"/>
              <a:ext cx="30075" cy="14900"/>
            </a:xfrm>
            <a:custGeom>
              <a:rect b="b" l="l" r="r" t="t"/>
              <a:pathLst>
                <a:path extrusionOk="0" h="596" w="1203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2" name="Google Shape;2722;p39"/>
            <p:cNvSpPr/>
            <p:nvPr/>
          </p:nvSpPr>
          <p:spPr>
            <a:xfrm>
              <a:off x="5448000" y="940125"/>
              <a:ext cx="7750" cy="6575"/>
            </a:xfrm>
            <a:custGeom>
              <a:rect b="b" l="l" r="r" t="t"/>
              <a:pathLst>
                <a:path extrusionOk="0" h="263" w="31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3" name="Google Shape;2723;p39"/>
            <p:cNvSpPr/>
            <p:nvPr/>
          </p:nvSpPr>
          <p:spPr>
            <a:xfrm>
              <a:off x="5654850" y="939825"/>
              <a:ext cx="128625" cy="201250"/>
            </a:xfrm>
            <a:custGeom>
              <a:rect b="b" l="l" r="r" t="t"/>
              <a:pathLst>
                <a:path extrusionOk="0" h="8050" w="5145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4" name="Google Shape;2724;p39"/>
            <p:cNvSpPr/>
            <p:nvPr/>
          </p:nvSpPr>
          <p:spPr>
            <a:xfrm>
              <a:off x="5575375" y="939825"/>
              <a:ext cx="14925" cy="36050"/>
            </a:xfrm>
            <a:custGeom>
              <a:rect b="b" l="l" r="r" t="t"/>
              <a:pathLst>
                <a:path extrusionOk="0" h="1442" w="597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5" name="Google Shape;2725;p39"/>
            <p:cNvSpPr/>
            <p:nvPr/>
          </p:nvSpPr>
          <p:spPr>
            <a:xfrm>
              <a:off x="5742075" y="939825"/>
              <a:ext cx="47350" cy="198275"/>
            </a:xfrm>
            <a:custGeom>
              <a:rect b="b" l="l" r="r" t="t"/>
              <a:pathLst>
                <a:path extrusionOk="0" h="7931" w="1894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6" name="Google Shape;2726;p39"/>
            <p:cNvSpPr/>
            <p:nvPr/>
          </p:nvSpPr>
          <p:spPr>
            <a:xfrm>
              <a:off x="5789400" y="1164550"/>
              <a:ext cx="90525" cy="353650"/>
            </a:xfrm>
            <a:custGeom>
              <a:rect b="b" l="l" r="r" t="t"/>
              <a:pathLst>
                <a:path extrusionOk="0" h="14146" w="3621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7" name="Google Shape;2727;p39"/>
            <p:cNvSpPr/>
            <p:nvPr/>
          </p:nvSpPr>
          <p:spPr>
            <a:xfrm>
              <a:off x="6017400" y="939525"/>
              <a:ext cx="8075" cy="4500"/>
            </a:xfrm>
            <a:custGeom>
              <a:rect b="b" l="l" r="r" t="t"/>
              <a:pathLst>
                <a:path extrusionOk="0" h="180" w="323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8" name="Google Shape;2728;p39"/>
            <p:cNvSpPr/>
            <p:nvPr/>
          </p:nvSpPr>
          <p:spPr>
            <a:xfrm>
              <a:off x="5798625" y="956500"/>
              <a:ext cx="225350" cy="187850"/>
            </a:xfrm>
            <a:custGeom>
              <a:rect b="b" l="l" r="r" t="t"/>
              <a:pathLst>
                <a:path extrusionOk="0" h="7514" w="9014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9" name="Google Shape;2729;p39"/>
            <p:cNvSpPr/>
            <p:nvPr/>
          </p:nvSpPr>
          <p:spPr>
            <a:xfrm>
              <a:off x="6031700" y="959775"/>
              <a:ext cx="71750" cy="111650"/>
            </a:xfrm>
            <a:custGeom>
              <a:rect b="b" l="l" r="r" t="t"/>
              <a:pathLst>
                <a:path extrusionOk="0" h="4466" w="287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0" name="Google Shape;2730;p39"/>
            <p:cNvSpPr/>
            <p:nvPr/>
          </p:nvSpPr>
          <p:spPr>
            <a:xfrm>
              <a:off x="6036450" y="939825"/>
              <a:ext cx="12825" cy="7475"/>
            </a:xfrm>
            <a:custGeom>
              <a:rect b="b" l="l" r="r" t="t"/>
              <a:pathLst>
                <a:path extrusionOk="0" h="299" w="513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1" name="Google Shape;2731;p39"/>
            <p:cNvSpPr/>
            <p:nvPr/>
          </p:nvSpPr>
          <p:spPr>
            <a:xfrm>
              <a:off x="5965325" y="1184200"/>
              <a:ext cx="453050" cy="198075"/>
            </a:xfrm>
            <a:custGeom>
              <a:rect b="b" l="l" r="r" t="t"/>
              <a:pathLst>
                <a:path extrusionOk="0" h="7923" w="18122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2" name="Google Shape;2732;p39"/>
            <p:cNvSpPr/>
            <p:nvPr/>
          </p:nvSpPr>
          <p:spPr>
            <a:xfrm>
              <a:off x="6126650" y="939825"/>
              <a:ext cx="68775" cy="119975"/>
            </a:xfrm>
            <a:custGeom>
              <a:rect b="b" l="l" r="r" t="t"/>
              <a:pathLst>
                <a:path extrusionOk="0" h="4799" w="2751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3" name="Google Shape;2733;p39"/>
            <p:cNvSpPr/>
            <p:nvPr/>
          </p:nvSpPr>
          <p:spPr>
            <a:xfrm>
              <a:off x="5887625" y="1106525"/>
              <a:ext cx="218800" cy="414050"/>
            </a:xfrm>
            <a:custGeom>
              <a:rect b="b" l="l" r="r" t="t"/>
              <a:pathLst>
                <a:path extrusionOk="0" h="16562" w="8752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4" name="Google Shape;2734;p39"/>
            <p:cNvSpPr/>
            <p:nvPr/>
          </p:nvSpPr>
          <p:spPr>
            <a:xfrm>
              <a:off x="4762775" y="1114700"/>
              <a:ext cx="59275" cy="58100"/>
            </a:xfrm>
            <a:custGeom>
              <a:rect b="b" l="l" r="r" t="t"/>
              <a:pathLst>
                <a:path extrusionOk="0" h="2324" w="2371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5" name="Google Shape;2735;p39"/>
            <p:cNvSpPr/>
            <p:nvPr/>
          </p:nvSpPr>
          <p:spPr>
            <a:xfrm>
              <a:off x="4558600" y="1391375"/>
              <a:ext cx="30975" cy="29875"/>
            </a:xfrm>
            <a:custGeom>
              <a:rect b="b" l="l" r="r" t="t"/>
              <a:pathLst>
                <a:path extrusionOk="0" h="1195" w="1239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6" name="Google Shape;2736;p39"/>
            <p:cNvSpPr/>
            <p:nvPr/>
          </p:nvSpPr>
          <p:spPr>
            <a:xfrm>
              <a:off x="4196350" y="1025325"/>
              <a:ext cx="30075" cy="30150"/>
            </a:xfrm>
            <a:custGeom>
              <a:rect b="b" l="l" r="r" t="t"/>
              <a:pathLst>
                <a:path extrusionOk="0" h="1206" w="1203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7" name="Google Shape;2737;p39"/>
            <p:cNvSpPr/>
            <p:nvPr/>
          </p:nvSpPr>
          <p:spPr>
            <a:xfrm>
              <a:off x="4432100" y="1005225"/>
              <a:ext cx="30075" cy="29900"/>
            </a:xfrm>
            <a:custGeom>
              <a:rect b="b" l="l" r="r" t="t"/>
              <a:pathLst>
                <a:path extrusionOk="0" h="1196" w="1203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8" name="Google Shape;2738;p39"/>
            <p:cNvSpPr/>
            <p:nvPr/>
          </p:nvSpPr>
          <p:spPr>
            <a:xfrm>
              <a:off x="4392800" y="1332150"/>
              <a:ext cx="9850" cy="10525"/>
            </a:xfrm>
            <a:custGeom>
              <a:rect b="b" l="l" r="r" t="t"/>
              <a:pathLst>
                <a:path extrusionOk="0" h="421" w="394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9" name="Google Shape;2739;p39"/>
            <p:cNvSpPr/>
            <p:nvPr/>
          </p:nvSpPr>
          <p:spPr>
            <a:xfrm>
              <a:off x="5860550" y="1516575"/>
              <a:ext cx="42275" cy="40975"/>
            </a:xfrm>
            <a:custGeom>
              <a:rect b="b" l="l" r="r" t="t"/>
              <a:pathLst>
                <a:path extrusionOk="0" h="1639" w="1691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0" name="Google Shape;2740;p39"/>
            <p:cNvSpPr/>
            <p:nvPr/>
          </p:nvSpPr>
          <p:spPr>
            <a:xfrm>
              <a:off x="5775700" y="1136275"/>
              <a:ext cx="29800" cy="28900"/>
            </a:xfrm>
            <a:custGeom>
              <a:rect b="b" l="l" r="r" t="t"/>
              <a:pathLst>
                <a:path extrusionOk="0" h="1156" w="1192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1" name="Google Shape;2741;p39"/>
            <p:cNvSpPr/>
            <p:nvPr/>
          </p:nvSpPr>
          <p:spPr>
            <a:xfrm>
              <a:off x="5559325" y="973750"/>
              <a:ext cx="30375" cy="28950"/>
            </a:xfrm>
            <a:custGeom>
              <a:rect b="b" l="l" r="r" t="t"/>
              <a:pathLst>
                <a:path extrusionOk="0" h="1158" w="1215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2" name="Google Shape;2742;p39"/>
            <p:cNvSpPr/>
            <p:nvPr/>
          </p:nvSpPr>
          <p:spPr>
            <a:xfrm>
              <a:off x="4618425" y="1217425"/>
              <a:ext cx="22050" cy="20375"/>
            </a:xfrm>
            <a:custGeom>
              <a:rect b="b" l="l" r="r" t="t"/>
              <a:pathLst>
                <a:path extrusionOk="0" h="815" w="882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3" name="Google Shape;2743;p39"/>
            <p:cNvSpPr/>
            <p:nvPr/>
          </p:nvSpPr>
          <p:spPr>
            <a:xfrm>
              <a:off x="5439650" y="946275"/>
              <a:ext cx="21175" cy="20375"/>
            </a:xfrm>
            <a:custGeom>
              <a:rect b="b" l="l" r="r" t="t"/>
              <a:pathLst>
                <a:path extrusionOk="0" h="815" w="847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4" name="Google Shape;2744;p39"/>
            <p:cNvSpPr/>
            <p:nvPr/>
          </p:nvSpPr>
          <p:spPr>
            <a:xfrm>
              <a:off x="5341125" y="1157350"/>
              <a:ext cx="21450" cy="20100"/>
            </a:xfrm>
            <a:custGeom>
              <a:rect b="b" l="l" r="r" t="t"/>
              <a:pathLst>
                <a:path extrusionOk="0" h="804" w="858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5" name="Google Shape;2745;p39"/>
            <p:cNvSpPr/>
            <p:nvPr/>
          </p:nvSpPr>
          <p:spPr>
            <a:xfrm>
              <a:off x="4884825" y="973175"/>
              <a:ext cx="20850" cy="20850"/>
            </a:xfrm>
            <a:custGeom>
              <a:rect b="b" l="l" r="r" t="t"/>
              <a:pathLst>
                <a:path extrusionOk="0" h="834" w="834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6" name="Google Shape;2746;p39"/>
            <p:cNvSpPr/>
            <p:nvPr/>
          </p:nvSpPr>
          <p:spPr>
            <a:xfrm>
              <a:off x="3994525" y="940125"/>
              <a:ext cx="20575" cy="10200"/>
            </a:xfrm>
            <a:custGeom>
              <a:rect b="b" l="l" r="r" t="t"/>
              <a:pathLst>
                <a:path extrusionOk="0" h="408" w="823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7" name="Google Shape;2747;p39"/>
            <p:cNvSpPr/>
            <p:nvPr/>
          </p:nvSpPr>
          <p:spPr>
            <a:xfrm>
              <a:off x="4521100" y="1262650"/>
              <a:ext cx="21150" cy="20400"/>
            </a:xfrm>
            <a:custGeom>
              <a:rect b="b" l="l" r="r" t="t"/>
              <a:pathLst>
                <a:path extrusionOk="0" h="816" w="846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8" name="Google Shape;2748;p39"/>
            <p:cNvSpPr/>
            <p:nvPr/>
          </p:nvSpPr>
          <p:spPr>
            <a:xfrm>
              <a:off x="3877250" y="1014750"/>
              <a:ext cx="22050" cy="20675"/>
            </a:xfrm>
            <a:custGeom>
              <a:rect b="b" l="l" r="r" t="t"/>
              <a:pathLst>
                <a:path extrusionOk="0" h="827" w="882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9" name="Google Shape;2749;p39"/>
            <p:cNvSpPr/>
            <p:nvPr/>
          </p:nvSpPr>
          <p:spPr>
            <a:xfrm>
              <a:off x="6017400" y="939525"/>
              <a:ext cx="25025" cy="23025"/>
            </a:xfrm>
            <a:custGeom>
              <a:rect b="b" l="l" r="r" t="t"/>
              <a:pathLst>
                <a:path extrusionOk="0" h="921" w="1001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0" name="Google Shape;2750;p39"/>
            <p:cNvSpPr/>
            <p:nvPr/>
          </p:nvSpPr>
          <p:spPr>
            <a:xfrm>
              <a:off x="4869650" y="949325"/>
              <a:ext cx="12825" cy="12000"/>
            </a:xfrm>
            <a:custGeom>
              <a:rect b="b" l="l" r="r" t="t"/>
              <a:pathLst>
                <a:path extrusionOk="0" h="480" w="513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1" name="Google Shape;2751;p39"/>
            <p:cNvSpPr/>
            <p:nvPr/>
          </p:nvSpPr>
          <p:spPr>
            <a:xfrm>
              <a:off x="4743150" y="1107375"/>
              <a:ext cx="12225" cy="12000"/>
            </a:xfrm>
            <a:custGeom>
              <a:rect b="b" l="l" r="r" t="t"/>
              <a:pathLst>
                <a:path extrusionOk="0" h="480" w="489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2" name="Google Shape;2752;p39"/>
            <p:cNvSpPr/>
            <p:nvPr/>
          </p:nvSpPr>
          <p:spPr>
            <a:xfrm>
              <a:off x="4242175" y="940725"/>
              <a:ext cx="12525" cy="11700"/>
            </a:xfrm>
            <a:custGeom>
              <a:rect b="b" l="l" r="r" t="t"/>
              <a:pathLst>
                <a:path extrusionOk="0" h="468" w="501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3" name="Google Shape;2753;p39"/>
            <p:cNvSpPr/>
            <p:nvPr/>
          </p:nvSpPr>
          <p:spPr>
            <a:xfrm>
              <a:off x="4657125" y="1097575"/>
              <a:ext cx="11925" cy="11350"/>
            </a:xfrm>
            <a:custGeom>
              <a:rect b="b" l="l" r="r" t="t"/>
              <a:pathLst>
                <a:path extrusionOk="0" h="454" w="477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4" name="Google Shape;2754;p39"/>
            <p:cNvSpPr/>
            <p:nvPr/>
          </p:nvSpPr>
          <p:spPr>
            <a:xfrm>
              <a:off x="5125025" y="1028500"/>
              <a:ext cx="12525" cy="12050"/>
            </a:xfrm>
            <a:custGeom>
              <a:rect b="b" l="l" r="r" t="t"/>
              <a:pathLst>
                <a:path extrusionOk="0" h="482" w="501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5" name="Google Shape;2755;p39"/>
            <p:cNvSpPr/>
            <p:nvPr/>
          </p:nvSpPr>
          <p:spPr>
            <a:xfrm>
              <a:off x="6093300" y="1058450"/>
              <a:ext cx="60150" cy="57725"/>
            </a:xfrm>
            <a:custGeom>
              <a:rect b="b" l="l" r="r" t="t"/>
              <a:pathLst>
                <a:path extrusionOk="0" h="2309" w="2406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56" name="Google Shape;2756;p39"/>
          <p:cNvGrpSpPr/>
          <p:nvPr/>
        </p:nvGrpSpPr>
        <p:grpSpPr>
          <a:xfrm flipH="1">
            <a:off x="7" y="-168"/>
            <a:ext cx="9532268" cy="2318335"/>
            <a:chOff x="3877250" y="939525"/>
            <a:chExt cx="2541125" cy="618025"/>
          </a:xfrm>
        </p:grpSpPr>
        <p:sp>
          <p:nvSpPr>
            <p:cNvPr id="2757" name="Google Shape;2757;p39"/>
            <p:cNvSpPr/>
            <p:nvPr/>
          </p:nvSpPr>
          <p:spPr>
            <a:xfrm>
              <a:off x="4697300" y="939825"/>
              <a:ext cx="57475" cy="13725"/>
            </a:xfrm>
            <a:custGeom>
              <a:rect b="b" l="l" r="r" t="t"/>
              <a:pathLst>
                <a:path extrusionOk="0" h="549" w="2299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8" name="Google Shape;2758;p39"/>
            <p:cNvSpPr/>
            <p:nvPr/>
          </p:nvSpPr>
          <p:spPr>
            <a:xfrm>
              <a:off x="4760400" y="947875"/>
              <a:ext cx="126525" cy="36025"/>
            </a:xfrm>
            <a:custGeom>
              <a:rect b="b" l="l" r="r" t="t"/>
              <a:pathLst>
                <a:path extrusionOk="0" h="1441" w="5061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9" name="Google Shape;2759;p39"/>
            <p:cNvSpPr/>
            <p:nvPr/>
          </p:nvSpPr>
          <p:spPr>
            <a:xfrm>
              <a:off x="3888875" y="939825"/>
              <a:ext cx="51500" cy="75925"/>
            </a:xfrm>
            <a:custGeom>
              <a:rect b="b" l="l" r="r" t="t"/>
              <a:pathLst>
                <a:path extrusionOk="0" h="3037" w="206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0" name="Google Shape;2760;p39"/>
            <p:cNvSpPr/>
            <p:nvPr/>
          </p:nvSpPr>
          <p:spPr>
            <a:xfrm>
              <a:off x="4222250" y="939825"/>
              <a:ext cx="22050" cy="8950"/>
            </a:xfrm>
            <a:custGeom>
              <a:rect b="b" l="l" r="r" t="t"/>
              <a:pathLst>
                <a:path extrusionOk="0" h="358" w="882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1" name="Google Shape;2761;p39"/>
            <p:cNvSpPr/>
            <p:nvPr/>
          </p:nvSpPr>
          <p:spPr>
            <a:xfrm>
              <a:off x="3894225" y="942800"/>
              <a:ext cx="103300" cy="77725"/>
            </a:xfrm>
            <a:custGeom>
              <a:rect b="b" l="l" r="r" t="t"/>
              <a:pathLst>
                <a:path extrusionOk="0" h="3109" w="4132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2" name="Google Shape;2762;p39"/>
            <p:cNvSpPr/>
            <p:nvPr/>
          </p:nvSpPr>
          <p:spPr>
            <a:xfrm>
              <a:off x="4006450" y="946075"/>
              <a:ext cx="190525" cy="100350"/>
            </a:xfrm>
            <a:custGeom>
              <a:rect b="b" l="l" r="r" t="t"/>
              <a:pathLst>
                <a:path extrusionOk="0" h="4014" w="7621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3" name="Google Shape;2763;p39"/>
            <p:cNvSpPr/>
            <p:nvPr/>
          </p:nvSpPr>
          <p:spPr>
            <a:xfrm>
              <a:off x="3987100" y="939825"/>
              <a:ext cx="8350" cy="4500"/>
            </a:xfrm>
            <a:custGeom>
              <a:rect b="b" l="l" r="r" t="t"/>
              <a:pathLst>
                <a:path extrusionOk="0" h="180" w="334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4" name="Google Shape;2764;p39"/>
            <p:cNvSpPr/>
            <p:nvPr/>
          </p:nvSpPr>
          <p:spPr>
            <a:xfrm>
              <a:off x="4215100" y="1051750"/>
              <a:ext cx="184275" cy="282800"/>
            </a:xfrm>
            <a:custGeom>
              <a:rect b="b" l="l" r="r" t="t"/>
              <a:pathLst>
                <a:path extrusionOk="0" h="11312" w="7371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5" name="Google Shape;2765;p39"/>
            <p:cNvSpPr/>
            <p:nvPr/>
          </p:nvSpPr>
          <p:spPr>
            <a:xfrm>
              <a:off x="4399650" y="1275000"/>
              <a:ext cx="125925" cy="62825"/>
            </a:xfrm>
            <a:custGeom>
              <a:rect b="b" l="l" r="r" t="t"/>
              <a:pathLst>
                <a:path extrusionOk="0" h="2513" w="5037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6" name="Google Shape;2766;p39"/>
            <p:cNvSpPr/>
            <p:nvPr/>
          </p:nvSpPr>
          <p:spPr>
            <a:xfrm>
              <a:off x="4213300" y="950850"/>
              <a:ext cx="37250" cy="77700"/>
            </a:xfrm>
            <a:custGeom>
              <a:rect b="b" l="l" r="r" t="t"/>
              <a:pathLst>
                <a:path extrusionOk="0" h="3108" w="149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7" name="Google Shape;2767;p39"/>
            <p:cNvSpPr/>
            <p:nvPr/>
          </p:nvSpPr>
          <p:spPr>
            <a:xfrm>
              <a:off x="4248425" y="939825"/>
              <a:ext cx="7475" cy="3600"/>
            </a:xfrm>
            <a:custGeom>
              <a:rect b="b" l="l" r="r" t="t"/>
              <a:pathLst>
                <a:path extrusionOk="0" h="144" w="299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8" name="Google Shape;2768;p39"/>
            <p:cNvSpPr/>
            <p:nvPr/>
          </p:nvSpPr>
          <p:spPr>
            <a:xfrm>
              <a:off x="4253500" y="942650"/>
              <a:ext cx="181900" cy="74600"/>
            </a:xfrm>
            <a:custGeom>
              <a:rect b="b" l="l" r="r" t="t"/>
              <a:pathLst>
                <a:path extrusionOk="0" h="2984" w="7276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9" name="Google Shape;2769;p39"/>
            <p:cNvSpPr/>
            <p:nvPr/>
          </p:nvSpPr>
          <p:spPr>
            <a:xfrm>
              <a:off x="4459775" y="1021675"/>
              <a:ext cx="198850" cy="82475"/>
            </a:xfrm>
            <a:custGeom>
              <a:rect b="b" l="l" r="r" t="t"/>
              <a:pathLst>
                <a:path extrusionOk="0" h="3299" w="7954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0" name="Google Shape;2770;p39"/>
            <p:cNvSpPr/>
            <p:nvPr/>
          </p:nvSpPr>
          <p:spPr>
            <a:xfrm>
              <a:off x="4418400" y="939825"/>
              <a:ext cx="27100" cy="67300"/>
            </a:xfrm>
            <a:custGeom>
              <a:rect b="b" l="l" r="r" t="t"/>
              <a:pathLst>
                <a:path extrusionOk="0" h="2692" w="1084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1" name="Google Shape;2771;p39"/>
            <p:cNvSpPr/>
            <p:nvPr/>
          </p:nvSpPr>
          <p:spPr>
            <a:xfrm>
              <a:off x="4448750" y="1033600"/>
              <a:ext cx="82475" cy="232175"/>
            </a:xfrm>
            <a:custGeom>
              <a:rect b="b" l="l" r="r" t="t"/>
              <a:pathLst>
                <a:path extrusionOk="0" h="9287" w="3299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2" name="Google Shape;2772;p39"/>
            <p:cNvSpPr/>
            <p:nvPr/>
          </p:nvSpPr>
          <p:spPr>
            <a:xfrm>
              <a:off x="4530625" y="1282125"/>
              <a:ext cx="42875" cy="110750"/>
            </a:xfrm>
            <a:custGeom>
              <a:rect b="b" l="l" r="r" t="t"/>
              <a:pathLst>
                <a:path extrusionOk="0" h="4430" w="1715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3" name="Google Shape;2773;p39"/>
            <p:cNvSpPr/>
            <p:nvPr/>
          </p:nvSpPr>
          <p:spPr>
            <a:xfrm>
              <a:off x="4539550" y="1228550"/>
              <a:ext cx="81275" cy="44675"/>
            </a:xfrm>
            <a:custGeom>
              <a:rect b="b" l="l" r="r" t="t"/>
              <a:pathLst>
                <a:path extrusionOk="0" h="1787" w="3251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4" name="Google Shape;2774;p39"/>
            <p:cNvSpPr/>
            <p:nvPr/>
          </p:nvSpPr>
          <p:spPr>
            <a:xfrm>
              <a:off x="4665450" y="1102950"/>
              <a:ext cx="99750" cy="35750"/>
            </a:xfrm>
            <a:custGeom>
              <a:rect b="b" l="l" r="r" t="t"/>
              <a:pathLst>
                <a:path extrusionOk="0" h="1430" w="399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5" name="Google Shape;2775;p39"/>
            <p:cNvSpPr/>
            <p:nvPr/>
          </p:nvSpPr>
          <p:spPr>
            <a:xfrm>
              <a:off x="4576150" y="1236000"/>
              <a:ext cx="52125" cy="157775"/>
            </a:xfrm>
            <a:custGeom>
              <a:rect b="b" l="l" r="r" t="t"/>
              <a:pathLst>
                <a:path extrusionOk="0" h="6311" w="2085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6" name="Google Shape;2776;p39"/>
            <p:cNvSpPr/>
            <p:nvPr/>
          </p:nvSpPr>
          <p:spPr>
            <a:xfrm>
              <a:off x="4627050" y="1106525"/>
              <a:ext cx="36050" cy="112225"/>
            </a:xfrm>
            <a:custGeom>
              <a:rect b="b" l="l" r="r" t="t"/>
              <a:pathLst>
                <a:path extrusionOk="0" h="4489" w="1442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7" name="Google Shape;2777;p39"/>
            <p:cNvSpPr/>
            <p:nvPr/>
          </p:nvSpPr>
          <p:spPr>
            <a:xfrm>
              <a:off x="4658600" y="939825"/>
              <a:ext cx="18475" cy="159275"/>
            </a:xfrm>
            <a:custGeom>
              <a:rect b="b" l="l" r="r" t="t"/>
              <a:pathLst>
                <a:path extrusionOk="0" h="6371" w="739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8" name="Google Shape;2778;p39"/>
            <p:cNvSpPr/>
            <p:nvPr/>
          </p:nvSpPr>
          <p:spPr>
            <a:xfrm>
              <a:off x="4752075" y="939825"/>
              <a:ext cx="37225" cy="176550"/>
            </a:xfrm>
            <a:custGeom>
              <a:rect b="b" l="l" r="r" t="t"/>
              <a:pathLst>
                <a:path extrusionOk="0" h="7062" w="1489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9" name="Google Shape;2779;p39"/>
            <p:cNvSpPr/>
            <p:nvPr/>
          </p:nvSpPr>
          <p:spPr>
            <a:xfrm>
              <a:off x="4804450" y="989825"/>
              <a:ext cx="88725" cy="131000"/>
            </a:xfrm>
            <a:custGeom>
              <a:rect b="b" l="l" r="r" t="t"/>
              <a:pathLst>
                <a:path extrusionOk="0" h="5240" w="3549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0" name="Google Shape;2780;p39"/>
            <p:cNvSpPr/>
            <p:nvPr/>
          </p:nvSpPr>
          <p:spPr>
            <a:xfrm>
              <a:off x="4897925" y="939825"/>
              <a:ext cx="29775" cy="37525"/>
            </a:xfrm>
            <a:custGeom>
              <a:rect b="b" l="l" r="r" t="t"/>
              <a:pathLst>
                <a:path extrusionOk="0" h="1501" w="1191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1" name="Google Shape;2781;p39"/>
            <p:cNvSpPr/>
            <p:nvPr/>
          </p:nvSpPr>
          <p:spPr>
            <a:xfrm>
              <a:off x="4904775" y="979125"/>
              <a:ext cx="209875" cy="36925"/>
            </a:xfrm>
            <a:custGeom>
              <a:rect b="b" l="l" r="r" t="t"/>
              <a:pathLst>
                <a:path extrusionOk="0" h="1477" w="8395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2" name="Google Shape;2782;p39"/>
            <p:cNvSpPr/>
            <p:nvPr/>
          </p:nvSpPr>
          <p:spPr>
            <a:xfrm>
              <a:off x="5115500" y="939825"/>
              <a:ext cx="73850" cy="73250"/>
            </a:xfrm>
            <a:custGeom>
              <a:rect b="b" l="l" r="r" t="t"/>
              <a:pathLst>
                <a:path extrusionOk="0" h="2930" w="2954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3" name="Google Shape;2783;p39"/>
            <p:cNvSpPr/>
            <p:nvPr/>
          </p:nvSpPr>
          <p:spPr>
            <a:xfrm>
              <a:off x="4996450" y="939825"/>
              <a:ext cx="347975" cy="224175"/>
            </a:xfrm>
            <a:custGeom>
              <a:rect b="b" l="l" r="r" t="t"/>
              <a:pathLst>
                <a:path extrusionOk="0" h="8967" w="13919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4" name="Google Shape;2784;p39"/>
            <p:cNvSpPr/>
            <p:nvPr/>
          </p:nvSpPr>
          <p:spPr>
            <a:xfrm>
              <a:off x="5192300" y="939825"/>
              <a:ext cx="157775" cy="220900"/>
            </a:xfrm>
            <a:custGeom>
              <a:rect b="b" l="l" r="r" t="t"/>
              <a:pathLst>
                <a:path extrusionOk="0" h="8836" w="6311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5" name="Google Shape;2785;p39"/>
            <p:cNvSpPr/>
            <p:nvPr/>
          </p:nvSpPr>
          <p:spPr>
            <a:xfrm>
              <a:off x="5357500" y="995500"/>
              <a:ext cx="208675" cy="168500"/>
            </a:xfrm>
            <a:custGeom>
              <a:rect b="b" l="l" r="r" t="t"/>
              <a:pathLst>
                <a:path extrusionOk="0" h="6740" w="8347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6" name="Google Shape;2786;p39"/>
            <p:cNvSpPr/>
            <p:nvPr/>
          </p:nvSpPr>
          <p:spPr>
            <a:xfrm>
              <a:off x="5531925" y="939825"/>
              <a:ext cx="36650" cy="39025"/>
            </a:xfrm>
            <a:custGeom>
              <a:rect b="b" l="l" r="r" t="t"/>
              <a:pathLst>
                <a:path extrusionOk="0" h="1561" w="1466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7" name="Google Shape;2787;p39"/>
            <p:cNvSpPr/>
            <p:nvPr/>
          </p:nvSpPr>
          <p:spPr>
            <a:xfrm>
              <a:off x="5412275" y="940125"/>
              <a:ext cx="30075" cy="14900"/>
            </a:xfrm>
            <a:custGeom>
              <a:rect b="b" l="l" r="r" t="t"/>
              <a:pathLst>
                <a:path extrusionOk="0" h="596" w="1203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8" name="Google Shape;2788;p39"/>
            <p:cNvSpPr/>
            <p:nvPr/>
          </p:nvSpPr>
          <p:spPr>
            <a:xfrm>
              <a:off x="5448000" y="940125"/>
              <a:ext cx="7750" cy="6575"/>
            </a:xfrm>
            <a:custGeom>
              <a:rect b="b" l="l" r="r" t="t"/>
              <a:pathLst>
                <a:path extrusionOk="0" h="263" w="31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9" name="Google Shape;2789;p39"/>
            <p:cNvSpPr/>
            <p:nvPr/>
          </p:nvSpPr>
          <p:spPr>
            <a:xfrm>
              <a:off x="5654850" y="939825"/>
              <a:ext cx="128625" cy="201250"/>
            </a:xfrm>
            <a:custGeom>
              <a:rect b="b" l="l" r="r" t="t"/>
              <a:pathLst>
                <a:path extrusionOk="0" h="8050" w="5145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0" name="Google Shape;2790;p39"/>
            <p:cNvSpPr/>
            <p:nvPr/>
          </p:nvSpPr>
          <p:spPr>
            <a:xfrm>
              <a:off x="5575375" y="939825"/>
              <a:ext cx="14925" cy="36050"/>
            </a:xfrm>
            <a:custGeom>
              <a:rect b="b" l="l" r="r" t="t"/>
              <a:pathLst>
                <a:path extrusionOk="0" h="1442" w="597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1" name="Google Shape;2791;p39"/>
            <p:cNvSpPr/>
            <p:nvPr/>
          </p:nvSpPr>
          <p:spPr>
            <a:xfrm>
              <a:off x="5742075" y="939825"/>
              <a:ext cx="47350" cy="198275"/>
            </a:xfrm>
            <a:custGeom>
              <a:rect b="b" l="l" r="r" t="t"/>
              <a:pathLst>
                <a:path extrusionOk="0" h="7931" w="1894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2" name="Google Shape;2792;p39"/>
            <p:cNvSpPr/>
            <p:nvPr/>
          </p:nvSpPr>
          <p:spPr>
            <a:xfrm>
              <a:off x="5789400" y="1164550"/>
              <a:ext cx="90525" cy="353650"/>
            </a:xfrm>
            <a:custGeom>
              <a:rect b="b" l="l" r="r" t="t"/>
              <a:pathLst>
                <a:path extrusionOk="0" h="14146" w="3621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3" name="Google Shape;2793;p39"/>
            <p:cNvSpPr/>
            <p:nvPr/>
          </p:nvSpPr>
          <p:spPr>
            <a:xfrm>
              <a:off x="6017400" y="939525"/>
              <a:ext cx="8075" cy="4500"/>
            </a:xfrm>
            <a:custGeom>
              <a:rect b="b" l="l" r="r" t="t"/>
              <a:pathLst>
                <a:path extrusionOk="0" h="180" w="323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4" name="Google Shape;2794;p39"/>
            <p:cNvSpPr/>
            <p:nvPr/>
          </p:nvSpPr>
          <p:spPr>
            <a:xfrm>
              <a:off x="5798625" y="956500"/>
              <a:ext cx="225350" cy="187850"/>
            </a:xfrm>
            <a:custGeom>
              <a:rect b="b" l="l" r="r" t="t"/>
              <a:pathLst>
                <a:path extrusionOk="0" h="7514" w="9014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5" name="Google Shape;2795;p39"/>
            <p:cNvSpPr/>
            <p:nvPr/>
          </p:nvSpPr>
          <p:spPr>
            <a:xfrm>
              <a:off x="6031700" y="959775"/>
              <a:ext cx="71750" cy="111650"/>
            </a:xfrm>
            <a:custGeom>
              <a:rect b="b" l="l" r="r" t="t"/>
              <a:pathLst>
                <a:path extrusionOk="0" h="4466" w="287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6" name="Google Shape;2796;p39"/>
            <p:cNvSpPr/>
            <p:nvPr/>
          </p:nvSpPr>
          <p:spPr>
            <a:xfrm>
              <a:off x="6036450" y="939825"/>
              <a:ext cx="12825" cy="7475"/>
            </a:xfrm>
            <a:custGeom>
              <a:rect b="b" l="l" r="r" t="t"/>
              <a:pathLst>
                <a:path extrusionOk="0" h="299" w="513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7" name="Google Shape;2797;p39"/>
            <p:cNvSpPr/>
            <p:nvPr/>
          </p:nvSpPr>
          <p:spPr>
            <a:xfrm>
              <a:off x="5965325" y="1184200"/>
              <a:ext cx="453050" cy="198075"/>
            </a:xfrm>
            <a:custGeom>
              <a:rect b="b" l="l" r="r" t="t"/>
              <a:pathLst>
                <a:path extrusionOk="0" h="7923" w="18122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8" name="Google Shape;2798;p39"/>
            <p:cNvSpPr/>
            <p:nvPr/>
          </p:nvSpPr>
          <p:spPr>
            <a:xfrm>
              <a:off x="6126650" y="939825"/>
              <a:ext cx="68775" cy="119975"/>
            </a:xfrm>
            <a:custGeom>
              <a:rect b="b" l="l" r="r" t="t"/>
              <a:pathLst>
                <a:path extrusionOk="0" h="4799" w="2751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9" name="Google Shape;2799;p39"/>
            <p:cNvSpPr/>
            <p:nvPr/>
          </p:nvSpPr>
          <p:spPr>
            <a:xfrm>
              <a:off x="5887625" y="1106525"/>
              <a:ext cx="218800" cy="414050"/>
            </a:xfrm>
            <a:custGeom>
              <a:rect b="b" l="l" r="r" t="t"/>
              <a:pathLst>
                <a:path extrusionOk="0" h="16562" w="8752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0" name="Google Shape;2800;p39"/>
            <p:cNvSpPr/>
            <p:nvPr/>
          </p:nvSpPr>
          <p:spPr>
            <a:xfrm>
              <a:off x="4762775" y="1114700"/>
              <a:ext cx="59275" cy="58100"/>
            </a:xfrm>
            <a:custGeom>
              <a:rect b="b" l="l" r="r" t="t"/>
              <a:pathLst>
                <a:path extrusionOk="0" h="2324" w="2371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1" name="Google Shape;2801;p39"/>
            <p:cNvSpPr/>
            <p:nvPr/>
          </p:nvSpPr>
          <p:spPr>
            <a:xfrm>
              <a:off x="4558600" y="1391375"/>
              <a:ext cx="30975" cy="29875"/>
            </a:xfrm>
            <a:custGeom>
              <a:rect b="b" l="l" r="r" t="t"/>
              <a:pathLst>
                <a:path extrusionOk="0" h="1195" w="1239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2" name="Google Shape;2802;p39"/>
            <p:cNvSpPr/>
            <p:nvPr/>
          </p:nvSpPr>
          <p:spPr>
            <a:xfrm>
              <a:off x="4196350" y="1025325"/>
              <a:ext cx="30075" cy="30150"/>
            </a:xfrm>
            <a:custGeom>
              <a:rect b="b" l="l" r="r" t="t"/>
              <a:pathLst>
                <a:path extrusionOk="0" h="1206" w="1203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3" name="Google Shape;2803;p39"/>
            <p:cNvSpPr/>
            <p:nvPr/>
          </p:nvSpPr>
          <p:spPr>
            <a:xfrm>
              <a:off x="4432100" y="1005225"/>
              <a:ext cx="30075" cy="29900"/>
            </a:xfrm>
            <a:custGeom>
              <a:rect b="b" l="l" r="r" t="t"/>
              <a:pathLst>
                <a:path extrusionOk="0" h="1196" w="1203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4" name="Google Shape;2804;p39"/>
            <p:cNvSpPr/>
            <p:nvPr/>
          </p:nvSpPr>
          <p:spPr>
            <a:xfrm>
              <a:off x="4392800" y="1332150"/>
              <a:ext cx="9850" cy="10525"/>
            </a:xfrm>
            <a:custGeom>
              <a:rect b="b" l="l" r="r" t="t"/>
              <a:pathLst>
                <a:path extrusionOk="0" h="421" w="394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5" name="Google Shape;2805;p39"/>
            <p:cNvSpPr/>
            <p:nvPr/>
          </p:nvSpPr>
          <p:spPr>
            <a:xfrm>
              <a:off x="5860550" y="1516575"/>
              <a:ext cx="42275" cy="40975"/>
            </a:xfrm>
            <a:custGeom>
              <a:rect b="b" l="l" r="r" t="t"/>
              <a:pathLst>
                <a:path extrusionOk="0" h="1639" w="1691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6" name="Google Shape;2806;p39"/>
            <p:cNvSpPr/>
            <p:nvPr/>
          </p:nvSpPr>
          <p:spPr>
            <a:xfrm>
              <a:off x="5775700" y="1136275"/>
              <a:ext cx="29800" cy="28900"/>
            </a:xfrm>
            <a:custGeom>
              <a:rect b="b" l="l" r="r" t="t"/>
              <a:pathLst>
                <a:path extrusionOk="0" h="1156" w="1192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7" name="Google Shape;2807;p39"/>
            <p:cNvSpPr/>
            <p:nvPr/>
          </p:nvSpPr>
          <p:spPr>
            <a:xfrm>
              <a:off x="5559325" y="973750"/>
              <a:ext cx="30375" cy="28950"/>
            </a:xfrm>
            <a:custGeom>
              <a:rect b="b" l="l" r="r" t="t"/>
              <a:pathLst>
                <a:path extrusionOk="0" h="1158" w="1215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8" name="Google Shape;2808;p39"/>
            <p:cNvSpPr/>
            <p:nvPr/>
          </p:nvSpPr>
          <p:spPr>
            <a:xfrm>
              <a:off x="4618425" y="1217425"/>
              <a:ext cx="22050" cy="20375"/>
            </a:xfrm>
            <a:custGeom>
              <a:rect b="b" l="l" r="r" t="t"/>
              <a:pathLst>
                <a:path extrusionOk="0" h="815" w="882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9" name="Google Shape;2809;p39"/>
            <p:cNvSpPr/>
            <p:nvPr/>
          </p:nvSpPr>
          <p:spPr>
            <a:xfrm>
              <a:off x="5439650" y="946275"/>
              <a:ext cx="21175" cy="20375"/>
            </a:xfrm>
            <a:custGeom>
              <a:rect b="b" l="l" r="r" t="t"/>
              <a:pathLst>
                <a:path extrusionOk="0" h="815" w="847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0" name="Google Shape;2810;p39"/>
            <p:cNvSpPr/>
            <p:nvPr/>
          </p:nvSpPr>
          <p:spPr>
            <a:xfrm>
              <a:off x="5341125" y="1157350"/>
              <a:ext cx="21450" cy="20100"/>
            </a:xfrm>
            <a:custGeom>
              <a:rect b="b" l="l" r="r" t="t"/>
              <a:pathLst>
                <a:path extrusionOk="0" h="804" w="858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1" name="Google Shape;2811;p39"/>
            <p:cNvSpPr/>
            <p:nvPr/>
          </p:nvSpPr>
          <p:spPr>
            <a:xfrm>
              <a:off x="4884825" y="973175"/>
              <a:ext cx="20850" cy="20850"/>
            </a:xfrm>
            <a:custGeom>
              <a:rect b="b" l="l" r="r" t="t"/>
              <a:pathLst>
                <a:path extrusionOk="0" h="834" w="834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2" name="Google Shape;2812;p39"/>
            <p:cNvSpPr/>
            <p:nvPr/>
          </p:nvSpPr>
          <p:spPr>
            <a:xfrm>
              <a:off x="3994525" y="940125"/>
              <a:ext cx="20575" cy="10200"/>
            </a:xfrm>
            <a:custGeom>
              <a:rect b="b" l="l" r="r" t="t"/>
              <a:pathLst>
                <a:path extrusionOk="0" h="408" w="823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3" name="Google Shape;2813;p39"/>
            <p:cNvSpPr/>
            <p:nvPr/>
          </p:nvSpPr>
          <p:spPr>
            <a:xfrm>
              <a:off x="4521100" y="1262650"/>
              <a:ext cx="21150" cy="20400"/>
            </a:xfrm>
            <a:custGeom>
              <a:rect b="b" l="l" r="r" t="t"/>
              <a:pathLst>
                <a:path extrusionOk="0" h="816" w="846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4" name="Google Shape;2814;p39"/>
            <p:cNvSpPr/>
            <p:nvPr/>
          </p:nvSpPr>
          <p:spPr>
            <a:xfrm>
              <a:off x="3877250" y="1014750"/>
              <a:ext cx="22050" cy="20675"/>
            </a:xfrm>
            <a:custGeom>
              <a:rect b="b" l="l" r="r" t="t"/>
              <a:pathLst>
                <a:path extrusionOk="0" h="827" w="882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5" name="Google Shape;2815;p39"/>
            <p:cNvSpPr/>
            <p:nvPr/>
          </p:nvSpPr>
          <p:spPr>
            <a:xfrm>
              <a:off x="6017400" y="939525"/>
              <a:ext cx="25025" cy="23025"/>
            </a:xfrm>
            <a:custGeom>
              <a:rect b="b" l="l" r="r" t="t"/>
              <a:pathLst>
                <a:path extrusionOk="0" h="921" w="1001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6" name="Google Shape;2816;p39"/>
            <p:cNvSpPr/>
            <p:nvPr/>
          </p:nvSpPr>
          <p:spPr>
            <a:xfrm>
              <a:off x="4869650" y="949325"/>
              <a:ext cx="12825" cy="12000"/>
            </a:xfrm>
            <a:custGeom>
              <a:rect b="b" l="l" r="r" t="t"/>
              <a:pathLst>
                <a:path extrusionOk="0" h="480" w="513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7" name="Google Shape;2817;p39"/>
            <p:cNvSpPr/>
            <p:nvPr/>
          </p:nvSpPr>
          <p:spPr>
            <a:xfrm>
              <a:off x="4743150" y="1107375"/>
              <a:ext cx="12225" cy="12000"/>
            </a:xfrm>
            <a:custGeom>
              <a:rect b="b" l="l" r="r" t="t"/>
              <a:pathLst>
                <a:path extrusionOk="0" h="480" w="489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8" name="Google Shape;2818;p39"/>
            <p:cNvSpPr/>
            <p:nvPr/>
          </p:nvSpPr>
          <p:spPr>
            <a:xfrm>
              <a:off x="4242175" y="940725"/>
              <a:ext cx="12525" cy="11700"/>
            </a:xfrm>
            <a:custGeom>
              <a:rect b="b" l="l" r="r" t="t"/>
              <a:pathLst>
                <a:path extrusionOk="0" h="468" w="501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9" name="Google Shape;2819;p39"/>
            <p:cNvSpPr/>
            <p:nvPr/>
          </p:nvSpPr>
          <p:spPr>
            <a:xfrm>
              <a:off x="4657125" y="1097575"/>
              <a:ext cx="11925" cy="11350"/>
            </a:xfrm>
            <a:custGeom>
              <a:rect b="b" l="l" r="r" t="t"/>
              <a:pathLst>
                <a:path extrusionOk="0" h="454" w="477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0" name="Google Shape;2820;p39"/>
            <p:cNvSpPr/>
            <p:nvPr/>
          </p:nvSpPr>
          <p:spPr>
            <a:xfrm>
              <a:off x="5125025" y="1028500"/>
              <a:ext cx="12525" cy="12050"/>
            </a:xfrm>
            <a:custGeom>
              <a:rect b="b" l="l" r="r" t="t"/>
              <a:pathLst>
                <a:path extrusionOk="0" h="482" w="501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1" name="Google Shape;2821;p39"/>
            <p:cNvSpPr/>
            <p:nvPr/>
          </p:nvSpPr>
          <p:spPr>
            <a:xfrm>
              <a:off x="6093300" y="1058450"/>
              <a:ext cx="60150" cy="57725"/>
            </a:xfrm>
            <a:custGeom>
              <a:rect b="b" l="l" r="r" t="t"/>
              <a:pathLst>
                <a:path extrusionOk="0" h="2309" w="2406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22" name="Google Shape;2822;p39"/>
          <p:cNvGrpSpPr/>
          <p:nvPr/>
        </p:nvGrpSpPr>
        <p:grpSpPr>
          <a:xfrm>
            <a:off x="15548360" y="9349000"/>
            <a:ext cx="8833925" cy="3656213"/>
            <a:chOff x="4145150" y="2643900"/>
            <a:chExt cx="1914550" cy="792400"/>
          </a:xfrm>
        </p:grpSpPr>
        <p:sp>
          <p:nvSpPr>
            <p:cNvPr id="2823" name="Google Shape;2823;p39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4" name="Google Shape;2824;p39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5" name="Google Shape;2825;p39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6" name="Google Shape;2826;p39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7" name="Google Shape;2827;p39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8" name="Google Shape;2828;p39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9" name="Google Shape;2829;p39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0" name="Google Shape;2830;p39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1" name="Google Shape;2831;p39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2" name="Google Shape;2832;p39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3" name="Google Shape;2833;p39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4" name="Google Shape;2834;p39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5" name="Google Shape;2835;p39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6" name="Google Shape;2836;p39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7" name="Google Shape;2837;p39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8" name="Google Shape;2838;p39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9" name="Google Shape;2839;p39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0" name="Google Shape;2840;p39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1" name="Google Shape;2841;p39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2" name="Google Shape;2842;p39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3" name="Google Shape;2843;p39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4" name="Google Shape;2844;p39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5" name="Google Shape;2845;p39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6" name="Google Shape;2846;p39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7" name="Google Shape;2847;p39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8" name="Google Shape;2848;p39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9" name="Google Shape;2849;p39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0" name="Google Shape;2850;p39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1" name="Google Shape;2851;p39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2" name="Google Shape;2852;p39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3" name="Google Shape;2853;p39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4" name="Google Shape;2854;p39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5" name="Google Shape;2855;p39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6" name="Google Shape;2856;p39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7" name="Google Shape;2857;p39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8" name="Google Shape;2858;p39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9" name="Google Shape;2859;p39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0" name="Google Shape;2860;p39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1" name="Google Shape;2861;p39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2" name="Google Shape;2862;p39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3" name="Google Shape;2863;p39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4" name="Google Shape;2864;p39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5" name="Google Shape;2865;p39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6" name="Google Shape;2866;p39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7" name="Google Shape;2867;p39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8" name="Google Shape;2868;p39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9" name="Google Shape;2869;p39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0" name="Google Shape;2870;p39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1" name="Google Shape;2871;p39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2" name="Google Shape;2872;p39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3" name="Google Shape;2873;p39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4" name="Google Shape;2874;p39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5" name="Google Shape;2875;p39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6" name="Google Shape;2876;p39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7" name="Google Shape;2877;p39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8" name="Google Shape;2878;p39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9" name="Google Shape;2879;p39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0" name="Google Shape;2880;p39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1" name="Google Shape;2881;p39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2" name="Google Shape;2882;p39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3" name="Google Shape;2883;p39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4" name="Google Shape;2884;p39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85" name="Google Shape;2885;p39"/>
          <p:cNvGrpSpPr/>
          <p:nvPr/>
        </p:nvGrpSpPr>
        <p:grpSpPr>
          <a:xfrm flipH="1">
            <a:off x="234" y="9349000"/>
            <a:ext cx="8833925" cy="3656213"/>
            <a:chOff x="4145150" y="2643900"/>
            <a:chExt cx="1914550" cy="792400"/>
          </a:xfrm>
        </p:grpSpPr>
        <p:sp>
          <p:nvSpPr>
            <p:cNvPr id="2886" name="Google Shape;2886;p39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7" name="Google Shape;2887;p39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8" name="Google Shape;2888;p39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9" name="Google Shape;2889;p39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0" name="Google Shape;2890;p39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1" name="Google Shape;2891;p39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2" name="Google Shape;2892;p39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3" name="Google Shape;2893;p39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4" name="Google Shape;2894;p39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5" name="Google Shape;2895;p39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6" name="Google Shape;2896;p39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7" name="Google Shape;2897;p39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8" name="Google Shape;2898;p39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9" name="Google Shape;2899;p39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0" name="Google Shape;2900;p39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1" name="Google Shape;2901;p39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2" name="Google Shape;2902;p39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3" name="Google Shape;2903;p39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4" name="Google Shape;2904;p39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5" name="Google Shape;2905;p39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6" name="Google Shape;2906;p39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7" name="Google Shape;2907;p39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8" name="Google Shape;2908;p39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9" name="Google Shape;2909;p39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0" name="Google Shape;2910;p39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1" name="Google Shape;2911;p39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2" name="Google Shape;2912;p39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3" name="Google Shape;2913;p39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4" name="Google Shape;2914;p39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5" name="Google Shape;2915;p39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6" name="Google Shape;2916;p39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7" name="Google Shape;2917;p39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8" name="Google Shape;2918;p39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9" name="Google Shape;2919;p39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0" name="Google Shape;2920;p39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1" name="Google Shape;2921;p39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2" name="Google Shape;2922;p39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3" name="Google Shape;2923;p39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4" name="Google Shape;2924;p39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5" name="Google Shape;2925;p39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6" name="Google Shape;2926;p39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7" name="Google Shape;2927;p39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8" name="Google Shape;2928;p39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9" name="Google Shape;2929;p39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0" name="Google Shape;2930;p39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1" name="Google Shape;2931;p39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2" name="Google Shape;2932;p39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3" name="Google Shape;2933;p39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4" name="Google Shape;2934;p39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5" name="Google Shape;2935;p39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6" name="Google Shape;2936;p39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7" name="Google Shape;2937;p39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8" name="Google Shape;2938;p39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9" name="Google Shape;2939;p39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0" name="Google Shape;2940;p39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1" name="Google Shape;2941;p39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2" name="Google Shape;2942;p39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3" name="Google Shape;2943;p39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4" name="Google Shape;2944;p39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5" name="Google Shape;2945;p39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6" name="Google Shape;2946;p39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7" name="Google Shape;2947;p39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48" name="Google Shape;2948;p39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9" name="Google Shape;2949;p39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2950" name="Google Shape;2950;p39"/>
          <p:cNvSpPr txBox="1"/>
          <p:nvPr>
            <p:ph idx="2" type="title"/>
          </p:nvPr>
        </p:nvSpPr>
        <p:spPr>
          <a:xfrm>
            <a:off x="1966133" y="7941867"/>
            <a:ext cx="68697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2951" name="Google Shape;2951;p39"/>
          <p:cNvSpPr txBox="1"/>
          <p:nvPr>
            <p:ph idx="1" type="subTitle"/>
          </p:nvPr>
        </p:nvSpPr>
        <p:spPr>
          <a:xfrm>
            <a:off x="1966134" y="8802467"/>
            <a:ext cx="68697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2952" name="Google Shape;2952;p39"/>
          <p:cNvSpPr txBox="1"/>
          <p:nvPr>
            <p:ph idx="3" type="title"/>
          </p:nvPr>
        </p:nvSpPr>
        <p:spPr>
          <a:xfrm>
            <a:off x="8757401" y="7941867"/>
            <a:ext cx="68697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2953" name="Google Shape;2953;p39"/>
          <p:cNvSpPr txBox="1"/>
          <p:nvPr>
            <p:ph idx="4" type="subTitle"/>
          </p:nvPr>
        </p:nvSpPr>
        <p:spPr>
          <a:xfrm>
            <a:off x="8757406" y="8802467"/>
            <a:ext cx="68697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2954" name="Google Shape;2954;p39"/>
          <p:cNvSpPr txBox="1"/>
          <p:nvPr>
            <p:ph idx="5" type="title"/>
          </p:nvPr>
        </p:nvSpPr>
        <p:spPr>
          <a:xfrm>
            <a:off x="15548668" y="7941867"/>
            <a:ext cx="68697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2955" name="Google Shape;2955;p39"/>
          <p:cNvSpPr txBox="1"/>
          <p:nvPr>
            <p:ph idx="6" type="subTitle"/>
          </p:nvPr>
        </p:nvSpPr>
        <p:spPr>
          <a:xfrm>
            <a:off x="15548678" y="8802467"/>
            <a:ext cx="68697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2956" name="Shape 2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57" name="Google Shape;2957;p40"/>
          <p:cNvGrpSpPr/>
          <p:nvPr/>
        </p:nvGrpSpPr>
        <p:grpSpPr>
          <a:xfrm>
            <a:off x="-239" y="73"/>
            <a:ext cx="5083696" cy="13715692"/>
            <a:chOff x="5970375" y="1301775"/>
            <a:chExt cx="1053725" cy="2842925"/>
          </a:xfrm>
        </p:grpSpPr>
        <p:sp>
          <p:nvSpPr>
            <p:cNvPr id="2958" name="Google Shape;2958;p40"/>
            <p:cNvSpPr/>
            <p:nvPr/>
          </p:nvSpPr>
          <p:spPr>
            <a:xfrm>
              <a:off x="6219225" y="1995325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9" name="Google Shape;2959;p40"/>
            <p:cNvSpPr/>
            <p:nvPr/>
          </p:nvSpPr>
          <p:spPr>
            <a:xfrm>
              <a:off x="6136175" y="2102475"/>
              <a:ext cx="53900" cy="152425"/>
            </a:xfrm>
            <a:custGeom>
              <a:rect b="b" l="l" r="r" t="t"/>
              <a:pathLst>
                <a:path extrusionOk="0" h="6097" w="2156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0" name="Google Shape;2960;p40"/>
            <p:cNvSpPr/>
            <p:nvPr/>
          </p:nvSpPr>
          <p:spPr>
            <a:xfrm>
              <a:off x="6184700" y="2002450"/>
              <a:ext cx="34250" cy="92900"/>
            </a:xfrm>
            <a:custGeom>
              <a:rect b="b" l="l" r="r" t="t"/>
              <a:pathLst>
                <a:path extrusionOk="0" h="3716" w="137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1" name="Google Shape;2961;p40"/>
            <p:cNvSpPr/>
            <p:nvPr/>
          </p:nvSpPr>
          <p:spPr>
            <a:xfrm>
              <a:off x="6221900" y="1997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2" name="Google Shape;2962;p40"/>
            <p:cNvSpPr/>
            <p:nvPr/>
          </p:nvSpPr>
          <p:spPr>
            <a:xfrm>
              <a:off x="6312675" y="2223325"/>
              <a:ext cx="108075" cy="243800"/>
            </a:xfrm>
            <a:custGeom>
              <a:rect b="b" l="l" r="r" t="t"/>
              <a:pathLst>
                <a:path extrusionOk="0" h="9752" w="4323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3" name="Google Shape;2963;p40"/>
            <p:cNvSpPr/>
            <p:nvPr/>
          </p:nvSpPr>
          <p:spPr>
            <a:xfrm>
              <a:off x="6255225" y="2095025"/>
              <a:ext cx="59275" cy="127725"/>
            </a:xfrm>
            <a:custGeom>
              <a:rect b="b" l="l" r="r" t="t"/>
              <a:pathLst>
                <a:path extrusionOk="0" h="5109" w="2371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4" name="Google Shape;2964;p40"/>
            <p:cNvSpPr/>
            <p:nvPr/>
          </p:nvSpPr>
          <p:spPr>
            <a:xfrm>
              <a:off x="6215350" y="1997100"/>
              <a:ext cx="44675" cy="91100"/>
            </a:xfrm>
            <a:custGeom>
              <a:rect b="b" l="l" r="r" t="t"/>
              <a:pathLst>
                <a:path extrusionOk="0" h="3644" w="1787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5" name="Google Shape;2965;p40"/>
            <p:cNvSpPr/>
            <p:nvPr/>
          </p:nvSpPr>
          <p:spPr>
            <a:xfrm>
              <a:off x="6221300" y="1996500"/>
              <a:ext cx="625" cy="625"/>
            </a:xfrm>
            <a:custGeom>
              <a:rect b="b" l="l" r="r" t="t"/>
              <a:pathLst>
                <a:path extrusionOk="0" h="25" w="25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6" name="Google Shape;2966;p40"/>
            <p:cNvSpPr/>
            <p:nvPr/>
          </p:nvSpPr>
          <p:spPr>
            <a:xfrm>
              <a:off x="6220700" y="1995900"/>
              <a:ext cx="325" cy="625"/>
            </a:xfrm>
            <a:custGeom>
              <a:rect b="b" l="l" r="r" t="t"/>
              <a:pathLst>
                <a:path extrusionOk="0" h="25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7" name="Google Shape;2967;p40"/>
            <p:cNvSpPr/>
            <p:nvPr/>
          </p:nvSpPr>
          <p:spPr>
            <a:xfrm>
              <a:off x="6218925" y="1995325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8" name="Google Shape;2968;p40"/>
            <p:cNvSpPr/>
            <p:nvPr/>
          </p:nvSpPr>
          <p:spPr>
            <a:xfrm>
              <a:off x="6231425" y="1302075"/>
              <a:ext cx="94675" cy="169400"/>
            </a:xfrm>
            <a:custGeom>
              <a:rect b="b" l="l" r="r" t="t"/>
              <a:pathLst>
                <a:path extrusionOk="0" h="6776" w="3787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9" name="Google Shape;2969;p40"/>
            <p:cNvSpPr/>
            <p:nvPr/>
          </p:nvSpPr>
          <p:spPr>
            <a:xfrm>
              <a:off x="6115625" y="1301775"/>
              <a:ext cx="69975" cy="103900"/>
            </a:xfrm>
            <a:custGeom>
              <a:rect b="b" l="l" r="r" t="t"/>
              <a:pathLst>
                <a:path extrusionOk="0" h="4156" w="2799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0" name="Google Shape;2970;p40"/>
            <p:cNvSpPr/>
            <p:nvPr/>
          </p:nvSpPr>
          <p:spPr>
            <a:xfrm>
              <a:off x="5970675" y="1427100"/>
              <a:ext cx="136650" cy="81875"/>
            </a:xfrm>
            <a:custGeom>
              <a:rect b="b" l="l" r="r" t="t"/>
              <a:pathLst>
                <a:path extrusionOk="0" h="3275" w="5466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1" name="Google Shape;2971;p40"/>
            <p:cNvSpPr/>
            <p:nvPr/>
          </p:nvSpPr>
          <p:spPr>
            <a:xfrm>
              <a:off x="6136175" y="1427100"/>
              <a:ext cx="92600" cy="51500"/>
            </a:xfrm>
            <a:custGeom>
              <a:rect b="b" l="l" r="r" t="t"/>
              <a:pathLst>
                <a:path extrusionOk="0" h="2060" w="3704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2" name="Google Shape;2972;p40"/>
            <p:cNvSpPr/>
            <p:nvPr/>
          </p:nvSpPr>
          <p:spPr>
            <a:xfrm>
              <a:off x="6237075" y="1476500"/>
              <a:ext cx="274475" cy="138425"/>
            </a:xfrm>
            <a:custGeom>
              <a:rect b="b" l="l" r="r" t="t"/>
              <a:pathLst>
                <a:path extrusionOk="0" h="5537" w="10979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3" name="Google Shape;2973;p40"/>
            <p:cNvSpPr/>
            <p:nvPr/>
          </p:nvSpPr>
          <p:spPr>
            <a:xfrm>
              <a:off x="6132900" y="1482450"/>
              <a:ext cx="104800" cy="217325"/>
            </a:xfrm>
            <a:custGeom>
              <a:rect b="b" l="l" r="r" t="t"/>
              <a:pathLst>
                <a:path extrusionOk="0" h="8693" w="4192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4" name="Google Shape;2974;p40"/>
            <p:cNvSpPr/>
            <p:nvPr/>
          </p:nvSpPr>
          <p:spPr>
            <a:xfrm>
              <a:off x="6007575" y="1728325"/>
              <a:ext cx="116725" cy="237850"/>
            </a:xfrm>
            <a:custGeom>
              <a:rect b="b" l="l" r="r" t="t"/>
              <a:pathLst>
                <a:path extrusionOk="0" h="9514" w="4669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5" name="Google Shape;2975;p40"/>
            <p:cNvSpPr/>
            <p:nvPr/>
          </p:nvSpPr>
          <p:spPr>
            <a:xfrm>
              <a:off x="6143900" y="1616400"/>
              <a:ext cx="367050" cy="96175"/>
            </a:xfrm>
            <a:custGeom>
              <a:rect b="b" l="l" r="r" t="t"/>
              <a:pathLst>
                <a:path extrusionOk="0" h="3847" w="14682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6" name="Google Shape;2976;p40"/>
            <p:cNvSpPr/>
            <p:nvPr/>
          </p:nvSpPr>
          <p:spPr>
            <a:xfrm>
              <a:off x="5970375" y="1714025"/>
              <a:ext cx="140525" cy="44075"/>
            </a:xfrm>
            <a:custGeom>
              <a:rect b="b" l="l" r="r" t="t"/>
              <a:pathLst>
                <a:path extrusionOk="0" h="1763" w="5621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7" name="Google Shape;2977;p40"/>
            <p:cNvSpPr/>
            <p:nvPr/>
          </p:nvSpPr>
          <p:spPr>
            <a:xfrm>
              <a:off x="5970675" y="1973575"/>
              <a:ext cx="37525" cy="103625"/>
            </a:xfrm>
            <a:custGeom>
              <a:rect b="b" l="l" r="r" t="t"/>
              <a:pathLst>
                <a:path extrusionOk="0" h="4145" w="1501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8" name="Google Shape;2978;p40"/>
            <p:cNvSpPr/>
            <p:nvPr/>
          </p:nvSpPr>
          <p:spPr>
            <a:xfrm>
              <a:off x="5970675" y="1952450"/>
              <a:ext cx="34250" cy="18775"/>
            </a:xfrm>
            <a:custGeom>
              <a:rect b="b" l="l" r="r" t="t"/>
              <a:pathLst>
                <a:path extrusionOk="0" h="751" w="137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9" name="Google Shape;2979;p40"/>
            <p:cNvSpPr/>
            <p:nvPr/>
          </p:nvSpPr>
          <p:spPr>
            <a:xfrm>
              <a:off x="6014125" y="1966450"/>
              <a:ext cx="208100" cy="36925"/>
            </a:xfrm>
            <a:custGeom>
              <a:rect b="b" l="l" r="r" t="t"/>
              <a:pathLst>
                <a:path extrusionOk="0" h="1477" w="8324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0" name="Google Shape;2980;p40"/>
            <p:cNvSpPr/>
            <p:nvPr/>
          </p:nvSpPr>
          <p:spPr>
            <a:xfrm>
              <a:off x="5982875" y="2070275"/>
              <a:ext cx="442350" cy="54550"/>
            </a:xfrm>
            <a:custGeom>
              <a:rect b="b" l="l" r="r" t="t"/>
              <a:pathLst>
                <a:path extrusionOk="0" h="2182" w="17694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1" name="Google Shape;2981;p40"/>
            <p:cNvSpPr/>
            <p:nvPr/>
          </p:nvSpPr>
          <p:spPr>
            <a:xfrm>
              <a:off x="5975150" y="2142950"/>
              <a:ext cx="153600" cy="118500"/>
            </a:xfrm>
            <a:custGeom>
              <a:rect b="b" l="l" r="r" t="t"/>
              <a:pathLst>
                <a:path extrusionOk="0" h="4740" w="6144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2" name="Google Shape;2982;p40"/>
            <p:cNvSpPr/>
            <p:nvPr/>
          </p:nvSpPr>
          <p:spPr>
            <a:xfrm>
              <a:off x="6230825" y="2337325"/>
              <a:ext cx="183375" cy="136050"/>
            </a:xfrm>
            <a:custGeom>
              <a:rect b="b" l="l" r="r" t="t"/>
              <a:pathLst>
                <a:path extrusionOk="0" h="5442" w="7335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3" name="Google Shape;2983;p40"/>
            <p:cNvSpPr/>
            <p:nvPr/>
          </p:nvSpPr>
          <p:spPr>
            <a:xfrm>
              <a:off x="6143325" y="2269750"/>
              <a:ext cx="85750" cy="66400"/>
            </a:xfrm>
            <a:custGeom>
              <a:rect b="b" l="l" r="r" t="t"/>
              <a:pathLst>
                <a:path extrusionOk="0" h="2656" w="343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4" name="Google Shape;2984;p40"/>
            <p:cNvSpPr/>
            <p:nvPr/>
          </p:nvSpPr>
          <p:spPr>
            <a:xfrm>
              <a:off x="6078425" y="2276900"/>
              <a:ext cx="62225" cy="254225"/>
            </a:xfrm>
            <a:custGeom>
              <a:rect b="b" l="l" r="r" t="t"/>
              <a:pathLst>
                <a:path extrusionOk="0" h="10169" w="2489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5" name="Google Shape;2985;p40"/>
            <p:cNvSpPr/>
            <p:nvPr/>
          </p:nvSpPr>
          <p:spPr>
            <a:xfrm>
              <a:off x="6173375" y="2632600"/>
              <a:ext cx="89325" cy="90200"/>
            </a:xfrm>
            <a:custGeom>
              <a:rect b="b" l="l" r="r" t="t"/>
              <a:pathLst>
                <a:path extrusionOk="0" h="3608" w="3573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6" name="Google Shape;2986;p40"/>
            <p:cNvSpPr/>
            <p:nvPr/>
          </p:nvSpPr>
          <p:spPr>
            <a:xfrm>
              <a:off x="6264450" y="2726650"/>
              <a:ext cx="124750" cy="133975"/>
            </a:xfrm>
            <a:custGeom>
              <a:rect b="b" l="l" r="r" t="t"/>
              <a:pathLst>
                <a:path extrusionOk="0" h="5359" w="499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7" name="Google Shape;2987;p40"/>
            <p:cNvSpPr/>
            <p:nvPr/>
          </p:nvSpPr>
          <p:spPr>
            <a:xfrm>
              <a:off x="6082000" y="2532575"/>
              <a:ext cx="92900" cy="98250"/>
            </a:xfrm>
            <a:custGeom>
              <a:rect b="b" l="l" r="r" t="t"/>
              <a:pathLst>
                <a:path extrusionOk="0" h="3930" w="3716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8" name="Google Shape;2988;p40"/>
            <p:cNvSpPr/>
            <p:nvPr/>
          </p:nvSpPr>
          <p:spPr>
            <a:xfrm>
              <a:off x="5970975" y="2070325"/>
              <a:ext cx="455725" cy="618550"/>
            </a:xfrm>
            <a:custGeom>
              <a:rect b="b" l="l" r="r" t="t"/>
              <a:pathLst>
                <a:path extrusionOk="0" h="24742" w="18229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9" name="Google Shape;2989;p40"/>
            <p:cNvSpPr/>
            <p:nvPr/>
          </p:nvSpPr>
          <p:spPr>
            <a:xfrm>
              <a:off x="6432625" y="2473600"/>
              <a:ext cx="5700" cy="9000"/>
            </a:xfrm>
            <a:custGeom>
              <a:rect b="b" l="l" r="r" t="t"/>
              <a:pathLst>
                <a:path extrusionOk="0" h="360" w="228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0" name="Google Shape;2990;p40"/>
            <p:cNvSpPr/>
            <p:nvPr/>
          </p:nvSpPr>
          <p:spPr>
            <a:xfrm>
              <a:off x="5970675" y="2486150"/>
              <a:ext cx="441150" cy="271775"/>
            </a:xfrm>
            <a:custGeom>
              <a:rect b="b" l="l" r="r" t="t"/>
              <a:pathLst>
                <a:path extrusionOk="0" h="10871" w="17646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1" name="Google Shape;2991;p40"/>
            <p:cNvSpPr/>
            <p:nvPr/>
          </p:nvSpPr>
          <p:spPr>
            <a:xfrm>
              <a:off x="5970675" y="2940975"/>
              <a:ext cx="97050" cy="144075"/>
            </a:xfrm>
            <a:custGeom>
              <a:rect b="b" l="l" r="r" t="t"/>
              <a:pathLst>
                <a:path extrusionOk="0" h="5763" w="3882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2" name="Google Shape;2992;p40"/>
            <p:cNvSpPr/>
            <p:nvPr/>
          </p:nvSpPr>
          <p:spPr>
            <a:xfrm>
              <a:off x="6244225" y="2877875"/>
              <a:ext cx="142300" cy="98825"/>
            </a:xfrm>
            <a:custGeom>
              <a:rect b="b" l="l" r="r" t="t"/>
              <a:pathLst>
                <a:path extrusionOk="0" h="3953" w="5692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3" name="Google Shape;2993;p40"/>
            <p:cNvSpPr/>
            <p:nvPr/>
          </p:nvSpPr>
          <p:spPr>
            <a:xfrm>
              <a:off x="6087350" y="2980250"/>
              <a:ext cx="158375" cy="109575"/>
            </a:xfrm>
            <a:custGeom>
              <a:rect b="b" l="l" r="r" t="t"/>
              <a:pathLst>
                <a:path extrusionOk="0" h="4383" w="6335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4" name="Google Shape;2994;p40"/>
            <p:cNvSpPr/>
            <p:nvPr/>
          </p:nvSpPr>
          <p:spPr>
            <a:xfrm>
              <a:off x="6127250" y="2732300"/>
              <a:ext cx="137825" cy="205425"/>
            </a:xfrm>
            <a:custGeom>
              <a:rect b="b" l="l" r="r" t="t"/>
              <a:pathLst>
                <a:path extrusionOk="0" h="8217" w="5513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5" name="Google Shape;2995;p40"/>
            <p:cNvSpPr/>
            <p:nvPr/>
          </p:nvSpPr>
          <p:spPr>
            <a:xfrm>
              <a:off x="6263575" y="2486150"/>
              <a:ext cx="153900" cy="243500"/>
            </a:xfrm>
            <a:custGeom>
              <a:rect b="b" l="l" r="r" t="t"/>
              <a:pathLst>
                <a:path extrusionOk="0" h="9740" w="6156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6" name="Google Shape;2996;p40"/>
            <p:cNvSpPr/>
            <p:nvPr/>
          </p:nvSpPr>
          <p:spPr>
            <a:xfrm>
              <a:off x="6396025" y="2489125"/>
              <a:ext cx="29200" cy="364050"/>
            </a:xfrm>
            <a:custGeom>
              <a:rect b="b" l="l" r="r" t="t"/>
              <a:pathLst>
                <a:path extrusionOk="0" h="14562" w="1168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7" name="Google Shape;2997;p40"/>
            <p:cNvSpPr/>
            <p:nvPr/>
          </p:nvSpPr>
          <p:spPr>
            <a:xfrm>
              <a:off x="6426100" y="2483775"/>
              <a:ext cx="571225" cy="679875"/>
            </a:xfrm>
            <a:custGeom>
              <a:rect b="b" l="l" r="r" t="t"/>
              <a:pathLst>
                <a:path extrusionOk="0" h="27195" w="22849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8" name="Google Shape;2998;p40"/>
            <p:cNvSpPr/>
            <p:nvPr/>
          </p:nvSpPr>
          <p:spPr>
            <a:xfrm>
              <a:off x="6408525" y="2878750"/>
              <a:ext cx="217325" cy="182800"/>
            </a:xfrm>
            <a:custGeom>
              <a:rect b="b" l="l" r="r" t="t"/>
              <a:pathLst>
                <a:path extrusionOk="0" h="7312" w="8693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9" name="Google Shape;2999;p40"/>
            <p:cNvSpPr/>
            <p:nvPr/>
          </p:nvSpPr>
          <p:spPr>
            <a:xfrm>
              <a:off x="6323100" y="3003175"/>
              <a:ext cx="1800" cy="1525"/>
            </a:xfrm>
            <a:custGeom>
              <a:rect b="b" l="l" r="r" t="t"/>
              <a:pathLst>
                <a:path extrusionOk="0" h="61" w="72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0" name="Google Shape;3000;p40"/>
            <p:cNvSpPr/>
            <p:nvPr/>
          </p:nvSpPr>
          <p:spPr>
            <a:xfrm>
              <a:off x="6135275" y="2944250"/>
              <a:ext cx="183975" cy="57750"/>
            </a:xfrm>
            <a:custGeom>
              <a:rect b="b" l="l" r="r" t="t"/>
              <a:pathLst>
                <a:path extrusionOk="0" h="2310" w="7359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1" name="Google Shape;3001;p40"/>
            <p:cNvSpPr/>
            <p:nvPr/>
          </p:nvSpPr>
          <p:spPr>
            <a:xfrm>
              <a:off x="6331425" y="3000200"/>
              <a:ext cx="284000" cy="85150"/>
            </a:xfrm>
            <a:custGeom>
              <a:rect b="b" l="l" r="r" t="t"/>
              <a:pathLst>
                <a:path extrusionOk="0" h="3406" w="1136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2" name="Google Shape;3002;p40"/>
            <p:cNvSpPr/>
            <p:nvPr/>
          </p:nvSpPr>
          <p:spPr>
            <a:xfrm>
              <a:off x="6231125" y="2883825"/>
              <a:ext cx="162550" cy="263450"/>
            </a:xfrm>
            <a:custGeom>
              <a:rect b="b" l="l" r="r" t="t"/>
              <a:pathLst>
                <a:path extrusionOk="0" h="10538" w="6502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3" name="Google Shape;3003;p40"/>
            <p:cNvSpPr/>
            <p:nvPr/>
          </p:nvSpPr>
          <p:spPr>
            <a:xfrm>
              <a:off x="5970675" y="3148425"/>
              <a:ext cx="260175" cy="142325"/>
            </a:xfrm>
            <a:custGeom>
              <a:rect b="b" l="l" r="r" t="t"/>
              <a:pathLst>
                <a:path extrusionOk="0" h="5693" w="10407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4" name="Google Shape;3004;p40"/>
            <p:cNvSpPr/>
            <p:nvPr/>
          </p:nvSpPr>
          <p:spPr>
            <a:xfrm>
              <a:off x="6090025" y="3098425"/>
              <a:ext cx="143800" cy="51825"/>
            </a:xfrm>
            <a:custGeom>
              <a:rect b="b" l="l" r="r" t="t"/>
              <a:pathLst>
                <a:path extrusionOk="0" h="2073" w="5752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5" name="Google Shape;3005;p40"/>
            <p:cNvSpPr/>
            <p:nvPr/>
          </p:nvSpPr>
          <p:spPr>
            <a:xfrm>
              <a:off x="6300775" y="3287725"/>
              <a:ext cx="102125" cy="186675"/>
            </a:xfrm>
            <a:custGeom>
              <a:rect b="b" l="l" r="r" t="t"/>
              <a:pathLst>
                <a:path extrusionOk="0" h="7467" w="4085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6" name="Google Shape;3006;p40"/>
            <p:cNvSpPr/>
            <p:nvPr/>
          </p:nvSpPr>
          <p:spPr>
            <a:xfrm>
              <a:off x="6228150" y="3143850"/>
              <a:ext cx="77125" cy="138250"/>
            </a:xfrm>
            <a:custGeom>
              <a:rect b="b" l="l" r="r" t="t"/>
              <a:pathLst>
                <a:path extrusionOk="0" h="5530" w="3085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7" name="Google Shape;3007;p40"/>
            <p:cNvSpPr/>
            <p:nvPr/>
          </p:nvSpPr>
          <p:spPr>
            <a:xfrm>
              <a:off x="6586525" y="3246075"/>
              <a:ext cx="3000" cy="3300"/>
            </a:xfrm>
            <a:custGeom>
              <a:rect b="b" l="l" r="r" t="t"/>
              <a:pathLst>
                <a:path extrusionOk="0" h="132" w="12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8" name="Google Shape;3008;p40"/>
            <p:cNvSpPr/>
            <p:nvPr/>
          </p:nvSpPr>
          <p:spPr>
            <a:xfrm>
              <a:off x="5970675" y="3248450"/>
              <a:ext cx="567350" cy="86050"/>
            </a:xfrm>
            <a:custGeom>
              <a:rect b="b" l="l" r="r" t="t"/>
              <a:pathLst>
                <a:path extrusionOk="0" h="3442" w="22694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9" name="Google Shape;3009;p40"/>
            <p:cNvSpPr/>
            <p:nvPr/>
          </p:nvSpPr>
          <p:spPr>
            <a:xfrm>
              <a:off x="6683850" y="3085625"/>
              <a:ext cx="305425" cy="89325"/>
            </a:xfrm>
            <a:custGeom>
              <a:rect b="b" l="l" r="r" t="t"/>
              <a:pathLst>
                <a:path extrusionOk="0" h="3573" w="12217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0" name="Google Shape;3010;p40"/>
            <p:cNvSpPr/>
            <p:nvPr/>
          </p:nvSpPr>
          <p:spPr>
            <a:xfrm>
              <a:off x="6585025" y="3175825"/>
              <a:ext cx="403650" cy="70850"/>
            </a:xfrm>
            <a:custGeom>
              <a:rect b="b" l="l" r="r" t="t"/>
              <a:pathLst>
                <a:path extrusionOk="0" h="2834" w="16146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1" name="Google Shape;3011;p40"/>
            <p:cNvSpPr/>
            <p:nvPr/>
          </p:nvSpPr>
          <p:spPr>
            <a:xfrm>
              <a:off x="6566575" y="3113300"/>
              <a:ext cx="76525" cy="112850"/>
            </a:xfrm>
            <a:custGeom>
              <a:rect b="b" l="l" r="r" t="t"/>
              <a:pathLst>
                <a:path extrusionOk="0" h="4514" w="3061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2" name="Google Shape;3012;p40"/>
            <p:cNvSpPr/>
            <p:nvPr/>
          </p:nvSpPr>
          <p:spPr>
            <a:xfrm>
              <a:off x="6412700" y="3263025"/>
              <a:ext cx="135750" cy="210775"/>
            </a:xfrm>
            <a:custGeom>
              <a:rect b="b" l="l" r="r" t="t"/>
              <a:pathLst>
                <a:path extrusionOk="0" h="8431" w="543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3" name="Google Shape;3013;p40"/>
            <p:cNvSpPr/>
            <p:nvPr/>
          </p:nvSpPr>
          <p:spPr>
            <a:xfrm>
              <a:off x="6420425" y="3178800"/>
              <a:ext cx="572425" cy="303325"/>
            </a:xfrm>
            <a:custGeom>
              <a:rect b="b" l="l" r="r" t="t"/>
              <a:pathLst>
                <a:path extrusionOk="0" h="12133" w="22897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4" name="Google Shape;3014;p40"/>
            <p:cNvSpPr/>
            <p:nvPr/>
          </p:nvSpPr>
          <p:spPr>
            <a:xfrm>
              <a:off x="6093300" y="3491025"/>
              <a:ext cx="300075" cy="161375"/>
            </a:xfrm>
            <a:custGeom>
              <a:rect b="b" l="l" r="r" t="t"/>
              <a:pathLst>
                <a:path extrusionOk="0" h="6455" w="12003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5" name="Google Shape;3015;p40"/>
            <p:cNvSpPr/>
            <p:nvPr/>
          </p:nvSpPr>
          <p:spPr>
            <a:xfrm>
              <a:off x="6187075" y="3708325"/>
              <a:ext cx="191425" cy="58075"/>
            </a:xfrm>
            <a:custGeom>
              <a:rect b="b" l="l" r="r" t="t"/>
              <a:pathLst>
                <a:path extrusionOk="0" h="2323" w="7657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6" name="Google Shape;3016;p40"/>
            <p:cNvSpPr/>
            <p:nvPr/>
          </p:nvSpPr>
          <p:spPr>
            <a:xfrm>
              <a:off x="5970675" y="3494300"/>
              <a:ext cx="107775" cy="154525"/>
            </a:xfrm>
            <a:custGeom>
              <a:rect b="b" l="l" r="r" t="t"/>
              <a:pathLst>
                <a:path extrusionOk="0" h="6181" w="4311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7" name="Google Shape;3017;p40"/>
            <p:cNvSpPr/>
            <p:nvPr/>
          </p:nvSpPr>
          <p:spPr>
            <a:xfrm>
              <a:off x="5970675" y="3658025"/>
              <a:ext cx="102725" cy="61925"/>
            </a:xfrm>
            <a:custGeom>
              <a:rect b="b" l="l" r="r" t="t"/>
              <a:pathLst>
                <a:path extrusionOk="0" h="2477" w="4109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8" name="Google Shape;3018;p40"/>
            <p:cNvSpPr/>
            <p:nvPr/>
          </p:nvSpPr>
          <p:spPr>
            <a:xfrm>
              <a:off x="6172775" y="3780950"/>
              <a:ext cx="177425" cy="231600"/>
            </a:xfrm>
            <a:custGeom>
              <a:rect b="b" l="l" r="r" t="t"/>
              <a:pathLst>
                <a:path extrusionOk="0" h="9264" w="7097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9" name="Google Shape;3019;p40"/>
            <p:cNvSpPr/>
            <p:nvPr/>
          </p:nvSpPr>
          <p:spPr>
            <a:xfrm>
              <a:off x="6354950" y="4022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0" name="Google Shape;3020;p40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1" name="Google Shape;3021;p40"/>
            <p:cNvSpPr/>
            <p:nvPr/>
          </p:nvSpPr>
          <p:spPr>
            <a:xfrm>
              <a:off x="6088250" y="3665750"/>
              <a:ext cx="70275" cy="92900"/>
            </a:xfrm>
            <a:custGeom>
              <a:rect b="b" l="l" r="r" t="t"/>
              <a:pathLst>
                <a:path extrusionOk="0" h="3716" w="2811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2" name="Google Shape;3022;p40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3" name="Google Shape;3023;p40"/>
            <p:cNvSpPr/>
            <p:nvPr/>
          </p:nvSpPr>
          <p:spPr>
            <a:xfrm>
              <a:off x="6355850" y="40211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4" name="Google Shape;3024;p40"/>
            <p:cNvSpPr/>
            <p:nvPr/>
          </p:nvSpPr>
          <p:spPr>
            <a:xfrm>
              <a:off x="6349900" y="3725000"/>
              <a:ext cx="47650" cy="294700"/>
            </a:xfrm>
            <a:custGeom>
              <a:rect b="b" l="l" r="r" t="t"/>
              <a:pathLst>
                <a:path extrusionOk="0" h="11788" w="1906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5" name="Google Shape;3025;p40"/>
            <p:cNvSpPr/>
            <p:nvPr/>
          </p:nvSpPr>
          <p:spPr>
            <a:xfrm>
              <a:off x="6354950" y="402205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6" name="Google Shape;3026;p40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7" name="Google Shape;3027;p40"/>
            <p:cNvSpPr/>
            <p:nvPr/>
          </p:nvSpPr>
          <p:spPr>
            <a:xfrm>
              <a:off x="6355850" y="40164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8" name="Google Shape;3028;p40"/>
            <p:cNvSpPr/>
            <p:nvPr/>
          </p:nvSpPr>
          <p:spPr>
            <a:xfrm>
              <a:off x="6155225" y="4019075"/>
              <a:ext cx="199750" cy="125625"/>
            </a:xfrm>
            <a:custGeom>
              <a:rect b="b" l="l" r="r" t="t"/>
              <a:pathLst>
                <a:path extrusionOk="0" h="5025" w="799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9" name="Google Shape;3029;p40"/>
            <p:cNvSpPr/>
            <p:nvPr/>
          </p:nvSpPr>
          <p:spPr>
            <a:xfrm>
              <a:off x="6356150" y="40211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0" name="Google Shape;3030;p40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1" name="Google Shape;3031;p40"/>
            <p:cNvSpPr/>
            <p:nvPr/>
          </p:nvSpPr>
          <p:spPr>
            <a:xfrm>
              <a:off x="6356150" y="40170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2" name="Google Shape;3032;p40"/>
            <p:cNvSpPr/>
            <p:nvPr/>
          </p:nvSpPr>
          <p:spPr>
            <a:xfrm>
              <a:off x="5970975" y="3781850"/>
              <a:ext cx="385775" cy="240975"/>
            </a:xfrm>
            <a:custGeom>
              <a:rect b="b" l="l" r="r" t="t"/>
              <a:pathLst>
                <a:path extrusionOk="0" h="9639" w="15431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3" name="Google Shape;3033;p40"/>
            <p:cNvSpPr/>
            <p:nvPr/>
          </p:nvSpPr>
          <p:spPr>
            <a:xfrm>
              <a:off x="6535325" y="3221950"/>
              <a:ext cx="50625" cy="50675"/>
            </a:xfrm>
            <a:custGeom>
              <a:rect b="b" l="l" r="r" t="t"/>
              <a:pathLst>
                <a:path extrusionOk="0" h="2027" w="2025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4" name="Google Shape;3034;p40"/>
            <p:cNvSpPr/>
            <p:nvPr/>
          </p:nvSpPr>
          <p:spPr>
            <a:xfrm>
              <a:off x="6615100" y="3045125"/>
              <a:ext cx="70575" cy="71475"/>
            </a:xfrm>
            <a:custGeom>
              <a:rect b="b" l="l" r="r" t="t"/>
              <a:pathLst>
                <a:path extrusionOk="0" h="2859" w="2823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5" name="Google Shape;3035;p40"/>
            <p:cNvSpPr/>
            <p:nvPr/>
          </p:nvSpPr>
          <p:spPr>
            <a:xfrm>
              <a:off x="5970675" y="2098000"/>
              <a:ext cx="13425" cy="55400"/>
            </a:xfrm>
            <a:custGeom>
              <a:rect b="b" l="l" r="r" t="t"/>
              <a:pathLst>
                <a:path extrusionOk="0" h="2216" w="537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6" name="Google Shape;3036;p40"/>
            <p:cNvSpPr/>
            <p:nvPr/>
          </p:nvSpPr>
          <p:spPr>
            <a:xfrm>
              <a:off x="6103125" y="1404475"/>
              <a:ext cx="36950" cy="36050"/>
            </a:xfrm>
            <a:custGeom>
              <a:rect b="b" l="l" r="r" t="t"/>
              <a:pathLst>
                <a:path extrusionOk="0" h="1442" w="1478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7" name="Google Shape;3037;p40"/>
            <p:cNvSpPr/>
            <p:nvPr/>
          </p:nvSpPr>
          <p:spPr>
            <a:xfrm>
              <a:off x="6109075" y="1694975"/>
              <a:ext cx="37250" cy="36950"/>
            </a:xfrm>
            <a:custGeom>
              <a:rect b="b" l="l" r="r" t="t"/>
              <a:pathLst>
                <a:path extrusionOk="0" h="1478" w="149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8" name="Google Shape;3038;p40"/>
            <p:cNvSpPr/>
            <p:nvPr/>
          </p:nvSpPr>
          <p:spPr>
            <a:xfrm>
              <a:off x="6425200" y="2059300"/>
              <a:ext cx="25925" cy="25325"/>
            </a:xfrm>
            <a:custGeom>
              <a:rect b="b" l="l" r="r" t="t"/>
              <a:pathLst>
                <a:path extrusionOk="0" h="1013" w="1037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9" name="Google Shape;3039;p40"/>
            <p:cNvSpPr/>
            <p:nvPr/>
          </p:nvSpPr>
          <p:spPr>
            <a:xfrm>
              <a:off x="6057300" y="3078375"/>
              <a:ext cx="35725" cy="35300"/>
            </a:xfrm>
            <a:custGeom>
              <a:rect b="b" l="l" r="r" t="t"/>
              <a:pathLst>
                <a:path extrusionOk="0" h="1412" w="1429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0" name="Google Shape;3040;p40"/>
            <p:cNvSpPr/>
            <p:nvPr/>
          </p:nvSpPr>
          <p:spPr>
            <a:xfrm>
              <a:off x="6380550" y="2852850"/>
              <a:ext cx="35750" cy="35750"/>
            </a:xfrm>
            <a:custGeom>
              <a:rect b="b" l="l" r="r" t="t"/>
              <a:pathLst>
                <a:path extrusionOk="0" h="1430" w="143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1" name="Google Shape;3041;p40"/>
            <p:cNvSpPr/>
            <p:nvPr/>
          </p:nvSpPr>
          <p:spPr>
            <a:xfrm>
              <a:off x="6112050" y="2933525"/>
              <a:ext cx="25625" cy="25350"/>
            </a:xfrm>
            <a:custGeom>
              <a:rect b="b" l="l" r="r" t="t"/>
              <a:pathLst>
                <a:path extrusionOk="0" h="1014" w="1025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2" name="Google Shape;3042;p40"/>
            <p:cNvSpPr/>
            <p:nvPr/>
          </p:nvSpPr>
          <p:spPr>
            <a:xfrm>
              <a:off x="6306125" y="3104075"/>
              <a:ext cx="25925" cy="25350"/>
            </a:xfrm>
            <a:custGeom>
              <a:rect b="b" l="l" r="r" t="t"/>
              <a:pathLst>
                <a:path extrusionOk="0" h="1014" w="1037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3" name="Google Shape;3043;p40"/>
            <p:cNvSpPr/>
            <p:nvPr/>
          </p:nvSpPr>
          <p:spPr>
            <a:xfrm>
              <a:off x="6408525" y="2464700"/>
              <a:ext cx="25325" cy="25350"/>
            </a:xfrm>
            <a:custGeom>
              <a:rect b="b" l="l" r="r" t="t"/>
              <a:pathLst>
                <a:path extrusionOk="0" h="1014" w="1013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4" name="Google Shape;3044;p40"/>
            <p:cNvSpPr/>
            <p:nvPr/>
          </p:nvSpPr>
          <p:spPr>
            <a:xfrm>
              <a:off x="6123675" y="2252200"/>
              <a:ext cx="25325" cy="25625"/>
            </a:xfrm>
            <a:custGeom>
              <a:rect b="b" l="l" r="r" t="t"/>
              <a:pathLst>
                <a:path extrusionOk="0" h="1025" w="1013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5" name="Google Shape;3045;p40"/>
            <p:cNvSpPr/>
            <p:nvPr/>
          </p:nvSpPr>
          <p:spPr>
            <a:xfrm>
              <a:off x="6508250" y="1603550"/>
              <a:ext cx="25625" cy="25400"/>
            </a:xfrm>
            <a:custGeom>
              <a:rect b="b" l="l" r="r" t="t"/>
              <a:pathLst>
                <a:path extrusionOk="0" h="1016" w="1025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6" name="Google Shape;3046;p40"/>
            <p:cNvSpPr/>
            <p:nvPr/>
          </p:nvSpPr>
          <p:spPr>
            <a:xfrm>
              <a:off x="6389175" y="3469300"/>
              <a:ext cx="36650" cy="35450"/>
            </a:xfrm>
            <a:custGeom>
              <a:rect b="b" l="l" r="r" t="t"/>
              <a:pathLst>
                <a:path extrusionOk="0" h="1418" w="1466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7" name="Google Shape;3047;p40"/>
            <p:cNvSpPr/>
            <p:nvPr/>
          </p:nvSpPr>
          <p:spPr>
            <a:xfrm>
              <a:off x="6987775" y="3156175"/>
              <a:ext cx="36325" cy="35750"/>
            </a:xfrm>
            <a:custGeom>
              <a:rect b="b" l="l" r="r" t="t"/>
              <a:pathLst>
                <a:path extrusionOk="0" h="1430" w="1453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8" name="Google Shape;3048;p40"/>
            <p:cNvSpPr/>
            <p:nvPr/>
          </p:nvSpPr>
          <p:spPr>
            <a:xfrm>
              <a:off x="6376075" y="3686575"/>
              <a:ext cx="40225" cy="39625"/>
            </a:xfrm>
            <a:custGeom>
              <a:rect b="b" l="l" r="r" t="t"/>
              <a:pathLst>
                <a:path extrusionOk="0" h="1585" w="1609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9" name="Google Shape;3049;p40"/>
            <p:cNvSpPr/>
            <p:nvPr/>
          </p:nvSpPr>
          <p:spPr>
            <a:xfrm>
              <a:off x="6069500" y="3642400"/>
              <a:ext cx="29200" cy="28375"/>
            </a:xfrm>
            <a:custGeom>
              <a:rect b="b" l="l" r="r" t="t"/>
              <a:pathLst>
                <a:path extrusionOk="0" h="1135" w="1168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0" name="Google Shape;3050;p40"/>
            <p:cNvSpPr/>
            <p:nvPr/>
          </p:nvSpPr>
          <p:spPr>
            <a:xfrm>
              <a:off x="6322200" y="2992450"/>
              <a:ext cx="14925" cy="14025"/>
            </a:xfrm>
            <a:custGeom>
              <a:rect b="b" l="l" r="r" t="t"/>
              <a:pathLst>
                <a:path extrusionOk="0" h="561" w="597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1" name="Google Shape;3051;p40"/>
            <p:cNvSpPr/>
            <p:nvPr/>
          </p:nvSpPr>
          <p:spPr>
            <a:xfrm>
              <a:off x="6251950" y="2719800"/>
              <a:ext cx="14925" cy="14925"/>
            </a:xfrm>
            <a:custGeom>
              <a:rect b="b" l="l" r="r" t="t"/>
              <a:pathLst>
                <a:path extrusionOk="0" h="597" w="597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2" name="Google Shape;3052;p40"/>
            <p:cNvSpPr/>
            <p:nvPr/>
          </p:nvSpPr>
          <p:spPr>
            <a:xfrm>
              <a:off x="6174575" y="2838875"/>
              <a:ext cx="14900" cy="14300"/>
            </a:xfrm>
            <a:custGeom>
              <a:rect b="b" l="l" r="r" t="t"/>
              <a:pathLst>
                <a:path extrusionOk="0" h="572" w="596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3" name="Google Shape;3053;p40"/>
            <p:cNvSpPr/>
            <p:nvPr/>
          </p:nvSpPr>
          <p:spPr>
            <a:xfrm>
              <a:off x="6164450" y="2236725"/>
              <a:ext cx="14600" cy="14600"/>
            </a:xfrm>
            <a:custGeom>
              <a:rect b="b" l="l" r="r" t="t"/>
              <a:pathLst>
                <a:path extrusionOk="0" h="584" w="584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4" name="Google Shape;3054;p40"/>
            <p:cNvSpPr/>
            <p:nvPr/>
          </p:nvSpPr>
          <p:spPr>
            <a:xfrm>
              <a:off x="5982275" y="2068825"/>
              <a:ext cx="14325" cy="14625"/>
            </a:xfrm>
            <a:custGeom>
              <a:rect b="b" l="l" r="r" t="t"/>
              <a:pathLst>
                <a:path extrusionOk="0" h="585" w="573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5" name="Google Shape;3055;p40"/>
            <p:cNvSpPr/>
            <p:nvPr/>
          </p:nvSpPr>
          <p:spPr>
            <a:xfrm>
              <a:off x="6225775" y="1468775"/>
              <a:ext cx="14900" cy="14425"/>
            </a:xfrm>
            <a:custGeom>
              <a:rect b="b" l="l" r="r" t="t"/>
              <a:pathLst>
                <a:path extrusionOk="0" h="577" w="596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6" name="Google Shape;3056;p40"/>
            <p:cNvSpPr/>
            <p:nvPr/>
          </p:nvSpPr>
          <p:spPr>
            <a:xfrm>
              <a:off x="6000750" y="1963775"/>
              <a:ext cx="14600" cy="14300"/>
            </a:xfrm>
            <a:custGeom>
              <a:rect b="b" l="l" r="r" t="t"/>
              <a:pathLst>
                <a:path extrusionOk="0" h="572" w="584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7" name="Google Shape;3057;p40"/>
            <p:cNvSpPr/>
            <p:nvPr/>
          </p:nvSpPr>
          <p:spPr>
            <a:xfrm>
              <a:off x="6232600" y="2329000"/>
              <a:ext cx="14925" cy="14900"/>
            </a:xfrm>
            <a:custGeom>
              <a:rect b="b" l="l" r="r" t="t"/>
              <a:pathLst>
                <a:path extrusionOk="0" h="596" w="597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8" name="Google Shape;3058;p40"/>
            <p:cNvSpPr/>
            <p:nvPr/>
          </p:nvSpPr>
          <p:spPr>
            <a:xfrm>
              <a:off x="6047175" y="2542100"/>
              <a:ext cx="14900" cy="14625"/>
            </a:xfrm>
            <a:custGeom>
              <a:rect b="b" l="l" r="r" t="t"/>
              <a:pathLst>
                <a:path extrusionOk="0" h="585" w="596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9" name="Google Shape;3059;p40"/>
            <p:cNvSpPr/>
            <p:nvPr/>
          </p:nvSpPr>
          <p:spPr>
            <a:xfrm>
              <a:off x="6294225" y="2244150"/>
              <a:ext cx="14900" cy="14650"/>
            </a:xfrm>
            <a:custGeom>
              <a:rect b="b" l="l" r="r" t="t"/>
              <a:pathLst>
                <a:path extrusionOk="0" h="586" w="596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0" name="Google Shape;3060;p40"/>
            <p:cNvSpPr/>
            <p:nvPr/>
          </p:nvSpPr>
          <p:spPr>
            <a:xfrm>
              <a:off x="6151950" y="3747600"/>
              <a:ext cx="36625" cy="36350"/>
            </a:xfrm>
            <a:custGeom>
              <a:rect b="b" l="l" r="r" t="t"/>
              <a:pathLst>
                <a:path extrusionOk="0" h="1454" w="1465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61" name="Google Shape;3061;p40"/>
          <p:cNvGrpSpPr/>
          <p:nvPr/>
        </p:nvGrpSpPr>
        <p:grpSpPr>
          <a:xfrm flipH="1">
            <a:off x="19300528" y="73"/>
            <a:ext cx="5083696" cy="13715692"/>
            <a:chOff x="5970375" y="1301775"/>
            <a:chExt cx="1053725" cy="2842925"/>
          </a:xfrm>
        </p:grpSpPr>
        <p:sp>
          <p:nvSpPr>
            <p:cNvPr id="3062" name="Google Shape;3062;p40"/>
            <p:cNvSpPr/>
            <p:nvPr/>
          </p:nvSpPr>
          <p:spPr>
            <a:xfrm>
              <a:off x="6219225" y="1995325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3" name="Google Shape;3063;p40"/>
            <p:cNvSpPr/>
            <p:nvPr/>
          </p:nvSpPr>
          <p:spPr>
            <a:xfrm>
              <a:off x="6136175" y="2102475"/>
              <a:ext cx="53900" cy="152425"/>
            </a:xfrm>
            <a:custGeom>
              <a:rect b="b" l="l" r="r" t="t"/>
              <a:pathLst>
                <a:path extrusionOk="0" h="6097" w="2156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4" name="Google Shape;3064;p40"/>
            <p:cNvSpPr/>
            <p:nvPr/>
          </p:nvSpPr>
          <p:spPr>
            <a:xfrm>
              <a:off x="6184700" y="2002450"/>
              <a:ext cx="34250" cy="92900"/>
            </a:xfrm>
            <a:custGeom>
              <a:rect b="b" l="l" r="r" t="t"/>
              <a:pathLst>
                <a:path extrusionOk="0" h="3716" w="137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5" name="Google Shape;3065;p40"/>
            <p:cNvSpPr/>
            <p:nvPr/>
          </p:nvSpPr>
          <p:spPr>
            <a:xfrm>
              <a:off x="6221900" y="1997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6" name="Google Shape;3066;p40"/>
            <p:cNvSpPr/>
            <p:nvPr/>
          </p:nvSpPr>
          <p:spPr>
            <a:xfrm>
              <a:off x="6312675" y="2223325"/>
              <a:ext cx="108075" cy="243800"/>
            </a:xfrm>
            <a:custGeom>
              <a:rect b="b" l="l" r="r" t="t"/>
              <a:pathLst>
                <a:path extrusionOk="0" h="9752" w="4323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7" name="Google Shape;3067;p40"/>
            <p:cNvSpPr/>
            <p:nvPr/>
          </p:nvSpPr>
          <p:spPr>
            <a:xfrm>
              <a:off x="6255225" y="2095025"/>
              <a:ext cx="59275" cy="127725"/>
            </a:xfrm>
            <a:custGeom>
              <a:rect b="b" l="l" r="r" t="t"/>
              <a:pathLst>
                <a:path extrusionOk="0" h="5109" w="2371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8" name="Google Shape;3068;p40"/>
            <p:cNvSpPr/>
            <p:nvPr/>
          </p:nvSpPr>
          <p:spPr>
            <a:xfrm>
              <a:off x="6215350" y="1997100"/>
              <a:ext cx="44675" cy="91100"/>
            </a:xfrm>
            <a:custGeom>
              <a:rect b="b" l="l" r="r" t="t"/>
              <a:pathLst>
                <a:path extrusionOk="0" h="3644" w="1787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9" name="Google Shape;3069;p40"/>
            <p:cNvSpPr/>
            <p:nvPr/>
          </p:nvSpPr>
          <p:spPr>
            <a:xfrm>
              <a:off x="6221300" y="1996500"/>
              <a:ext cx="625" cy="625"/>
            </a:xfrm>
            <a:custGeom>
              <a:rect b="b" l="l" r="r" t="t"/>
              <a:pathLst>
                <a:path extrusionOk="0" h="25" w="25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0" name="Google Shape;3070;p40"/>
            <p:cNvSpPr/>
            <p:nvPr/>
          </p:nvSpPr>
          <p:spPr>
            <a:xfrm>
              <a:off x="6220700" y="1995900"/>
              <a:ext cx="325" cy="625"/>
            </a:xfrm>
            <a:custGeom>
              <a:rect b="b" l="l" r="r" t="t"/>
              <a:pathLst>
                <a:path extrusionOk="0" h="25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1" name="Google Shape;3071;p40"/>
            <p:cNvSpPr/>
            <p:nvPr/>
          </p:nvSpPr>
          <p:spPr>
            <a:xfrm>
              <a:off x="6218925" y="1995325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2" name="Google Shape;3072;p40"/>
            <p:cNvSpPr/>
            <p:nvPr/>
          </p:nvSpPr>
          <p:spPr>
            <a:xfrm>
              <a:off x="6231425" y="1302075"/>
              <a:ext cx="94675" cy="169400"/>
            </a:xfrm>
            <a:custGeom>
              <a:rect b="b" l="l" r="r" t="t"/>
              <a:pathLst>
                <a:path extrusionOk="0" h="6776" w="3787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3" name="Google Shape;3073;p40"/>
            <p:cNvSpPr/>
            <p:nvPr/>
          </p:nvSpPr>
          <p:spPr>
            <a:xfrm>
              <a:off x="6115625" y="1301775"/>
              <a:ext cx="69975" cy="103900"/>
            </a:xfrm>
            <a:custGeom>
              <a:rect b="b" l="l" r="r" t="t"/>
              <a:pathLst>
                <a:path extrusionOk="0" h="4156" w="2799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4" name="Google Shape;3074;p40"/>
            <p:cNvSpPr/>
            <p:nvPr/>
          </p:nvSpPr>
          <p:spPr>
            <a:xfrm>
              <a:off x="5970675" y="1427100"/>
              <a:ext cx="136650" cy="81875"/>
            </a:xfrm>
            <a:custGeom>
              <a:rect b="b" l="l" r="r" t="t"/>
              <a:pathLst>
                <a:path extrusionOk="0" h="3275" w="5466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5" name="Google Shape;3075;p40"/>
            <p:cNvSpPr/>
            <p:nvPr/>
          </p:nvSpPr>
          <p:spPr>
            <a:xfrm>
              <a:off x="6136175" y="1427100"/>
              <a:ext cx="92600" cy="51500"/>
            </a:xfrm>
            <a:custGeom>
              <a:rect b="b" l="l" r="r" t="t"/>
              <a:pathLst>
                <a:path extrusionOk="0" h="2060" w="3704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6" name="Google Shape;3076;p40"/>
            <p:cNvSpPr/>
            <p:nvPr/>
          </p:nvSpPr>
          <p:spPr>
            <a:xfrm>
              <a:off x="6237075" y="1476500"/>
              <a:ext cx="274475" cy="138425"/>
            </a:xfrm>
            <a:custGeom>
              <a:rect b="b" l="l" r="r" t="t"/>
              <a:pathLst>
                <a:path extrusionOk="0" h="5537" w="10979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7" name="Google Shape;3077;p40"/>
            <p:cNvSpPr/>
            <p:nvPr/>
          </p:nvSpPr>
          <p:spPr>
            <a:xfrm>
              <a:off x="6132900" y="1482450"/>
              <a:ext cx="104800" cy="217325"/>
            </a:xfrm>
            <a:custGeom>
              <a:rect b="b" l="l" r="r" t="t"/>
              <a:pathLst>
                <a:path extrusionOk="0" h="8693" w="4192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8" name="Google Shape;3078;p40"/>
            <p:cNvSpPr/>
            <p:nvPr/>
          </p:nvSpPr>
          <p:spPr>
            <a:xfrm>
              <a:off x="6007575" y="1728325"/>
              <a:ext cx="116725" cy="237850"/>
            </a:xfrm>
            <a:custGeom>
              <a:rect b="b" l="l" r="r" t="t"/>
              <a:pathLst>
                <a:path extrusionOk="0" h="9514" w="4669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9" name="Google Shape;3079;p40"/>
            <p:cNvSpPr/>
            <p:nvPr/>
          </p:nvSpPr>
          <p:spPr>
            <a:xfrm>
              <a:off x="6143900" y="1616400"/>
              <a:ext cx="367050" cy="96175"/>
            </a:xfrm>
            <a:custGeom>
              <a:rect b="b" l="l" r="r" t="t"/>
              <a:pathLst>
                <a:path extrusionOk="0" h="3847" w="14682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0" name="Google Shape;3080;p40"/>
            <p:cNvSpPr/>
            <p:nvPr/>
          </p:nvSpPr>
          <p:spPr>
            <a:xfrm>
              <a:off x="5970375" y="1714025"/>
              <a:ext cx="140525" cy="44075"/>
            </a:xfrm>
            <a:custGeom>
              <a:rect b="b" l="l" r="r" t="t"/>
              <a:pathLst>
                <a:path extrusionOk="0" h="1763" w="5621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1" name="Google Shape;3081;p40"/>
            <p:cNvSpPr/>
            <p:nvPr/>
          </p:nvSpPr>
          <p:spPr>
            <a:xfrm>
              <a:off x="5970675" y="1973575"/>
              <a:ext cx="37525" cy="103625"/>
            </a:xfrm>
            <a:custGeom>
              <a:rect b="b" l="l" r="r" t="t"/>
              <a:pathLst>
                <a:path extrusionOk="0" h="4145" w="1501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2" name="Google Shape;3082;p40"/>
            <p:cNvSpPr/>
            <p:nvPr/>
          </p:nvSpPr>
          <p:spPr>
            <a:xfrm>
              <a:off x="5970675" y="1952450"/>
              <a:ext cx="34250" cy="18775"/>
            </a:xfrm>
            <a:custGeom>
              <a:rect b="b" l="l" r="r" t="t"/>
              <a:pathLst>
                <a:path extrusionOk="0" h="751" w="137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3" name="Google Shape;3083;p40"/>
            <p:cNvSpPr/>
            <p:nvPr/>
          </p:nvSpPr>
          <p:spPr>
            <a:xfrm>
              <a:off x="6014125" y="1966450"/>
              <a:ext cx="208100" cy="36925"/>
            </a:xfrm>
            <a:custGeom>
              <a:rect b="b" l="l" r="r" t="t"/>
              <a:pathLst>
                <a:path extrusionOk="0" h="1477" w="8324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4" name="Google Shape;3084;p40"/>
            <p:cNvSpPr/>
            <p:nvPr/>
          </p:nvSpPr>
          <p:spPr>
            <a:xfrm>
              <a:off x="5982875" y="2070275"/>
              <a:ext cx="442350" cy="54550"/>
            </a:xfrm>
            <a:custGeom>
              <a:rect b="b" l="l" r="r" t="t"/>
              <a:pathLst>
                <a:path extrusionOk="0" h="2182" w="17694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5" name="Google Shape;3085;p40"/>
            <p:cNvSpPr/>
            <p:nvPr/>
          </p:nvSpPr>
          <p:spPr>
            <a:xfrm>
              <a:off x="5975150" y="2142950"/>
              <a:ext cx="153600" cy="118500"/>
            </a:xfrm>
            <a:custGeom>
              <a:rect b="b" l="l" r="r" t="t"/>
              <a:pathLst>
                <a:path extrusionOk="0" h="4740" w="6144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6" name="Google Shape;3086;p40"/>
            <p:cNvSpPr/>
            <p:nvPr/>
          </p:nvSpPr>
          <p:spPr>
            <a:xfrm>
              <a:off x="6230825" y="2337325"/>
              <a:ext cx="183375" cy="136050"/>
            </a:xfrm>
            <a:custGeom>
              <a:rect b="b" l="l" r="r" t="t"/>
              <a:pathLst>
                <a:path extrusionOk="0" h="5442" w="7335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7" name="Google Shape;3087;p40"/>
            <p:cNvSpPr/>
            <p:nvPr/>
          </p:nvSpPr>
          <p:spPr>
            <a:xfrm>
              <a:off x="6143325" y="2269750"/>
              <a:ext cx="85750" cy="66400"/>
            </a:xfrm>
            <a:custGeom>
              <a:rect b="b" l="l" r="r" t="t"/>
              <a:pathLst>
                <a:path extrusionOk="0" h="2656" w="343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8" name="Google Shape;3088;p40"/>
            <p:cNvSpPr/>
            <p:nvPr/>
          </p:nvSpPr>
          <p:spPr>
            <a:xfrm>
              <a:off x="6078425" y="2276900"/>
              <a:ext cx="62225" cy="254225"/>
            </a:xfrm>
            <a:custGeom>
              <a:rect b="b" l="l" r="r" t="t"/>
              <a:pathLst>
                <a:path extrusionOk="0" h="10169" w="2489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9" name="Google Shape;3089;p40"/>
            <p:cNvSpPr/>
            <p:nvPr/>
          </p:nvSpPr>
          <p:spPr>
            <a:xfrm>
              <a:off x="6173375" y="2632600"/>
              <a:ext cx="89325" cy="90200"/>
            </a:xfrm>
            <a:custGeom>
              <a:rect b="b" l="l" r="r" t="t"/>
              <a:pathLst>
                <a:path extrusionOk="0" h="3608" w="3573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0" name="Google Shape;3090;p40"/>
            <p:cNvSpPr/>
            <p:nvPr/>
          </p:nvSpPr>
          <p:spPr>
            <a:xfrm>
              <a:off x="6264450" y="2726650"/>
              <a:ext cx="124750" cy="133975"/>
            </a:xfrm>
            <a:custGeom>
              <a:rect b="b" l="l" r="r" t="t"/>
              <a:pathLst>
                <a:path extrusionOk="0" h="5359" w="499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1" name="Google Shape;3091;p40"/>
            <p:cNvSpPr/>
            <p:nvPr/>
          </p:nvSpPr>
          <p:spPr>
            <a:xfrm>
              <a:off x="6082000" y="2532575"/>
              <a:ext cx="92900" cy="98250"/>
            </a:xfrm>
            <a:custGeom>
              <a:rect b="b" l="l" r="r" t="t"/>
              <a:pathLst>
                <a:path extrusionOk="0" h="3930" w="3716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2" name="Google Shape;3092;p40"/>
            <p:cNvSpPr/>
            <p:nvPr/>
          </p:nvSpPr>
          <p:spPr>
            <a:xfrm>
              <a:off x="5970975" y="2070325"/>
              <a:ext cx="455725" cy="618550"/>
            </a:xfrm>
            <a:custGeom>
              <a:rect b="b" l="l" r="r" t="t"/>
              <a:pathLst>
                <a:path extrusionOk="0" h="24742" w="18229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3" name="Google Shape;3093;p40"/>
            <p:cNvSpPr/>
            <p:nvPr/>
          </p:nvSpPr>
          <p:spPr>
            <a:xfrm>
              <a:off x="6432625" y="2473600"/>
              <a:ext cx="5700" cy="9000"/>
            </a:xfrm>
            <a:custGeom>
              <a:rect b="b" l="l" r="r" t="t"/>
              <a:pathLst>
                <a:path extrusionOk="0" h="360" w="228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4" name="Google Shape;3094;p40"/>
            <p:cNvSpPr/>
            <p:nvPr/>
          </p:nvSpPr>
          <p:spPr>
            <a:xfrm>
              <a:off x="5970675" y="2486150"/>
              <a:ext cx="441150" cy="271775"/>
            </a:xfrm>
            <a:custGeom>
              <a:rect b="b" l="l" r="r" t="t"/>
              <a:pathLst>
                <a:path extrusionOk="0" h="10871" w="17646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5" name="Google Shape;3095;p40"/>
            <p:cNvSpPr/>
            <p:nvPr/>
          </p:nvSpPr>
          <p:spPr>
            <a:xfrm>
              <a:off x="5970675" y="2940975"/>
              <a:ext cx="97050" cy="144075"/>
            </a:xfrm>
            <a:custGeom>
              <a:rect b="b" l="l" r="r" t="t"/>
              <a:pathLst>
                <a:path extrusionOk="0" h="5763" w="3882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6" name="Google Shape;3096;p40"/>
            <p:cNvSpPr/>
            <p:nvPr/>
          </p:nvSpPr>
          <p:spPr>
            <a:xfrm>
              <a:off x="6244225" y="2877875"/>
              <a:ext cx="142300" cy="98825"/>
            </a:xfrm>
            <a:custGeom>
              <a:rect b="b" l="l" r="r" t="t"/>
              <a:pathLst>
                <a:path extrusionOk="0" h="3953" w="5692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7" name="Google Shape;3097;p40"/>
            <p:cNvSpPr/>
            <p:nvPr/>
          </p:nvSpPr>
          <p:spPr>
            <a:xfrm>
              <a:off x="6087350" y="2980250"/>
              <a:ext cx="158375" cy="109575"/>
            </a:xfrm>
            <a:custGeom>
              <a:rect b="b" l="l" r="r" t="t"/>
              <a:pathLst>
                <a:path extrusionOk="0" h="4383" w="6335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8" name="Google Shape;3098;p40"/>
            <p:cNvSpPr/>
            <p:nvPr/>
          </p:nvSpPr>
          <p:spPr>
            <a:xfrm>
              <a:off x="6127250" y="2732300"/>
              <a:ext cx="137825" cy="205425"/>
            </a:xfrm>
            <a:custGeom>
              <a:rect b="b" l="l" r="r" t="t"/>
              <a:pathLst>
                <a:path extrusionOk="0" h="8217" w="5513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9" name="Google Shape;3099;p40"/>
            <p:cNvSpPr/>
            <p:nvPr/>
          </p:nvSpPr>
          <p:spPr>
            <a:xfrm>
              <a:off x="6263575" y="2486150"/>
              <a:ext cx="153900" cy="243500"/>
            </a:xfrm>
            <a:custGeom>
              <a:rect b="b" l="l" r="r" t="t"/>
              <a:pathLst>
                <a:path extrusionOk="0" h="9740" w="6156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0" name="Google Shape;3100;p40"/>
            <p:cNvSpPr/>
            <p:nvPr/>
          </p:nvSpPr>
          <p:spPr>
            <a:xfrm>
              <a:off x="6396025" y="2489125"/>
              <a:ext cx="29200" cy="364050"/>
            </a:xfrm>
            <a:custGeom>
              <a:rect b="b" l="l" r="r" t="t"/>
              <a:pathLst>
                <a:path extrusionOk="0" h="14562" w="1168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1" name="Google Shape;3101;p40"/>
            <p:cNvSpPr/>
            <p:nvPr/>
          </p:nvSpPr>
          <p:spPr>
            <a:xfrm>
              <a:off x="6426100" y="2483775"/>
              <a:ext cx="571225" cy="679875"/>
            </a:xfrm>
            <a:custGeom>
              <a:rect b="b" l="l" r="r" t="t"/>
              <a:pathLst>
                <a:path extrusionOk="0" h="27195" w="22849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2" name="Google Shape;3102;p40"/>
            <p:cNvSpPr/>
            <p:nvPr/>
          </p:nvSpPr>
          <p:spPr>
            <a:xfrm>
              <a:off x="6408525" y="2878750"/>
              <a:ext cx="217325" cy="182800"/>
            </a:xfrm>
            <a:custGeom>
              <a:rect b="b" l="l" r="r" t="t"/>
              <a:pathLst>
                <a:path extrusionOk="0" h="7312" w="8693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3" name="Google Shape;3103;p40"/>
            <p:cNvSpPr/>
            <p:nvPr/>
          </p:nvSpPr>
          <p:spPr>
            <a:xfrm>
              <a:off x="6323100" y="3003175"/>
              <a:ext cx="1800" cy="1525"/>
            </a:xfrm>
            <a:custGeom>
              <a:rect b="b" l="l" r="r" t="t"/>
              <a:pathLst>
                <a:path extrusionOk="0" h="61" w="72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4" name="Google Shape;3104;p40"/>
            <p:cNvSpPr/>
            <p:nvPr/>
          </p:nvSpPr>
          <p:spPr>
            <a:xfrm>
              <a:off x="6135275" y="2944250"/>
              <a:ext cx="183975" cy="57750"/>
            </a:xfrm>
            <a:custGeom>
              <a:rect b="b" l="l" r="r" t="t"/>
              <a:pathLst>
                <a:path extrusionOk="0" h="2310" w="7359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5" name="Google Shape;3105;p40"/>
            <p:cNvSpPr/>
            <p:nvPr/>
          </p:nvSpPr>
          <p:spPr>
            <a:xfrm>
              <a:off x="6331425" y="3000200"/>
              <a:ext cx="284000" cy="85150"/>
            </a:xfrm>
            <a:custGeom>
              <a:rect b="b" l="l" r="r" t="t"/>
              <a:pathLst>
                <a:path extrusionOk="0" h="3406" w="1136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6" name="Google Shape;3106;p40"/>
            <p:cNvSpPr/>
            <p:nvPr/>
          </p:nvSpPr>
          <p:spPr>
            <a:xfrm>
              <a:off x="6231125" y="2883825"/>
              <a:ext cx="162550" cy="263450"/>
            </a:xfrm>
            <a:custGeom>
              <a:rect b="b" l="l" r="r" t="t"/>
              <a:pathLst>
                <a:path extrusionOk="0" h="10538" w="6502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7" name="Google Shape;3107;p40"/>
            <p:cNvSpPr/>
            <p:nvPr/>
          </p:nvSpPr>
          <p:spPr>
            <a:xfrm>
              <a:off x="5970675" y="3148425"/>
              <a:ext cx="260175" cy="142325"/>
            </a:xfrm>
            <a:custGeom>
              <a:rect b="b" l="l" r="r" t="t"/>
              <a:pathLst>
                <a:path extrusionOk="0" h="5693" w="10407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8" name="Google Shape;3108;p40"/>
            <p:cNvSpPr/>
            <p:nvPr/>
          </p:nvSpPr>
          <p:spPr>
            <a:xfrm>
              <a:off x="6090025" y="3098425"/>
              <a:ext cx="143800" cy="51825"/>
            </a:xfrm>
            <a:custGeom>
              <a:rect b="b" l="l" r="r" t="t"/>
              <a:pathLst>
                <a:path extrusionOk="0" h="2073" w="5752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9" name="Google Shape;3109;p40"/>
            <p:cNvSpPr/>
            <p:nvPr/>
          </p:nvSpPr>
          <p:spPr>
            <a:xfrm>
              <a:off x="6300775" y="3287725"/>
              <a:ext cx="102125" cy="186675"/>
            </a:xfrm>
            <a:custGeom>
              <a:rect b="b" l="l" r="r" t="t"/>
              <a:pathLst>
                <a:path extrusionOk="0" h="7467" w="4085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0" name="Google Shape;3110;p40"/>
            <p:cNvSpPr/>
            <p:nvPr/>
          </p:nvSpPr>
          <p:spPr>
            <a:xfrm>
              <a:off x="6228150" y="3143850"/>
              <a:ext cx="77125" cy="138250"/>
            </a:xfrm>
            <a:custGeom>
              <a:rect b="b" l="l" r="r" t="t"/>
              <a:pathLst>
                <a:path extrusionOk="0" h="5530" w="3085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1" name="Google Shape;3111;p40"/>
            <p:cNvSpPr/>
            <p:nvPr/>
          </p:nvSpPr>
          <p:spPr>
            <a:xfrm>
              <a:off x="6586525" y="3246075"/>
              <a:ext cx="3000" cy="3300"/>
            </a:xfrm>
            <a:custGeom>
              <a:rect b="b" l="l" r="r" t="t"/>
              <a:pathLst>
                <a:path extrusionOk="0" h="132" w="12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2" name="Google Shape;3112;p40"/>
            <p:cNvSpPr/>
            <p:nvPr/>
          </p:nvSpPr>
          <p:spPr>
            <a:xfrm>
              <a:off x="5970675" y="3248450"/>
              <a:ext cx="567350" cy="86050"/>
            </a:xfrm>
            <a:custGeom>
              <a:rect b="b" l="l" r="r" t="t"/>
              <a:pathLst>
                <a:path extrusionOk="0" h="3442" w="22694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3" name="Google Shape;3113;p40"/>
            <p:cNvSpPr/>
            <p:nvPr/>
          </p:nvSpPr>
          <p:spPr>
            <a:xfrm>
              <a:off x="6683850" y="3085625"/>
              <a:ext cx="305425" cy="89325"/>
            </a:xfrm>
            <a:custGeom>
              <a:rect b="b" l="l" r="r" t="t"/>
              <a:pathLst>
                <a:path extrusionOk="0" h="3573" w="12217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4" name="Google Shape;3114;p40"/>
            <p:cNvSpPr/>
            <p:nvPr/>
          </p:nvSpPr>
          <p:spPr>
            <a:xfrm>
              <a:off x="6585025" y="3175825"/>
              <a:ext cx="403650" cy="70850"/>
            </a:xfrm>
            <a:custGeom>
              <a:rect b="b" l="l" r="r" t="t"/>
              <a:pathLst>
                <a:path extrusionOk="0" h="2834" w="16146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5" name="Google Shape;3115;p40"/>
            <p:cNvSpPr/>
            <p:nvPr/>
          </p:nvSpPr>
          <p:spPr>
            <a:xfrm>
              <a:off x="6566575" y="3113300"/>
              <a:ext cx="76525" cy="112850"/>
            </a:xfrm>
            <a:custGeom>
              <a:rect b="b" l="l" r="r" t="t"/>
              <a:pathLst>
                <a:path extrusionOk="0" h="4514" w="3061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6" name="Google Shape;3116;p40"/>
            <p:cNvSpPr/>
            <p:nvPr/>
          </p:nvSpPr>
          <p:spPr>
            <a:xfrm>
              <a:off x="6412700" y="3263025"/>
              <a:ext cx="135750" cy="210775"/>
            </a:xfrm>
            <a:custGeom>
              <a:rect b="b" l="l" r="r" t="t"/>
              <a:pathLst>
                <a:path extrusionOk="0" h="8431" w="543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7" name="Google Shape;3117;p40"/>
            <p:cNvSpPr/>
            <p:nvPr/>
          </p:nvSpPr>
          <p:spPr>
            <a:xfrm>
              <a:off x="6420425" y="3178800"/>
              <a:ext cx="572425" cy="303325"/>
            </a:xfrm>
            <a:custGeom>
              <a:rect b="b" l="l" r="r" t="t"/>
              <a:pathLst>
                <a:path extrusionOk="0" h="12133" w="22897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8" name="Google Shape;3118;p40"/>
            <p:cNvSpPr/>
            <p:nvPr/>
          </p:nvSpPr>
          <p:spPr>
            <a:xfrm>
              <a:off x="6093300" y="3491025"/>
              <a:ext cx="300075" cy="161375"/>
            </a:xfrm>
            <a:custGeom>
              <a:rect b="b" l="l" r="r" t="t"/>
              <a:pathLst>
                <a:path extrusionOk="0" h="6455" w="12003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9" name="Google Shape;3119;p40"/>
            <p:cNvSpPr/>
            <p:nvPr/>
          </p:nvSpPr>
          <p:spPr>
            <a:xfrm>
              <a:off x="6187075" y="3708325"/>
              <a:ext cx="191425" cy="58075"/>
            </a:xfrm>
            <a:custGeom>
              <a:rect b="b" l="l" r="r" t="t"/>
              <a:pathLst>
                <a:path extrusionOk="0" h="2323" w="7657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0" name="Google Shape;3120;p40"/>
            <p:cNvSpPr/>
            <p:nvPr/>
          </p:nvSpPr>
          <p:spPr>
            <a:xfrm>
              <a:off x="5970675" y="3494300"/>
              <a:ext cx="107775" cy="154525"/>
            </a:xfrm>
            <a:custGeom>
              <a:rect b="b" l="l" r="r" t="t"/>
              <a:pathLst>
                <a:path extrusionOk="0" h="6181" w="4311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1" name="Google Shape;3121;p40"/>
            <p:cNvSpPr/>
            <p:nvPr/>
          </p:nvSpPr>
          <p:spPr>
            <a:xfrm>
              <a:off x="5970675" y="3658025"/>
              <a:ext cx="102725" cy="61925"/>
            </a:xfrm>
            <a:custGeom>
              <a:rect b="b" l="l" r="r" t="t"/>
              <a:pathLst>
                <a:path extrusionOk="0" h="2477" w="4109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2" name="Google Shape;3122;p40"/>
            <p:cNvSpPr/>
            <p:nvPr/>
          </p:nvSpPr>
          <p:spPr>
            <a:xfrm>
              <a:off x="6172775" y="3780950"/>
              <a:ext cx="177425" cy="231600"/>
            </a:xfrm>
            <a:custGeom>
              <a:rect b="b" l="l" r="r" t="t"/>
              <a:pathLst>
                <a:path extrusionOk="0" h="9264" w="7097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3" name="Google Shape;3123;p40"/>
            <p:cNvSpPr/>
            <p:nvPr/>
          </p:nvSpPr>
          <p:spPr>
            <a:xfrm>
              <a:off x="6354950" y="4022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4" name="Google Shape;3124;p40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5" name="Google Shape;3125;p40"/>
            <p:cNvSpPr/>
            <p:nvPr/>
          </p:nvSpPr>
          <p:spPr>
            <a:xfrm>
              <a:off x="6088250" y="3665750"/>
              <a:ext cx="70275" cy="92900"/>
            </a:xfrm>
            <a:custGeom>
              <a:rect b="b" l="l" r="r" t="t"/>
              <a:pathLst>
                <a:path extrusionOk="0" h="3716" w="2811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6" name="Google Shape;3126;p40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7" name="Google Shape;3127;p40"/>
            <p:cNvSpPr/>
            <p:nvPr/>
          </p:nvSpPr>
          <p:spPr>
            <a:xfrm>
              <a:off x="6355850" y="40211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8" name="Google Shape;3128;p40"/>
            <p:cNvSpPr/>
            <p:nvPr/>
          </p:nvSpPr>
          <p:spPr>
            <a:xfrm>
              <a:off x="6349900" y="3725000"/>
              <a:ext cx="47650" cy="294700"/>
            </a:xfrm>
            <a:custGeom>
              <a:rect b="b" l="l" r="r" t="t"/>
              <a:pathLst>
                <a:path extrusionOk="0" h="11788" w="1906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9" name="Google Shape;3129;p40"/>
            <p:cNvSpPr/>
            <p:nvPr/>
          </p:nvSpPr>
          <p:spPr>
            <a:xfrm>
              <a:off x="6354950" y="402205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0" name="Google Shape;3130;p40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1" name="Google Shape;3131;p40"/>
            <p:cNvSpPr/>
            <p:nvPr/>
          </p:nvSpPr>
          <p:spPr>
            <a:xfrm>
              <a:off x="6355850" y="40164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2" name="Google Shape;3132;p40"/>
            <p:cNvSpPr/>
            <p:nvPr/>
          </p:nvSpPr>
          <p:spPr>
            <a:xfrm>
              <a:off x="6155225" y="4019075"/>
              <a:ext cx="199750" cy="125625"/>
            </a:xfrm>
            <a:custGeom>
              <a:rect b="b" l="l" r="r" t="t"/>
              <a:pathLst>
                <a:path extrusionOk="0" h="5025" w="799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3" name="Google Shape;3133;p40"/>
            <p:cNvSpPr/>
            <p:nvPr/>
          </p:nvSpPr>
          <p:spPr>
            <a:xfrm>
              <a:off x="6356150" y="40211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4" name="Google Shape;3134;p40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5" name="Google Shape;3135;p40"/>
            <p:cNvSpPr/>
            <p:nvPr/>
          </p:nvSpPr>
          <p:spPr>
            <a:xfrm>
              <a:off x="6356150" y="40170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6" name="Google Shape;3136;p40"/>
            <p:cNvSpPr/>
            <p:nvPr/>
          </p:nvSpPr>
          <p:spPr>
            <a:xfrm>
              <a:off x="5970975" y="3781850"/>
              <a:ext cx="385775" cy="240975"/>
            </a:xfrm>
            <a:custGeom>
              <a:rect b="b" l="l" r="r" t="t"/>
              <a:pathLst>
                <a:path extrusionOk="0" h="9639" w="15431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7" name="Google Shape;3137;p40"/>
            <p:cNvSpPr/>
            <p:nvPr/>
          </p:nvSpPr>
          <p:spPr>
            <a:xfrm>
              <a:off x="6535325" y="3221950"/>
              <a:ext cx="50625" cy="50675"/>
            </a:xfrm>
            <a:custGeom>
              <a:rect b="b" l="l" r="r" t="t"/>
              <a:pathLst>
                <a:path extrusionOk="0" h="2027" w="2025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8" name="Google Shape;3138;p40"/>
            <p:cNvSpPr/>
            <p:nvPr/>
          </p:nvSpPr>
          <p:spPr>
            <a:xfrm>
              <a:off x="6615100" y="3045125"/>
              <a:ext cx="70575" cy="71475"/>
            </a:xfrm>
            <a:custGeom>
              <a:rect b="b" l="l" r="r" t="t"/>
              <a:pathLst>
                <a:path extrusionOk="0" h="2859" w="2823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9" name="Google Shape;3139;p40"/>
            <p:cNvSpPr/>
            <p:nvPr/>
          </p:nvSpPr>
          <p:spPr>
            <a:xfrm>
              <a:off x="5970675" y="2098000"/>
              <a:ext cx="13425" cy="55400"/>
            </a:xfrm>
            <a:custGeom>
              <a:rect b="b" l="l" r="r" t="t"/>
              <a:pathLst>
                <a:path extrusionOk="0" h="2216" w="537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0" name="Google Shape;3140;p40"/>
            <p:cNvSpPr/>
            <p:nvPr/>
          </p:nvSpPr>
          <p:spPr>
            <a:xfrm>
              <a:off x="6103125" y="1404475"/>
              <a:ext cx="36950" cy="36050"/>
            </a:xfrm>
            <a:custGeom>
              <a:rect b="b" l="l" r="r" t="t"/>
              <a:pathLst>
                <a:path extrusionOk="0" h="1442" w="1478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1" name="Google Shape;3141;p40"/>
            <p:cNvSpPr/>
            <p:nvPr/>
          </p:nvSpPr>
          <p:spPr>
            <a:xfrm>
              <a:off x="6109075" y="1694975"/>
              <a:ext cx="37250" cy="36950"/>
            </a:xfrm>
            <a:custGeom>
              <a:rect b="b" l="l" r="r" t="t"/>
              <a:pathLst>
                <a:path extrusionOk="0" h="1478" w="149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2" name="Google Shape;3142;p40"/>
            <p:cNvSpPr/>
            <p:nvPr/>
          </p:nvSpPr>
          <p:spPr>
            <a:xfrm>
              <a:off x="6425200" y="2059300"/>
              <a:ext cx="25925" cy="25325"/>
            </a:xfrm>
            <a:custGeom>
              <a:rect b="b" l="l" r="r" t="t"/>
              <a:pathLst>
                <a:path extrusionOk="0" h="1013" w="1037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3" name="Google Shape;3143;p40"/>
            <p:cNvSpPr/>
            <p:nvPr/>
          </p:nvSpPr>
          <p:spPr>
            <a:xfrm>
              <a:off x="6057300" y="3078375"/>
              <a:ext cx="35725" cy="35300"/>
            </a:xfrm>
            <a:custGeom>
              <a:rect b="b" l="l" r="r" t="t"/>
              <a:pathLst>
                <a:path extrusionOk="0" h="1412" w="1429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4" name="Google Shape;3144;p40"/>
            <p:cNvSpPr/>
            <p:nvPr/>
          </p:nvSpPr>
          <p:spPr>
            <a:xfrm>
              <a:off x="6380550" y="2852850"/>
              <a:ext cx="35750" cy="35750"/>
            </a:xfrm>
            <a:custGeom>
              <a:rect b="b" l="l" r="r" t="t"/>
              <a:pathLst>
                <a:path extrusionOk="0" h="1430" w="143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5" name="Google Shape;3145;p40"/>
            <p:cNvSpPr/>
            <p:nvPr/>
          </p:nvSpPr>
          <p:spPr>
            <a:xfrm>
              <a:off x="6112050" y="2933525"/>
              <a:ext cx="25625" cy="25350"/>
            </a:xfrm>
            <a:custGeom>
              <a:rect b="b" l="l" r="r" t="t"/>
              <a:pathLst>
                <a:path extrusionOk="0" h="1014" w="1025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6" name="Google Shape;3146;p40"/>
            <p:cNvSpPr/>
            <p:nvPr/>
          </p:nvSpPr>
          <p:spPr>
            <a:xfrm>
              <a:off x="6306125" y="3104075"/>
              <a:ext cx="25925" cy="25350"/>
            </a:xfrm>
            <a:custGeom>
              <a:rect b="b" l="l" r="r" t="t"/>
              <a:pathLst>
                <a:path extrusionOk="0" h="1014" w="1037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7" name="Google Shape;3147;p40"/>
            <p:cNvSpPr/>
            <p:nvPr/>
          </p:nvSpPr>
          <p:spPr>
            <a:xfrm>
              <a:off x="6408525" y="2464700"/>
              <a:ext cx="25325" cy="25350"/>
            </a:xfrm>
            <a:custGeom>
              <a:rect b="b" l="l" r="r" t="t"/>
              <a:pathLst>
                <a:path extrusionOk="0" h="1014" w="1013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8" name="Google Shape;3148;p40"/>
            <p:cNvSpPr/>
            <p:nvPr/>
          </p:nvSpPr>
          <p:spPr>
            <a:xfrm>
              <a:off x="6123675" y="2252200"/>
              <a:ext cx="25325" cy="25625"/>
            </a:xfrm>
            <a:custGeom>
              <a:rect b="b" l="l" r="r" t="t"/>
              <a:pathLst>
                <a:path extrusionOk="0" h="1025" w="1013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9" name="Google Shape;3149;p40"/>
            <p:cNvSpPr/>
            <p:nvPr/>
          </p:nvSpPr>
          <p:spPr>
            <a:xfrm>
              <a:off x="6508250" y="1603550"/>
              <a:ext cx="25625" cy="25400"/>
            </a:xfrm>
            <a:custGeom>
              <a:rect b="b" l="l" r="r" t="t"/>
              <a:pathLst>
                <a:path extrusionOk="0" h="1016" w="1025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0" name="Google Shape;3150;p40"/>
            <p:cNvSpPr/>
            <p:nvPr/>
          </p:nvSpPr>
          <p:spPr>
            <a:xfrm>
              <a:off x="6389175" y="3469300"/>
              <a:ext cx="36650" cy="35450"/>
            </a:xfrm>
            <a:custGeom>
              <a:rect b="b" l="l" r="r" t="t"/>
              <a:pathLst>
                <a:path extrusionOk="0" h="1418" w="1466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1" name="Google Shape;3151;p40"/>
            <p:cNvSpPr/>
            <p:nvPr/>
          </p:nvSpPr>
          <p:spPr>
            <a:xfrm>
              <a:off x="6987775" y="3156175"/>
              <a:ext cx="36325" cy="35750"/>
            </a:xfrm>
            <a:custGeom>
              <a:rect b="b" l="l" r="r" t="t"/>
              <a:pathLst>
                <a:path extrusionOk="0" h="1430" w="1453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2" name="Google Shape;3152;p40"/>
            <p:cNvSpPr/>
            <p:nvPr/>
          </p:nvSpPr>
          <p:spPr>
            <a:xfrm>
              <a:off x="6376075" y="3686575"/>
              <a:ext cx="40225" cy="39625"/>
            </a:xfrm>
            <a:custGeom>
              <a:rect b="b" l="l" r="r" t="t"/>
              <a:pathLst>
                <a:path extrusionOk="0" h="1585" w="1609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3" name="Google Shape;3153;p40"/>
            <p:cNvSpPr/>
            <p:nvPr/>
          </p:nvSpPr>
          <p:spPr>
            <a:xfrm>
              <a:off x="6069500" y="3642400"/>
              <a:ext cx="29200" cy="28375"/>
            </a:xfrm>
            <a:custGeom>
              <a:rect b="b" l="l" r="r" t="t"/>
              <a:pathLst>
                <a:path extrusionOk="0" h="1135" w="1168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4" name="Google Shape;3154;p40"/>
            <p:cNvSpPr/>
            <p:nvPr/>
          </p:nvSpPr>
          <p:spPr>
            <a:xfrm>
              <a:off x="6322200" y="2992450"/>
              <a:ext cx="14925" cy="14025"/>
            </a:xfrm>
            <a:custGeom>
              <a:rect b="b" l="l" r="r" t="t"/>
              <a:pathLst>
                <a:path extrusionOk="0" h="561" w="597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5" name="Google Shape;3155;p40"/>
            <p:cNvSpPr/>
            <p:nvPr/>
          </p:nvSpPr>
          <p:spPr>
            <a:xfrm>
              <a:off x="6251950" y="2719800"/>
              <a:ext cx="14925" cy="14925"/>
            </a:xfrm>
            <a:custGeom>
              <a:rect b="b" l="l" r="r" t="t"/>
              <a:pathLst>
                <a:path extrusionOk="0" h="597" w="597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6" name="Google Shape;3156;p40"/>
            <p:cNvSpPr/>
            <p:nvPr/>
          </p:nvSpPr>
          <p:spPr>
            <a:xfrm>
              <a:off x="6174575" y="2838875"/>
              <a:ext cx="14900" cy="14300"/>
            </a:xfrm>
            <a:custGeom>
              <a:rect b="b" l="l" r="r" t="t"/>
              <a:pathLst>
                <a:path extrusionOk="0" h="572" w="596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7" name="Google Shape;3157;p40"/>
            <p:cNvSpPr/>
            <p:nvPr/>
          </p:nvSpPr>
          <p:spPr>
            <a:xfrm>
              <a:off x="6164450" y="2236725"/>
              <a:ext cx="14600" cy="14600"/>
            </a:xfrm>
            <a:custGeom>
              <a:rect b="b" l="l" r="r" t="t"/>
              <a:pathLst>
                <a:path extrusionOk="0" h="584" w="584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8" name="Google Shape;3158;p40"/>
            <p:cNvSpPr/>
            <p:nvPr/>
          </p:nvSpPr>
          <p:spPr>
            <a:xfrm>
              <a:off x="5982275" y="2068825"/>
              <a:ext cx="14325" cy="14625"/>
            </a:xfrm>
            <a:custGeom>
              <a:rect b="b" l="l" r="r" t="t"/>
              <a:pathLst>
                <a:path extrusionOk="0" h="585" w="573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9" name="Google Shape;3159;p40"/>
            <p:cNvSpPr/>
            <p:nvPr/>
          </p:nvSpPr>
          <p:spPr>
            <a:xfrm>
              <a:off x="6225775" y="1468775"/>
              <a:ext cx="14900" cy="14425"/>
            </a:xfrm>
            <a:custGeom>
              <a:rect b="b" l="l" r="r" t="t"/>
              <a:pathLst>
                <a:path extrusionOk="0" h="577" w="596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0" name="Google Shape;3160;p40"/>
            <p:cNvSpPr/>
            <p:nvPr/>
          </p:nvSpPr>
          <p:spPr>
            <a:xfrm>
              <a:off x="6000750" y="1963775"/>
              <a:ext cx="14600" cy="14300"/>
            </a:xfrm>
            <a:custGeom>
              <a:rect b="b" l="l" r="r" t="t"/>
              <a:pathLst>
                <a:path extrusionOk="0" h="572" w="584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1" name="Google Shape;3161;p40"/>
            <p:cNvSpPr/>
            <p:nvPr/>
          </p:nvSpPr>
          <p:spPr>
            <a:xfrm>
              <a:off x="6232600" y="2329000"/>
              <a:ext cx="14925" cy="14900"/>
            </a:xfrm>
            <a:custGeom>
              <a:rect b="b" l="l" r="r" t="t"/>
              <a:pathLst>
                <a:path extrusionOk="0" h="596" w="597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2" name="Google Shape;3162;p40"/>
            <p:cNvSpPr/>
            <p:nvPr/>
          </p:nvSpPr>
          <p:spPr>
            <a:xfrm>
              <a:off x="6047175" y="2542100"/>
              <a:ext cx="14900" cy="14625"/>
            </a:xfrm>
            <a:custGeom>
              <a:rect b="b" l="l" r="r" t="t"/>
              <a:pathLst>
                <a:path extrusionOk="0" h="585" w="596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3" name="Google Shape;3163;p40"/>
            <p:cNvSpPr/>
            <p:nvPr/>
          </p:nvSpPr>
          <p:spPr>
            <a:xfrm>
              <a:off x="6294225" y="2244150"/>
              <a:ext cx="14900" cy="14650"/>
            </a:xfrm>
            <a:custGeom>
              <a:rect b="b" l="l" r="r" t="t"/>
              <a:pathLst>
                <a:path extrusionOk="0" h="586" w="596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4" name="Google Shape;3164;p40"/>
            <p:cNvSpPr/>
            <p:nvPr/>
          </p:nvSpPr>
          <p:spPr>
            <a:xfrm>
              <a:off x="6151950" y="3747600"/>
              <a:ext cx="36625" cy="36350"/>
            </a:xfrm>
            <a:custGeom>
              <a:rect b="b" l="l" r="r" t="t"/>
              <a:pathLst>
                <a:path extrusionOk="0" h="1454" w="1465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65" name="Google Shape;3165;p40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3166" name="Google Shape;3166;p40"/>
          <p:cNvSpPr txBox="1"/>
          <p:nvPr>
            <p:ph idx="2" type="title"/>
          </p:nvPr>
        </p:nvSpPr>
        <p:spPr>
          <a:xfrm>
            <a:off x="5606433" y="5057800"/>
            <a:ext cx="586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167" name="Google Shape;3167;p40"/>
          <p:cNvSpPr txBox="1"/>
          <p:nvPr>
            <p:ph idx="1" type="subTitle"/>
          </p:nvPr>
        </p:nvSpPr>
        <p:spPr>
          <a:xfrm>
            <a:off x="5606433" y="5888333"/>
            <a:ext cx="58641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168" name="Google Shape;3168;p40"/>
          <p:cNvSpPr txBox="1"/>
          <p:nvPr>
            <p:ph idx="3" type="title"/>
          </p:nvPr>
        </p:nvSpPr>
        <p:spPr>
          <a:xfrm>
            <a:off x="13074378" y="5057800"/>
            <a:ext cx="57033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169" name="Google Shape;3169;p40"/>
          <p:cNvSpPr txBox="1"/>
          <p:nvPr>
            <p:ph idx="4" type="subTitle"/>
          </p:nvPr>
        </p:nvSpPr>
        <p:spPr>
          <a:xfrm>
            <a:off x="13074365" y="5888333"/>
            <a:ext cx="57033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170" name="Google Shape;3170;p40"/>
          <p:cNvSpPr txBox="1"/>
          <p:nvPr>
            <p:ph idx="5" type="title"/>
          </p:nvPr>
        </p:nvSpPr>
        <p:spPr>
          <a:xfrm>
            <a:off x="5606433" y="9771400"/>
            <a:ext cx="586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171" name="Google Shape;3171;p40"/>
          <p:cNvSpPr txBox="1"/>
          <p:nvPr>
            <p:ph idx="6" type="subTitle"/>
          </p:nvPr>
        </p:nvSpPr>
        <p:spPr>
          <a:xfrm>
            <a:off x="5606433" y="10601933"/>
            <a:ext cx="58641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172" name="Google Shape;3172;p40"/>
          <p:cNvSpPr txBox="1"/>
          <p:nvPr>
            <p:ph idx="7" type="title"/>
          </p:nvPr>
        </p:nvSpPr>
        <p:spPr>
          <a:xfrm>
            <a:off x="13074311" y="9771400"/>
            <a:ext cx="57033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173" name="Google Shape;3173;p40"/>
          <p:cNvSpPr txBox="1"/>
          <p:nvPr>
            <p:ph idx="8" type="subTitle"/>
          </p:nvPr>
        </p:nvSpPr>
        <p:spPr>
          <a:xfrm>
            <a:off x="13074299" y="10601933"/>
            <a:ext cx="57033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11">
    <p:spTree>
      <p:nvGrpSpPr>
        <p:cNvPr id="3174" name="Shape 3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5" name="Google Shape;3175;p41"/>
          <p:cNvGrpSpPr/>
          <p:nvPr/>
        </p:nvGrpSpPr>
        <p:grpSpPr>
          <a:xfrm>
            <a:off x="18645906" y="5312084"/>
            <a:ext cx="5707046" cy="8403447"/>
            <a:chOff x="2525900" y="1699450"/>
            <a:chExt cx="1076050" cy="1584450"/>
          </a:xfrm>
        </p:grpSpPr>
        <p:sp>
          <p:nvSpPr>
            <p:cNvPr id="3176" name="Google Shape;3176;p41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7" name="Google Shape;3177;p41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8" name="Google Shape;3178;p41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9" name="Google Shape;3179;p41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0" name="Google Shape;3180;p41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1" name="Google Shape;3181;p41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2" name="Google Shape;3182;p41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3" name="Google Shape;3183;p41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4" name="Google Shape;3184;p41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5" name="Google Shape;3185;p41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6" name="Google Shape;3186;p41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7" name="Google Shape;3187;p41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8" name="Google Shape;3188;p41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9" name="Google Shape;3189;p41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0" name="Google Shape;3190;p41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1" name="Google Shape;3191;p41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2" name="Google Shape;3192;p41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3" name="Google Shape;3193;p41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4" name="Google Shape;3194;p41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5" name="Google Shape;3195;p41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6" name="Google Shape;3196;p41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7" name="Google Shape;3197;p41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8" name="Google Shape;3198;p41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9" name="Google Shape;3199;p41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0" name="Google Shape;3200;p41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1" name="Google Shape;3201;p41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2" name="Google Shape;3202;p41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3" name="Google Shape;3203;p41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4" name="Google Shape;3204;p41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5" name="Google Shape;3205;p41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6" name="Google Shape;3206;p41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7" name="Google Shape;3207;p41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8" name="Google Shape;3208;p41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9" name="Google Shape;3209;p41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0" name="Google Shape;3210;p41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1" name="Google Shape;3211;p41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2" name="Google Shape;3212;p41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3" name="Google Shape;3213;p41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4" name="Google Shape;3214;p41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5" name="Google Shape;3215;p41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6" name="Google Shape;3216;p41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7" name="Google Shape;3217;p41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8" name="Google Shape;3218;p41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9" name="Google Shape;3219;p41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0" name="Google Shape;3220;p41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1" name="Google Shape;3221;p41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2" name="Google Shape;3222;p41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3" name="Google Shape;3223;p41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4" name="Google Shape;3224;p41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5" name="Google Shape;3225;p41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6" name="Google Shape;3226;p41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7" name="Google Shape;3227;p41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8" name="Google Shape;3228;p41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9" name="Google Shape;3229;p41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0" name="Google Shape;3230;p41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1" name="Google Shape;3231;p41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2" name="Google Shape;3232;p41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3" name="Google Shape;3233;p41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4" name="Google Shape;3234;p41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5" name="Google Shape;3235;p41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6" name="Google Shape;3236;p41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7" name="Google Shape;3237;p41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8" name="Google Shape;3238;p41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9" name="Google Shape;3239;p41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0" name="Google Shape;3240;p41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1" name="Google Shape;3241;p41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2" name="Google Shape;3242;p41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3" name="Google Shape;3243;p41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44" name="Google Shape;3244;p41"/>
          <p:cNvGrpSpPr/>
          <p:nvPr/>
        </p:nvGrpSpPr>
        <p:grpSpPr>
          <a:xfrm flipH="1">
            <a:off x="110" y="5312084"/>
            <a:ext cx="5707046" cy="8403447"/>
            <a:chOff x="2525900" y="1699450"/>
            <a:chExt cx="1076050" cy="1584450"/>
          </a:xfrm>
        </p:grpSpPr>
        <p:sp>
          <p:nvSpPr>
            <p:cNvPr id="3245" name="Google Shape;3245;p41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6" name="Google Shape;3246;p41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7" name="Google Shape;3247;p41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8" name="Google Shape;3248;p41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9" name="Google Shape;3249;p41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0" name="Google Shape;3250;p41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1" name="Google Shape;3251;p41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2" name="Google Shape;3252;p41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3" name="Google Shape;3253;p41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4" name="Google Shape;3254;p41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5" name="Google Shape;3255;p41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6" name="Google Shape;3256;p41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7" name="Google Shape;3257;p41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8" name="Google Shape;3258;p41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9" name="Google Shape;3259;p41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0" name="Google Shape;3260;p41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1" name="Google Shape;3261;p41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2" name="Google Shape;3262;p41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3" name="Google Shape;3263;p41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4" name="Google Shape;3264;p41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5" name="Google Shape;3265;p41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6" name="Google Shape;3266;p41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7" name="Google Shape;3267;p41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8" name="Google Shape;3268;p41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9" name="Google Shape;3269;p41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0" name="Google Shape;3270;p41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1" name="Google Shape;3271;p41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2" name="Google Shape;3272;p41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3" name="Google Shape;3273;p41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4" name="Google Shape;3274;p41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5" name="Google Shape;3275;p41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6" name="Google Shape;3276;p41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7" name="Google Shape;3277;p41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8" name="Google Shape;3278;p41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9" name="Google Shape;3279;p41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0" name="Google Shape;3280;p41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1" name="Google Shape;3281;p41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2" name="Google Shape;3282;p41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3" name="Google Shape;3283;p41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4" name="Google Shape;3284;p41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5" name="Google Shape;3285;p41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6" name="Google Shape;3286;p41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7" name="Google Shape;3287;p41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8" name="Google Shape;3288;p41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9" name="Google Shape;3289;p41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0" name="Google Shape;3290;p41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1" name="Google Shape;3291;p41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2" name="Google Shape;3292;p41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3" name="Google Shape;3293;p41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4" name="Google Shape;3294;p41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5" name="Google Shape;3295;p41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6" name="Google Shape;3296;p41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7" name="Google Shape;3297;p41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8" name="Google Shape;3298;p41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9" name="Google Shape;3299;p41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0" name="Google Shape;3300;p41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1" name="Google Shape;3301;p41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2" name="Google Shape;3302;p41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3" name="Google Shape;3303;p41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4" name="Google Shape;3304;p41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5" name="Google Shape;3305;p41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6" name="Google Shape;3306;p41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7" name="Google Shape;3307;p41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8" name="Google Shape;3308;p41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9" name="Google Shape;3309;p41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0" name="Google Shape;3310;p41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1" name="Google Shape;3311;p41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2" name="Google Shape;3312;p41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13" name="Google Shape;3313;p41"/>
          <p:cNvGrpSpPr/>
          <p:nvPr/>
        </p:nvGrpSpPr>
        <p:grpSpPr>
          <a:xfrm rot="-5400000">
            <a:off x="20944935" y="-1016087"/>
            <a:ext cx="2422790" cy="4455244"/>
            <a:chOff x="6526400" y="1492875"/>
            <a:chExt cx="509900" cy="937650"/>
          </a:xfrm>
        </p:grpSpPr>
        <p:sp>
          <p:nvSpPr>
            <p:cNvPr id="3314" name="Google Shape;3314;p41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5" name="Google Shape;3315;p41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6" name="Google Shape;3316;p41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7" name="Google Shape;3317;p41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8" name="Google Shape;3318;p41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9" name="Google Shape;3319;p41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0" name="Google Shape;3320;p41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1" name="Google Shape;3321;p41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2" name="Google Shape;3322;p41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3" name="Google Shape;3323;p41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4" name="Google Shape;3324;p41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5" name="Google Shape;3325;p41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6" name="Google Shape;3326;p41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7" name="Google Shape;3327;p41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8" name="Google Shape;3328;p41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29" name="Google Shape;3329;p41"/>
          <p:cNvGrpSpPr/>
          <p:nvPr/>
        </p:nvGrpSpPr>
        <p:grpSpPr>
          <a:xfrm flipH="1" rot="5400000">
            <a:off x="1016137" y="-1016087"/>
            <a:ext cx="2422790" cy="4455244"/>
            <a:chOff x="6526400" y="1492875"/>
            <a:chExt cx="509900" cy="937650"/>
          </a:xfrm>
        </p:grpSpPr>
        <p:sp>
          <p:nvSpPr>
            <p:cNvPr id="3330" name="Google Shape;3330;p41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1" name="Google Shape;3331;p41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2" name="Google Shape;3332;p41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3" name="Google Shape;3333;p41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4" name="Google Shape;3334;p41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5" name="Google Shape;3335;p41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6" name="Google Shape;3336;p41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7" name="Google Shape;3337;p41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8" name="Google Shape;3338;p41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9" name="Google Shape;3339;p41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0" name="Google Shape;3340;p41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1" name="Google Shape;3341;p41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2" name="Google Shape;3342;p41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3" name="Google Shape;3343;p41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4" name="Google Shape;3344;p41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45" name="Google Shape;3345;p41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3346" name="Google Shape;3346;p41"/>
          <p:cNvSpPr txBox="1"/>
          <p:nvPr>
            <p:ph idx="2" type="title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347" name="Google Shape;3347;p41"/>
          <p:cNvSpPr txBox="1"/>
          <p:nvPr>
            <p:ph idx="1" type="subTitle"/>
          </p:nvPr>
        </p:nvSpPr>
        <p:spPr>
          <a:xfrm>
            <a:off x="2731000" y="5997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348" name="Google Shape;3348;p41"/>
          <p:cNvSpPr txBox="1"/>
          <p:nvPr>
            <p:ph idx="3" type="title"/>
          </p:nvPr>
        </p:nvSpPr>
        <p:spPr>
          <a:xfrm>
            <a:off x="9338266" y="5121633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349" name="Google Shape;3349;p41"/>
          <p:cNvSpPr txBox="1"/>
          <p:nvPr>
            <p:ph idx="4" type="subTitle"/>
          </p:nvPr>
        </p:nvSpPr>
        <p:spPr>
          <a:xfrm>
            <a:off x="9338400" y="5997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350" name="Google Shape;3350;p41"/>
          <p:cNvSpPr txBox="1"/>
          <p:nvPr>
            <p:ph idx="5" type="title"/>
          </p:nvPr>
        </p:nvSpPr>
        <p:spPr>
          <a:xfrm>
            <a:off x="6034567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351" name="Google Shape;3351;p41"/>
          <p:cNvSpPr txBox="1"/>
          <p:nvPr>
            <p:ph idx="6" type="subTitle"/>
          </p:nvPr>
        </p:nvSpPr>
        <p:spPr>
          <a:xfrm>
            <a:off x="6034700" y="10496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352" name="Google Shape;3352;p41"/>
          <p:cNvSpPr txBox="1"/>
          <p:nvPr>
            <p:ph idx="7" type="title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353" name="Google Shape;3353;p41"/>
          <p:cNvSpPr txBox="1"/>
          <p:nvPr>
            <p:ph idx="8" type="subTitle"/>
          </p:nvPr>
        </p:nvSpPr>
        <p:spPr>
          <a:xfrm>
            <a:off x="15945800" y="5997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354" name="Google Shape;3354;p41"/>
          <p:cNvSpPr txBox="1"/>
          <p:nvPr>
            <p:ph idx="9" type="title"/>
          </p:nvPr>
        </p:nvSpPr>
        <p:spPr>
          <a:xfrm>
            <a:off x="12641966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355" name="Google Shape;3355;p41"/>
          <p:cNvSpPr txBox="1"/>
          <p:nvPr>
            <p:ph idx="13" type="subTitle"/>
          </p:nvPr>
        </p:nvSpPr>
        <p:spPr>
          <a:xfrm>
            <a:off x="12642100" y="10496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3356" name="Shape 3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7" name="Google Shape;3357;p42"/>
          <p:cNvGrpSpPr/>
          <p:nvPr/>
        </p:nvGrpSpPr>
        <p:grpSpPr>
          <a:xfrm rot="10800000">
            <a:off x="-98" y="-28"/>
            <a:ext cx="6408631" cy="9436509"/>
            <a:chOff x="2525900" y="1699450"/>
            <a:chExt cx="1076050" cy="1584450"/>
          </a:xfrm>
        </p:grpSpPr>
        <p:sp>
          <p:nvSpPr>
            <p:cNvPr id="3358" name="Google Shape;3358;p42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9" name="Google Shape;3359;p42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0" name="Google Shape;3360;p42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1" name="Google Shape;3361;p42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2" name="Google Shape;3362;p42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3" name="Google Shape;3363;p42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4" name="Google Shape;3364;p42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5" name="Google Shape;3365;p42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6" name="Google Shape;3366;p42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7" name="Google Shape;3367;p42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8" name="Google Shape;3368;p42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9" name="Google Shape;3369;p42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0" name="Google Shape;3370;p42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1" name="Google Shape;3371;p42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2" name="Google Shape;3372;p42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3" name="Google Shape;3373;p42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4" name="Google Shape;3374;p42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5" name="Google Shape;3375;p42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6" name="Google Shape;3376;p42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7" name="Google Shape;3377;p42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8" name="Google Shape;3378;p42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9" name="Google Shape;3379;p42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0" name="Google Shape;3380;p42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1" name="Google Shape;3381;p42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2" name="Google Shape;3382;p42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3" name="Google Shape;3383;p42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4" name="Google Shape;3384;p42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5" name="Google Shape;3385;p42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6" name="Google Shape;3386;p42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7" name="Google Shape;3387;p42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8" name="Google Shape;3388;p42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9" name="Google Shape;3389;p42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0" name="Google Shape;3390;p42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1" name="Google Shape;3391;p42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2" name="Google Shape;3392;p42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3" name="Google Shape;3393;p42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4" name="Google Shape;3394;p42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5" name="Google Shape;3395;p42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6" name="Google Shape;3396;p42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7" name="Google Shape;3397;p42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8" name="Google Shape;3398;p42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9" name="Google Shape;3399;p42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0" name="Google Shape;3400;p42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1" name="Google Shape;3401;p42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2" name="Google Shape;3402;p42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3" name="Google Shape;3403;p42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4" name="Google Shape;3404;p42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5" name="Google Shape;3405;p42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6" name="Google Shape;3406;p42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7" name="Google Shape;3407;p42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8" name="Google Shape;3408;p42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9" name="Google Shape;3409;p42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0" name="Google Shape;3410;p42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1" name="Google Shape;3411;p42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2" name="Google Shape;3412;p42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3" name="Google Shape;3413;p42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4" name="Google Shape;3414;p42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5" name="Google Shape;3415;p42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6" name="Google Shape;3416;p42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7" name="Google Shape;3417;p42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8" name="Google Shape;3418;p42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9" name="Google Shape;3419;p42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0" name="Google Shape;3420;p42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1" name="Google Shape;3421;p42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2" name="Google Shape;3422;p42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3" name="Google Shape;3423;p42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4" name="Google Shape;3424;p42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5" name="Google Shape;3425;p42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26" name="Google Shape;3426;p42"/>
          <p:cNvGrpSpPr/>
          <p:nvPr/>
        </p:nvGrpSpPr>
        <p:grpSpPr>
          <a:xfrm flipH="1" rot="10800000">
            <a:off x="18003165" y="-28"/>
            <a:ext cx="6408631" cy="9436509"/>
            <a:chOff x="2525900" y="1699450"/>
            <a:chExt cx="1076050" cy="1584450"/>
          </a:xfrm>
        </p:grpSpPr>
        <p:sp>
          <p:nvSpPr>
            <p:cNvPr id="3427" name="Google Shape;3427;p42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8" name="Google Shape;3428;p42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9" name="Google Shape;3429;p42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0" name="Google Shape;3430;p42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1" name="Google Shape;3431;p42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2" name="Google Shape;3432;p42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3" name="Google Shape;3433;p42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4" name="Google Shape;3434;p42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5" name="Google Shape;3435;p42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6" name="Google Shape;3436;p42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7" name="Google Shape;3437;p42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8" name="Google Shape;3438;p42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9" name="Google Shape;3439;p42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0" name="Google Shape;3440;p42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1" name="Google Shape;3441;p42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2" name="Google Shape;3442;p42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3" name="Google Shape;3443;p42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4" name="Google Shape;3444;p42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5" name="Google Shape;3445;p42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6" name="Google Shape;3446;p42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7" name="Google Shape;3447;p42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8" name="Google Shape;3448;p42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9" name="Google Shape;3449;p42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0" name="Google Shape;3450;p42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1" name="Google Shape;3451;p42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2" name="Google Shape;3452;p42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3" name="Google Shape;3453;p42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4" name="Google Shape;3454;p42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5" name="Google Shape;3455;p42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6" name="Google Shape;3456;p42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7" name="Google Shape;3457;p42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8" name="Google Shape;3458;p42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9" name="Google Shape;3459;p42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0" name="Google Shape;3460;p42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1" name="Google Shape;3461;p42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2" name="Google Shape;3462;p42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3" name="Google Shape;3463;p42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4" name="Google Shape;3464;p42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5" name="Google Shape;3465;p42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6" name="Google Shape;3466;p42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7" name="Google Shape;3467;p42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8" name="Google Shape;3468;p42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9" name="Google Shape;3469;p42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0" name="Google Shape;3470;p42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1" name="Google Shape;3471;p42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2" name="Google Shape;3472;p42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3" name="Google Shape;3473;p42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4" name="Google Shape;3474;p42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5" name="Google Shape;3475;p42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6" name="Google Shape;3476;p42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7" name="Google Shape;3477;p42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8" name="Google Shape;3478;p42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9" name="Google Shape;3479;p42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0" name="Google Shape;3480;p42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1" name="Google Shape;3481;p42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2" name="Google Shape;3482;p42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3" name="Google Shape;3483;p42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4" name="Google Shape;3484;p42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5" name="Google Shape;3485;p42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6" name="Google Shape;3486;p42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7" name="Google Shape;3487;p42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8" name="Google Shape;3488;p42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9" name="Google Shape;3489;p42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0" name="Google Shape;3490;p42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1" name="Google Shape;3491;p42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2" name="Google Shape;3492;p42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3" name="Google Shape;3493;p42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4" name="Google Shape;3494;p42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95" name="Google Shape;3495;p42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3496" name="Google Shape;3496;p42"/>
          <p:cNvSpPr txBox="1"/>
          <p:nvPr>
            <p:ph idx="2" type="title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497" name="Google Shape;3497;p42"/>
          <p:cNvSpPr txBox="1"/>
          <p:nvPr>
            <p:ph idx="1" type="subTitle"/>
          </p:nvPr>
        </p:nvSpPr>
        <p:spPr>
          <a:xfrm>
            <a:off x="2730867" y="5998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498" name="Google Shape;3498;p42"/>
          <p:cNvSpPr txBox="1"/>
          <p:nvPr>
            <p:ph idx="3" type="title"/>
          </p:nvPr>
        </p:nvSpPr>
        <p:spPr>
          <a:xfrm>
            <a:off x="9352260" y="5121633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499" name="Google Shape;3499;p42"/>
          <p:cNvSpPr txBox="1"/>
          <p:nvPr>
            <p:ph idx="4" type="subTitle"/>
          </p:nvPr>
        </p:nvSpPr>
        <p:spPr>
          <a:xfrm>
            <a:off x="9338266" y="5998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500" name="Google Shape;3500;p42"/>
          <p:cNvSpPr txBox="1"/>
          <p:nvPr>
            <p:ph idx="5" type="title"/>
          </p:nvPr>
        </p:nvSpPr>
        <p:spPr>
          <a:xfrm>
            <a:off x="2730867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501" name="Google Shape;3501;p42"/>
          <p:cNvSpPr txBox="1"/>
          <p:nvPr>
            <p:ph idx="6" type="subTitle"/>
          </p:nvPr>
        </p:nvSpPr>
        <p:spPr>
          <a:xfrm>
            <a:off x="2730867" y="10497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502" name="Google Shape;3502;p42"/>
          <p:cNvSpPr txBox="1"/>
          <p:nvPr>
            <p:ph idx="7" type="title"/>
          </p:nvPr>
        </p:nvSpPr>
        <p:spPr>
          <a:xfrm>
            <a:off x="9352260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503" name="Google Shape;3503;p42"/>
          <p:cNvSpPr txBox="1"/>
          <p:nvPr>
            <p:ph idx="8" type="subTitle"/>
          </p:nvPr>
        </p:nvSpPr>
        <p:spPr>
          <a:xfrm>
            <a:off x="9352260" y="10497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504" name="Google Shape;3504;p42"/>
          <p:cNvSpPr txBox="1"/>
          <p:nvPr>
            <p:ph idx="9" type="title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505" name="Google Shape;3505;p42"/>
          <p:cNvSpPr txBox="1"/>
          <p:nvPr>
            <p:ph idx="13" type="subTitle"/>
          </p:nvPr>
        </p:nvSpPr>
        <p:spPr>
          <a:xfrm>
            <a:off x="15945666" y="5998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506" name="Google Shape;3506;p42"/>
          <p:cNvSpPr txBox="1"/>
          <p:nvPr>
            <p:ph idx="14" type="title"/>
          </p:nvPr>
        </p:nvSpPr>
        <p:spPr>
          <a:xfrm>
            <a:off x="15945666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507" name="Google Shape;3507;p42"/>
          <p:cNvSpPr txBox="1"/>
          <p:nvPr>
            <p:ph idx="15" type="subTitle"/>
          </p:nvPr>
        </p:nvSpPr>
        <p:spPr>
          <a:xfrm>
            <a:off x="15945666" y="10497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3508" name="Shape 3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9" name="Google Shape;3509;p43"/>
          <p:cNvGrpSpPr/>
          <p:nvPr/>
        </p:nvGrpSpPr>
        <p:grpSpPr>
          <a:xfrm rot="-5400000">
            <a:off x="16839396" y="4438196"/>
            <a:ext cx="11981600" cy="3106514"/>
            <a:chOff x="2582150" y="3714800"/>
            <a:chExt cx="2689050" cy="697200"/>
          </a:xfrm>
        </p:grpSpPr>
        <p:sp>
          <p:nvSpPr>
            <p:cNvPr id="3510" name="Google Shape;3510;p43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1" name="Google Shape;3511;p43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2" name="Google Shape;3512;p43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3" name="Google Shape;3513;p43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4" name="Google Shape;3514;p43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5" name="Google Shape;3515;p43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6" name="Google Shape;3516;p43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7" name="Google Shape;3517;p43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8" name="Google Shape;3518;p43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9" name="Google Shape;3519;p43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0" name="Google Shape;3520;p43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1" name="Google Shape;3521;p43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2" name="Google Shape;3522;p43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3" name="Google Shape;3523;p43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4" name="Google Shape;3524;p43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5" name="Google Shape;3525;p43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6" name="Google Shape;3526;p43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7" name="Google Shape;3527;p43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8" name="Google Shape;3528;p43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9" name="Google Shape;3529;p43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0" name="Google Shape;3530;p43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1" name="Google Shape;3531;p43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2" name="Google Shape;3532;p43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3" name="Google Shape;3533;p43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4" name="Google Shape;3534;p43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5" name="Google Shape;3535;p43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6" name="Google Shape;3536;p43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7" name="Google Shape;3537;p43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8" name="Google Shape;3538;p43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9" name="Google Shape;3539;p43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0" name="Google Shape;3540;p43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1" name="Google Shape;3541;p43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2" name="Google Shape;3542;p43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3" name="Google Shape;3543;p43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4" name="Google Shape;3544;p43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5" name="Google Shape;3545;p43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6" name="Google Shape;3546;p43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7" name="Google Shape;3547;p43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8" name="Google Shape;3548;p43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9" name="Google Shape;3549;p43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0" name="Google Shape;3550;p43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1" name="Google Shape;3551;p43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2" name="Google Shape;3552;p43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3" name="Google Shape;3553;p43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4" name="Google Shape;3554;p43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5" name="Google Shape;3555;p43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6" name="Google Shape;3556;p43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7" name="Google Shape;3557;p43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8" name="Google Shape;3558;p43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9" name="Google Shape;3559;p43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0" name="Google Shape;3560;p43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1" name="Google Shape;3561;p43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2" name="Google Shape;3562;p43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3" name="Google Shape;3563;p43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4" name="Google Shape;3564;p43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5" name="Google Shape;3565;p43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6" name="Google Shape;3566;p43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7" name="Google Shape;3567;p43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8" name="Google Shape;3568;p43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9" name="Google Shape;3569;p43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70" name="Google Shape;3570;p43"/>
          <p:cNvGrpSpPr/>
          <p:nvPr/>
        </p:nvGrpSpPr>
        <p:grpSpPr>
          <a:xfrm flipH="1" rot="5400000">
            <a:off x="-4437000" y="4438196"/>
            <a:ext cx="11981600" cy="3106514"/>
            <a:chOff x="2582150" y="3714800"/>
            <a:chExt cx="2689050" cy="697200"/>
          </a:xfrm>
        </p:grpSpPr>
        <p:sp>
          <p:nvSpPr>
            <p:cNvPr id="3571" name="Google Shape;3571;p43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2" name="Google Shape;3572;p43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3" name="Google Shape;3573;p43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4" name="Google Shape;3574;p43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5" name="Google Shape;3575;p43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6" name="Google Shape;3576;p43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7" name="Google Shape;3577;p43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8" name="Google Shape;3578;p43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9" name="Google Shape;3579;p43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0" name="Google Shape;3580;p43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1" name="Google Shape;3581;p43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2" name="Google Shape;3582;p43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3" name="Google Shape;3583;p43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4" name="Google Shape;3584;p43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5" name="Google Shape;3585;p43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6" name="Google Shape;3586;p43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7" name="Google Shape;3587;p43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8" name="Google Shape;3588;p43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9" name="Google Shape;3589;p43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0" name="Google Shape;3590;p43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1" name="Google Shape;3591;p43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2" name="Google Shape;3592;p43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3" name="Google Shape;3593;p43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4" name="Google Shape;3594;p43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5" name="Google Shape;3595;p43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6" name="Google Shape;3596;p43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7" name="Google Shape;3597;p43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8" name="Google Shape;3598;p43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9" name="Google Shape;3599;p43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0" name="Google Shape;3600;p43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1" name="Google Shape;3601;p43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2" name="Google Shape;3602;p43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3" name="Google Shape;3603;p43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4" name="Google Shape;3604;p43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5" name="Google Shape;3605;p43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6" name="Google Shape;3606;p43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7" name="Google Shape;3607;p43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8" name="Google Shape;3608;p43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9" name="Google Shape;3609;p43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0" name="Google Shape;3610;p43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1" name="Google Shape;3611;p43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2" name="Google Shape;3612;p43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3" name="Google Shape;3613;p43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4" name="Google Shape;3614;p43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5" name="Google Shape;3615;p43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6" name="Google Shape;3616;p43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7" name="Google Shape;3617;p43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8" name="Google Shape;3618;p43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9" name="Google Shape;3619;p43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0" name="Google Shape;3620;p43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1" name="Google Shape;3621;p43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2" name="Google Shape;3622;p43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3" name="Google Shape;3623;p43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4" name="Google Shape;3624;p43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5" name="Google Shape;3625;p43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6" name="Google Shape;3626;p43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7" name="Google Shape;3627;p43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8" name="Google Shape;3628;p43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9" name="Google Shape;3629;p43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0" name="Google Shape;3630;p43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31" name="Google Shape;3631;p43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2" name="Google Shape;3632;p43"/>
          <p:cNvSpPr txBox="1"/>
          <p:nvPr>
            <p:ph type="title"/>
          </p:nvPr>
        </p:nvSpPr>
        <p:spPr>
          <a:xfrm>
            <a:off x="1920000" y="4273000"/>
            <a:ext cx="101457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3633" name="Google Shape;3633;p43"/>
          <p:cNvSpPr txBox="1"/>
          <p:nvPr>
            <p:ph idx="1" type="subTitle"/>
          </p:nvPr>
        </p:nvSpPr>
        <p:spPr>
          <a:xfrm>
            <a:off x="1920000" y="5889000"/>
            <a:ext cx="101457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3634" name="Google Shape;3634;p43"/>
          <p:cNvSpPr txBox="1"/>
          <p:nvPr>
            <p:ph idx="2" type="title"/>
          </p:nvPr>
        </p:nvSpPr>
        <p:spPr>
          <a:xfrm>
            <a:off x="12318400" y="4273000"/>
            <a:ext cx="101457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3635" name="Google Shape;3635;p43"/>
          <p:cNvSpPr txBox="1"/>
          <p:nvPr>
            <p:ph idx="3" type="subTitle"/>
          </p:nvPr>
        </p:nvSpPr>
        <p:spPr>
          <a:xfrm>
            <a:off x="12318400" y="5934178"/>
            <a:ext cx="101457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3636" name="Google Shape;3636;p43"/>
          <p:cNvSpPr txBox="1"/>
          <p:nvPr>
            <p:ph idx="4" type="title"/>
          </p:nvPr>
        </p:nvSpPr>
        <p:spPr>
          <a:xfrm>
            <a:off x="5929600" y="8320967"/>
            <a:ext cx="125247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3637" name="Google Shape;3637;p43"/>
          <p:cNvSpPr txBox="1"/>
          <p:nvPr>
            <p:ph idx="5" type="subTitle"/>
          </p:nvPr>
        </p:nvSpPr>
        <p:spPr>
          <a:xfrm>
            <a:off x="5929600" y="10004767"/>
            <a:ext cx="125247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3638" name="Google Shape;3638;p43"/>
          <p:cNvSpPr txBox="1"/>
          <p:nvPr>
            <p:ph idx="6"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8_1">
    <p:spTree>
      <p:nvGrpSpPr>
        <p:cNvPr id="3639" name="Shape 3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40" name="Google Shape;3640;p44"/>
          <p:cNvGrpSpPr/>
          <p:nvPr/>
        </p:nvGrpSpPr>
        <p:grpSpPr>
          <a:xfrm>
            <a:off x="18085887" y="36"/>
            <a:ext cx="6298407" cy="4654278"/>
            <a:chOff x="2924750" y="1147900"/>
            <a:chExt cx="1220125" cy="901625"/>
          </a:xfrm>
        </p:grpSpPr>
        <p:sp>
          <p:nvSpPr>
            <p:cNvPr id="3641" name="Google Shape;3641;p44"/>
            <p:cNvSpPr/>
            <p:nvPr/>
          </p:nvSpPr>
          <p:spPr>
            <a:xfrm>
              <a:off x="2925350" y="1181225"/>
              <a:ext cx="175" cy="250"/>
            </a:xfrm>
            <a:custGeom>
              <a:rect b="b" l="l" r="r" t="t"/>
              <a:pathLst>
                <a:path extrusionOk="0" h="10" w="7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2" name="Google Shape;3642;p44"/>
            <p:cNvSpPr/>
            <p:nvPr/>
          </p:nvSpPr>
          <p:spPr>
            <a:xfrm>
              <a:off x="2925650" y="1181825"/>
              <a:ext cx="325" cy="400"/>
            </a:xfrm>
            <a:custGeom>
              <a:rect b="b" l="l" r="r" t="t"/>
              <a:pathLst>
                <a:path extrusionOk="0" h="16" w="13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3" name="Google Shape;3643;p44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4" name="Google Shape;3644;p44"/>
            <p:cNvSpPr/>
            <p:nvPr/>
          </p:nvSpPr>
          <p:spPr>
            <a:xfrm>
              <a:off x="2924750" y="1179750"/>
              <a:ext cx="25" cy="300"/>
            </a:xfrm>
            <a:custGeom>
              <a:rect b="b" l="l" r="r" t="t"/>
              <a:pathLst>
                <a:path extrusionOk="0" h="12" w="1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5" name="Google Shape;3645;p44"/>
            <p:cNvSpPr/>
            <p:nvPr/>
          </p:nvSpPr>
          <p:spPr>
            <a:xfrm>
              <a:off x="2925350" y="1181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6" name="Google Shape;3646;p44"/>
            <p:cNvSpPr/>
            <p:nvPr/>
          </p:nvSpPr>
          <p:spPr>
            <a:xfrm>
              <a:off x="2931900" y="1162175"/>
              <a:ext cx="86650" cy="19375"/>
            </a:xfrm>
            <a:custGeom>
              <a:rect b="b" l="l" r="r" t="t"/>
              <a:pathLst>
                <a:path extrusionOk="0" h="775" w="3466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7" name="Google Shape;3647;p44"/>
            <p:cNvSpPr/>
            <p:nvPr/>
          </p:nvSpPr>
          <p:spPr>
            <a:xfrm>
              <a:off x="3024175" y="1148200"/>
              <a:ext cx="134275" cy="20250"/>
            </a:xfrm>
            <a:custGeom>
              <a:rect b="b" l="l" r="r" t="t"/>
              <a:pathLst>
                <a:path extrusionOk="0" h="810" w="5371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8" name="Google Shape;3648;p44"/>
            <p:cNvSpPr/>
            <p:nvPr/>
          </p:nvSpPr>
          <p:spPr>
            <a:xfrm>
              <a:off x="3114950" y="1293450"/>
              <a:ext cx="203925" cy="127125"/>
            </a:xfrm>
            <a:custGeom>
              <a:rect b="b" l="l" r="r" t="t"/>
              <a:pathLst>
                <a:path extrusionOk="0" h="5085" w="8157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9" name="Google Shape;3649;p44"/>
            <p:cNvSpPr/>
            <p:nvPr/>
          </p:nvSpPr>
          <p:spPr>
            <a:xfrm>
              <a:off x="2925950" y="1177350"/>
              <a:ext cx="77425" cy="50325"/>
            </a:xfrm>
            <a:custGeom>
              <a:rect b="b" l="l" r="r" t="t"/>
              <a:pathLst>
                <a:path extrusionOk="0" h="2013" w="3097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0" name="Google Shape;3650;p44"/>
            <p:cNvSpPr/>
            <p:nvPr/>
          </p:nvSpPr>
          <p:spPr>
            <a:xfrm>
              <a:off x="3007800" y="1224975"/>
              <a:ext cx="107175" cy="68200"/>
            </a:xfrm>
            <a:custGeom>
              <a:rect b="b" l="l" r="r" t="t"/>
              <a:pathLst>
                <a:path extrusionOk="0" h="2728" w="4287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1" name="Google Shape;3651;p44"/>
            <p:cNvSpPr/>
            <p:nvPr/>
          </p:nvSpPr>
          <p:spPr>
            <a:xfrm>
              <a:off x="2924750" y="118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2" name="Google Shape;3652;p44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3" name="Google Shape;3653;p44"/>
            <p:cNvSpPr/>
            <p:nvPr/>
          </p:nvSpPr>
          <p:spPr>
            <a:xfrm>
              <a:off x="2925350" y="11812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4" name="Google Shape;3654;p44"/>
            <p:cNvSpPr/>
            <p:nvPr/>
          </p:nvSpPr>
          <p:spPr>
            <a:xfrm>
              <a:off x="2924750" y="1148200"/>
              <a:ext cx="7175" cy="34850"/>
            </a:xfrm>
            <a:custGeom>
              <a:rect b="b" l="l" r="r" t="t"/>
              <a:pathLst>
                <a:path extrusionOk="0" h="1394" w="287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5" name="Google Shape;3655;p44"/>
            <p:cNvSpPr/>
            <p:nvPr/>
          </p:nvSpPr>
          <p:spPr>
            <a:xfrm>
              <a:off x="2963750" y="1147900"/>
              <a:ext cx="65800" cy="224750"/>
            </a:xfrm>
            <a:custGeom>
              <a:rect b="b" l="l" r="r" t="t"/>
              <a:pathLst>
                <a:path extrusionOk="0" h="8990" w="2632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6" name="Google Shape;3656;p44"/>
            <p:cNvSpPr/>
            <p:nvPr/>
          </p:nvSpPr>
          <p:spPr>
            <a:xfrm>
              <a:off x="3178350" y="1148775"/>
              <a:ext cx="49150" cy="83375"/>
            </a:xfrm>
            <a:custGeom>
              <a:rect b="b" l="l" r="r" t="t"/>
              <a:pathLst>
                <a:path extrusionOk="0" h="3335" w="1966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7" name="Google Shape;3657;p44"/>
            <p:cNvSpPr/>
            <p:nvPr/>
          </p:nvSpPr>
          <p:spPr>
            <a:xfrm>
              <a:off x="3226875" y="1235100"/>
              <a:ext cx="97950" cy="179800"/>
            </a:xfrm>
            <a:custGeom>
              <a:rect b="b" l="l" r="r" t="t"/>
              <a:pathLst>
                <a:path extrusionOk="0" h="7192" w="3918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8" name="Google Shape;3658;p44"/>
            <p:cNvSpPr/>
            <p:nvPr/>
          </p:nvSpPr>
          <p:spPr>
            <a:xfrm>
              <a:off x="3496850" y="1223200"/>
              <a:ext cx="70575" cy="90500"/>
            </a:xfrm>
            <a:custGeom>
              <a:rect b="b" l="l" r="r" t="t"/>
              <a:pathLst>
                <a:path extrusionOk="0" h="3620" w="2823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9" name="Google Shape;3659;p44"/>
            <p:cNvSpPr/>
            <p:nvPr/>
          </p:nvSpPr>
          <p:spPr>
            <a:xfrm>
              <a:off x="3568875" y="1316375"/>
              <a:ext cx="104225" cy="127100"/>
            </a:xfrm>
            <a:custGeom>
              <a:rect b="b" l="l" r="r" t="t"/>
              <a:pathLst>
                <a:path extrusionOk="0" h="5084" w="4169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0" name="Google Shape;3660;p44"/>
            <p:cNvSpPr/>
            <p:nvPr/>
          </p:nvSpPr>
          <p:spPr>
            <a:xfrm>
              <a:off x="3432250" y="1148200"/>
              <a:ext cx="64625" cy="75025"/>
            </a:xfrm>
            <a:custGeom>
              <a:rect b="b" l="l" r="r" t="t"/>
              <a:pathLst>
                <a:path extrusionOk="0" h="3001" w="2585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1" name="Google Shape;3661;p44"/>
            <p:cNvSpPr/>
            <p:nvPr/>
          </p:nvSpPr>
          <p:spPr>
            <a:xfrm>
              <a:off x="2964350" y="1148200"/>
              <a:ext cx="427150" cy="226525"/>
            </a:xfrm>
            <a:custGeom>
              <a:rect b="b" l="l" r="r" t="t"/>
              <a:pathLst>
                <a:path extrusionOk="0" h="9061" w="17086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2" name="Google Shape;3662;p44"/>
            <p:cNvSpPr/>
            <p:nvPr/>
          </p:nvSpPr>
          <p:spPr>
            <a:xfrm>
              <a:off x="3321825" y="1432750"/>
              <a:ext cx="8375" cy="4325"/>
            </a:xfrm>
            <a:custGeom>
              <a:rect b="b" l="l" r="r" t="t"/>
              <a:pathLst>
                <a:path extrusionOk="0" h="173" w="335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3" name="Google Shape;3663;p44"/>
            <p:cNvSpPr/>
            <p:nvPr/>
          </p:nvSpPr>
          <p:spPr>
            <a:xfrm>
              <a:off x="3335825" y="1148200"/>
              <a:ext cx="226825" cy="267000"/>
            </a:xfrm>
            <a:custGeom>
              <a:rect b="b" l="l" r="r" t="t"/>
              <a:pathLst>
                <a:path extrusionOk="0" h="10680" w="9073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4" name="Google Shape;3664;p44"/>
            <p:cNvSpPr/>
            <p:nvPr/>
          </p:nvSpPr>
          <p:spPr>
            <a:xfrm>
              <a:off x="3867725" y="1148200"/>
              <a:ext cx="46775" cy="39000"/>
            </a:xfrm>
            <a:custGeom>
              <a:rect b="b" l="l" r="r" t="t"/>
              <a:pathLst>
                <a:path extrusionOk="0" h="1560" w="1871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5" name="Google Shape;3665;p44"/>
            <p:cNvSpPr/>
            <p:nvPr/>
          </p:nvSpPr>
          <p:spPr>
            <a:xfrm>
              <a:off x="3688250" y="1330350"/>
              <a:ext cx="105100" cy="114625"/>
            </a:xfrm>
            <a:custGeom>
              <a:rect b="b" l="l" r="r" t="t"/>
              <a:pathLst>
                <a:path extrusionOk="0" h="4585" w="4204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6" name="Google Shape;3666;p44"/>
            <p:cNvSpPr/>
            <p:nvPr/>
          </p:nvSpPr>
          <p:spPr>
            <a:xfrm>
              <a:off x="3798375" y="1205350"/>
              <a:ext cx="116125" cy="127400"/>
            </a:xfrm>
            <a:custGeom>
              <a:rect b="b" l="l" r="r" t="t"/>
              <a:pathLst>
                <a:path extrusionOk="0" h="5096" w="4645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7" name="Google Shape;3667;p44"/>
            <p:cNvSpPr/>
            <p:nvPr/>
          </p:nvSpPr>
          <p:spPr>
            <a:xfrm>
              <a:off x="3335825" y="1313675"/>
              <a:ext cx="235775" cy="107500"/>
            </a:xfrm>
            <a:custGeom>
              <a:rect b="b" l="l" r="r" t="t"/>
              <a:pathLst>
                <a:path extrusionOk="0" h="4300" w="9431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8" name="Google Shape;3668;p44"/>
            <p:cNvSpPr/>
            <p:nvPr/>
          </p:nvSpPr>
          <p:spPr>
            <a:xfrm>
              <a:off x="3573950" y="1221400"/>
              <a:ext cx="200050" cy="95575"/>
            </a:xfrm>
            <a:custGeom>
              <a:rect b="b" l="l" r="r" t="t"/>
              <a:pathLst>
                <a:path extrusionOk="0" h="3823" w="8002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9" name="Google Shape;3669;p44"/>
            <p:cNvSpPr/>
            <p:nvPr/>
          </p:nvSpPr>
          <p:spPr>
            <a:xfrm>
              <a:off x="3336725" y="1420550"/>
              <a:ext cx="327425" cy="35725"/>
            </a:xfrm>
            <a:custGeom>
              <a:rect b="b" l="l" r="r" t="t"/>
              <a:pathLst>
                <a:path extrusionOk="0" h="1429" w="13097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0" name="Google Shape;3670;p44"/>
            <p:cNvSpPr/>
            <p:nvPr/>
          </p:nvSpPr>
          <p:spPr>
            <a:xfrm>
              <a:off x="3331050" y="1428575"/>
              <a:ext cx="531350" cy="595650"/>
            </a:xfrm>
            <a:custGeom>
              <a:rect b="b" l="l" r="r" t="t"/>
              <a:pathLst>
                <a:path extrusionOk="0" h="23826" w="21254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1" name="Google Shape;3671;p44"/>
            <p:cNvSpPr/>
            <p:nvPr/>
          </p:nvSpPr>
          <p:spPr>
            <a:xfrm>
              <a:off x="3684975" y="1465200"/>
              <a:ext cx="135150" cy="215225"/>
            </a:xfrm>
            <a:custGeom>
              <a:rect b="b" l="l" r="r" t="t"/>
              <a:pathLst>
                <a:path extrusionOk="0" h="8609" w="5406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2" name="Google Shape;3672;p44"/>
            <p:cNvSpPr/>
            <p:nvPr/>
          </p:nvSpPr>
          <p:spPr>
            <a:xfrm>
              <a:off x="3807000" y="1404475"/>
              <a:ext cx="1525" cy="1800"/>
            </a:xfrm>
            <a:custGeom>
              <a:rect b="b" l="l" r="r" t="t"/>
              <a:pathLst>
                <a:path extrusionOk="0" h="72" w="61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3" name="Google Shape;3673;p44"/>
            <p:cNvSpPr/>
            <p:nvPr/>
          </p:nvSpPr>
          <p:spPr>
            <a:xfrm>
              <a:off x="3802850" y="1412200"/>
              <a:ext cx="39600" cy="263150"/>
            </a:xfrm>
            <a:custGeom>
              <a:rect b="b" l="l" r="r" t="t"/>
              <a:pathLst>
                <a:path extrusionOk="0" h="10526" w="1584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4" name="Google Shape;3674;p44"/>
            <p:cNvSpPr/>
            <p:nvPr/>
          </p:nvSpPr>
          <p:spPr>
            <a:xfrm>
              <a:off x="3779925" y="1231525"/>
              <a:ext cx="27400" cy="168800"/>
            </a:xfrm>
            <a:custGeom>
              <a:rect b="b" l="l" r="r" t="t"/>
              <a:pathLst>
                <a:path extrusionOk="0" h="6752" w="1096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5" name="Google Shape;3675;p44"/>
            <p:cNvSpPr/>
            <p:nvPr/>
          </p:nvSpPr>
          <p:spPr>
            <a:xfrm>
              <a:off x="3692700" y="1340475"/>
              <a:ext cx="254525" cy="111350"/>
            </a:xfrm>
            <a:custGeom>
              <a:rect b="b" l="l" r="r" t="t"/>
              <a:pathLst>
                <a:path extrusionOk="0" h="4454" w="10181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6" name="Google Shape;3676;p44"/>
            <p:cNvSpPr/>
            <p:nvPr/>
          </p:nvSpPr>
          <p:spPr>
            <a:xfrm>
              <a:off x="3949600" y="1148200"/>
              <a:ext cx="145275" cy="193775"/>
            </a:xfrm>
            <a:custGeom>
              <a:rect b="b" l="l" r="r" t="t"/>
              <a:pathLst>
                <a:path extrusionOk="0" h="7751" w="5811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7" name="Google Shape;3677;p44"/>
            <p:cNvSpPr/>
            <p:nvPr/>
          </p:nvSpPr>
          <p:spPr>
            <a:xfrm>
              <a:off x="3922500" y="1210400"/>
              <a:ext cx="28300" cy="133075"/>
            </a:xfrm>
            <a:custGeom>
              <a:rect b="b" l="l" r="r" t="t"/>
              <a:pathLst>
                <a:path extrusionOk="0" h="5323" w="1132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8" name="Google Shape;3678;p44"/>
            <p:cNvSpPr/>
            <p:nvPr/>
          </p:nvSpPr>
          <p:spPr>
            <a:xfrm>
              <a:off x="4062400" y="1422025"/>
              <a:ext cx="82475" cy="66100"/>
            </a:xfrm>
            <a:custGeom>
              <a:rect b="b" l="l" r="r" t="t"/>
              <a:pathLst>
                <a:path extrusionOk="0" h="2644" w="3299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9" name="Google Shape;3679;p44"/>
            <p:cNvSpPr/>
            <p:nvPr/>
          </p:nvSpPr>
          <p:spPr>
            <a:xfrm>
              <a:off x="3943925" y="1338950"/>
              <a:ext cx="113725" cy="85775"/>
            </a:xfrm>
            <a:custGeom>
              <a:rect b="b" l="l" r="r" t="t"/>
              <a:pathLst>
                <a:path extrusionOk="0" h="3431" w="4549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0" name="Google Shape;3680;p44"/>
            <p:cNvSpPr/>
            <p:nvPr/>
          </p:nvSpPr>
          <p:spPr>
            <a:xfrm>
              <a:off x="3988275" y="1670575"/>
              <a:ext cx="3300" cy="2400"/>
            </a:xfrm>
            <a:custGeom>
              <a:rect b="b" l="l" r="r" t="t"/>
              <a:pathLst>
                <a:path extrusionOk="0" h="96" w="132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1" name="Google Shape;3681;p44"/>
            <p:cNvSpPr/>
            <p:nvPr/>
          </p:nvSpPr>
          <p:spPr>
            <a:xfrm>
              <a:off x="3997500" y="1148200"/>
              <a:ext cx="147075" cy="480725"/>
            </a:xfrm>
            <a:custGeom>
              <a:rect b="b" l="l" r="r" t="t"/>
              <a:pathLst>
                <a:path extrusionOk="0" h="19229" w="5883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2" name="Google Shape;3682;p44"/>
            <p:cNvSpPr/>
            <p:nvPr/>
          </p:nvSpPr>
          <p:spPr>
            <a:xfrm>
              <a:off x="3833500" y="1736350"/>
              <a:ext cx="39925" cy="281600"/>
            </a:xfrm>
            <a:custGeom>
              <a:rect b="b" l="l" r="r" t="t"/>
              <a:pathLst>
                <a:path extrusionOk="0" h="11264" w="1597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3" name="Google Shape;3683;p44"/>
            <p:cNvSpPr/>
            <p:nvPr/>
          </p:nvSpPr>
          <p:spPr>
            <a:xfrm>
              <a:off x="3873400" y="1667900"/>
              <a:ext cx="115500" cy="351550"/>
            </a:xfrm>
            <a:custGeom>
              <a:rect b="b" l="l" r="r" t="t"/>
              <a:pathLst>
                <a:path extrusionOk="0" h="14062" w="462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4" name="Google Shape;3684;p44"/>
            <p:cNvSpPr/>
            <p:nvPr/>
          </p:nvSpPr>
          <p:spPr>
            <a:xfrm>
              <a:off x="4009425" y="1573825"/>
              <a:ext cx="135450" cy="64925"/>
            </a:xfrm>
            <a:custGeom>
              <a:rect b="b" l="l" r="r" t="t"/>
              <a:pathLst>
                <a:path extrusionOk="0" h="2597" w="5418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5" name="Google Shape;3685;p44"/>
            <p:cNvSpPr/>
            <p:nvPr/>
          </p:nvSpPr>
          <p:spPr>
            <a:xfrm>
              <a:off x="3864450" y="1649725"/>
              <a:ext cx="108075" cy="53925"/>
            </a:xfrm>
            <a:custGeom>
              <a:rect b="b" l="l" r="r" t="t"/>
              <a:pathLst>
                <a:path extrusionOk="0" h="2157" w="4323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6" name="Google Shape;3686;p44"/>
            <p:cNvSpPr/>
            <p:nvPr/>
          </p:nvSpPr>
          <p:spPr>
            <a:xfrm>
              <a:off x="3876375" y="1648550"/>
              <a:ext cx="268500" cy="374775"/>
            </a:xfrm>
            <a:custGeom>
              <a:rect b="b" l="l" r="r" t="t"/>
              <a:pathLst>
                <a:path extrusionOk="0" h="14991" w="1074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7" name="Google Shape;3687;p44"/>
            <p:cNvSpPr/>
            <p:nvPr/>
          </p:nvSpPr>
          <p:spPr>
            <a:xfrm>
              <a:off x="3970725" y="1626200"/>
              <a:ext cx="44675" cy="45050"/>
            </a:xfrm>
            <a:custGeom>
              <a:rect b="b" l="l" r="r" t="t"/>
              <a:pathLst>
                <a:path extrusionOk="0" h="1802" w="1787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8" name="Google Shape;3688;p44"/>
            <p:cNvSpPr/>
            <p:nvPr/>
          </p:nvSpPr>
          <p:spPr>
            <a:xfrm>
              <a:off x="3799275" y="1673800"/>
              <a:ext cx="66400" cy="63775"/>
            </a:xfrm>
            <a:custGeom>
              <a:rect b="b" l="l" r="r" t="t"/>
              <a:pathLst>
                <a:path extrusionOk="0" h="2551" w="2656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9" name="Google Shape;3689;p44"/>
            <p:cNvSpPr/>
            <p:nvPr/>
          </p:nvSpPr>
          <p:spPr>
            <a:xfrm>
              <a:off x="2952150" y="1372925"/>
              <a:ext cx="24425" cy="22850"/>
            </a:xfrm>
            <a:custGeom>
              <a:rect b="b" l="l" r="r" t="t"/>
              <a:pathLst>
                <a:path extrusionOk="0" h="914" w="977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0" name="Google Shape;3690;p44"/>
            <p:cNvSpPr/>
            <p:nvPr/>
          </p:nvSpPr>
          <p:spPr>
            <a:xfrm>
              <a:off x="3905825" y="1180125"/>
              <a:ext cx="33975" cy="32075"/>
            </a:xfrm>
            <a:custGeom>
              <a:rect b="b" l="l" r="r" t="t"/>
              <a:pathLst>
                <a:path extrusionOk="0" h="1283" w="1359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1" name="Google Shape;3691;p44"/>
            <p:cNvSpPr/>
            <p:nvPr/>
          </p:nvSpPr>
          <p:spPr>
            <a:xfrm>
              <a:off x="3663250" y="1438025"/>
              <a:ext cx="32175" cy="31950"/>
            </a:xfrm>
            <a:custGeom>
              <a:rect b="b" l="l" r="r" t="t"/>
              <a:pathLst>
                <a:path extrusionOk="0" h="1278" w="1287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2" name="Google Shape;3692;p44"/>
            <p:cNvSpPr/>
            <p:nvPr/>
          </p:nvSpPr>
          <p:spPr>
            <a:xfrm>
              <a:off x="3771300" y="1209975"/>
              <a:ext cx="23525" cy="22375"/>
            </a:xfrm>
            <a:custGeom>
              <a:rect b="b" l="l" r="r" t="t"/>
              <a:pathLst>
                <a:path extrusionOk="0" h="895" w="941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3" name="Google Shape;3693;p44"/>
            <p:cNvSpPr/>
            <p:nvPr/>
          </p:nvSpPr>
          <p:spPr>
            <a:xfrm>
              <a:off x="3896300" y="1404575"/>
              <a:ext cx="24750" cy="22450"/>
            </a:xfrm>
            <a:custGeom>
              <a:rect b="b" l="l" r="r" t="t"/>
              <a:pathLst>
                <a:path extrusionOk="0" h="898" w="99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4" name="Google Shape;3694;p44"/>
            <p:cNvSpPr/>
            <p:nvPr/>
          </p:nvSpPr>
          <p:spPr>
            <a:xfrm>
              <a:off x="3314975" y="1411675"/>
              <a:ext cx="23550" cy="22800"/>
            </a:xfrm>
            <a:custGeom>
              <a:rect b="b" l="l" r="r" t="t"/>
              <a:pathLst>
                <a:path extrusionOk="0" h="912" w="942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5" name="Google Shape;3695;p44"/>
            <p:cNvSpPr/>
            <p:nvPr/>
          </p:nvSpPr>
          <p:spPr>
            <a:xfrm>
              <a:off x="3166450" y="1148200"/>
              <a:ext cx="18475" cy="4700"/>
            </a:xfrm>
            <a:custGeom>
              <a:rect b="b" l="l" r="r" t="t"/>
              <a:pathLst>
                <a:path extrusionOk="0" h="188" w="739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6" name="Google Shape;3696;p44"/>
            <p:cNvSpPr/>
            <p:nvPr/>
          </p:nvSpPr>
          <p:spPr>
            <a:xfrm>
              <a:off x="3852550" y="2017750"/>
              <a:ext cx="33950" cy="31775"/>
            </a:xfrm>
            <a:custGeom>
              <a:rect b="b" l="l" r="r" t="t"/>
              <a:pathLst>
                <a:path extrusionOk="0" h="1271" w="1358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7" name="Google Shape;3697;p44"/>
            <p:cNvSpPr/>
            <p:nvPr/>
          </p:nvSpPr>
          <p:spPr>
            <a:xfrm>
              <a:off x="3796600" y="1402900"/>
              <a:ext cx="13700" cy="13525"/>
            </a:xfrm>
            <a:custGeom>
              <a:rect b="b" l="l" r="r" t="t"/>
              <a:pathLst>
                <a:path extrusionOk="0" h="541" w="548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8" name="Google Shape;3698;p44"/>
            <p:cNvSpPr/>
            <p:nvPr/>
          </p:nvSpPr>
          <p:spPr>
            <a:xfrm>
              <a:off x="3563825" y="1305250"/>
              <a:ext cx="12825" cy="13225"/>
            </a:xfrm>
            <a:custGeom>
              <a:rect b="b" l="l" r="r" t="t"/>
              <a:pathLst>
                <a:path extrusionOk="0" h="529" w="513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9" name="Google Shape;3699;p44"/>
            <p:cNvSpPr/>
            <p:nvPr/>
          </p:nvSpPr>
          <p:spPr>
            <a:xfrm>
              <a:off x="3679325" y="1251700"/>
              <a:ext cx="13400" cy="13375"/>
            </a:xfrm>
            <a:custGeom>
              <a:rect b="b" l="l" r="r" t="t"/>
              <a:pathLst>
                <a:path extrusionOk="0" h="535" w="536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0" name="Google Shape;3700;p44"/>
            <p:cNvSpPr/>
            <p:nvPr/>
          </p:nvSpPr>
          <p:spPr>
            <a:xfrm>
              <a:off x="3144725" y="1163875"/>
              <a:ext cx="14600" cy="13400"/>
            </a:xfrm>
            <a:custGeom>
              <a:rect b="b" l="l" r="r" t="t"/>
              <a:pathLst>
                <a:path extrusionOk="0" h="536" w="584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1" name="Google Shape;3701;p44"/>
            <p:cNvSpPr/>
            <p:nvPr/>
          </p:nvSpPr>
          <p:spPr>
            <a:xfrm>
              <a:off x="3218550" y="1236775"/>
              <a:ext cx="14300" cy="13050"/>
            </a:xfrm>
            <a:custGeom>
              <a:rect b="b" l="l" r="r" t="t"/>
              <a:pathLst>
                <a:path extrusionOk="0" h="522" w="572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2" name="Google Shape;3702;p44"/>
            <p:cNvSpPr/>
            <p:nvPr/>
          </p:nvSpPr>
          <p:spPr>
            <a:xfrm>
              <a:off x="3135200" y="1280250"/>
              <a:ext cx="13725" cy="13400"/>
            </a:xfrm>
            <a:custGeom>
              <a:rect b="b" l="l" r="r" t="t"/>
              <a:pathLst>
                <a:path extrusionOk="0" h="536" w="549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03" name="Google Shape;3703;p44"/>
          <p:cNvGrpSpPr/>
          <p:nvPr/>
        </p:nvGrpSpPr>
        <p:grpSpPr>
          <a:xfrm flipH="1">
            <a:off x="-10" y="36"/>
            <a:ext cx="6298407" cy="4654278"/>
            <a:chOff x="2924750" y="1147900"/>
            <a:chExt cx="1220125" cy="901625"/>
          </a:xfrm>
        </p:grpSpPr>
        <p:sp>
          <p:nvSpPr>
            <p:cNvPr id="3704" name="Google Shape;3704;p44"/>
            <p:cNvSpPr/>
            <p:nvPr/>
          </p:nvSpPr>
          <p:spPr>
            <a:xfrm>
              <a:off x="2925350" y="1181225"/>
              <a:ext cx="175" cy="250"/>
            </a:xfrm>
            <a:custGeom>
              <a:rect b="b" l="l" r="r" t="t"/>
              <a:pathLst>
                <a:path extrusionOk="0" h="10" w="7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5" name="Google Shape;3705;p44"/>
            <p:cNvSpPr/>
            <p:nvPr/>
          </p:nvSpPr>
          <p:spPr>
            <a:xfrm>
              <a:off x="2925650" y="1181825"/>
              <a:ext cx="325" cy="400"/>
            </a:xfrm>
            <a:custGeom>
              <a:rect b="b" l="l" r="r" t="t"/>
              <a:pathLst>
                <a:path extrusionOk="0" h="16" w="13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6" name="Google Shape;3706;p44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7" name="Google Shape;3707;p44"/>
            <p:cNvSpPr/>
            <p:nvPr/>
          </p:nvSpPr>
          <p:spPr>
            <a:xfrm>
              <a:off x="2924750" y="1179750"/>
              <a:ext cx="25" cy="300"/>
            </a:xfrm>
            <a:custGeom>
              <a:rect b="b" l="l" r="r" t="t"/>
              <a:pathLst>
                <a:path extrusionOk="0" h="12" w="1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8" name="Google Shape;3708;p44"/>
            <p:cNvSpPr/>
            <p:nvPr/>
          </p:nvSpPr>
          <p:spPr>
            <a:xfrm>
              <a:off x="2925350" y="1181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9" name="Google Shape;3709;p44"/>
            <p:cNvSpPr/>
            <p:nvPr/>
          </p:nvSpPr>
          <p:spPr>
            <a:xfrm>
              <a:off x="2931900" y="1162175"/>
              <a:ext cx="86650" cy="19375"/>
            </a:xfrm>
            <a:custGeom>
              <a:rect b="b" l="l" r="r" t="t"/>
              <a:pathLst>
                <a:path extrusionOk="0" h="775" w="3466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0" name="Google Shape;3710;p44"/>
            <p:cNvSpPr/>
            <p:nvPr/>
          </p:nvSpPr>
          <p:spPr>
            <a:xfrm>
              <a:off x="3024175" y="1148200"/>
              <a:ext cx="134275" cy="20250"/>
            </a:xfrm>
            <a:custGeom>
              <a:rect b="b" l="l" r="r" t="t"/>
              <a:pathLst>
                <a:path extrusionOk="0" h="810" w="5371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1" name="Google Shape;3711;p44"/>
            <p:cNvSpPr/>
            <p:nvPr/>
          </p:nvSpPr>
          <p:spPr>
            <a:xfrm>
              <a:off x="3114950" y="1293450"/>
              <a:ext cx="203925" cy="127125"/>
            </a:xfrm>
            <a:custGeom>
              <a:rect b="b" l="l" r="r" t="t"/>
              <a:pathLst>
                <a:path extrusionOk="0" h="5085" w="8157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2" name="Google Shape;3712;p44"/>
            <p:cNvSpPr/>
            <p:nvPr/>
          </p:nvSpPr>
          <p:spPr>
            <a:xfrm>
              <a:off x="2925950" y="1177350"/>
              <a:ext cx="77425" cy="50325"/>
            </a:xfrm>
            <a:custGeom>
              <a:rect b="b" l="l" r="r" t="t"/>
              <a:pathLst>
                <a:path extrusionOk="0" h="2013" w="3097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3" name="Google Shape;3713;p44"/>
            <p:cNvSpPr/>
            <p:nvPr/>
          </p:nvSpPr>
          <p:spPr>
            <a:xfrm>
              <a:off x="3007800" y="1224975"/>
              <a:ext cx="107175" cy="68200"/>
            </a:xfrm>
            <a:custGeom>
              <a:rect b="b" l="l" r="r" t="t"/>
              <a:pathLst>
                <a:path extrusionOk="0" h="2728" w="4287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4" name="Google Shape;3714;p44"/>
            <p:cNvSpPr/>
            <p:nvPr/>
          </p:nvSpPr>
          <p:spPr>
            <a:xfrm>
              <a:off x="2924750" y="118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5" name="Google Shape;3715;p44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6" name="Google Shape;3716;p44"/>
            <p:cNvSpPr/>
            <p:nvPr/>
          </p:nvSpPr>
          <p:spPr>
            <a:xfrm>
              <a:off x="2925350" y="11812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7" name="Google Shape;3717;p44"/>
            <p:cNvSpPr/>
            <p:nvPr/>
          </p:nvSpPr>
          <p:spPr>
            <a:xfrm>
              <a:off x="2924750" y="1148200"/>
              <a:ext cx="7175" cy="34850"/>
            </a:xfrm>
            <a:custGeom>
              <a:rect b="b" l="l" r="r" t="t"/>
              <a:pathLst>
                <a:path extrusionOk="0" h="1394" w="287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8" name="Google Shape;3718;p44"/>
            <p:cNvSpPr/>
            <p:nvPr/>
          </p:nvSpPr>
          <p:spPr>
            <a:xfrm>
              <a:off x="2963750" y="1147900"/>
              <a:ext cx="65800" cy="224750"/>
            </a:xfrm>
            <a:custGeom>
              <a:rect b="b" l="l" r="r" t="t"/>
              <a:pathLst>
                <a:path extrusionOk="0" h="8990" w="2632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9" name="Google Shape;3719;p44"/>
            <p:cNvSpPr/>
            <p:nvPr/>
          </p:nvSpPr>
          <p:spPr>
            <a:xfrm>
              <a:off x="3178350" y="1148775"/>
              <a:ext cx="49150" cy="83375"/>
            </a:xfrm>
            <a:custGeom>
              <a:rect b="b" l="l" r="r" t="t"/>
              <a:pathLst>
                <a:path extrusionOk="0" h="3335" w="1966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0" name="Google Shape;3720;p44"/>
            <p:cNvSpPr/>
            <p:nvPr/>
          </p:nvSpPr>
          <p:spPr>
            <a:xfrm>
              <a:off x="3226875" y="1235100"/>
              <a:ext cx="97950" cy="179800"/>
            </a:xfrm>
            <a:custGeom>
              <a:rect b="b" l="l" r="r" t="t"/>
              <a:pathLst>
                <a:path extrusionOk="0" h="7192" w="3918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1" name="Google Shape;3721;p44"/>
            <p:cNvSpPr/>
            <p:nvPr/>
          </p:nvSpPr>
          <p:spPr>
            <a:xfrm>
              <a:off x="3496850" y="1223200"/>
              <a:ext cx="70575" cy="90500"/>
            </a:xfrm>
            <a:custGeom>
              <a:rect b="b" l="l" r="r" t="t"/>
              <a:pathLst>
                <a:path extrusionOk="0" h="3620" w="2823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2" name="Google Shape;3722;p44"/>
            <p:cNvSpPr/>
            <p:nvPr/>
          </p:nvSpPr>
          <p:spPr>
            <a:xfrm>
              <a:off x="3568875" y="1316375"/>
              <a:ext cx="104225" cy="127100"/>
            </a:xfrm>
            <a:custGeom>
              <a:rect b="b" l="l" r="r" t="t"/>
              <a:pathLst>
                <a:path extrusionOk="0" h="5084" w="4169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3" name="Google Shape;3723;p44"/>
            <p:cNvSpPr/>
            <p:nvPr/>
          </p:nvSpPr>
          <p:spPr>
            <a:xfrm>
              <a:off x="3432250" y="1148200"/>
              <a:ext cx="64625" cy="75025"/>
            </a:xfrm>
            <a:custGeom>
              <a:rect b="b" l="l" r="r" t="t"/>
              <a:pathLst>
                <a:path extrusionOk="0" h="3001" w="2585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4" name="Google Shape;3724;p44"/>
            <p:cNvSpPr/>
            <p:nvPr/>
          </p:nvSpPr>
          <p:spPr>
            <a:xfrm>
              <a:off x="2964350" y="1148200"/>
              <a:ext cx="427150" cy="226525"/>
            </a:xfrm>
            <a:custGeom>
              <a:rect b="b" l="l" r="r" t="t"/>
              <a:pathLst>
                <a:path extrusionOk="0" h="9061" w="17086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5" name="Google Shape;3725;p44"/>
            <p:cNvSpPr/>
            <p:nvPr/>
          </p:nvSpPr>
          <p:spPr>
            <a:xfrm>
              <a:off x="3321825" y="1432750"/>
              <a:ext cx="8375" cy="4325"/>
            </a:xfrm>
            <a:custGeom>
              <a:rect b="b" l="l" r="r" t="t"/>
              <a:pathLst>
                <a:path extrusionOk="0" h="173" w="335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6" name="Google Shape;3726;p44"/>
            <p:cNvSpPr/>
            <p:nvPr/>
          </p:nvSpPr>
          <p:spPr>
            <a:xfrm>
              <a:off x="3335825" y="1148200"/>
              <a:ext cx="226825" cy="267000"/>
            </a:xfrm>
            <a:custGeom>
              <a:rect b="b" l="l" r="r" t="t"/>
              <a:pathLst>
                <a:path extrusionOk="0" h="10680" w="9073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7" name="Google Shape;3727;p44"/>
            <p:cNvSpPr/>
            <p:nvPr/>
          </p:nvSpPr>
          <p:spPr>
            <a:xfrm>
              <a:off x="3867725" y="1148200"/>
              <a:ext cx="46775" cy="39000"/>
            </a:xfrm>
            <a:custGeom>
              <a:rect b="b" l="l" r="r" t="t"/>
              <a:pathLst>
                <a:path extrusionOk="0" h="1560" w="1871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8" name="Google Shape;3728;p44"/>
            <p:cNvSpPr/>
            <p:nvPr/>
          </p:nvSpPr>
          <p:spPr>
            <a:xfrm>
              <a:off x="3688250" y="1330350"/>
              <a:ext cx="105100" cy="114625"/>
            </a:xfrm>
            <a:custGeom>
              <a:rect b="b" l="l" r="r" t="t"/>
              <a:pathLst>
                <a:path extrusionOk="0" h="4585" w="4204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9" name="Google Shape;3729;p44"/>
            <p:cNvSpPr/>
            <p:nvPr/>
          </p:nvSpPr>
          <p:spPr>
            <a:xfrm>
              <a:off x="3798375" y="1205350"/>
              <a:ext cx="116125" cy="127400"/>
            </a:xfrm>
            <a:custGeom>
              <a:rect b="b" l="l" r="r" t="t"/>
              <a:pathLst>
                <a:path extrusionOk="0" h="5096" w="4645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0" name="Google Shape;3730;p44"/>
            <p:cNvSpPr/>
            <p:nvPr/>
          </p:nvSpPr>
          <p:spPr>
            <a:xfrm>
              <a:off x="3335825" y="1313675"/>
              <a:ext cx="235775" cy="107500"/>
            </a:xfrm>
            <a:custGeom>
              <a:rect b="b" l="l" r="r" t="t"/>
              <a:pathLst>
                <a:path extrusionOk="0" h="4300" w="9431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1" name="Google Shape;3731;p44"/>
            <p:cNvSpPr/>
            <p:nvPr/>
          </p:nvSpPr>
          <p:spPr>
            <a:xfrm>
              <a:off x="3573950" y="1221400"/>
              <a:ext cx="200050" cy="95575"/>
            </a:xfrm>
            <a:custGeom>
              <a:rect b="b" l="l" r="r" t="t"/>
              <a:pathLst>
                <a:path extrusionOk="0" h="3823" w="8002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2" name="Google Shape;3732;p44"/>
            <p:cNvSpPr/>
            <p:nvPr/>
          </p:nvSpPr>
          <p:spPr>
            <a:xfrm>
              <a:off x="3336725" y="1420550"/>
              <a:ext cx="327425" cy="35725"/>
            </a:xfrm>
            <a:custGeom>
              <a:rect b="b" l="l" r="r" t="t"/>
              <a:pathLst>
                <a:path extrusionOk="0" h="1429" w="13097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3" name="Google Shape;3733;p44"/>
            <p:cNvSpPr/>
            <p:nvPr/>
          </p:nvSpPr>
          <p:spPr>
            <a:xfrm>
              <a:off x="3331050" y="1428575"/>
              <a:ext cx="531350" cy="595650"/>
            </a:xfrm>
            <a:custGeom>
              <a:rect b="b" l="l" r="r" t="t"/>
              <a:pathLst>
                <a:path extrusionOk="0" h="23826" w="21254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4" name="Google Shape;3734;p44"/>
            <p:cNvSpPr/>
            <p:nvPr/>
          </p:nvSpPr>
          <p:spPr>
            <a:xfrm>
              <a:off x="3684975" y="1465200"/>
              <a:ext cx="135150" cy="215225"/>
            </a:xfrm>
            <a:custGeom>
              <a:rect b="b" l="l" r="r" t="t"/>
              <a:pathLst>
                <a:path extrusionOk="0" h="8609" w="5406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5" name="Google Shape;3735;p44"/>
            <p:cNvSpPr/>
            <p:nvPr/>
          </p:nvSpPr>
          <p:spPr>
            <a:xfrm>
              <a:off x="3807000" y="1404475"/>
              <a:ext cx="1525" cy="1800"/>
            </a:xfrm>
            <a:custGeom>
              <a:rect b="b" l="l" r="r" t="t"/>
              <a:pathLst>
                <a:path extrusionOk="0" h="72" w="61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6" name="Google Shape;3736;p44"/>
            <p:cNvSpPr/>
            <p:nvPr/>
          </p:nvSpPr>
          <p:spPr>
            <a:xfrm>
              <a:off x="3802850" y="1412200"/>
              <a:ext cx="39600" cy="263150"/>
            </a:xfrm>
            <a:custGeom>
              <a:rect b="b" l="l" r="r" t="t"/>
              <a:pathLst>
                <a:path extrusionOk="0" h="10526" w="1584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7" name="Google Shape;3737;p44"/>
            <p:cNvSpPr/>
            <p:nvPr/>
          </p:nvSpPr>
          <p:spPr>
            <a:xfrm>
              <a:off x="3779925" y="1231525"/>
              <a:ext cx="27400" cy="168800"/>
            </a:xfrm>
            <a:custGeom>
              <a:rect b="b" l="l" r="r" t="t"/>
              <a:pathLst>
                <a:path extrusionOk="0" h="6752" w="1096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8" name="Google Shape;3738;p44"/>
            <p:cNvSpPr/>
            <p:nvPr/>
          </p:nvSpPr>
          <p:spPr>
            <a:xfrm>
              <a:off x="3692700" y="1340475"/>
              <a:ext cx="254525" cy="111350"/>
            </a:xfrm>
            <a:custGeom>
              <a:rect b="b" l="l" r="r" t="t"/>
              <a:pathLst>
                <a:path extrusionOk="0" h="4454" w="10181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9" name="Google Shape;3739;p44"/>
            <p:cNvSpPr/>
            <p:nvPr/>
          </p:nvSpPr>
          <p:spPr>
            <a:xfrm>
              <a:off x="3949600" y="1148200"/>
              <a:ext cx="145275" cy="193775"/>
            </a:xfrm>
            <a:custGeom>
              <a:rect b="b" l="l" r="r" t="t"/>
              <a:pathLst>
                <a:path extrusionOk="0" h="7751" w="5811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0" name="Google Shape;3740;p44"/>
            <p:cNvSpPr/>
            <p:nvPr/>
          </p:nvSpPr>
          <p:spPr>
            <a:xfrm>
              <a:off x="3922500" y="1210400"/>
              <a:ext cx="28300" cy="133075"/>
            </a:xfrm>
            <a:custGeom>
              <a:rect b="b" l="l" r="r" t="t"/>
              <a:pathLst>
                <a:path extrusionOk="0" h="5323" w="1132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1" name="Google Shape;3741;p44"/>
            <p:cNvSpPr/>
            <p:nvPr/>
          </p:nvSpPr>
          <p:spPr>
            <a:xfrm>
              <a:off x="4062400" y="1422025"/>
              <a:ext cx="82475" cy="66100"/>
            </a:xfrm>
            <a:custGeom>
              <a:rect b="b" l="l" r="r" t="t"/>
              <a:pathLst>
                <a:path extrusionOk="0" h="2644" w="3299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2" name="Google Shape;3742;p44"/>
            <p:cNvSpPr/>
            <p:nvPr/>
          </p:nvSpPr>
          <p:spPr>
            <a:xfrm>
              <a:off x="3943925" y="1338950"/>
              <a:ext cx="113725" cy="85775"/>
            </a:xfrm>
            <a:custGeom>
              <a:rect b="b" l="l" r="r" t="t"/>
              <a:pathLst>
                <a:path extrusionOk="0" h="3431" w="4549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3" name="Google Shape;3743;p44"/>
            <p:cNvSpPr/>
            <p:nvPr/>
          </p:nvSpPr>
          <p:spPr>
            <a:xfrm>
              <a:off x="3988275" y="1670575"/>
              <a:ext cx="3300" cy="2400"/>
            </a:xfrm>
            <a:custGeom>
              <a:rect b="b" l="l" r="r" t="t"/>
              <a:pathLst>
                <a:path extrusionOk="0" h="96" w="132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4" name="Google Shape;3744;p44"/>
            <p:cNvSpPr/>
            <p:nvPr/>
          </p:nvSpPr>
          <p:spPr>
            <a:xfrm>
              <a:off x="3997500" y="1148200"/>
              <a:ext cx="147075" cy="480725"/>
            </a:xfrm>
            <a:custGeom>
              <a:rect b="b" l="l" r="r" t="t"/>
              <a:pathLst>
                <a:path extrusionOk="0" h="19229" w="5883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5" name="Google Shape;3745;p44"/>
            <p:cNvSpPr/>
            <p:nvPr/>
          </p:nvSpPr>
          <p:spPr>
            <a:xfrm>
              <a:off x="3833500" y="1736350"/>
              <a:ext cx="39925" cy="281600"/>
            </a:xfrm>
            <a:custGeom>
              <a:rect b="b" l="l" r="r" t="t"/>
              <a:pathLst>
                <a:path extrusionOk="0" h="11264" w="1597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6" name="Google Shape;3746;p44"/>
            <p:cNvSpPr/>
            <p:nvPr/>
          </p:nvSpPr>
          <p:spPr>
            <a:xfrm>
              <a:off x="3873400" y="1667900"/>
              <a:ext cx="115500" cy="351550"/>
            </a:xfrm>
            <a:custGeom>
              <a:rect b="b" l="l" r="r" t="t"/>
              <a:pathLst>
                <a:path extrusionOk="0" h="14062" w="462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7" name="Google Shape;3747;p44"/>
            <p:cNvSpPr/>
            <p:nvPr/>
          </p:nvSpPr>
          <p:spPr>
            <a:xfrm>
              <a:off x="4009425" y="1573825"/>
              <a:ext cx="135450" cy="64925"/>
            </a:xfrm>
            <a:custGeom>
              <a:rect b="b" l="l" r="r" t="t"/>
              <a:pathLst>
                <a:path extrusionOk="0" h="2597" w="5418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8" name="Google Shape;3748;p44"/>
            <p:cNvSpPr/>
            <p:nvPr/>
          </p:nvSpPr>
          <p:spPr>
            <a:xfrm>
              <a:off x="3864450" y="1649725"/>
              <a:ext cx="108075" cy="53925"/>
            </a:xfrm>
            <a:custGeom>
              <a:rect b="b" l="l" r="r" t="t"/>
              <a:pathLst>
                <a:path extrusionOk="0" h="2157" w="4323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9" name="Google Shape;3749;p44"/>
            <p:cNvSpPr/>
            <p:nvPr/>
          </p:nvSpPr>
          <p:spPr>
            <a:xfrm>
              <a:off x="3876375" y="1648550"/>
              <a:ext cx="268500" cy="374775"/>
            </a:xfrm>
            <a:custGeom>
              <a:rect b="b" l="l" r="r" t="t"/>
              <a:pathLst>
                <a:path extrusionOk="0" h="14991" w="1074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0" name="Google Shape;3750;p44"/>
            <p:cNvSpPr/>
            <p:nvPr/>
          </p:nvSpPr>
          <p:spPr>
            <a:xfrm>
              <a:off x="3970725" y="1626200"/>
              <a:ext cx="44675" cy="45050"/>
            </a:xfrm>
            <a:custGeom>
              <a:rect b="b" l="l" r="r" t="t"/>
              <a:pathLst>
                <a:path extrusionOk="0" h="1802" w="1787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1" name="Google Shape;3751;p44"/>
            <p:cNvSpPr/>
            <p:nvPr/>
          </p:nvSpPr>
          <p:spPr>
            <a:xfrm>
              <a:off x="3799275" y="1673800"/>
              <a:ext cx="66400" cy="63775"/>
            </a:xfrm>
            <a:custGeom>
              <a:rect b="b" l="l" r="r" t="t"/>
              <a:pathLst>
                <a:path extrusionOk="0" h="2551" w="2656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2" name="Google Shape;3752;p44"/>
            <p:cNvSpPr/>
            <p:nvPr/>
          </p:nvSpPr>
          <p:spPr>
            <a:xfrm>
              <a:off x="2952150" y="1372925"/>
              <a:ext cx="24425" cy="22850"/>
            </a:xfrm>
            <a:custGeom>
              <a:rect b="b" l="l" r="r" t="t"/>
              <a:pathLst>
                <a:path extrusionOk="0" h="914" w="977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3" name="Google Shape;3753;p44"/>
            <p:cNvSpPr/>
            <p:nvPr/>
          </p:nvSpPr>
          <p:spPr>
            <a:xfrm>
              <a:off x="3905825" y="1180125"/>
              <a:ext cx="33975" cy="32075"/>
            </a:xfrm>
            <a:custGeom>
              <a:rect b="b" l="l" r="r" t="t"/>
              <a:pathLst>
                <a:path extrusionOk="0" h="1283" w="1359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4" name="Google Shape;3754;p44"/>
            <p:cNvSpPr/>
            <p:nvPr/>
          </p:nvSpPr>
          <p:spPr>
            <a:xfrm>
              <a:off x="3663250" y="1438025"/>
              <a:ext cx="32175" cy="31950"/>
            </a:xfrm>
            <a:custGeom>
              <a:rect b="b" l="l" r="r" t="t"/>
              <a:pathLst>
                <a:path extrusionOk="0" h="1278" w="1287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5" name="Google Shape;3755;p44"/>
            <p:cNvSpPr/>
            <p:nvPr/>
          </p:nvSpPr>
          <p:spPr>
            <a:xfrm>
              <a:off x="3771300" y="1209975"/>
              <a:ext cx="23525" cy="22375"/>
            </a:xfrm>
            <a:custGeom>
              <a:rect b="b" l="l" r="r" t="t"/>
              <a:pathLst>
                <a:path extrusionOk="0" h="895" w="941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6" name="Google Shape;3756;p44"/>
            <p:cNvSpPr/>
            <p:nvPr/>
          </p:nvSpPr>
          <p:spPr>
            <a:xfrm>
              <a:off x="3896300" y="1404575"/>
              <a:ext cx="24750" cy="22450"/>
            </a:xfrm>
            <a:custGeom>
              <a:rect b="b" l="l" r="r" t="t"/>
              <a:pathLst>
                <a:path extrusionOk="0" h="898" w="99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7" name="Google Shape;3757;p44"/>
            <p:cNvSpPr/>
            <p:nvPr/>
          </p:nvSpPr>
          <p:spPr>
            <a:xfrm>
              <a:off x="3314975" y="1411675"/>
              <a:ext cx="23550" cy="22800"/>
            </a:xfrm>
            <a:custGeom>
              <a:rect b="b" l="l" r="r" t="t"/>
              <a:pathLst>
                <a:path extrusionOk="0" h="912" w="942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8" name="Google Shape;3758;p44"/>
            <p:cNvSpPr/>
            <p:nvPr/>
          </p:nvSpPr>
          <p:spPr>
            <a:xfrm>
              <a:off x="3166450" y="1148200"/>
              <a:ext cx="18475" cy="4700"/>
            </a:xfrm>
            <a:custGeom>
              <a:rect b="b" l="l" r="r" t="t"/>
              <a:pathLst>
                <a:path extrusionOk="0" h="188" w="739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9" name="Google Shape;3759;p44"/>
            <p:cNvSpPr/>
            <p:nvPr/>
          </p:nvSpPr>
          <p:spPr>
            <a:xfrm>
              <a:off x="3852550" y="2017750"/>
              <a:ext cx="33950" cy="31775"/>
            </a:xfrm>
            <a:custGeom>
              <a:rect b="b" l="l" r="r" t="t"/>
              <a:pathLst>
                <a:path extrusionOk="0" h="1271" w="1358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0" name="Google Shape;3760;p44"/>
            <p:cNvSpPr/>
            <p:nvPr/>
          </p:nvSpPr>
          <p:spPr>
            <a:xfrm>
              <a:off x="3796600" y="1402900"/>
              <a:ext cx="13700" cy="13525"/>
            </a:xfrm>
            <a:custGeom>
              <a:rect b="b" l="l" r="r" t="t"/>
              <a:pathLst>
                <a:path extrusionOk="0" h="541" w="548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1" name="Google Shape;3761;p44"/>
            <p:cNvSpPr/>
            <p:nvPr/>
          </p:nvSpPr>
          <p:spPr>
            <a:xfrm>
              <a:off x="3563825" y="1305250"/>
              <a:ext cx="12825" cy="13225"/>
            </a:xfrm>
            <a:custGeom>
              <a:rect b="b" l="l" r="r" t="t"/>
              <a:pathLst>
                <a:path extrusionOk="0" h="529" w="513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2" name="Google Shape;3762;p44"/>
            <p:cNvSpPr/>
            <p:nvPr/>
          </p:nvSpPr>
          <p:spPr>
            <a:xfrm>
              <a:off x="3679325" y="1251700"/>
              <a:ext cx="13400" cy="13375"/>
            </a:xfrm>
            <a:custGeom>
              <a:rect b="b" l="l" r="r" t="t"/>
              <a:pathLst>
                <a:path extrusionOk="0" h="535" w="536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3" name="Google Shape;3763;p44"/>
            <p:cNvSpPr/>
            <p:nvPr/>
          </p:nvSpPr>
          <p:spPr>
            <a:xfrm>
              <a:off x="3144725" y="1163875"/>
              <a:ext cx="14600" cy="13400"/>
            </a:xfrm>
            <a:custGeom>
              <a:rect b="b" l="l" r="r" t="t"/>
              <a:pathLst>
                <a:path extrusionOk="0" h="536" w="584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4" name="Google Shape;3764;p44"/>
            <p:cNvSpPr/>
            <p:nvPr/>
          </p:nvSpPr>
          <p:spPr>
            <a:xfrm>
              <a:off x="3218550" y="1236775"/>
              <a:ext cx="14300" cy="13050"/>
            </a:xfrm>
            <a:custGeom>
              <a:rect b="b" l="l" r="r" t="t"/>
              <a:pathLst>
                <a:path extrusionOk="0" h="522" w="572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5" name="Google Shape;3765;p44"/>
            <p:cNvSpPr/>
            <p:nvPr/>
          </p:nvSpPr>
          <p:spPr>
            <a:xfrm>
              <a:off x="3135200" y="1280250"/>
              <a:ext cx="13725" cy="13400"/>
            </a:xfrm>
            <a:custGeom>
              <a:rect b="b" l="l" r="r" t="t"/>
              <a:pathLst>
                <a:path extrusionOk="0" h="536" w="549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66" name="Google Shape;3766;p44"/>
          <p:cNvGrpSpPr/>
          <p:nvPr/>
        </p:nvGrpSpPr>
        <p:grpSpPr>
          <a:xfrm flipH="1">
            <a:off x="259" y="11397596"/>
            <a:ext cx="8941898" cy="2318399"/>
            <a:chOff x="2582150" y="3714800"/>
            <a:chExt cx="2689050" cy="697200"/>
          </a:xfrm>
        </p:grpSpPr>
        <p:sp>
          <p:nvSpPr>
            <p:cNvPr id="3767" name="Google Shape;3767;p44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8" name="Google Shape;3768;p44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9" name="Google Shape;3769;p44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0" name="Google Shape;3770;p44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1" name="Google Shape;3771;p44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2" name="Google Shape;3772;p44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3" name="Google Shape;3773;p44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4" name="Google Shape;3774;p44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5" name="Google Shape;3775;p44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6" name="Google Shape;3776;p44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7" name="Google Shape;3777;p44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8" name="Google Shape;3778;p44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9" name="Google Shape;3779;p44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0" name="Google Shape;3780;p44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1" name="Google Shape;3781;p44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2" name="Google Shape;3782;p44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3" name="Google Shape;3783;p44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4" name="Google Shape;3784;p44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5" name="Google Shape;3785;p44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6" name="Google Shape;3786;p44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7" name="Google Shape;3787;p44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8" name="Google Shape;3788;p44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9" name="Google Shape;3789;p44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0" name="Google Shape;3790;p44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1" name="Google Shape;3791;p44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2" name="Google Shape;3792;p44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3" name="Google Shape;3793;p44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4" name="Google Shape;3794;p44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5" name="Google Shape;3795;p44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6" name="Google Shape;3796;p44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7" name="Google Shape;3797;p44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8" name="Google Shape;3798;p44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9" name="Google Shape;3799;p44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0" name="Google Shape;3800;p44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1" name="Google Shape;3801;p44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2" name="Google Shape;3802;p44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3" name="Google Shape;3803;p44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4" name="Google Shape;3804;p44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5" name="Google Shape;3805;p44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6" name="Google Shape;3806;p44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7" name="Google Shape;3807;p44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8" name="Google Shape;3808;p44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9" name="Google Shape;3809;p44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0" name="Google Shape;3810;p44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1" name="Google Shape;3811;p44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2" name="Google Shape;3812;p44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3" name="Google Shape;3813;p44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4" name="Google Shape;3814;p44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5" name="Google Shape;3815;p44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6" name="Google Shape;3816;p44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7" name="Google Shape;3817;p44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8" name="Google Shape;3818;p44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9" name="Google Shape;3819;p44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0" name="Google Shape;3820;p44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1" name="Google Shape;3821;p44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2" name="Google Shape;3822;p44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3" name="Google Shape;3823;p44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4" name="Google Shape;3824;p44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5" name="Google Shape;3825;p44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6" name="Google Shape;3826;p44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27" name="Google Shape;3827;p44"/>
          <p:cNvGrpSpPr/>
          <p:nvPr/>
        </p:nvGrpSpPr>
        <p:grpSpPr>
          <a:xfrm>
            <a:off x="15442330" y="11397596"/>
            <a:ext cx="8941898" cy="2318399"/>
            <a:chOff x="2582150" y="3714800"/>
            <a:chExt cx="2689050" cy="697200"/>
          </a:xfrm>
        </p:grpSpPr>
        <p:sp>
          <p:nvSpPr>
            <p:cNvPr id="3828" name="Google Shape;3828;p44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9" name="Google Shape;3829;p44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0" name="Google Shape;3830;p44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1" name="Google Shape;3831;p44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2" name="Google Shape;3832;p44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3" name="Google Shape;3833;p44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4" name="Google Shape;3834;p44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5" name="Google Shape;3835;p44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6" name="Google Shape;3836;p44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7" name="Google Shape;3837;p44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8" name="Google Shape;3838;p44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9" name="Google Shape;3839;p44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0" name="Google Shape;3840;p44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1" name="Google Shape;3841;p44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2" name="Google Shape;3842;p44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3" name="Google Shape;3843;p44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4" name="Google Shape;3844;p44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5" name="Google Shape;3845;p44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6" name="Google Shape;3846;p44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7" name="Google Shape;3847;p44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8" name="Google Shape;3848;p44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9" name="Google Shape;3849;p44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0" name="Google Shape;3850;p44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1" name="Google Shape;3851;p44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2" name="Google Shape;3852;p44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3" name="Google Shape;3853;p44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4" name="Google Shape;3854;p44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5" name="Google Shape;3855;p44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6" name="Google Shape;3856;p44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7" name="Google Shape;3857;p44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8" name="Google Shape;3858;p44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9" name="Google Shape;3859;p44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0" name="Google Shape;3860;p44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1" name="Google Shape;3861;p44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2" name="Google Shape;3862;p44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3" name="Google Shape;3863;p44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4" name="Google Shape;3864;p44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5" name="Google Shape;3865;p44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6" name="Google Shape;3866;p44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7" name="Google Shape;3867;p44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8" name="Google Shape;3868;p44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9" name="Google Shape;3869;p44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0" name="Google Shape;3870;p44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1" name="Google Shape;3871;p44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2" name="Google Shape;3872;p44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3" name="Google Shape;3873;p44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4" name="Google Shape;3874;p44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5" name="Google Shape;3875;p44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6" name="Google Shape;3876;p44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7" name="Google Shape;3877;p44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8" name="Google Shape;3878;p44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9" name="Google Shape;3879;p44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0" name="Google Shape;3880;p44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1" name="Google Shape;3881;p44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2" name="Google Shape;3882;p44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3" name="Google Shape;3883;p44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4" name="Google Shape;3884;p44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5" name="Google Shape;3885;p44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6" name="Google Shape;3886;p44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7" name="Google Shape;3887;p44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88" name="Google Shape;3888;p44"/>
          <p:cNvSpPr txBox="1"/>
          <p:nvPr>
            <p:ph type="title"/>
          </p:nvPr>
        </p:nvSpPr>
        <p:spPr>
          <a:xfrm>
            <a:off x="4547600" y="6987233"/>
            <a:ext cx="1546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3889" name="Google Shape;3889;p44"/>
          <p:cNvSpPr txBox="1"/>
          <p:nvPr>
            <p:ph idx="2"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3890" name="Google Shape;3890;p44"/>
          <p:cNvSpPr txBox="1"/>
          <p:nvPr>
            <p:ph idx="3" type="title"/>
          </p:nvPr>
        </p:nvSpPr>
        <p:spPr>
          <a:xfrm>
            <a:off x="2251600" y="86293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891" name="Google Shape;3891;p44"/>
          <p:cNvSpPr txBox="1"/>
          <p:nvPr>
            <p:ph idx="1" type="subTitle"/>
          </p:nvPr>
        </p:nvSpPr>
        <p:spPr>
          <a:xfrm>
            <a:off x="2251600" y="9451867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892" name="Google Shape;3892;p44"/>
          <p:cNvSpPr txBox="1"/>
          <p:nvPr>
            <p:ph idx="4" type="title"/>
          </p:nvPr>
        </p:nvSpPr>
        <p:spPr>
          <a:xfrm>
            <a:off x="9042934" y="3695400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893" name="Google Shape;3893;p44"/>
          <p:cNvSpPr txBox="1"/>
          <p:nvPr>
            <p:ph idx="5" type="subTitle"/>
          </p:nvPr>
        </p:nvSpPr>
        <p:spPr>
          <a:xfrm>
            <a:off x="9042938" y="45179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894" name="Google Shape;3894;p44"/>
          <p:cNvSpPr txBox="1"/>
          <p:nvPr>
            <p:ph idx="6" type="title"/>
          </p:nvPr>
        </p:nvSpPr>
        <p:spPr>
          <a:xfrm>
            <a:off x="15834267" y="86293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3895" name="Google Shape;3895;p44"/>
          <p:cNvSpPr txBox="1"/>
          <p:nvPr>
            <p:ph idx="7" type="subTitle"/>
          </p:nvPr>
        </p:nvSpPr>
        <p:spPr>
          <a:xfrm>
            <a:off x="15834276" y="9451867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3896" name="Google Shape;3896;p44"/>
          <p:cNvSpPr txBox="1"/>
          <p:nvPr>
            <p:ph idx="8" type="title"/>
          </p:nvPr>
        </p:nvSpPr>
        <p:spPr>
          <a:xfrm>
            <a:off x="11418933" y="6987233"/>
            <a:ext cx="1546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3897" name="Google Shape;3897;p44"/>
          <p:cNvSpPr txBox="1"/>
          <p:nvPr>
            <p:ph idx="9" type="title"/>
          </p:nvPr>
        </p:nvSpPr>
        <p:spPr>
          <a:xfrm>
            <a:off x="18210267" y="6987233"/>
            <a:ext cx="1546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">
    <p:spTree>
      <p:nvGrpSpPr>
        <p:cNvPr id="3898" name="Shape 3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99" name="Google Shape;3899;p45"/>
          <p:cNvGrpSpPr/>
          <p:nvPr/>
        </p:nvGrpSpPr>
        <p:grpSpPr>
          <a:xfrm flipH="1" rot="10800000">
            <a:off x="19108299" y="253"/>
            <a:ext cx="5275319" cy="12784894"/>
            <a:chOff x="5728375" y="1492875"/>
            <a:chExt cx="1308525" cy="3171250"/>
          </a:xfrm>
        </p:grpSpPr>
        <p:sp>
          <p:nvSpPr>
            <p:cNvPr id="3900" name="Google Shape;3900;p45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1" name="Google Shape;3901;p45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2" name="Google Shape;3902;p45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3" name="Google Shape;3903;p45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4" name="Google Shape;3904;p45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5" name="Google Shape;3905;p45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6" name="Google Shape;3906;p45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7" name="Google Shape;3907;p45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8" name="Google Shape;3908;p45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9" name="Google Shape;3909;p45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0" name="Google Shape;3910;p45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1" name="Google Shape;3911;p45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2" name="Google Shape;3912;p45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3" name="Google Shape;3913;p45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4" name="Google Shape;3914;p45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5" name="Google Shape;3915;p45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6" name="Google Shape;3916;p45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7" name="Google Shape;3917;p45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8" name="Google Shape;3918;p45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9" name="Google Shape;3919;p45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0" name="Google Shape;3920;p45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1" name="Google Shape;3921;p45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2" name="Google Shape;3922;p45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3" name="Google Shape;3923;p45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4" name="Google Shape;3924;p45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5" name="Google Shape;3925;p45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6" name="Google Shape;3926;p45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7" name="Google Shape;3927;p45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8" name="Google Shape;3928;p45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9" name="Google Shape;3929;p45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0" name="Google Shape;3930;p45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1" name="Google Shape;3931;p45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2" name="Google Shape;3932;p45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3" name="Google Shape;3933;p45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4" name="Google Shape;3934;p45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5" name="Google Shape;3935;p45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6" name="Google Shape;3936;p45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7" name="Google Shape;3937;p45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8" name="Google Shape;3938;p45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9" name="Google Shape;3939;p45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0" name="Google Shape;3940;p45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1" name="Google Shape;3941;p45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2" name="Google Shape;3942;p45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3" name="Google Shape;3943;p45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4" name="Google Shape;3944;p45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5" name="Google Shape;3945;p45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6" name="Google Shape;3946;p45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7" name="Google Shape;3947;p45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8" name="Google Shape;3948;p45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9" name="Google Shape;3949;p45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0" name="Google Shape;3950;p45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1" name="Google Shape;3951;p45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2" name="Google Shape;3952;p45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3" name="Google Shape;3953;p45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4" name="Google Shape;3954;p45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5" name="Google Shape;3955;p45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6" name="Google Shape;3956;p45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7" name="Google Shape;3957;p45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8" name="Google Shape;3958;p45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9" name="Google Shape;3959;p45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0" name="Google Shape;3960;p45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1" name="Google Shape;3961;p45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2" name="Google Shape;3962;p45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3" name="Google Shape;3963;p45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4" name="Google Shape;3964;p45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5" name="Google Shape;3965;p45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6" name="Google Shape;3966;p45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7" name="Google Shape;3967;p45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8" name="Google Shape;3968;p45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9" name="Google Shape;3969;p45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0" name="Google Shape;3970;p45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1" name="Google Shape;3971;p45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2" name="Google Shape;3972;p45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3" name="Google Shape;3973;p45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4" name="Google Shape;3974;p45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75" name="Google Shape;3975;p45"/>
          <p:cNvGrpSpPr/>
          <p:nvPr/>
        </p:nvGrpSpPr>
        <p:grpSpPr>
          <a:xfrm rot="10800000">
            <a:off x="474" y="253"/>
            <a:ext cx="5275319" cy="12784894"/>
            <a:chOff x="5728375" y="1492875"/>
            <a:chExt cx="1308525" cy="3171250"/>
          </a:xfrm>
        </p:grpSpPr>
        <p:sp>
          <p:nvSpPr>
            <p:cNvPr id="3976" name="Google Shape;3976;p45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7" name="Google Shape;3977;p45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8" name="Google Shape;3978;p45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9" name="Google Shape;3979;p45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0" name="Google Shape;3980;p45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1" name="Google Shape;3981;p45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2" name="Google Shape;3982;p45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3" name="Google Shape;3983;p45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4" name="Google Shape;3984;p45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5" name="Google Shape;3985;p45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6" name="Google Shape;3986;p45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7" name="Google Shape;3987;p45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8" name="Google Shape;3988;p45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9" name="Google Shape;3989;p45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0" name="Google Shape;3990;p45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1" name="Google Shape;3991;p45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2" name="Google Shape;3992;p45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3" name="Google Shape;3993;p45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4" name="Google Shape;3994;p45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5" name="Google Shape;3995;p45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6" name="Google Shape;3996;p45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7" name="Google Shape;3997;p45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8" name="Google Shape;3998;p45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9" name="Google Shape;3999;p45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0" name="Google Shape;4000;p45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1" name="Google Shape;4001;p45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2" name="Google Shape;4002;p45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3" name="Google Shape;4003;p45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4" name="Google Shape;4004;p45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5" name="Google Shape;4005;p45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6" name="Google Shape;4006;p45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7" name="Google Shape;4007;p45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8" name="Google Shape;4008;p45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9" name="Google Shape;4009;p45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0" name="Google Shape;4010;p45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1" name="Google Shape;4011;p45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2" name="Google Shape;4012;p45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3" name="Google Shape;4013;p45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4" name="Google Shape;4014;p45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5" name="Google Shape;4015;p45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6" name="Google Shape;4016;p45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7" name="Google Shape;4017;p45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8" name="Google Shape;4018;p45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9" name="Google Shape;4019;p45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0" name="Google Shape;4020;p45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1" name="Google Shape;4021;p45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2" name="Google Shape;4022;p45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3" name="Google Shape;4023;p45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4" name="Google Shape;4024;p45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5" name="Google Shape;4025;p45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6" name="Google Shape;4026;p45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7" name="Google Shape;4027;p45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8" name="Google Shape;4028;p45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9" name="Google Shape;4029;p45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0" name="Google Shape;4030;p45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1" name="Google Shape;4031;p45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2" name="Google Shape;4032;p45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3" name="Google Shape;4033;p45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4" name="Google Shape;4034;p45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5" name="Google Shape;4035;p45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6" name="Google Shape;4036;p45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7" name="Google Shape;4037;p45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8" name="Google Shape;4038;p45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9" name="Google Shape;4039;p45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0" name="Google Shape;4040;p45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1" name="Google Shape;4041;p45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2" name="Google Shape;4042;p45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3" name="Google Shape;4043;p45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4" name="Google Shape;4044;p45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5" name="Google Shape;4045;p45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6" name="Google Shape;4046;p45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7" name="Google Shape;4047;p45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8" name="Google Shape;4048;p45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9" name="Google Shape;4049;p45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0" name="Google Shape;4050;p45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51" name="Google Shape;4051;p45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2" name="Google Shape;4052;p45"/>
          <p:cNvSpPr txBox="1"/>
          <p:nvPr>
            <p:ph idx="1" type="subTitle"/>
          </p:nvPr>
        </p:nvSpPr>
        <p:spPr>
          <a:xfrm>
            <a:off x="7612400" y="3022467"/>
            <a:ext cx="9159300" cy="380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53" name="Google Shape;4053;p45"/>
          <p:cNvSpPr txBox="1"/>
          <p:nvPr/>
        </p:nvSpPr>
        <p:spPr>
          <a:xfrm>
            <a:off x="5900400" y="8798533"/>
            <a:ext cx="12583200" cy="1641600"/>
          </a:xfrm>
          <a:prstGeom prst="rect">
            <a:avLst/>
          </a:prstGeom>
          <a:noFill/>
          <a:ln>
            <a:noFill/>
          </a:ln>
        </p:spPr>
        <p:txBody>
          <a:bodyPr anchorCtr="0" anchor="b" bIns="243800" lIns="243800" spcFirstLastPara="1" rIns="243800" wrap="square" tIns="2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CREDITS: This presentation template was created by </a:t>
            </a:r>
            <a:r>
              <a:rPr b="0" i="0" lang="en-US" sz="3200" u="none" cap="none" strike="noStrike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including icons by </a:t>
            </a:r>
            <a:r>
              <a:rPr b="1" i="0" lang="en-US" sz="3200" u="none" cap="none" strike="noStrike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infographics &amp; images by </a:t>
            </a:r>
            <a:r>
              <a:rPr b="1" i="0" lang="en-US" sz="3200" u="none" cap="none" strike="noStrike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i="0" sz="32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4054" name="Google Shape;4054;p45"/>
          <p:cNvSpPr txBox="1"/>
          <p:nvPr>
            <p:ph type="title"/>
          </p:nvPr>
        </p:nvSpPr>
        <p:spPr>
          <a:xfrm>
            <a:off x="1920000" y="1186733"/>
            <a:ext cx="20544000" cy="22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4055" name="Shape 4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56" name="Google Shape;4056;p46"/>
          <p:cNvGrpSpPr/>
          <p:nvPr/>
        </p:nvGrpSpPr>
        <p:grpSpPr>
          <a:xfrm>
            <a:off x="19108299" y="137459"/>
            <a:ext cx="5275319" cy="12784894"/>
            <a:chOff x="5728375" y="1492875"/>
            <a:chExt cx="1308525" cy="3171250"/>
          </a:xfrm>
        </p:grpSpPr>
        <p:sp>
          <p:nvSpPr>
            <p:cNvPr id="4057" name="Google Shape;4057;p46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8" name="Google Shape;4058;p46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9" name="Google Shape;4059;p46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0" name="Google Shape;4060;p46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1" name="Google Shape;4061;p46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2" name="Google Shape;4062;p46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3" name="Google Shape;4063;p46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4" name="Google Shape;4064;p46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5" name="Google Shape;4065;p46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6" name="Google Shape;4066;p46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7" name="Google Shape;4067;p46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8" name="Google Shape;4068;p46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9" name="Google Shape;4069;p46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0" name="Google Shape;4070;p46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1" name="Google Shape;4071;p46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2" name="Google Shape;4072;p46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3" name="Google Shape;4073;p46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4" name="Google Shape;4074;p46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5" name="Google Shape;4075;p46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6" name="Google Shape;4076;p46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7" name="Google Shape;4077;p46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8" name="Google Shape;4078;p46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9" name="Google Shape;4079;p46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0" name="Google Shape;4080;p46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1" name="Google Shape;4081;p46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2" name="Google Shape;4082;p46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3" name="Google Shape;4083;p46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4" name="Google Shape;4084;p46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5" name="Google Shape;4085;p46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6" name="Google Shape;4086;p46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7" name="Google Shape;4087;p46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8" name="Google Shape;4088;p46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9" name="Google Shape;4089;p46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0" name="Google Shape;4090;p46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1" name="Google Shape;4091;p46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2" name="Google Shape;4092;p46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3" name="Google Shape;4093;p46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4" name="Google Shape;4094;p46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5" name="Google Shape;4095;p46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6" name="Google Shape;4096;p46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7" name="Google Shape;4097;p46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8" name="Google Shape;4098;p46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9" name="Google Shape;4099;p46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0" name="Google Shape;4100;p46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1" name="Google Shape;4101;p46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2" name="Google Shape;4102;p46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3" name="Google Shape;4103;p46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4" name="Google Shape;4104;p46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5" name="Google Shape;4105;p46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6" name="Google Shape;4106;p46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7" name="Google Shape;4107;p46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8" name="Google Shape;4108;p46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9" name="Google Shape;4109;p46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0" name="Google Shape;4110;p46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1" name="Google Shape;4111;p46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2" name="Google Shape;4112;p46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3" name="Google Shape;4113;p46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4" name="Google Shape;4114;p46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5" name="Google Shape;4115;p46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6" name="Google Shape;4116;p46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7" name="Google Shape;4117;p46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8" name="Google Shape;4118;p46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9" name="Google Shape;4119;p46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0" name="Google Shape;4120;p46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1" name="Google Shape;4121;p46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2" name="Google Shape;4122;p46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3" name="Google Shape;4123;p46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4" name="Google Shape;4124;p46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5" name="Google Shape;4125;p46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6" name="Google Shape;4126;p46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7" name="Google Shape;4127;p46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8" name="Google Shape;4128;p46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9" name="Google Shape;4129;p46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0" name="Google Shape;4130;p46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1" name="Google Shape;4131;p46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132" name="Google Shape;4132;p46"/>
          <p:cNvGrpSpPr/>
          <p:nvPr/>
        </p:nvGrpSpPr>
        <p:grpSpPr>
          <a:xfrm flipH="1">
            <a:off x="474" y="137459"/>
            <a:ext cx="5275319" cy="12784894"/>
            <a:chOff x="5728375" y="1492875"/>
            <a:chExt cx="1308525" cy="3171250"/>
          </a:xfrm>
        </p:grpSpPr>
        <p:sp>
          <p:nvSpPr>
            <p:cNvPr id="4133" name="Google Shape;4133;p46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4" name="Google Shape;4134;p46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5" name="Google Shape;4135;p46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6" name="Google Shape;4136;p46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7" name="Google Shape;4137;p46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8" name="Google Shape;4138;p46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9" name="Google Shape;4139;p46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0" name="Google Shape;4140;p46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1" name="Google Shape;4141;p46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2" name="Google Shape;4142;p46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3" name="Google Shape;4143;p46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4" name="Google Shape;4144;p46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5" name="Google Shape;4145;p46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6" name="Google Shape;4146;p46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7" name="Google Shape;4147;p46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8" name="Google Shape;4148;p46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9" name="Google Shape;4149;p46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0" name="Google Shape;4150;p46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1" name="Google Shape;4151;p46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2" name="Google Shape;4152;p46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3" name="Google Shape;4153;p46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4" name="Google Shape;4154;p46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5" name="Google Shape;4155;p46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6" name="Google Shape;4156;p46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7" name="Google Shape;4157;p46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8" name="Google Shape;4158;p46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9" name="Google Shape;4159;p46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0" name="Google Shape;4160;p46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1" name="Google Shape;4161;p46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2" name="Google Shape;4162;p46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3" name="Google Shape;4163;p46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4" name="Google Shape;4164;p46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5" name="Google Shape;4165;p46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6" name="Google Shape;4166;p46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7" name="Google Shape;4167;p46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8" name="Google Shape;4168;p46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9" name="Google Shape;4169;p46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0" name="Google Shape;4170;p46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1" name="Google Shape;4171;p46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2" name="Google Shape;4172;p46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3" name="Google Shape;4173;p46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4" name="Google Shape;4174;p46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5" name="Google Shape;4175;p46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6" name="Google Shape;4176;p46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7" name="Google Shape;4177;p46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8" name="Google Shape;4178;p46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9" name="Google Shape;4179;p46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0" name="Google Shape;4180;p46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1" name="Google Shape;4181;p46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2" name="Google Shape;4182;p46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3" name="Google Shape;4183;p46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4" name="Google Shape;4184;p46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5" name="Google Shape;4185;p46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6" name="Google Shape;4186;p46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7" name="Google Shape;4187;p46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8" name="Google Shape;4188;p46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9" name="Google Shape;4189;p46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0" name="Google Shape;4190;p46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1" name="Google Shape;4191;p46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2" name="Google Shape;4192;p46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3" name="Google Shape;4193;p46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4" name="Google Shape;4194;p46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5" name="Google Shape;4195;p46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6" name="Google Shape;4196;p46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7" name="Google Shape;4197;p46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8" name="Google Shape;4198;p46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9" name="Google Shape;4199;p46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0" name="Google Shape;4200;p46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1" name="Google Shape;4201;p46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2" name="Google Shape;4202;p46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3" name="Google Shape;4203;p46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4" name="Google Shape;4204;p46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5" name="Google Shape;4205;p46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6" name="Google Shape;4206;p46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7" name="Google Shape;4207;p46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08" name="Google Shape;4208;p46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4209" name="Shape 4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10" name="Google Shape;4210;p47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4211" name="Google Shape;4211;p47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2" name="Google Shape;4212;p47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3" name="Google Shape;4213;p47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4" name="Google Shape;4214;p47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5" name="Google Shape;4215;p47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6" name="Google Shape;4216;p47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7" name="Google Shape;4217;p47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8" name="Google Shape;4218;p47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9" name="Google Shape;4219;p47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0" name="Google Shape;4220;p47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1" name="Google Shape;4221;p47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2" name="Google Shape;4222;p47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3" name="Google Shape;4223;p47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4" name="Google Shape;4224;p47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5" name="Google Shape;4225;p47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6" name="Google Shape;4226;p47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7" name="Google Shape;4227;p47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8" name="Google Shape;4228;p47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9" name="Google Shape;4229;p47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230" name="Google Shape;4230;p47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4231" name="Google Shape;4231;p47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2" name="Google Shape;4232;p47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3" name="Google Shape;4233;p47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4" name="Google Shape;4234;p47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5" name="Google Shape;4235;p47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6" name="Google Shape;4236;p47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7" name="Google Shape;4237;p47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8" name="Google Shape;4238;p47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9" name="Google Shape;4239;p47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0" name="Google Shape;4240;p47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1" name="Google Shape;4241;p47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2" name="Google Shape;4242;p47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3" name="Google Shape;4243;p47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4" name="Google Shape;4244;p47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5" name="Google Shape;4245;p47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6" name="Google Shape;4246;p47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7" name="Google Shape;4247;p47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8" name="Google Shape;4248;p47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9" name="Google Shape;4249;p47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250" name="Google Shape;4250;p47"/>
          <p:cNvGrpSpPr/>
          <p:nvPr/>
        </p:nvGrpSpPr>
        <p:grpSpPr>
          <a:xfrm flipH="1" rot="10800000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4251" name="Google Shape;4251;p47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2" name="Google Shape;4252;p47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3" name="Google Shape;4253;p47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4" name="Google Shape;4254;p47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5" name="Google Shape;4255;p47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6" name="Google Shape;4256;p47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7" name="Google Shape;4257;p47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8" name="Google Shape;4258;p47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9" name="Google Shape;4259;p47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0" name="Google Shape;4260;p47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1" name="Google Shape;4261;p47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2" name="Google Shape;4262;p47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3" name="Google Shape;4263;p47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4" name="Google Shape;4264;p47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5" name="Google Shape;4265;p47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6" name="Google Shape;4266;p47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7" name="Google Shape;4267;p47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8" name="Google Shape;4268;p47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9" name="Google Shape;4269;p47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0" name="Google Shape;4270;p47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1" name="Google Shape;4271;p47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2" name="Google Shape;4272;p47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3" name="Google Shape;4273;p47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4" name="Google Shape;4274;p47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5" name="Google Shape;4275;p47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6" name="Google Shape;4276;p47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7" name="Google Shape;4277;p47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8" name="Google Shape;4278;p47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9" name="Google Shape;4279;p47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0" name="Google Shape;4280;p47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1" name="Google Shape;4281;p47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2" name="Google Shape;4282;p47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3" name="Google Shape;4283;p47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4" name="Google Shape;4284;p47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5" name="Google Shape;4285;p47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6" name="Google Shape;4286;p47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7" name="Google Shape;4287;p47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288" name="Google Shape;4288;p47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4289" name="Google Shape;4289;p47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0" name="Google Shape;4290;p47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1" name="Google Shape;4291;p47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2" name="Google Shape;4292;p47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3" name="Google Shape;4293;p47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4" name="Google Shape;4294;p47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5" name="Google Shape;4295;p47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6" name="Google Shape;4296;p47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7" name="Google Shape;4297;p47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8" name="Google Shape;4298;p47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9" name="Google Shape;4299;p47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0" name="Google Shape;4300;p47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1" name="Google Shape;4301;p47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2" name="Google Shape;4302;p47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3" name="Google Shape;4303;p47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4" name="Google Shape;4304;p47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5" name="Google Shape;4305;p47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6" name="Google Shape;4306;p47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7" name="Google Shape;4307;p47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8" name="Google Shape;4308;p47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9" name="Google Shape;4309;p47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0" name="Google Shape;4310;p47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1" name="Google Shape;4311;p47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2" name="Google Shape;4312;p47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3" name="Google Shape;4313;p47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4" name="Google Shape;4314;p47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5" name="Google Shape;4315;p47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6" name="Google Shape;4316;p47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7" name="Google Shape;4317;p47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8" name="Google Shape;4318;p47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9" name="Google Shape;4319;p47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0" name="Google Shape;4320;p47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1" name="Google Shape;4321;p47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2" name="Google Shape;4322;p47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3" name="Google Shape;4323;p47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4" name="Google Shape;4324;p47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5" name="Google Shape;4325;p47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329" name="Shape 4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30" name="Google Shape;4330;p17"/>
          <p:cNvGrpSpPr/>
          <p:nvPr/>
        </p:nvGrpSpPr>
        <p:grpSpPr>
          <a:xfrm rot="-5400000">
            <a:off x="14870407" y="-4017644"/>
            <a:ext cx="5557175" cy="13467982"/>
            <a:chOff x="5728375" y="1492875"/>
            <a:chExt cx="1308525" cy="3171250"/>
          </a:xfrm>
        </p:grpSpPr>
        <p:sp>
          <p:nvSpPr>
            <p:cNvPr id="4331" name="Google Shape;4331;p17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2" name="Google Shape;4332;p17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3" name="Google Shape;4333;p17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4" name="Google Shape;4334;p17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5" name="Google Shape;4335;p17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6" name="Google Shape;4336;p17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7" name="Google Shape;4337;p17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8" name="Google Shape;4338;p17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9" name="Google Shape;4339;p17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0" name="Google Shape;4340;p17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1" name="Google Shape;4341;p17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2" name="Google Shape;4342;p17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3" name="Google Shape;4343;p17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4" name="Google Shape;4344;p17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5" name="Google Shape;4345;p17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6" name="Google Shape;4346;p17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7" name="Google Shape;4347;p17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8" name="Google Shape;4348;p17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9" name="Google Shape;4349;p17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0" name="Google Shape;4350;p17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1" name="Google Shape;4351;p17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2" name="Google Shape;4352;p17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3" name="Google Shape;4353;p17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4" name="Google Shape;4354;p17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5" name="Google Shape;4355;p17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6" name="Google Shape;4356;p17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7" name="Google Shape;4357;p17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8" name="Google Shape;4358;p17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9" name="Google Shape;4359;p17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0" name="Google Shape;4360;p17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1" name="Google Shape;4361;p17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2" name="Google Shape;4362;p17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3" name="Google Shape;4363;p17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4" name="Google Shape;4364;p17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5" name="Google Shape;4365;p17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6" name="Google Shape;4366;p17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7" name="Google Shape;4367;p17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8" name="Google Shape;4368;p17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9" name="Google Shape;4369;p17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0" name="Google Shape;4370;p17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1" name="Google Shape;4371;p17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2" name="Google Shape;4372;p17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3" name="Google Shape;4373;p17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4" name="Google Shape;4374;p17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5" name="Google Shape;4375;p17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6" name="Google Shape;4376;p17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7" name="Google Shape;4377;p17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8" name="Google Shape;4378;p17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9" name="Google Shape;4379;p17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0" name="Google Shape;4380;p17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1" name="Google Shape;4381;p17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2" name="Google Shape;4382;p17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3" name="Google Shape;4383;p17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4" name="Google Shape;4384;p17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5" name="Google Shape;4385;p17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6" name="Google Shape;4386;p17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7" name="Google Shape;4387;p17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8" name="Google Shape;4388;p17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9" name="Google Shape;4389;p17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0" name="Google Shape;4390;p17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1" name="Google Shape;4391;p17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2" name="Google Shape;4392;p17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3" name="Google Shape;4393;p17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4" name="Google Shape;4394;p17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5" name="Google Shape;4395;p17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6" name="Google Shape;4396;p17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7" name="Google Shape;4397;p17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8" name="Google Shape;4398;p17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9" name="Google Shape;4399;p17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0" name="Google Shape;4400;p17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1" name="Google Shape;4401;p17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2" name="Google Shape;4402;p17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3" name="Google Shape;4403;p17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4" name="Google Shape;4404;p17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5" name="Google Shape;4405;p17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406" name="Google Shape;4406;p17"/>
          <p:cNvGrpSpPr/>
          <p:nvPr/>
        </p:nvGrpSpPr>
        <p:grpSpPr>
          <a:xfrm flipH="1">
            <a:off x="-1301" y="8158309"/>
            <a:ext cx="13427888" cy="5557339"/>
            <a:chOff x="4145150" y="2643900"/>
            <a:chExt cx="1914550" cy="792400"/>
          </a:xfrm>
        </p:grpSpPr>
        <p:sp>
          <p:nvSpPr>
            <p:cNvPr id="4407" name="Google Shape;4407;p17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8" name="Google Shape;4408;p17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9" name="Google Shape;4409;p17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0" name="Google Shape;4410;p17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1" name="Google Shape;4411;p17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2" name="Google Shape;4412;p17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3" name="Google Shape;4413;p17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4" name="Google Shape;4414;p17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5" name="Google Shape;4415;p17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6" name="Google Shape;4416;p17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7" name="Google Shape;4417;p17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8" name="Google Shape;4418;p17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9" name="Google Shape;4419;p17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0" name="Google Shape;4420;p17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1" name="Google Shape;4421;p17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2" name="Google Shape;4422;p17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3" name="Google Shape;4423;p17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4" name="Google Shape;4424;p17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5" name="Google Shape;4425;p17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6" name="Google Shape;4426;p17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7" name="Google Shape;4427;p17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8" name="Google Shape;4428;p17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9" name="Google Shape;4429;p17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0" name="Google Shape;4430;p17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1" name="Google Shape;4431;p17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2" name="Google Shape;4432;p17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3" name="Google Shape;4433;p17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4" name="Google Shape;4434;p17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5" name="Google Shape;4435;p17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6" name="Google Shape;4436;p17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7" name="Google Shape;4437;p17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8" name="Google Shape;4438;p17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9" name="Google Shape;4439;p17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0" name="Google Shape;4440;p17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1" name="Google Shape;4441;p17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2" name="Google Shape;4442;p17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3" name="Google Shape;4443;p17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4" name="Google Shape;4444;p17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5" name="Google Shape;4445;p17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6" name="Google Shape;4446;p17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7" name="Google Shape;4447;p17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8" name="Google Shape;4448;p17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9" name="Google Shape;4449;p17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0" name="Google Shape;4450;p17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1" name="Google Shape;4451;p17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2" name="Google Shape;4452;p17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3" name="Google Shape;4453;p17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4" name="Google Shape;4454;p17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5" name="Google Shape;4455;p17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6" name="Google Shape;4456;p17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7" name="Google Shape;4457;p17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8" name="Google Shape;4458;p17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9" name="Google Shape;4459;p17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0" name="Google Shape;4460;p17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1" name="Google Shape;4461;p17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2" name="Google Shape;4462;p17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3" name="Google Shape;4463;p17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4" name="Google Shape;4464;p17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5" name="Google Shape;4465;p17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6" name="Google Shape;4466;p17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7" name="Google Shape;4467;p17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8" name="Google Shape;4468;p17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69" name="Google Shape;4469;p17"/>
          <p:cNvSpPr txBox="1"/>
          <p:nvPr>
            <p:ph type="title"/>
          </p:nvPr>
        </p:nvSpPr>
        <p:spPr>
          <a:xfrm>
            <a:off x="2530633" y="3794045"/>
            <a:ext cx="10107900" cy="19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1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4470" name="Google Shape;4470;p17"/>
          <p:cNvSpPr txBox="1"/>
          <p:nvPr>
            <p:ph idx="1" type="subTitle"/>
          </p:nvPr>
        </p:nvSpPr>
        <p:spPr>
          <a:xfrm>
            <a:off x="2530633" y="6285933"/>
            <a:ext cx="10107900" cy="41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rgbClr val="999999"/>
              </a:buClr>
              <a:buSzPts val="1600"/>
              <a:buFont typeface="Open Sans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4471" name="Shape 4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2" name="Google Shape;4472;p18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4473" name="Google Shape;4473;p18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4" name="Google Shape;4474;p18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5" name="Google Shape;4475;p18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6" name="Google Shape;4476;p18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7" name="Google Shape;4477;p18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8" name="Google Shape;4478;p18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9" name="Google Shape;4479;p18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0" name="Google Shape;4480;p18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1" name="Google Shape;4481;p18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2" name="Google Shape;4482;p18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3" name="Google Shape;4483;p18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4" name="Google Shape;4484;p18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5" name="Google Shape;4485;p18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6" name="Google Shape;4486;p18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7" name="Google Shape;4487;p18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8" name="Google Shape;4488;p18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9" name="Google Shape;4489;p18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0" name="Google Shape;4490;p18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1" name="Google Shape;4491;p18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492" name="Google Shape;4492;p18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4493" name="Google Shape;4493;p18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4" name="Google Shape;4494;p18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5" name="Google Shape;4495;p18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6" name="Google Shape;4496;p18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7" name="Google Shape;4497;p18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8" name="Google Shape;4498;p18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9" name="Google Shape;4499;p18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0" name="Google Shape;4500;p18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1" name="Google Shape;4501;p18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2" name="Google Shape;4502;p18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3" name="Google Shape;4503;p18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4" name="Google Shape;4504;p18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5" name="Google Shape;4505;p18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6" name="Google Shape;4506;p18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7" name="Google Shape;4507;p18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8" name="Google Shape;4508;p18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9" name="Google Shape;4509;p18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0" name="Google Shape;4510;p18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1" name="Google Shape;4511;p18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512" name="Google Shape;4512;p18"/>
          <p:cNvGrpSpPr/>
          <p:nvPr/>
        </p:nvGrpSpPr>
        <p:grpSpPr>
          <a:xfrm flipH="1" rot="10800000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4513" name="Google Shape;4513;p18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4" name="Google Shape;4514;p18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5" name="Google Shape;4515;p18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6" name="Google Shape;4516;p18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7" name="Google Shape;4517;p18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8" name="Google Shape;4518;p18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9" name="Google Shape;4519;p18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0" name="Google Shape;4520;p18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1" name="Google Shape;4521;p18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2" name="Google Shape;4522;p18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3" name="Google Shape;4523;p18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4" name="Google Shape;4524;p18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5" name="Google Shape;4525;p18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6" name="Google Shape;4526;p18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7" name="Google Shape;4527;p18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8" name="Google Shape;4528;p18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9" name="Google Shape;4529;p18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0" name="Google Shape;4530;p18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1" name="Google Shape;4531;p18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2" name="Google Shape;4532;p1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3" name="Google Shape;4533;p18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4" name="Google Shape;4534;p18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5" name="Google Shape;4535;p18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6" name="Google Shape;4536;p18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7" name="Google Shape;4537;p1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8" name="Google Shape;4538;p18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9" name="Google Shape;4539;p18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0" name="Google Shape;4540;p18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1" name="Google Shape;4541;p18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2" name="Google Shape;4542;p18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3" name="Google Shape;4543;p18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4" name="Google Shape;4544;p18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5" name="Google Shape;4545;p18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6" name="Google Shape;4546;p18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7" name="Google Shape;4547;p18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8" name="Google Shape;4548;p18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9" name="Google Shape;4549;p18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550" name="Google Shape;4550;p18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4551" name="Google Shape;4551;p18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2" name="Google Shape;4552;p18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3" name="Google Shape;4553;p18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4" name="Google Shape;4554;p18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5" name="Google Shape;4555;p18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6" name="Google Shape;4556;p18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7" name="Google Shape;4557;p18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8" name="Google Shape;4558;p18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9" name="Google Shape;4559;p18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0" name="Google Shape;4560;p18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1" name="Google Shape;4561;p18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2" name="Google Shape;4562;p18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3" name="Google Shape;4563;p18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4" name="Google Shape;4564;p18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5" name="Google Shape;4565;p18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6" name="Google Shape;4566;p18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7" name="Google Shape;4567;p18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8" name="Google Shape;4568;p18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9" name="Google Shape;4569;p18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0" name="Google Shape;4570;p1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1" name="Google Shape;4571;p18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2" name="Google Shape;4572;p18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3" name="Google Shape;4573;p18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4" name="Google Shape;4574;p18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5" name="Google Shape;4575;p1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6" name="Google Shape;4576;p18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7" name="Google Shape;4577;p18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8" name="Google Shape;4578;p18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9" name="Google Shape;4579;p18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0" name="Google Shape;4580;p18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1" name="Google Shape;4581;p18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2" name="Google Shape;4582;p18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3" name="Google Shape;4583;p18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4" name="Google Shape;4584;p18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5" name="Google Shape;4585;p18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6" name="Google Shape;4586;p18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7" name="Google Shape;4587;p18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4588" name="Shape 4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89" name="Google Shape;4589;p48"/>
          <p:cNvGrpSpPr/>
          <p:nvPr/>
        </p:nvGrpSpPr>
        <p:grpSpPr>
          <a:xfrm flipH="1" rot="10800000">
            <a:off x="13186600" y="8284422"/>
            <a:ext cx="11197162" cy="5431719"/>
            <a:chOff x="4643125" y="3610400"/>
            <a:chExt cx="2050875" cy="994875"/>
          </a:xfrm>
        </p:grpSpPr>
        <p:sp>
          <p:nvSpPr>
            <p:cNvPr id="4590" name="Google Shape;4590;p48"/>
            <p:cNvSpPr/>
            <p:nvPr/>
          </p:nvSpPr>
          <p:spPr>
            <a:xfrm>
              <a:off x="5600100" y="3665175"/>
              <a:ext cx="147050" cy="30375"/>
            </a:xfrm>
            <a:custGeom>
              <a:rect b="b" l="l" r="r" t="t"/>
              <a:pathLst>
                <a:path extrusionOk="0" h="1215" w="5882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1" name="Google Shape;4591;p48"/>
            <p:cNvSpPr/>
            <p:nvPr/>
          </p:nvSpPr>
          <p:spPr>
            <a:xfrm>
              <a:off x="5504550" y="3688675"/>
              <a:ext cx="89625" cy="20275"/>
            </a:xfrm>
            <a:custGeom>
              <a:rect b="b" l="l" r="r" t="t"/>
              <a:pathLst>
                <a:path extrusionOk="0" h="811" w="3585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2" name="Google Shape;4592;p48"/>
            <p:cNvSpPr/>
            <p:nvPr/>
          </p:nvSpPr>
          <p:spPr>
            <a:xfrm>
              <a:off x="5497700" y="3708925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3" name="Google Shape;4593;p48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4" name="Google Shape;4594;p48"/>
            <p:cNvSpPr/>
            <p:nvPr/>
          </p:nvSpPr>
          <p:spPr>
            <a:xfrm>
              <a:off x="5497400" y="370892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5" name="Google Shape;4595;p48"/>
            <p:cNvSpPr/>
            <p:nvPr/>
          </p:nvSpPr>
          <p:spPr>
            <a:xfrm>
              <a:off x="5498000" y="3709525"/>
              <a:ext cx="925" cy="300"/>
            </a:xfrm>
            <a:custGeom>
              <a:rect b="b" l="l" r="r" t="t"/>
              <a:pathLst>
                <a:path extrusionOk="0" h="12" w="37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6" name="Google Shape;4596;p48"/>
            <p:cNvSpPr/>
            <p:nvPr/>
          </p:nvSpPr>
          <p:spPr>
            <a:xfrm>
              <a:off x="5497100" y="37071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7" name="Google Shape;4597;p48"/>
            <p:cNvSpPr/>
            <p:nvPr/>
          </p:nvSpPr>
          <p:spPr>
            <a:xfrm>
              <a:off x="5695050" y="3824700"/>
              <a:ext cx="212250" cy="130700"/>
            </a:xfrm>
            <a:custGeom>
              <a:rect b="b" l="l" r="r" t="t"/>
              <a:pathLst>
                <a:path extrusionOk="0" h="5228" w="849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8" name="Google Shape;4598;p48"/>
            <p:cNvSpPr/>
            <p:nvPr/>
          </p:nvSpPr>
          <p:spPr>
            <a:xfrm>
              <a:off x="5583725" y="3754175"/>
              <a:ext cx="111650" cy="70250"/>
            </a:xfrm>
            <a:custGeom>
              <a:rect b="b" l="l" r="r" t="t"/>
              <a:pathLst>
                <a:path extrusionOk="0" h="2810" w="4466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9" name="Google Shape;4599;p48"/>
            <p:cNvSpPr/>
            <p:nvPr/>
          </p:nvSpPr>
          <p:spPr>
            <a:xfrm>
              <a:off x="5498600" y="3705050"/>
              <a:ext cx="80375" cy="52400"/>
            </a:xfrm>
            <a:custGeom>
              <a:rect b="b" l="l" r="r" t="t"/>
              <a:pathLst>
                <a:path extrusionOk="0" h="2096" w="3215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0" name="Google Shape;4600;p48"/>
            <p:cNvSpPr/>
            <p:nvPr/>
          </p:nvSpPr>
          <p:spPr>
            <a:xfrm>
              <a:off x="5497100" y="3708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1" name="Google Shape;4601;p48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2" name="Google Shape;4602;p48"/>
            <p:cNvSpPr/>
            <p:nvPr/>
          </p:nvSpPr>
          <p:spPr>
            <a:xfrm>
              <a:off x="5497700" y="37089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3" name="Google Shape;4603;p48"/>
            <p:cNvSpPr/>
            <p:nvPr/>
          </p:nvSpPr>
          <p:spPr>
            <a:xfrm>
              <a:off x="4643125" y="3610700"/>
              <a:ext cx="30400" cy="48250"/>
            </a:xfrm>
            <a:custGeom>
              <a:rect b="b" l="l" r="r" t="t"/>
              <a:pathLst>
                <a:path extrusionOk="0" h="1930" w="1216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4" name="Google Shape;4604;p48"/>
            <p:cNvSpPr/>
            <p:nvPr/>
          </p:nvSpPr>
          <p:spPr>
            <a:xfrm>
              <a:off x="4743450" y="3642850"/>
              <a:ext cx="94675" cy="72950"/>
            </a:xfrm>
            <a:custGeom>
              <a:rect b="b" l="l" r="r" t="t"/>
              <a:pathLst>
                <a:path extrusionOk="0" h="2918" w="3787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5" name="Google Shape;4605;p48"/>
            <p:cNvSpPr/>
            <p:nvPr/>
          </p:nvSpPr>
          <p:spPr>
            <a:xfrm>
              <a:off x="4835125" y="3716075"/>
              <a:ext cx="600" cy="300"/>
            </a:xfrm>
            <a:custGeom>
              <a:rect b="b" l="l" r="r" t="t"/>
              <a:pathLst>
                <a:path extrusionOk="0" h="12" w="24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6" name="Google Shape;4606;p48"/>
            <p:cNvSpPr/>
            <p:nvPr/>
          </p:nvSpPr>
          <p:spPr>
            <a:xfrm>
              <a:off x="4833325" y="3649975"/>
              <a:ext cx="176825" cy="67000"/>
            </a:xfrm>
            <a:custGeom>
              <a:rect b="b" l="l" r="r" t="t"/>
              <a:pathLst>
                <a:path extrusionOk="0" h="2680" w="7073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7" name="Google Shape;4607;p48"/>
            <p:cNvSpPr/>
            <p:nvPr/>
          </p:nvSpPr>
          <p:spPr>
            <a:xfrm>
              <a:off x="4694925" y="3610700"/>
              <a:ext cx="34250" cy="24725"/>
            </a:xfrm>
            <a:custGeom>
              <a:rect b="b" l="l" r="r" t="t"/>
              <a:pathLst>
                <a:path extrusionOk="0" h="989" w="137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8" name="Google Shape;4608;p48"/>
            <p:cNvSpPr/>
            <p:nvPr/>
          </p:nvSpPr>
          <p:spPr>
            <a:xfrm>
              <a:off x="4663675" y="3633900"/>
              <a:ext cx="62525" cy="32775"/>
            </a:xfrm>
            <a:custGeom>
              <a:rect b="b" l="l" r="r" t="t"/>
              <a:pathLst>
                <a:path extrusionOk="0" h="1311" w="2501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9" name="Google Shape;4609;p48"/>
            <p:cNvSpPr/>
            <p:nvPr/>
          </p:nvSpPr>
          <p:spPr>
            <a:xfrm>
              <a:off x="4740175" y="3610700"/>
              <a:ext cx="60725" cy="22925"/>
            </a:xfrm>
            <a:custGeom>
              <a:rect b="b" l="l" r="r" t="t"/>
              <a:pathLst>
                <a:path extrusionOk="0" h="917" w="2429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0" name="Google Shape;4610;p48"/>
            <p:cNvSpPr/>
            <p:nvPr/>
          </p:nvSpPr>
          <p:spPr>
            <a:xfrm>
              <a:off x="4999125" y="3610700"/>
              <a:ext cx="19375" cy="36925"/>
            </a:xfrm>
            <a:custGeom>
              <a:rect b="b" l="l" r="r" t="t"/>
              <a:pathLst>
                <a:path extrusionOk="0" h="1477" w="775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1" name="Google Shape;4611;p48"/>
            <p:cNvSpPr/>
            <p:nvPr/>
          </p:nvSpPr>
          <p:spPr>
            <a:xfrm>
              <a:off x="5014900" y="3656825"/>
              <a:ext cx="92900" cy="270000"/>
            </a:xfrm>
            <a:custGeom>
              <a:rect b="b" l="l" r="r" t="t"/>
              <a:pathLst>
                <a:path extrusionOk="0" h="10800" w="3716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2" name="Google Shape;4612;p48"/>
            <p:cNvSpPr/>
            <p:nvPr/>
          </p:nvSpPr>
          <p:spPr>
            <a:xfrm>
              <a:off x="5021150" y="3610400"/>
              <a:ext cx="159875" cy="46900"/>
            </a:xfrm>
            <a:custGeom>
              <a:rect b="b" l="l" r="r" t="t"/>
              <a:pathLst>
                <a:path extrusionOk="0" h="1876" w="6395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3" name="Google Shape;4613;p48"/>
            <p:cNvSpPr/>
            <p:nvPr/>
          </p:nvSpPr>
          <p:spPr>
            <a:xfrm>
              <a:off x="5109250" y="3610700"/>
              <a:ext cx="133375" cy="317625"/>
            </a:xfrm>
            <a:custGeom>
              <a:rect b="b" l="l" r="r" t="t"/>
              <a:pathLst>
                <a:path extrusionOk="0" h="12705" w="5335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4" name="Google Shape;4614;p48"/>
            <p:cNvSpPr/>
            <p:nvPr/>
          </p:nvSpPr>
          <p:spPr>
            <a:xfrm>
              <a:off x="5497100" y="3610700"/>
              <a:ext cx="7475" cy="100325"/>
            </a:xfrm>
            <a:custGeom>
              <a:rect b="b" l="l" r="r" t="t"/>
              <a:pathLst>
                <a:path extrusionOk="0" h="4013" w="299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5" name="Google Shape;4615;p48"/>
            <p:cNvSpPr/>
            <p:nvPr/>
          </p:nvSpPr>
          <p:spPr>
            <a:xfrm>
              <a:off x="5539175" y="3610700"/>
              <a:ext cx="82375" cy="297075"/>
            </a:xfrm>
            <a:custGeom>
              <a:rect b="b" l="l" r="r" t="t"/>
              <a:pathLst>
                <a:path extrusionOk="0" h="11883" w="3295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6" name="Google Shape;4616;p48"/>
            <p:cNvSpPr/>
            <p:nvPr/>
          </p:nvSpPr>
          <p:spPr>
            <a:xfrm>
              <a:off x="5722725" y="3610700"/>
              <a:ext cx="32775" cy="47350"/>
            </a:xfrm>
            <a:custGeom>
              <a:rect b="b" l="l" r="r" t="t"/>
              <a:pathLst>
                <a:path extrusionOk="0" h="1894" w="1311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7" name="Google Shape;4617;p48"/>
            <p:cNvSpPr/>
            <p:nvPr/>
          </p:nvSpPr>
          <p:spPr>
            <a:xfrm>
              <a:off x="5759625" y="3674100"/>
              <a:ext cx="51525" cy="86350"/>
            </a:xfrm>
            <a:custGeom>
              <a:rect b="b" l="l" r="r" t="t"/>
              <a:pathLst>
                <a:path extrusionOk="0" h="3454" w="2061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8" name="Google Shape;4618;p48"/>
            <p:cNvSpPr/>
            <p:nvPr/>
          </p:nvSpPr>
          <p:spPr>
            <a:xfrm>
              <a:off x="5811425" y="3763100"/>
              <a:ext cx="102425" cy="186350"/>
            </a:xfrm>
            <a:custGeom>
              <a:rect b="b" l="l" r="r" t="t"/>
              <a:pathLst>
                <a:path extrusionOk="0" h="7454" w="4097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9" name="Google Shape;4619;p48"/>
            <p:cNvSpPr/>
            <p:nvPr/>
          </p:nvSpPr>
          <p:spPr>
            <a:xfrm>
              <a:off x="5767375" y="3647600"/>
              <a:ext cx="243200" cy="24725"/>
            </a:xfrm>
            <a:custGeom>
              <a:rect b="b" l="l" r="r" t="t"/>
              <a:pathLst>
                <a:path extrusionOk="0" h="989" w="9728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0" name="Google Shape;4620;p48"/>
            <p:cNvSpPr/>
            <p:nvPr/>
          </p:nvSpPr>
          <p:spPr>
            <a:xfrm>
              <a:off x="6011150" y="3652075"/>
              <a:ext cx="80100" cy="97650"/>
            </a:xfrm>
            <a:custGeom>
              <a:rect b="b" l="l" r="r" t="t"/>
              <a:pathLst>
                <a:path extrusionOk="0" h="3906" w="3204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1" name="Google Shape;4621;p48"/>
            <p:cNvSpPr/>
            <p:nvPr/>
          </p:nvSpPr>
          <p:spPr>
            <a:xfrm>
              <a:off x="6091225" y="3749700"/>
              <a:ext cx="73550" cy="93200"/>
            </a:xfrm>
            <a:custGeom>
              <a:rect b="b" l="l" r="r" t="t"/>
              <a:pathLst>
                <a:path extrusionOk="0" h="3728" w="2942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2" name="Google Shape;4622;p48"/>
            <p:cNvSpPr/>
            <p:nvPr/>
          </p:nvSpPr>
          <p:spPr>
            <a:xfrm>
              <a:off x="6167125" y="3845850"/>
              <a:ext cx="108675" cy="131575"/>
            </a:xfrm>
            <a:custGeom>
              <a:rect b="b" l="l" r="r" t="t"/>
              <a:pathLst>
                <a:path extrusionOk="0" h="5263" w="4347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3" name="Google Shape;4623;p48"/>
            <p:cNvSpPr/>
            <p:nvPr/>
          </p:nvSpPr>
          <p:spPr>
            <a:xfrm>
              <a:off x="5539375" y="3610700"/>
              <a:ext cx="553650" cy="299750"/>
            </a:xfrm>
            <a:custGeom>
              <a:rect b="b" l="l" r="r" t="t"/>
              <a:pathLst>
                <a:path extrusionOk="0" h="11990" w="22146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4" name="Google Shape;4624;p48"/>
            <p:cNvSpPr/>
            <p:nvPr/>
          </p:nvSpPr>
          <p:spPr>
            <a:xfrm>
              <a:off x="5910250" y="3967875"/>
              <a:ext cx="8650" cy="4525"/>
            </a:xfrm>
            <a:custGeom>
              <a:rect b="b" l="l" r="r" t="t"/>
              <a:pathLst>
                <a:path extrusionOk="0" h="181" w="346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5" name="Google Shape;4625;p48"/>
            <p:cNvSpPr/>
            <p:nvPr/>
          </p:nvSpPr>
          <p:spPr>
            <a:xfrm>
              <a:off x="5925125" y="3610700"/>
              <a:ext cx="282500" cy="339050"/>
            </a:xfrm>
            <a:custGeom>
              <a:rect b="b" l="l" r="r" t="t"/>
              <a:pathLst>
                <a:path extrusionOk="0" h="13562" w="1130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6" name="Google Shape;4626;p48"/>
            <p:cNvSpPr/>
            <p:nvPr/>
          </p:nvSpPr>
          <p:spPr>
            <a:xfrm>
              <a:off x="6413300" y="3610700"/>
              <a:ext cx="111625" cy="99125"/>
            </a:xfrm>
            <a:custGeom>
              <a:rect b="b" l="l" r="r" t="t"/>
              <a:pathLst>
                <a:path extrusionOk="0" h="3965" w="4465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7" name="Google Shape;4627;p48"/>
            <p:cNvSpPr/>
            <p:nvPr/>
          </p:nvSpPr>
          <p:spPr>
            <a:xfrm>
              <a:off x="6404950" y="3728850"/>
              <a:ext cx="119975" cy="132500"/>
            </a:xfrm>
            <a:custGeom>
              <a:rect b="b" l="l" r="r" t="t"/>
              <a:pathLst>
                <a:path extrusionOk="0" h="5300" w="4799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8" name="Google Shape;4628;p48"/>
            <p:cNvSpPr/>
            <p:nvPr/>
          </p:nvSpPr>
          <p:spPr>
            <a:xfrm>
              <a:off x="6291250" y="3858950"/>
              <a:ext cx="108375" cy="119975"/>
            </a:xfrm>
            <a:custGeom>
              <a:rect b="b" l="l" r="r" t="t"/>
              <a:pathLst>
                <a:path extrusionOk="0" h="4799" w="4335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9" name="Google Shape;4629;p48"/>
            <p:cNvSpPr/>
            <p:nvPr/>
          </p:nvSpPr>
          <p:spPr>
            <a:xfrm>
              <a:off x="6172200" y="3745825"/>
              <a:ext cx="206875" cy="100625"/>
            </a:xfrm>
            <a:custGeom>
              <a:rect b="b" l="l" r="r" t="t"/>
              <a:pathLst>
                <a:path extrusionOk="0" h="4025" w="8275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0" name="Google Shape;4630;p48"/>
            <p:cNvSpPr/>
            <p:nvPr/>
          </p:nvSpPr>
          <p:spPr>
            <a:xfrm>
              <a:off x="5924825" y="3842875"/>
              <a:ext cx="244400" cy="112525"/>
            </a:xfrm>
            <a:custGeom>
              <a:rect b="b" l="l" r="r" t="t"/>
              <a:pathLst>
                <a:path extrusionOk="0" h="4501" w="9776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1" name="Google Shape;4631;p48"/>
            <p:cNvSpPr/>
            <p:nvPr/>
          </p:nvSpPr>
          <p:spPr>
            <a:xfrm>
              <a:off x="5926625" y="3955375"/>
              <a:ext cx="339650" cy="35450"/>
            </a:xfrm>
            <a:custGeom>
              <a:rect b="b" l="l" r="r" t="t"/>
              <a:pathLst>
                <a:path extrusionOk="0" h="1418" w="13586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2" name="Google Shape;4632;p48"/>
            <p:cNvSpPr/>
            <p:nvPr/>
          </p:nvSpPr>
          <p:spPr>
            <a:xfrm>
              <a:off x="5920375" y="3963425"/>
              <a:ext cx="554850" cy="615875"/>
            </a:xfrm>
            <a:custGeom>
              <a:rect b="b" l="l" r="r" t="t"/>
              <a:pathLst>
                <a:path extrusionOk="0" h="24635" w="22194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3" name="Google Shape;4633;p48"/>
            <p:cNvSpPr/>
            <p:nvPr/>
          </p:nvSpPr>
          <p:spPr>
            <a:xfrm>
              <a:off x="6287975" y="3999125"/>
              <a:ext cx="141700" cy="223275"/>
            </a:xfrm>
            <a:custGeom>
              <a:rect b="b" l="l" r="r" t="t"/>
              <a:pathLst>
                <a:path extrusionOk="0" h="8931" w="5668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4" name="Google Shape;4634;p48"/>
            <p:cNvSpPr/>
            <p:nvPr/>
          </p:nvSpPr>
          <p:spPr>
            <a:xfrm>
              <a:off x="6385000" y="3756250"/>
              <a:ext cx="29800" cy="175050"/>
            </a:xfrm>
            <a:custGeom>
              <a:rect b="b" l="l" r="r" t="t"/>
              <a:pathLst>
                <a:path extrusionOk="0" h="7002" w="1192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5" name="Google Shape;4635;p48"/>
            <p:cNvSpPr/>
            <p:nvPr/>
          </p:nvSpPr>
          <p:spPr>
            <a:xfrm>
              <a:off x="6414775" y="3936025"/>
              <a:ext cx="1525" cy="1825"/>
            </a:xfrm>
            <a:custGeom>
              <a:rect b="b" l="l" r="r" t="t"/>
              <a:pathLst>
                <a:path extrusionOk="0" h="73" w="61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6" name="Google Shape;4636;p48"/>
            <p:cNvSpPr/>
            <p:nvPr/>
          </p:nvSpPr>
          <p:spPr>
            <a:xfrm>
              <a:off x="6410025" y="3943775"/>
              <a:ext cx="42875" cy="272675"/>
            </a:xfrm>
            <a:custGeom>
              <a:rect b="b" l="l" r="r" t="t"/>
              <a:pathLst>
                <a:path extrusionOk="0" h="10907" w="1715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7" name="Google Shape;4637;p48"/>
            <p:cNvSpPr/>
            <p:nvPr/>
          </p:nvSpPr>
          <p:spPr>
            <a:xfrm>
              <a:off x="6296300" y="3868175"/>
              <a:ext cx="262875" cy="117600"/>
            </a:xfrm>
            <a:custGeom>
              <a:rect b="b" l="l" r="r" t="t"/>
              <a:pathLst>
                <a:path extrusionOk="0" h="4704" w="10515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8" name="Google Shape;4638;p48"/>
            <p:cNvSpPr/>
            <p:nvPr/>
          </p:nvSpPr>
          <p:spPr>
            <a:xfrm>
              <a:off x="6562125" y="3681225"/>
              <a:ext cx="131575" cy="189050"/>
            </a:xfrm>
            <a:custGeom>
              <a:rect b="b" l="l" r="r" t="t"/>
              <a:pathLst>
                <a:path extrusionOk="0" h="7562" w="5263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9" name="Google Shape;4639;p48"/>
            <p:cNvSpPr/>
            <p:nvPr/>
          </p:nvSpPr>
          <p:spPr>
            <a:xfrm>
              <a:off x="6533550" y="3734225"/>
              <a:ext cx="29775" cy="137825"/>
            </a:xfrm>
            <a:custGeom>
              <a:rect b="b" l="l" r="r" t="t"/>
              <a:pathLst>
                <a:path extrusionOk="0" h="5513" w="1191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0" name="Google Shape;4640;p48"/>
            <p:cNvSpPr/>
            <p:nvPr/>
          </p:nvSpPr>
          <p:spPr>
            <a:xfrm>
              <a:off x="6557650" y="3873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1" name="Google Shape;4641;p48"/>
            <p:cNvSpPr/>
            <p:nvPr/>
          </p:nvSpPr>
          <p:spPr>
            <a:xfrm>
              <a:off x="6679700" y="3952700"/>
              <a:ext cx="14000" cy="17300"/>
            </a:xfrm>
            <a:custGeom>
              <a:rect b="b" l="l" r="r" t="t"/>
              <a:pathLst>
                <a:path extrusionOk="0" h="692" w="56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2" name="Google Shape;4642;p48"/>
            <p:cNvSpPr/>
            <p:nvPr/>
          </p:nvSpPr>
          <p:spPr>
            <a:xfrm>
              <a:off x="6555875" y="3867675"/>
              <a:ext cx="119375" cy="88025"/>
            </a:xfrm>
            <a:custGeom>
              <a:rect b="b" l="l" r="r" t="t"/>
              <a:pathLst>
                <a:path extrusionOk="0" h="3521" w="4775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3" name="Google Shape;4643;p48"/>
            <p:cNvSpPr/>
            <p:nvPr/>
          </p:nvSpPr>
          <p:spPr>
            <a:xfrm>
              <a:off x="6604375" y="4211350"/>
              <a:ext cx="3600" cy="2725"/>
            </a:xfrm>
            <a:custGeom>
              <a:rect b="b" l="l" r="r" t="t"/>
              <a:pathLst>
                <a:path extrusionOk="0" h="109" w="144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4" name="Google Shape;4644;p48"/>
            <p:cNvSpPr/>
            <p:nvPr/>
          </p:nvSpPr>
          <p:spPr>
            <a:xfrm>
              <a:off x="6613600" y="3885425"/>
              <a:ext cx="80400" cy="282800"/>
            </a:xfrm>
            <a:custGeom>
              <a:rect b="b" l="l" r="r" t="t"/>
              <a:pathLst>
                <a:path extrusionOk="0" h="11312" w="3216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5" name="Google Shape;4645;p48"/>
            <p:cNvSpPr/>
            <p:nvPr/>
          </p:nvSpPr>
          <p:spPr>
            <a:xfrm>
              <a:off x="6443950" y="4280425"/>
              <a:ext cx="42875" cy="292625"/>
            </a:xfrm>
            <a:custGeom>
              <a:rect b="b" l="l" r="r" t="t"/>
              <a:pathLst>
                <a:path extrusionOk="0" h="11705" w="1715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6" name="Google Shape;4646;p48"/>
            <p:cNvSpPr/>
            <p:nvPr/>
          </p:nvSpPr>
          <p:spPr>
            <a:xfrm>
              <a:off x="6486800" y="4208675"/>
              <a:ext cx="118200" cy="365250"/>
            </a:xfrm>
            <a:custGeom>
              <a:rect b="b" l="l" r="r" t="t"/>
              <a:pathLst>
                <a:path extrusionOk="0" h="14610" w="4728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7" name="Google Shape;4647;p48"/>
            <p:cNvSpPr/>
            <p:nvPr/>
          </p:nvSpPr>
          <p:spPr>
            <a:xfrm>
              <a:off x="6475500" y="4189625"/>
              <a:ext cx="112550" cy="56575"/>
            </a:xfrm>
            <a:custGeom>
              <a:rect b="b" l="l" r="r" t="t"/>
              <a:pathLst>
                <a:path extrusionOk="0" h="2263" w="4502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8" name="Google Shape;4648;p48"/>
            <p:cNvSpPr/>
            <p:nvPr/>
          </p:nvSpPr>
          <p:spPr>
            <a:xfrm>
              <a:off x="6626125" y="4142000"/>
              <a:ext cx="67575" cy="36350"/>
            </a:xfrm>
            <a:custGeom>
              <a:rect b="b" l="l" r="r" t="t"/>
              <a:pathLst>
                <a:path extrusionOk="0" h="1454" w="2703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9" name="Google Shape;4649;p48"/>
            <p:cNvSpPr/>
            <p:nvPr/>
          </p:nvSpPr>
          <p:spPr>
            <a:xfrm>
              <a:off x="6489775" y="4289950"/>
              <a:ext cx="203925" cy="288750"/>
            </a:xfrm>
            <a:custGeom>
              <a:rect b="b" l="l" r="r" t="t"/>
              <a:pathLst>
                <a:path extrusionOk="0" h="11550" w="8157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0" name="Google Shape;4650;p48"/>
            <p:cNvSpPr/>
            <p:nvPr/>
          </p:nvSpPr>
          <p:spPr>
            <a:xfrm>
              <a:off x="6585925" y="4164825"/>
              <a:ext cx="47350" cy="46925"/>
            </a:xfrm>
            <a:custGeom>
              <a:rect b="b" l="l" r="r" t="t"/>
              <a:pathLst>
                <a:path extrusionOk="0" h="1877" w="1894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1" name="Google Shape;4651;p48"/>
            <p:cNvSpPr/>
            <p:nvPr/>
          </p:nvSpPr>
          <p:spPr>
            <a:xfrm>
              <a:off x="6407925" y="4215525"/>
              <a:ext cx="69375" cy="65800"/>
            </a:xfrm>
            <a:custGeom>
              <a:rect b="b" l="l" r="r" t="t"/>
              <a:pathLst>
                <a:path extrusionOk="0" h="2632" w="2775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2" name="Google Shape;4652;p48"/>
            <p:cNvSpPr/>
            <p:nvPr/>
          </p:nvSpPr>
          <p:spPr>
            <a:xfrm>
              <a:off x="4666950" y="3657525"/>
              <a:ext cx="11925" cy="12150"/>
            </a:xfrm>
            <a:custGeom>
              <a:rect b="b" l="l" r="r" t="t"/>
              <a:pathLst>
                <a:path extrusionOk="0" h="486" w="477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3" name="Google Shape;4653;p48"/>
            <p:cNvSpPr/>
            <p:nvPr/>
          </p:nvSpPr>
          <p:spPr>
            <a:xfrm>
              <a:off x="5526275" y="3907750"/>
              <a:ext cx="25325" cy="23650"/>
            </a:xfrm>
            <a:custGeom>
              <a:rect b="b" l="l" r="r" t="t"/>
              <a:pathLst>
                <a:path extrusionOk="0" h="946" w="1013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4" name="Google Shape;4654;p48"/>
            <p:cNvSpPr/>
            <p:nvPr/>
          </p:nvSpPr>
          <p:spPr>
            <a:xfrm>
              <a:off x="6515675" y="3702325"/>
              <a:ext cx="35450" cy="33100"/>
            </a:xfrm>
            <a:custGeom>
              <a:rect b="b" l="l" r="r" t="t"/>
              <a:pathLst>
                <a:path extrusionOk="0" h="1324" w="1418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5" name="Google Shape;4655;p48"/>
            <p:cNvSpPr/>
            <p:nvPr/>
          </p:nvSpPr>
          <p:spPr>
            <a:xfrm>
              <a:off x="6265350" y="3971075"/>
              <a:ext cx="33375" cy="33075"/>
            </a:xfrm>
            <a:custGeom>
              <a:rect b="b" l="l" r="r" t="t"/>
              <a:pathLst>
                <a:path extrusionOk="0" h="1323" w="1335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6" name="Google Shape;4656;p48"/>
            <p:cNvSpPr/>
            <p:nvPr/>
          </p:nvSpPr>
          <p:spPr>
            <a:xfrm>
              <a:off x="6376075" y="3733725"/>
              <a:ext cx="25025" cy="23625"/>
            </a:xfrm>
            <a:custGeom>
              <a:rect b="b" l="l" r="r" t="t"/>
              <a:pathLst>
                <a:path extrusionOk="0" h="945" w="1001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7" name="Google Shape;4657;p48"/>
            <p:cNvSpPr/>
            <p:nvPr/>
          </p:nvSpPr>
          <p:spPr>
            <a:xfrm>
              <a:off x="6507050" y="3935025"/>
              <a:ext cx="26225" cy="23850"/>
            </a:xfrm>
            <a:custGeom>
              <a:rect b="b" l="l" r="r" t="t"/>
              <a:pathLst>
                <a:path extrusionOk="0" h="954" w="1049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8" name="Google Shape;4658;p48"/>
            <p:cNvSpPr/>
            <p:nvPr/>
          </p:nvSpPr>
          <p:spPr>
            <a:xfrm>
              <a:off x="5903100" y="3945425"/>
              <a:ext cx="25025" cy="23875"/>
            </a:xfrm>
            <a:custGeom>
              <a:rect b="b" l="l" r="r" t="t"/>
              <a:pathLst>
                <a:path extrusionOk="0" h="955" w="1001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9" name="Google Shape;4659;p48"/>
            <p:cNvSpPr/>
            <p:nvPr/>
          </p:nvSpPr>
          <p:spPr>
            <a:xfrm>
              <a:off x="5745650" y="3654300"/>
              <a:ext cx="23825" cy="23825"/>
            </a:xfrm>
            <a:custGeom>
              <a:rect b="b" l="l" r="r" t="t"/>
              <a:pathLst>
                <a:path extrusionOk="0" h="953" w="953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0" name="Google Shape;4660;p48"/>
            <p:cNvSpPr/>
            <p:nvPr/>
          </p:nvSpPr>
          <p:spPr>
            <a:xfrm>
              <a:off x="4724975" y="3627350"/>
              <a:ext cx="23850" cy="23175"/>
            </a:xfrm>
            <a:custGeom>
              <a:rect b="b" l="l" r="r" t="t"/>
              <a:pathLst>
                <a:path extrusionOk="0" h="927" w="954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1" name="Google Shape;4661;p48"/>
            <p:cNvSpPr/>
            <p:nvPr/>
          </p:nvSpPr>
          <p:spPr>
            <a:xfrm>
              <a:off x="5094675" y="3924725"/>
              <a:ext cx="25325" cy="23725"/>
            </a:xfrm>
            <a:custGeom>
              <a:rect b="b" l="l" r="r" t="t"/>
              <a:pathLst>
                <a:path extrusionOk="0" h="949" w="1013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2" name="Google Shape;4662;p48"/>
            <p:cNvSpPr/>
            <p:nvPr/>
          </p:nvSpPr>
          <p:spPr>
            <a:xfrm>
              <a:off x="6464775" y="4572300"/>
              <a:ext cx="35450" cy="32975"/>
            </a:xfrm>
            <a:custGeom>
              <a:rect b="b" l="l" r="r" t="t"/>
              <a:pathLst>
                <a:path extrusionOk="0" h="1319" w="1418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3" name="Google Shape;4663;p48"/>
            <p:cNvSpPr/>
            <p:nvPr/>
          </p:nvSpPr>
          <p:spPr>
            <a:xfrm>
              <a:off x="6403775" y="3934525"/>
              <a:ext cx="13700" cy="13725"/>
            </a:xfrm>
            <a:custGeom>
              <a:rect b="b" l="l" r="r" t="t"/>
              <a:pathLst>
                <a:path extrusionOk="0" h="549" w="548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4" name="Google Shape;4664;p48"/>
            <p:cNvSpPr/>
            <p:nvPr/>
          </p:nvSpPr>
          <p:spPr>
            <a:xfrm>
              <a:off x="6161475" y="3834275"/>
              <a:ext cx="13725" cy="13075"/>
            </a:xfrm>
            <a:custGeom>
              <a:rect b="b" l="l" r="r" t="t"/>
              <a:pathLst>
                <a:path extrusionOk="0" h="523" w="549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5" name="Google Shape;4665;p48"/>
            <p:cNvSpPr/>
            <p:nvPr/>
          </p:nvSpPr>
          <p:spPr>
            <a:xfrm>
              <a:off x="6281425" y="3778100"/>
              <a:ext cx="13425" cy="13675"/>
            </a:xfrm>
            <a:custGeom>
              <a:rect b="b" l="l" r="r" t="t"/>
              <a:pathLst>
                <a:path extrusionOk="0" h="547" w="537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6" name="Google Shape;4666;p48"/>
            <p:cNvSpPr/>
            <p:nvPr/>
          </p:nvSpPr>
          <p:spPr>
            <a:xfrm>
              <a:off x="5725700" y="3689500"/>
              <a:ext cx="14625" cy="13575"/>
            </a:xfrm>
            <a:custGeom>
              <a:rect b="b" l="l" r="r" t="t"/>
              <a:pathLst>
                <a:path extrusionOk="0" h="543" w="585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7" name="Google Shape;4667;p48"/>
            <p:cNvSpPr/>
            <p:nvPr/>
          </p:nvSpPr>
          <p:spPr>
            <a:xfrm>
              <a:off x="5008050" y="3646000"/>
              <a:ext cx="14325" cy="13600"/>
            </a:xfrm>
            <a:custGeom>
              <a:rect b="b" l="l" r="r" t="t"/>
              <a:pathLst>
                <a:path extrusionOk="0" h="544" w="573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8" name="Google Shape;4668;p48"/>
            <p:cNvSpPr/>
            <p:nvPr/>
          </p:nvSpPr>
          <p:spPr>
            <a:xfrm>
              <a:off x="5802500" y="3765075"/>
              <a:ext cx="14600" cy="13325"/>
            </a:xfrm>
            <a:custGeom>
              <a:rect b="b" l="l" r="r" t="t"/>
              <a:pathLst>
                <a:path extrusionOk="0" h="533" w="584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9" name="Google Shape;4669;p48"/>
            <p:cNvSpPr/>
            <p:nvPr/>
          </p:nvSpPr>
          <p:spPr>
            <a:xfrm>
              <a:off x="6023950" y="3621525"/>
              <a:ext cx="14325" cy="13675"/>
            </a:xfrm>
            <a:custGeom>
              <a:rect b="b" l="l" r="r" t="t"/>
              <a:pathLst>
                <a:path extrusionOk="0" h="547" w="573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0" name="Google Shape;4670;p48"/>
            <p:cNvSpPr/>
            <p:nvPr/>
          </p:nvSpPr>
          <p:spPr>
            <a:xfrm>
              <a:off x="5716175" y="3810850"/>
              <a:ext cx="13725" cy="13675"/>
            </a:xfrm>
            <a:custGeom>
              <a:rect b="b" l="l" r="r" t="t"/>
              <a:pathLst>
                <a:path extrusionOk="0" h="547" w="549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71" name="Google Shape;4671;p48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2" name="Google Shape;4672;p48"/>
          <p:cNvSpPr txBox="1"/>
          <p:nvPr>
            <p:ph type="ctrTitle"/>
          </p:nvPr>
        </p:nvSpPr>
        <p:spPr>
          <a:xfrm>
            <a:off x="9705783" y="3184533"/>
            <a:ext cx="12932100" cy="6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4673" name="Google Shape;4673;p48"/>
          <p:cNvSpPr txBox="1"/>
          <p:nvPr>
            <p:ph idx="1" type="subTitle"/>
          </p:nvPr>
        </p:nvSpPr>
        <p:spPr>
          <a:xfrm>
            <a:off x="9705783" y="9769333"/>
            <a:ext cx="12932100" cy="12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4674" name="Google Shape;4674;p48"/>
          <p:cNvGrpSpPr/>
          <p:nvPr/>
        </p:nvGrpSpPr>
        <p:grpSpPr>
          <a:xfrm flipH="1">
            <a:off x="245" y="-119"/>
            <a:ext cx="11197162" cy="5431719"/>
            <a:chOff x="4643125" y="3610400"/>
            <a:chExt cx="2050875" cy="994875"/>
          </a:xfrm>
        </p:grpSpPr>
        <p:sp>
          <p:nvSpPr>
            <p:cNvPr id="4675" name="Google Shape;4675;p48"/>
            <p:cNvSpPr/>
            <p:nvPr/>
          </p:nvSpPr>
          <p:spPr>
            <a:xfrm>
              <a:off x="5600100" y="3665175"/>
              <a:ext cx="147050" cy="30375"/>
            </a:xfrm>
            <a:custGeom>
              <a:rect b="b" l="l" r="r" t="t"/>
              <a:pathLst>
                <a:path extrusionOk="0" h="1215" w="5882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6" name="Google Shape;4676;p48"/>
            <p:cNvSpPr/>
            <p:nvPr/>
          </p:nvSpPr>
          <p:spPr>
            <a:xfrm>
              <a:off x="5504550" y="3688675"/>
              <a:ext cx="89625" cy="20275"/>
            </a:xfrm>
            <a:custGeom>
              <a:rect b="b" l="l" r="r" t="t"/>
              <a:pathLst>
                <a:path extrusionOk="0" h="811" w="3585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7" name="Google Shape;4677;p48"/>
            <p:cNvSpPr/>
            <p:nvPr/>
          </p:nvSpPr>
          <p:spPr>
            <a:xfrm>
              <a:off x="5497700" y="3708925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8" name="Google Shape;4678;p48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9" name="Google Shape;4679;p48"/>
            <p:cNvSpPr/>
            <p:nvPr/>
          </p:nvSpPr>
          <p:spPr>
            <a:xfrm>
              <a:off x="5497400" y="370892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0" name="Google Shape;4680;p48"/>
            <p:cNvSpPr/>
            <p:nvPr/>
          </p:nvSpPr>
          <p:spPr>
            <a:xfrm>
              <a:off x="5498000" y="3709525"/>
              <a:ext cx="925" cy="300"/>
            </a:xfrm>
            <a:custGeom>
              <a:rect b="b" l="l" r="r" t="t"/>
              <a:pathLst>
                <a:path extrusionOk="0" h="12" w="37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1" name="Google Shape;4681;p48"/>
            <p:cNvSpPr/>
            <p:nvPr/>
          </p:nvSpPr>
          <p:spPr>
            <a:xfrm>
              <a:off x="5497100" y="37071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2" name="Google Shape;4682;p48"/>
            <p:cNvSpPr/>
            <p:nvPr/>
          </p:nvSpPr>
          <p:spPr>
            <a:xfrm>
              <a:off x="5695050" y="3824700"/>
              <a:ext cx="212250" cy="130700"/>
            </a:xfrm>
            <a:custGeom>
              <a:rect b="b" l="l" r="r" t="t"/>
              <a:pathLst>
                <a:path extrusionOk="0" h="5228" w="849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3" name="Google Shape;4683;p48"/>
            <p:cNvSpPr/>
            <p:nvPr/>
          </p:nvSpPr>
          <p:spPr>
            <a:xfrm>
              <a:off x="5583725" y="3754175"/>
              <a:ext cx="111650" cy="70250"/>
            </a:xfrm>
            <a:custGeom>
              <a:rect b="b" l="l" r="r" t="t"/>
              <a:pathLst>
                <a:path extrusionOk="0" h="2810" w="4466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4" name="Google Shape;4684;p48"/>
            <p:cNvSpPr/>
            <p:nvPr/>
          </p:nvSpPr>
          <p:spPr>
            <a:xfrm>
              <a:off x="5498600" y="3705050"/>
              <a:ext cx="80375" cy="52400"/>
            </a:xfrm>
            <a:custGeom>
              <a:rect b="b" l="l" r="r" t="t"/>
              <a:pathLst>
                <a:path extrusionOk="0" h="2096" w="3215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5" name="Google Shape;4685;p48"/>
            <p:cNvSpPr/>
            <p:nvPr/>
          </p:nvSpPr>
          <p:spPr>
            <a:xfrm>
              <a:off x="5497100" y="3708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6" name="Google Shape;4686;p48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7" name="Google Shape;4687;p48"/>
            <p:cNvSpPr/>
            <p:nvPr/>
          </p:nvSpPr>
          <p:spPr>
            <a:xfrm>
              <a:off x="5497700" y="37089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8" name="Google Shape;4688;p48"/>
            <p:cNvSpPr/>
            <p:nvPr/>
          </p:nvSpPr>
          <p:spPr>
            <a:xfrm>
              <a:off x="4643125" y="3610700"/>
              <a:ext cx="30400" cy="48250"/>
            </a:xfrm>
            <a:custGeom>
              <a:rect b="b" l="l" r="r" t="t"/>
              <a:pathLst>
                <a:path extrusionOk="0" h="1930" w="1216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9" name="Google Shape;4689;p48"/>
            <p:cNvSpPr/>
            <p:nvPr/>
          </p:nvSpPr>
          <p:spPr>
            <a:xfrm>
              <a:off x="4743450" y="3642850"/>
              <a:ext cx="94675" cy="72950"/>
            </a:xfrm>
            <a:custGeom>
              <a:rect b="b" l="l" r="r" t="t"/>
              <a:pathLst>
                <a:path extrusionOk="0" h="2918" w="3787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0" name="Google Shape;4690;p48"/>
            <p:cNvSpPr/>
            <p:nvPr/>
          </p:nvSpPr>
          <p:spPr>
            <a:xfrm>
              <a:off x="4835125" y="3716075"/>
              <a:ext cx="600" cy="300"/>
            </a:xfrm>
            <a:custGeom>
              <a:rect b="b" l="l" r="r" t="t"/>
              <a:pathLst>
                <a:path extrusionOk="0" h="12" w="24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1" name="Google Shape;4691;p48"/>
            <p:cNvSpPr/>
            <p:nvPr/>
          </p:nvSpPr>
          <p:spPr>
            <a:xfrm>
              <a:off x="4833325" y="3649975"/>
              <a:ext cx="176825" cy="67000"/>
            </a:xfrm>
            <a:custGeom>
              <a:rect b="b" l="l" r="r" t="t"/>
              <a:pathLst>
                <a:path extrusionOk="0" h="2680" w="7073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2" name="Google Shape;4692;p48"/>
            <p:cNvSpPr/>
            <p:nvPr/>
          </p:nvSpPr>
          <p:spPr>
            <a:xfrm>
              <a:off x="4694925" y="3610700"/>
              <a:ext cx="34250" cy="24725"/>
            </a:xfrm>
            <a:custGeom>
              <a:rect b="b" l="l" r="r" t="t"/>
              <a:pathLst>
                <a:path extrusionOk="0" h="989" w="137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3" name="Google Shape;4693;p48"/>
            <p:cNvSpPr/>
            <p:nvPr/>
          </p:nvSpPr>
          <p:spPr>
            <a:xfrm>
              <a:off x="4663675" y="3633900"/>
              <a:ext cx="62525" cy="32775"/>
            </a:xfrm>
            <a:custGeom>
              <a:rect b="b" l="l" r="r" t="t"/>
              <a:pathLst>
                <a:path extrusionOk="0" h="1311" w="2501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4" name="Google Shape;4694;p48"/>
            <p:cNvSpPr/>
            <p:nvPr/>
          </p:nvSpPr>
          <p:spPr>
            <a:xfrm>
              <a:off x="4740175" y="3610700"/>
              <a:ext cx="60725" cy="22925"/>
            </a:xfrm>
            <a:custGeom>
              <a:rect b="b" l="l" r="r" t="t"/>
              <a:pathLst>
                <a:path extrusionOk="0" h="917" w="2429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5" name="Google Shape;4695;p48"/>
            <p:cNvSpPr/>
            <p:nvPr/>
          </p:nvSpPr>
          <p:spPr>
            <a:xfrm>
              <a:off x="4999125" y="3610700"/>
              <a:ext cx="19375" cy="36925"/>
            </a:xfrm>
            <a:custGeom>
              <a:rect b="b" l="l" r="r" t="t"/>
              <a:pathLst>
                <a:path extrusionOk="0" h="1477" w="775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6" name="Google Shape;4696;p48"/>
            <p:cNvSpPr/>
            <p:nvPr/>
          </p:nvSpPr>
          <p:spPr>
            <a:xfrm>
              <a:off x="5014900" y="3656825"/>
              <a:ext cx="92900" cy="270000"/>
            </a:xfrm>
            <a:custGeom>
              <a:rect b="b" l="l" r="r" t="t"/>
              <a:pathLst>
                <a:path extrusionOk="0" h="10800" w="3716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7" name="Google Shape;4697;p48"/>
            <p:cNvSpPr/>
            <p:nvPr/>
          </p:nvSpPr>
          <p:spPr>
            <a:xfrm>
              <a:off x="5021150" y="3610400"/>
              <a:ext cx="159875" cy="46900"/>
            </a:xfrm>
            <a:custGeom>
              <a:rect b="b" l="l" r="r" t="t"/>
              <a:pathLst>
                <a:path extrusionOk="0" h="1876" w="6395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8" name="Google Shape;4698;p48"/>
            <p:cNvSpPr/>
            <p:nvPr/>
          </p:nvSpPr>
          <p:spPr>
            <a:xfrm>
              <a:off x="5109250" y="3610700"/>
              <a:ext cx="133375" cy="317625"/>
            </a:xfrm>
            <a:custGeom>
              <a:rect b="b" l="l" r="r" t="t"/>
              <a:pathLst>
                <a:path extrusionOk="0" h="12705" w="5335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9" name="Google Shape;4699;p48"/>
            <p:cNvSpPr/>
            <p:nvPr/>
          </p:nvSpPr>
          <p:spPr>
            <a:xfrm>
              <a:off x="5497100" y="3610700"/>
              <a:ext cx="7475" cy="100325"/>
            </a:xfrm>
            <a:custGeom>
              <a:rect b="b" l="l" r="r" t="t"/>
              <a:pathLst>
                <a:path extrusionOk="0" h="4013" w="299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0" name="Google Shape;4700;p48"/>
            <p:cNvSpPr/>
            <p:nvPr/>
          </p:nvSpPr>
          <p:spPr>
            <a:xfrm>
              <a:off x="5539175" y="3610700"/>
              <a:ext cx="82375" cy="297075"/>
            </a:xfrm>
            <a:custGeom>
              <a:rect b="b" l="l" r="r" t="t"/>
              <a:pathLst>
                <a:path extrusionOk="0" h="11883" w="3295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1" name="Google Shape;4701;p48"/>
            <p:cNvSpPr/>
            <p:nvPr/>
          </p:nvSpPr>
          <p:spPr>
            <a:xfrm>
              <a:off x="5722725" y="3610700"/>
              <a:ext cx="32775" cy="47350"/>
            </a:xfrm>
            <a:custGeom>
              <a:rect b="b" l="l" r="r" t="t"/>
              <a:pathLst>
                <a:path extrusionOk="0" h="1894" w="1311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2" name="Google Shape;4702;p48"/>
            <p:cNvSpPr/>
            <p:nvPr/>
          </p:nvSpPr>
          <p:spPr>
            <a:xfrm>
              <a:off x="5759625" y="3674100"/>
              <a:ext cx="51525" cy="86350"/>
            </a:xfrm>
            <a:custGeom>
              <a:rect b="b" l="l" r="r" t="t"/>
              <a:pathLst>
                <a:path extrusionOk="0" h="3454" w="2061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3" name="Google Shape;4703;p48"/>
            <p:cNvSpPr/>
            <p:nvPr/>
          </p:nvSpPr>
          <p:spPr>
            <a:xfrm>
              <a:off x="5811425" y="3763100"/>
              <a:ext cx="102425" cy="186350"/>
            </a:xfrm>
            <a:custGeom>
              <a:rect b="b" l="l" r="r" t="t"/>
              <a:pathLst>
                <a:path extrusionOk="0" h="7454" w="4097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4" name="Google Shape;4704;p48"/>
            <p:cNvSpPr/>
            <p:nvPr/>
          </p:nvSpPr>
          <p:spPr>
            <a:xfrm>
              <a:off x="5767375" y="3647600"/>
              <a:ext cx="243200" cy="24725"/>
            </a:xfrm>
            <a:custGeom>
              <a:rect b="b" l="l" r="r" t="t"/>
              <a:pathLst>
                <a:path extrusionOk="0" h="989" w="9728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5" name="Google Shape;4705;p48"/>
            <p:cNvSpPr/>
            <p:nvPr/>
          </p:nvSpPr>
          <p:spPr>
            <a:xfrm>
              <a:off x="6011150" y="3652075"/>
              <a:ext cx="80100" cy="97650"/>
            </a:xfrm>
            <a:custGeom>
              <a:rect b="b" l="l" r="r" t="t"/>
              <a:pathLst>
                <a:path extrusionOk="0" h="3906" w="3204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6" name="Google Shape;4706;p48"/>
            <p:cNvSpPr/>
            <p:nvPr/>
          </p:nvSpPr>
          <p:spPr>
            <a:xfrm>
              <a:off x="6091225" y="3749700"/>
              <a:ext cx="73550" cy="93200"/>
            </a:xfrm>
            <a:custGeom>
              <a:rect b="b" l="l" r="r" t="t"/>
              <a:pathLst>
                <a:path extrusionOk="0" h="3728" w="2942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7" name="Google Shape;4707;p48"/>
            <p:cNvSpPr/>
            <p:nvPr/>
          </p:nvSpPr>
          <p:spPr>
            <a:xfrm>
              <a:off x="6167125" y="3845850"/>
              <a:ext cx="108675" cy="131575"/>
            </a:xfrm>
            <a:custGeom>
              <a:rect b="b" l="l" r="r" t="t"/>
              <a:pathLst>
                <a:path extrusionOk="0" h="5263" w="4347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8" name="Google Shape;4708;p48"/>
            <p:cNvSpPr/>
            <p:nvPr/>
          </p:nvSpPr>
          <p:spPr>
            <a:xfrm>
              <a:off x="5539375" y="3610700"/>
              <a:ext cx="553650" cy="299750"/>
            </a:xfrm>
            <a:custGeom>
              <a:rect b="b" l="l" r="r" t="t"/>
              <a:pathLst>
                <a:path extrusionOk="0" h="11990" w="22146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9" name="Google Shape;4709;p48"/>
            <p:cNvSpPr/>
            <p:nvPr/>
          </p:nvSpPr>
          <p:spPr>
            <a:xfrm>
              <a:off x="5910250" y="3967875"/>
              <a:ext cx="8650" cy="4525"/>
            </a:xfrm>
            <a:custGeom>
              <a:rect b="b" l="l" r="r" t="t"/>
              <a:pathLst>
                <a:path extrusionOk="0" h="181" w="346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0" name="Google Shape;4710;p48"/>
            <p:cNvSpPr/>
            <p:nvPr/>
          </p:nvSpPr>
          <p:spPr>
            <a:xfrm>
              <a:off x="5925125" y="3610700"/>
              <a:ext cx="282500" cy="339050"/>
            </a:xfrm>
            <a:custGeom>
              <a:rect b="b" l="l" r="r" t="t"/>
              <a:pathLst>
                <a:path extrusionOk="0" h="13562" w="1130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1" name="Google Shape;4711;p48"/>
            <p:cNvSpPr/>
            <p:nvPr/>
          </p:nvSpPr>
          <p:spPr>
            <a:xfrm>
              <a:off x="6413300" y="3610700"/>
              <a:ext cx="111625" cy="99125"/>
            </a:xfrm>
            <a:custGeom>
              <a:rect b="b" l="l" r="r" t="t"/>
              <a:pathLst>
                <a:path extrusionOk="0" h="3965" w="4465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2" name="Google Shape;4712;p48"/>
            <p:cNvSpPr/>
            <p:nvPr/>
          </p:nvSpPr>
          <p:spPr>
            <a:xfrm>
              <a:off x="6404950" y="3728850"/>
              <a:ext cx="119975" cy="132500"/>
            </a:xfrm>
            <a:custGeom>
              <a:rect b="b" l="l" r="r" t="t"/>
              <a:pathLst>
                <a:path extrusionOk="0" h="5300" w="4799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3" name="Google Shape;4713;p48"/>
            <p:cNvSpPr/>
            <p:nvPr/>
          </p:nvSpPr>
          <p:spPr>
            <a:xfrm>
              <a:off x="6291250" y="3858950"/>
              <a:ext cx="108375" cy="119975"/>
            </a:xfrm>
            <a:custGeom>
              <a:rect b="b" l="l" r="r" t="t"/>
              <a:pathLst>
                <a:path extrusionOk="0" h="4799" w="4335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4" name="Google Shape;4714;p48"/>
            <p:cNvSpPr/>
            <p:nvPr/>
          </p:nvSpPr>
          <p:spPr>
            <a:xfrm>
              <a:off x="6172200" y="3745825"/>
              <a:ext cx="206875" cy="100625"/>
            </a:xfrm>
            <a:custGeom>
              <a:rect b="b" l="l" r="r" t="t"/>
              <a:pathLst>
                <a:path extrusionOk="0" h="4025" w="8275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5" name="Google Shape;4715;p48"/>
            <p:cNvSpPr/>
            <p:nvPr/>
          </p:nvSpPr>
          <p:spPr>
            <a:xfrm>
              <a:off x="5924825" y="3842875"/>
              <a:ext cx="244400" cy="112525"/>
            </a:xfrm>
            <a:custGeom>
              <a:rect b="b" l="l" r="r" t="t"/>
              <a:pathLst>
                <a:path extrusionOk="0" h="4501" w="9776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6" name="Google Shape;4716;p48"/>
            <p:cNvSpPr/>
            <p:nvPr/>
          </p:nvSpPr>
          <p:spPr>
            <a:xfrm>
              <a:off x="5926625" y="3955375"/>
              <a:ext cx="339650" cy="35450"/>
            </a:xfrm>
            <a:custGeom>
              <a:rect b="b" l="l" r="r" t="t"/>
              <a:pathLst>
                <a:path extrusionOk="0" h="1418" w="13586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7" name="Google Shape;4717;p48"/>
            <p:cNvSpPr/>
            <p:nvPr/>
          </p:nvSpPr>
          <p:spPr>
            <a:xfrm>
              <a:off x="5920375" y="3963425"/>
              <a:ext cx="554850" cy="615875"/>
            </a:xfrm>
            <a:custGeom>
              <a:rect b="b" l="l" r="r" t="t"/>
              <a:pathLst>
                <a:path extrusionOk="0" h="24635" w="22194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8" name="Google Shape;4718;p48"/>
            <p:cNvSpPr/>
            <p:nvPr/>
          </p:nvSpPr>
          <p:spPr>
            <a:xfrm>
              <a:off x="6287975" y="3999125"/>
              <a:ext cx="141700" cy="223275"/>
            </a:xfrm>
            <a:custGeom>
              <a:rect b="b" l="l" r="r" t="t"/>
              <a:pathLst>
                <a:path extrusionOk="0" h="8931" w="5668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9" name="Google Shape;4719;p48"/>
            <p:cNvSpPr/>
            <p:nvPr/>
          </p:nvSpPr>
          <p:spPr>
            <a:xfrm>
              <a:off x="6385000" y="3756250"/>
              <a:ext cx="29800" cy="175050"/>
            </a:xfrm>
            <a:custGeom>
              <a:rect b="b" l="l" r="r" t="t"/>
              <a:pathLst>
                <a:path extrusionOk="0" h="7002" w="1192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0" name="Google Shape;4720;p48"/>
            <p:cNvSpPr/>
            <p:nvPr/>
          </p:nvSpPr>
          <p:spPr>
            <a:xfrm>
              <a:off x="6414775" y="3936025"/>
              <a:ext cx="1525" cy="1825"/>
            </a:xfrm>
            <a:custGeom>
              <a:rect b="b" l="l" r="r" t="t"/>
              <a:pathLst>
                <a:path extrusionOk="0" h="73" w="61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1" name="Google Shape;4721;p48"/>
            <p:cNvSpPr/>
            <p:nvPr/>
          </p:nvSpPr>
          <p:spPr>
            <a:xfrm>
              <a:off x="6410025" y="3943775"/>
              <a:ext cx="42875" cy="272675"/>
            </a:xfrm>
            <a:custGeom>
              <a:rect b="b" l="l" r="r" t="t"/>
              <a:pathLst>
                <a:path extrusionOk="0" h="10907" w="1715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2" name="Google Shape;4722;p48"/>
            <p:cNvSpPr/>
            <p:nvPr/>
          </p:nvSpPr>
          <p:spPr>
            <a:xfrm>
              <a:off x="6296300" y="3868175"/>
              <a:ext cx="262875" cy="117600"/>
            </a:xfrm>
            <a:custGeom>
              <a:rect b="b" l="l" r="r" t="t"/>
              <a:pathLst>
                <a:path extrusionOk="0" h="4704" w="10515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3" name="Google Shape;4723;p48"/>
            <p:cNvSpPr/>
            <p:nvPr/>
          </p:nvSpPr>
          <p:spPr>
            <a:xfrm>
              <a:off x="6562125" y="3681225"/>
              <a:ext cx="131575" cy="189050"/>
            </a:xfrm>
            <a:custGeom>
              <a:rect b="b" l="l" r="r" t="t"/>
              <a:pathLst>
                <a:path extrusionOk="0" h="7562" w="5263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4" name="Google Shape;4724;p48"/>
            <p:cNvSpPr/>
            <p:nvPr/>
          </p:nvSpPr>
          <p:spPr>
            <a:xfrm>
              <a:off x="6533550" y="3734225"/>
              <a:ext cx="29775" cy="137825"/>
            </a:xfrm>
            <a:custGeom>
              <a:rect b="b" l="l" r="r" t="t"/>
              <a:pathLst>
                <a:path extrusionOk="0" h="5513" w="1191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5" name="Google Shape;4725;p48"/>
            <p:cNvSpPr/>
            <p:nvPr/>
          </p:nvSpPr>
          <p:spPr>
            <a:xfrm>
              <a:off x="6557650" y="3873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6" name="Google Shape;4726;p48"/>
            <p:cNvSpPr/>
            <p:nvPr/>
          </p:nvSpPr>
          <p:spPr>
            <a:xfrm>
              <a:off x="6679700" y="3952700"/>
              <a:ext cx="14000" cy="17300"/>
            </a:xfrm>
            <a:custGeom>
              <a:rect b="b" l="l" r="r" t="t"/>
              <a:pathLst>
                <a:path extrusionOk="0" h="692" w="56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7" name="Google Shape;4727;p48"/>
            <p:cNvSpPr/>
            <p:nvPr/>
          </p:nvSpPr>
          <p:spPr>
            <a:xfrm>
              <a:off x="6555875" y="3867675"/>
              <a:ext cx="119375" cy="88025"/>
            </a:xfrm>
            <a:custGeom>
              <a:rect b="b" l="l" r="r" t="t"/>
              <a:pathLst>
                <a:path extrusionOk="0" h="3521" w="4775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8" name="Google Shape;4728;p48"/>
            <p:cNvSpPr/>
            <p:nvPr/>
          </p:nvSpPr>
          <p:spPr>
            <a:xfrm>
              <a:off x="6604375" y="4211350"/>
              <a:ext cx="3600" cy="2725"/>
            </a:xfrm>
            <a:custGeom>
              <a:rect b="b" l="l" r="r" t="t"/>
              <a:pathLst>
                <a:path extrusionOk="0" h="109" w="144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9" name="Google Shape;4729;p48"/>
            <p:cNvSpPr/>
            <p:nvPr/>
          </p:nvSpPr>
          <p:spPr>
            <a:xfrm>
              <a:off x="6613600" y="3885425"/>
              <a:ext cx="80400" cy="282800"/>
            </a:xfrm>
            <a:custGeom>
              <a:rect b="b" l="l" r="r" t="t"/>
              <a:pathLst>
                <a:path extrusionOk="0" h="11312" w="3216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0" name="Google Shape;4730;p48"/>
            <p:cNvSpPr/>
            <p:nvPr/>
          </p:nvSpPr>
          <p:spPr>
            <a:xfrm>
              <a:off x="6443950" y="4280425"/>
              <a:ext cx="42875" cy="292625"/>
            </a:xfrm>
            <a:custGeom>
              <a:rect b="b" l="l" r="r" t="t"/>
              <a:pathLst>
                <a:path extrusionOk="0" h="11705" w="1715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1" name="Google Shape;4731;p48"/>
            <p:cNvSpPr/>
            <p:nvPr/>
          </p:nvSpPr>
          <p:spPr>
            <a:xfrm>
              <a:off x="6486800" y="4208675"/>
              <a:ext cx="118200" cy="365250"/>
            </a:xfrm>
            <a:custGeom>
              <a:rect b="b" l="l" r="r" t="t"/>
              <a:pathLst>
                <a:path extrusionOk="0" h="14610" w="4728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2" name="Google Shape;4732;p48"/>
            <p:cNvSpPr/>
            <p:nvPr/>
          </p:nvSpPr>
          <p:spPr>
            <a:xfrm>
              <a:off x="6475500" y="4189625"/>
              <a:ext cx="112550" cy="56575"/>
            </a:xfrm>
            <a:custGeom>
              <a:rect b="b" l="l" r="r" t="t"/>
              <a:pathLst>
                <a:path extrusionOk="0" h="2263" w="4502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3" name="Google Shape;4733;p48"/>
            <p:cNvSpPr/>
            <p:nvPr/>
          </p:nvSpPr>
          <p:spPr>
            <a:xfrm>
              <a:off x="6626125" y="4142000"/>
              <a:ext cx="67575" cy="36350"/>
            </a:xfrm>
            <a:custGeom>
              <a:rect b="b" l="l" r="r" t="t"/>
              <a:pathLst>
                <a:path extrusionOk="0" h="1454" w="2703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4" name="Google Shape;4734;p48"/>
            <p:cNvSpPr/>
            <p:nvPr/>
          </p:nvSpPr>
          <p:spPr>
            <a:xfrm>
              <a:off x="6489775" y="4289950"/>
              <a:ext cx="203925" cy="288750"/>
            </a:xfrm>
            <a:custGeom>
              <a:rect b="b" l="l" r="r" t="t"/>
              <a:pathLst>
                <a:path extrusionOk="0" h="11550" w="8157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5" name="Google Shape;4735;p48"/>
            <p:cNvSpPr/>
            <p:nvPr/>
          </p:nvSpPr>
          <p:spPr>
            <a:xfrm>
              <a:off x="6585925" y="4164825"/>
              <a:ext cx="47350" cy="46925"/>
            </a:xfrm>
            <a:custGeom>
              <a:rect b="b" l="l" r="r" t="t"/>
              <a:pathLst>
                <a:path extrusionOk="0" h="1877" w="1894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6" name="Google Shape;4736;p48"/>
            <p:cNvSpPr/>
            <p:nvPr/>
          </p:nvSpPr>
          <p:spPr>
            <a:xfrm>
              <a:off x="6407925" y="4215525"/>
              <a:ext cx="69375" cy="65800"/>
            </a:xfrm>
            <a:custGeom>
              <a:rect b="b" l="l" r="r" t="t"/>
              <a:pathLst>
                <a:path extrusionOk="0" h="2632" w="2775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7" name="Google Shape;4737;p48"/>
            <p:cNvSpPr/>
            <p:nvPr/>
          </p:nvSpPr>
          <p:spPr>
            <a:xfrm>
              <a:off x="4666950" y="3657525"/>
              <a:ext cx="11925" cy="12150"/>
            </a:xfrm>
            <a:custGeom>
              <a:rect b="b" l="l" r="r" t="t"/>
              <a:pathLst>
                <a:path extrusionOk="0" h="486" w="477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8" name="Google Shape;4738;p48"/>
            <p:cNvSpPr/>
            <p:nvPr/>
          </p:nvSpPr>
          <p:spPr>
            <a:xfrm>
              <a:off x="5526275" y="3907750"/>
              <a:ext cx="25325" cy="23650"/>
            </a:xfrm>
            <a:custGeom>
              <a:rect b="b" l="l" r="r" t="t"/>
              <a:pathLst>
                <a:path extrusionOk="0" h="946" w="1013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9" name="Google Shape;4739;p48"/>
            <p:cNvSpPr/>
            <p:nvPr/>
          </p:nvSpPr>
          <p:spPr>
            <a:xfrm>
              <a:off x="6515675" y="3702325"/>
              <a:ext cx="35450" cy="33100"/>
            </a:xfrm>
            <a:custGeom>
              <a:rect b="b" l="l" r="r" t="t"/>
              <a:pathLst>
                <a:path extrusionOk="0" h="1324" w="1418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0" name="Google Shape;4740;p48"/>
            <p:cNvSpPr/>
            <p:nvPr/>
          </p:nvSpPr>
          <p:spPr>
            <a:xfrm>
              <a:off x="6265350" y="3971075"/>
              <a:ext cx="33375" cy="33075"/>
            </a:xfrm>
            <a:custGeom>
              <a:rect b="b" l="l" r="r" t="t"/>
              <a:pathLst>
                <a:path extrusionOk="0" h="1323" w="1335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1" name="Google Shape;4741;p48"/>
            <p:cNvSpPr/>
            <p:nvPr/>
          </p:nvSpPr>
          <p:spPr>
            <a:xfrm>
              <a:off x="6376075" y="3733725"/>
              <a:ext cx="25025" cy="23625"/>
            </a:xfrm>
            <a:custGeom>
              <a:rect b="b" l="l" r="r" t="t"/>
              <a:pathLst>
                <a:path extrusionOk="0" h="945" w="1001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2" name="Google Shape;4742;p48"/>
            <p:cNvSpPr/>
            <p:nvPr/>
          </p:nvSpPr>
          <p:spPr>
            <a:xfrm>
              <a:off x="6507050" y="3935025"/>
              <a:ext cx="26225" cy="23850"/>
            </a:xfrm>
            <a:custGeom>
              <a:rect b="b" l="l" r="r" t="t"/>
              <a:pathLst>
                <a:path extrusionOk="0" h="954" w="1049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3" name="Google Shape;4743;p48"/>
            <p:cNvSpPr/>
            <p:nvPr/>
          </p:nvSpPr>
          <p:spPr>
            <a:xfrm>
              <a:off x="5903100" y="3945425"/>
              <a:ext cx="25025" cy="23875"/>
            </a:xfrm>
            <a:custGeom>
              <a:rect b="b" l="l" r="r" t="t"/>
              <a:pathLst>
                <a:path extrusionOk="0" h="955" w="1001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4" name="Google Shape;4744;p48"/>
            <p:cNvSpPr/>
            <p:nvPr/>
          </p:nvSpPr>
          <p:spPr>
            <a:xfrm>
              <a:off x="5745650" y="3654300"/>
              <a:ext cx="23825" cy="23825"/>
            </a:xfrm>
            <a:custGeom>
              <a:rect b="b" l="l" r="r" t="t"/>
              <a:pathLst>
                <a:path extrusionOk="0" h="953" w="953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5" name="Google Shape;4745;p48"/>
            <p:cNvSpPr/>
            <p:nvPr/>
          </p:nvSpPr>
          <p:spPr>
            <a:xfrm>
              <a:off x="4724975" y="3627350"/>
              <a:ext cx="23850" cy="23175"/>
            </a:xfrm>
            <a:custGeom>
              <a:rect b="b" l="l" r="r" t="t"/>
              <a:pathLst>
                <a:path extrusionOk="0" h="927" w="954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6" name="Google Shape;4746;p48"/>
            <p:cNvSpPr/>
            <p:nvPr/>
          </p:nvSpPr>
          <p:spPr>
            <a:xfrm>
              <a:off x="5094675" y="3924725"/>
              <a:ext cx="25325" cy="23725"/>
            </a:xfrm>
            <a:custGeom>
              <a:rect b="b" l="l" r="r" t="t"/>
              <a:pathLst>
                <a:path extrusionOk="0" h="949" w="1013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7" name="Google Shape;4747;p48"/>
            <p:cNvSpPr/>
            <p:nvPr/>
          </p:nvSpPr>
          <p:spPr>
            <a:xfrm>
              <a:off x="6464775" y="4572300"/>
              <a:ext cx="35450" cy="32975"/>
            </a:xfrm>
            <a:custGeom>
              <a:rect b="b" l="l" r="r" t="t"/>
              <a:pathLst>
                <a:path extrusionOk="0" h="1319" w="1418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8" name="Google Shape;4748;p48"/>
            <p:cNvSpPr/>
            <p:nvPr/>
          </p:nvSpPr>
          <p:spPr>
            <a:xfrm>
              <a:off x="6403775" y="3934525"/>
              <a:ext cx="13700" cy="13725"/>
            </a:xfrm>
            <a:custGeom>
              <a:rect b="b" l="l" r="r" t="t"/>
              <a:pathLst>
                <a:path extrusionOk="0" h="549" w="548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9" name="Google Shape;4749;p48"/>
            <p:cNvSpPr/>
            <p:nvPr/>
          </p:nvSpPr>
          <p:spPr>
            <a:xfrm>
              <a:off x="6161475" y="3834275"/>
              <a:ext cx="13725" cy="13075"/>
            </a:xfrm>
            <a:custGeom>
              <a:rect b="b" l="l" r="r" t="t"/>
              <a:pathLst>
                <a:path extrusionOk="0" h="523" w="549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0" name="Google Shape;4750;p48"/>
            <p:cNvSpPr/>
            <p:nvPr/>
          </p:nvSpPr>
          <p:spPr>
            <a:xfrm>
              <a:off x="6281425" y="3778100"/>
              <a:ext cx="13425" cy="13675"/>
            </a:xfrm>
            <a:custGeom>
              <a:rect b="b" l="l" r="r" t="t"/>
              <a:pathLst>
                <a:path extrusionOk="0" h="547" w="537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1" name="Google Shape;4751;p48"/>
            <p:cNvSpPr/>
            <p:nvPr/>
          </p:nvSpPr>
          <p:spPr>
            <a:xfrm>
              <a:off x="5725700" y="3689500"/>
              <a:ext cx="14625" cy="13575"/>
            </a:xfrm>
            <a:custGeom>
              <a:rect b="b" l="l" r="r" t="t"/>
              <a:pathLst>
                <a:path extrusionOk="0" h="543" w="585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2" name="Google Shape;4752;p48"/>
            <p:cNvSpPr/>
            <p:nvPr/>
          </p:nvSpPr>
          <p:spPr>
            <a:xfrm>
              <a:off x="5008050" y="3646000"/>
              <a:ext cx="14325" cy="13600"/>
            </a:xfrm>
            <a:custGeom>
              <a:rect b="b" l="l" r="r" t="t"/>
              <a:pathLst>
                <a:path extrusionOk="0" h="544" w="573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3" name="Google Shape;4753;p48"/>
            <p:cNvSpPr/>
            <p:nvPr/>
          </p:nvSpPr>
          <p:spPr>
            <a:xfrm>
              <a:off x="5802500" y="3765075"/>
              <a:ext cx="14600" cy="13325"/>
            </a:xfrm>
            <a:custGeom>
              <a:rect b="b" l="l" r="r" t="t"/>
              <a:pathLst>
                <a:path extrusionOk="0" h="533" w="584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4" name="Google Shape;4754;p48"/>
            <p:cNvSpPr/>
            <p:nvPr/>
          </p:nvSpPr>
          <p:spPr>
            <a:xfrm>
              <a:off x="6023950" y="3621525"/>
              <a:ext cx="14325" cy="13675"/>
            </a:xfrm>
            <a:custGeom>
              <a:rect b="b" l="l" r="r" t="t"/>
              <a:pathLst>
                <a:path extrusionOk="0" h="547" w="573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5" name="Google Shape;4755;p48"/>
            <p:cNvSpPr/>
            <p:nvPr/>
          </p:nvSpPr>
          <p:spPr>
            <a:xfrm>
              <a:off x="5716175" y="3810850"/>
              <a:ext cx="13725" cy="13675"/>
            </a:xfrm>
            <a:custGeom>
              <a:rect b="b" l="l" r="r" t="t"/>
              <a:pathLst>
                <a:path extrusionOk="0" h="547" w="549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756" name="Shape 4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57" name="Google Shape;4757;p49"/>
          <p:cNvGrpSpPr/>
          <p:nvPr/>
        </p:nvGrpSpPr>
        <p:grpSpPr>
          <a:xfrm>
            <a:off x="12635022" y="9830312"/>
            <a:ext cx="11748889" cy="3809822"/>
            <a:chOff x="800100" y="2815500"/>
            <a:chExt cx="1339775" cy="434450"/>
          </a:xfrm>
        </p:grpSpPr>
        <p:sp>
          <p:nvSpPr>
            <p:cNvPr id="4758" name="Google Shape;4758;p49"/>
            <p:cNvSpPr/>
            <p:nvPr/>
          </p:nvSpPr>
          <p:spPr>
            <a:xfrm>
              <a:off x="1376350" y="3185050"/>
              <a:ext cx="122650" cy="64600"/>
            </a:xfrm>
            <a:custGeom>
              <a:rect b="b" l="l" r="r" t="t"/>
              <a:pathLst>
                <a:path extrusionOk="0" h="2584" w="4906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9" name="Google Shape;4759;p49"/>
            <p:cNvSpPr/>
            <p:nvPr/>
          </p:nvSpPr>
          <p:spPr>
            <a:xfrm>
              <a:off x="800100" y="2952275"/>
              <a:ext cx="104775" cy="297100"/>
            </a:xfrm>
            <a:custGeom>
              <a:rect b="b" l="l" r="r" t="t"/>
              <a:pathLst>
                <a:path extrusionOk="0" h="11884" w="4191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0" name="Google Shape;4760;p49"/>
            <p:cNvSpPr/>
            <p:nvPr/>
          </p:nvSpPr>
          <p:spPr>
            <a:xfrm>
              <a:off x="904875" y="2946325"/>
              <a:ext cx="142600" cy="33075"/>
            </a:xfrm>
            <a:custGeom>
              <a:rect b="b" l="l" r="r" t="t"/>
              <a:pathLst>
                <a:path extrusionOk="0" h="1323" w="5704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1" name="Google Shape;4761;p49"/>
            <p:cNvSpPr/>
            <p:nvPr/>
          </p:nvSpPr>
          <p:spPr>
            <a:xfrm>
              <a:off x="1048625" y="3121050"/>
              <a:ext cx="184275" cy="128900"/>
            </a:xfrm>
            <a:custGeom>
              <a:rect b="b" l="l" r="r" t="t"/>
              <a:pathLst>
                <a:path extrusionOk="0" h="5156" w="7371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2" name="Google Shape;4762;p49"/>
            <p:cNvSpPr/>
            <p:nvPr/>
          </p:nvSpPr>
          <p:spPr>
            <a:xfrm>
              <a:off x="1033150" y="2989475"/>
              <a:ext cx="25925" cy="257800"/>
            </a:xfrm>
            <a:custGeom>
              <a:rect b="b" l="l" r="r" t="t"/>
              <a:pathLst>
                <a:path extrusionOk="0" h="10312" w="1037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3" name="Google Shape;4763;p49"/>
            <p:cNvSpPr/>
            <p:nvPr/>
          </p:nvSpPr>
          <p:spPr>
            <a:xfrm>
              <a:off x="1053400" y="2846600"/>
              <a:ext cx="15500" cy="122375"/>
            </a:xfrm>
            <a:custGeom>
              <a:rect b="b" l="l" r="r" t="t"/>
              <a:pathLst>
                <a:path extrusionOk="0" h="4895" w="62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4" name="Google Shape;4764;p49"/>
            <p:cNvSpPr/>
            <p:nvPr/>
          </p:nvSpPr>
          <p:spPr>
            <a:xfrm>
              <a:off x="1066500" y="2977275"/>
              <a:ext cx="92300" cy="25925"/>
            </a:xfrm>
            <a:custGeom>
              <a:rect b="b" l="l" r="r" t="t"/>
              <a:pathLst>
                <a:path extrusionOk="0" h="1037" w="3692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5" name="Google Shape;4765;p49"/>
            <p:cNvSpPr/>
            <p:nvPr/>
          </p:nvSpPr>
          <p:spPr>
            <a:xfrm>
              <a:off x="1237650" y="3057050"/>
              <a:ext cx="96150" cy="61950"/>
            </a:xfrm>
            <a:custGeom>
              <a:rect b="b" l="l" r="r" t="t"/>
              <a:pathLst>
                <a:path extrusionOk="0" h="2478" w="3846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6" name="Google Shape;4766;p49"/>
            <p:cNvSpPr/>
            <p:nvPr/>
          </p:nvSpPr>
          <p:spPr>
            <a:xfrm>
              <a:off x="1071550" y="2841850"/>
              <a:ext cx="93775" cy="152425"/>
            </a:xfrm>
            <a:custGeom>
              <a:rect b="b" l="l" r="r" t="t"/>
              <a:pathLst>
                <a:path extrusionOk="0" h="6097" w="3751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7" name="Google Shape;4767;p49"/>
            <p:cNvSpPr/>
            <p:nvPr/>
          </p:nvSpPr>
          <p:spPr>
            <a:xfrm>
              <a:off x="1169475" y="3008825"/>
              <a:ext cx="65525" cy="109275"/>
            </a:xfrm>
            <a:custGeom>
              <a:rect b="b" l="l" r="r" t="t"/>
              <a:pathLst>
                <a:path extrusionOk="0" h="4371" w="2621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8" name="Google Shape;4768;p49"/>
            <p:cNvSpPr/>
            <p:nvPr/>
          </p:nvSpPr>
          <p:spPr>
            <a:xfrm>
              <a:off x="1232575" y="3125225"/>
              <a:ext cx="48550" cy="124150"/>
            </a:xfrm>
            <a:custGeom>
              <a:rect b="b" l="l" r="r" t="t"/>
              <a:pathLst>
                <a:path extrusionOk="0" h="4966" w="1942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9" name="Google Shape;4769;p49"/>
            <p:cNvSpPr/>
            <p:nvPr/>
          </p:nvSpPr>
          <p:spPr>
            <a:xfrm>
              <a:off x="1356400" y="3074925"/>
              <a:ext cx="20275" cy="174450"/>
            </a:xfrm>
            <a:custGeom>
              <a:rect b="b" l="l" r="r" t="t"/>
              <a:pathLst>
                <a:path extrusionOk="0" h="6978" w="811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0" name="Google Shape;4770;p49"/>
            <p:cNvSpPr/>
            <p:nvPr/>
          </p:nvSpPr>
          <p:spPr>
            <a:xfrm>
              <a:off x="1378125" y="3063600"/>
              <a:ext cx="123575" cy="114025"/>
            </a:xfrm>
            <a:custGeom>
              <a:rect b="b" l="l" r="r" t="t"/>
              <a:pathLst>
                <a:path extrusionOk="0" h="4561" w="4943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1" name="Google Shape;4771;p49"/>
            <p:cNvSpPr/>
            <p:nvPr/>
          </p:nvSpPr>
          <p:spPr>
            <a:xfrm>
              <a:off x="1512075" y="3187125"/>
              <a:ext cx="68200" cy="62250"/>
            </a:xfrm>
            <a:custGeom>
              <a:rect b="b" l="l" r="r" t="t"/>
              <a:pathLst>
                <a:path extrusionOk="0" h="2490" w="2728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2" name="Google Shape;4772;p49"/>
            <p:cNvSpPr/>
            <p:nvPr/>
          </p:nvSpPr>
          <p:spPr>
            <a:xfrm>
              <a:off x="1516850" y="3091575"/>
              <a:ext cx="207475" cy="93200"/>
            </a:xfrm>
            <a:custGeom>
              <a:rect b="b" l="l" r="r" t="t"/>
              <a:pathLst>
                <a:path extrusionOk="0" h="3728" w="8299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3" name="Google Shape;4773;p49"/>
            <p:cNvSpPr/>
            <p:nvPr/>
          </p:nvSpPr>
          <p:spPr>
            <a:xfrm>
              <a:off x="1920175" y="3218375"/>
              <a:ext cx="54200" cy="31275"/>
            </a:xfrm>
            <a:custGeom>
              <a:rect b="b" l="l" r="r" t="t"/>
              <a:pathLst>
                <a:path extrusionOk="0" h="1251" w="2168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4" name="Google Shape;4774;p49"/>
            <p:cNvSpPr/>
            <p:nvPr/>
          </p:nvSpPr>
          <p:spPr>
            <a:xfrm>
              <a:off x="1726700" y="3093675"/>
              <a:ext cx="96450" cy="65500"/>
            </a:xfrm>
            <a:custGeom>
              <a:rect b="b" l="l" r="r" t="t"/>
              <a:pathLst>
                <a:path extrusionOk="0" h="2620" w="3858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5" name="Google Shape;4775;p49"/>
            <p:cNvSpPr/>
            <p:nvPr/>
          </p:nvSpPr>
          <p:spPr>
            <a:xfrm>
              <a:off x="1826400" y="3156175"/>
              <a:ext cx="88425" cy="62825"/>
            </a:xfrm>
            <a:custGeom>
              <a:rect b="b" l="l" r="r" t="t"/>
              <a:pathLst>
                <a:path extrusionOk="0" h="2513" w="3537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6" name="Google Shape;4776;p49"/>
            <p:cNvSpPr/>
            <p:nvPr/>
          </p:nvSpPr>
          <p:spPr>
            <a:xfrm>
              <a:off x="1577875" y="2880550"/>
              <a:ext cx="344700" cy="368825"/>
            </a:xfrm>
            <a:custGeom>
              <a:rect b="b" l="l" r="r" t="t"/>
              <a:pathLst>
                <a:path extrusionOk="0" h="14753" w="13788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7" name="Google Shape;4777;p49"/>
            <p:cNvSpPr/>
            <p:nvPr/>
          </p:nvSpPr>
          <p:spPr>
            <a:xfrm>
              <a:off x="1787125" y="2882925"/>
              <a:ext cx="142000" cy="366450"/>
            </a:xfrm>
            <a:custGeom>
              <a:rect b="b" l="l" r="r" t="t"/>
              <a:pathLst>
                <a:path extrusionOk="0" h="14658" w="568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8" name="Google Shape;4778;p49"/>
            <p:cNvSpPr/>
            <p:nvPr/>
          </p:nvSpPr>
          <p:spPr>
            <a:xfrm>
              <a:off x="1937125" y="2875175"/>
              <a:ext cx="202450" cy="98250"/>
            </a:xfrm>
            <a:custGeom>
              <a:rect b="b" l="l" r="r" t="t"/>
              <a:pathLst>
                <a:path extrusionOk="0" h="3930" w="8098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9" name="Google Shape;4779;p49"/>
            <p:cNvSpPr/>
            <p:nvPr/>
          </p:nvSpPr>
          <p:spPr>
            <a:xfrm>
              <a:off x="2088050" y="3163325"/>
              <a:ext cx="43175" cy="86050"/>
            </a:xfrm>
            <a:custGeom>
              <a:rect b="b" l="l" r="r" t="t"/>
              <a:pathLst>
                <a:path extrusionOk="0" h="3442" w="1727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0" name="Google Shape;4780;p49"/>
            <p:cNvSpPr/>
            <p:nvPr/>
          </p:nvSpPr>
          <p:spPr>
            <a:xfrm>
              <a:off x="2130900" y="3136825"/>
              <a:ext cx="8675" cy="26525"/>
            </a:xfrm>
            <a:custGeom>
              <a:rect b="b" l="l" r="r" t="t"/>
              <a:pathLst>
                <a:path extrusionOk="0" h="1061" w="347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1" name="Google Shape;4781;p49"/>
            <p:cNvSpPr/>
            <p:nvPr/>
          </p:nvSpPr>
          <p:spPr>
            <a:xfrm>
              <a:off x="1923750" y="3070450"/>
              <a:ext cx="155700" cy="148550"/>
            </a:xfrm>
            <a:custGeom>
              <a:rect b="b" l="l" r="r" t="t"/>
              <a:pathLst>
                <a:path extrusionOk="0" h="5942" w="6228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2" name="Google Shape;4782;p49"/>
            <p:cNvSpPr/>
            <p:nvPr/>
          </p:nvSpPr>
          <p:spPr>
            <a:xfrm>
              <a:off x="1881475" y="3218975"/>
              <a:ext cx="41100" cy="30100"/>
            </a:xfrm>
            <a:custGeom>
              <a:rect b="b" l="l" r="r" t="t"/>
              <a:pathLst>
                <a:path extrusionOk="0" h="1204" w="1644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3" name="Google Shape;4783;p49"/>
            <p:cNvSpPr/>
            <p:nvPr/>
          </p:nvSpPr>
          <p:spPr>
            <a:xfrm>
              <a:off x="2085975" y="3074925"/>
              <a:ext cx="53900" cy="112825"/>
            </a:xfrm>
            <a:custGeom>
              <a:rect b="b" l="l" r="r" t="t"/>
              <a:pathLst>
                <a:path extrusionOk="0" h="4513" w="2156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4" name="Google Shape;4784;p49"/>
            <p:cNvSpPr/>
            <p:nvPr/>
          </p:nvSpPr>
          <p:spPr>
            <a:xfrm>
              <a:off x="2128225" y="3239825"/>
              <a:ext cx="11350" cy="9550"/>
            </a:xfrm>
            <a:custGeom>
              <a:rect b="b" l="l" r="r" t="t"/>
              <a:pathLst>
                <a:path extrusionOk="0" h="382" w="454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5" name="Google Shape;4785;p49"/>
            <p:cNvSpPr/>
            <p:nvPr/>
          </p:nvSpPr>
          <p:spPr>
            <a:xfrm>
              <a:off x="1326050" y="3014475"/>
              <a:ext cx="64325" cy="61350"/>
            </a:xfrm>
            <a:custGeom>
              <a:rect b="b" l="l" r="r" t="t"/>
              <a:pathLst>
                <a:path extrusionOk="0" h="2454" w="2573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6" name="Google Shape;4786;p49"/>
            <p:cNvSpPr/>
            <p:nvPr/>
          </p:nvSpPr>
          <p:spPr>
            <a:xfrm>
              <a:off x="1048925" y="2815500"/>
              <a:ext cx="33075" cy="31625"/>
            </a:xfrm>
            <a:custGeom>
              <a:rect b="b" l="l" r="r" t="t"/>
              <a:pathLst>
                <a:path extrusionOk="0" h="1265" w="1323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7" name="Google Shape;4787;p49"/>
            <p:cNvSpPr/>
            <p:nvPr/>
          </p:nvSpPr>
          <p:spPr>
            <a:xfrm>
              <a:off x="1026600" y="3246400"/>
              <a:ext cx="18475" cy="2975"/>
            </a:xfrm>
            <a:custGeom>
              <a:rect b="b" l="l" r="r" t="t"/>
              <a:pathLst>
                <a:path extrusionOk="0" h="119" w="739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8" name="Google Shape;4788;p49"/>
            <p:cNvSpPr/>
            <p:nvPr/>
          </p:nvSpPr>
          <p:spPr>
            <a:xfrm>
              <a:off x="895625" y="2943300"/>
              <a:ext cx="11950" cy="10575"/>
            </a:xfrm>
            <a:custGeom>
              <a:rect b="b" l="l" r="r" t="t"/>
              <a:pathLst>
                <a:path extrusionOk="0" h="423" w="478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9" name="Google Shape;4789;p49"/>
            <p:cNvSpPr/>
            <p:nvPr/>
          </p:nvSpPr>
          <p:spPr>
            <a:xfrm>
              <a:off x="1156975" y="2989650"/>
              <a:ext cx="22950" cy="21900"/>
            </a:xfrm>
            <a:custGeom>
              <a:rect b="b" l="l" r="r" t="t"/>
              <a:pathLst>
                <a:path extrusionOk="0" h="876" w="918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0" name="Google Shape;4790;p49"/>
            <p:cNvSpPr/>
            <p:nvPr/>
          </p:nvSpPr>
          <p:spPr>
            <a:xfrm>
              <a:off x="2073450" y="3055500"/>
              <a:ext cx="22950" cy="21425"/>
            </a:xfrm>
            <a:custGeom>
              <a:rect b="b" l="l" r="r" t="t"/>
              <a:pathLst>
                <a:path extrusionOk="0" h="857" w="918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1" name="Google Shape;4791;p49"/>
            <p:cNvSpPr/>
            <p:nvPr/>
          </p:nvSpPr>
          <p:spPr>
            <a:xfrm>
              <a:off x="1916900" y="2863525"/>
              <a:ext cx="22350" cy="21800"/>
            </a:xfrm>
            <a:custGeom>
              <a:rect b="b" l="l" r="r" t="t"/>
              <a:pathLst>
                <a:path extrusionOk="0" h="872" w="894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2" name="Google Shape;4792;p49"/>
            <p:cNvSpPr/>
            <p:nvPr/>
          </p:nvSpPr>
          <p:spPr>
            <a:xfrm>
              <a:off x="1495125" y="3172075"/>
              <a:ext cx="22625" cy="21700"/>
            </a:xfrm>
            <a:custGeom>
              <a:rect b="b" l="l" r="r" t="t"/>
              <a:pathLst>
                <a:path extrusionOk="0" h="868" w="905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3" name="Google Shape;4793;p49"/>
            <p:cNvSpPr/>
            <p:nvPr/>
          </p:nvSpPr>
          <p:spPr>
            <a:xfrm>
              <a:off x="1045650" y="2968400"/>
              <a:ext cx="21750" cy="21700"/>
            </a:xfrm>
            <a:custGeom>
              <a:rect b="b" l="l" r="r" t="t"/>
              <a:pathLst>
                <a:path extrusionOk="0" h="868" w="87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4" name="Google Shape;4794;p49"/>
            <p:cNvSpPr/>
            <p:nvPr/>
          </p:nvSpPr>
          <p:spPr>
            <a:xfrm>
              <a:off x="1912725" y="3209100"/>
              <a:ext cx="13425" cy="12625"/>
            </a:xfrm>
            <a:custGeom>
              <a:rect b="b" l="l" r="r" t="t"/>
              <a:pathLst>
                <a:path extrusionOk="0" h="505" w="537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5" name="Google Shape;4795;p49"/>
            <p:cNvSpPr/>
            <p:nvPr/>
          </p:nvSpPr>
          <p:spPr>
            <a:xfrm>
              <a:off x="2001725" y="3124475"/>
              <a:ext cx="13725" cy="12675"/>
            </a:xfrm>
            <a:custGeom>
              <a:rect b="b" l="l" r="r" t="t"/>
              <a:pathLst>
                <a:path extrusionOk="0" h="507" w="549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6" name="Google Shape;4796;p49"/>
            <p:cNvSpPr/>
            <p:nvPr/>
          </p:nvSpPr>
          <p:spPr>
            <a:xfrm>
              <a:off x="1487375" y="3210250"/>
              <a:ext cx="14025" cy="12500"/>
            </a:xfrm>
            <a:custGeom>
              <a:rect b="b" l="l" r="r" t="t"/>
              <a:pathLst>
                <a:path extrusionOk="0" h="500" w="561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7" name="Google Shape;4797;p49"/>
            <p:cNvSpPr/>
            <p:nvPr/>
          </p:nvSpPr>
          <p:spPr>
            <a:xfrm>
              <a:off x="1315625" y="3080850"/>
              <a:ext cx="13725" cy="12425"/>
            </a:xfrm>
            <a:custGeom>
              <a:rect b="b" l="l" r="r" t="t"/>
              <a:pathLst>
                <a:path extrusionOk="0" h="497" w="549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8" name="Google Shape;4798;p49"/>
            <p:cNvSpPr/>
            <p:nvPr/>
          </p:nvSpPr>
          <p:spPr>
            <a:xfrm>
              <a:off x="1229600" y="3113600"/>
              <a:ext cx="13125" cy="12650"/>
            </a:xfrm>
            <a:custGeom>
              <a:rect b="b" l="l" r="r" t="t"/>
              <a:pathLst>
                <a:path extrusionOk="0" h="506" w="525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9" name="Google Shape;4799;p49"/>
            <p:cNvSpPr/>
            <p:nvPr/>
          </p:nvSpPr>
          <p:spPr>
            <a:xfrm>
              <a:off x="1729075" y="3062625"/>
              <a:ext cx="13725" cy="12475"/>
            </a:xfrm>
            <a:custGeom>
              <a:rect b="b" l="l" r="r" t="t"/>
              <a:pathLst>
                <a:path extrusionOk="0" h="499" w="549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00" name="Google Shape;4800;p49"/>
          <p:cNvGrpSpPr/>
          <p:nvPr/>
        </p:nvGrpSpPr>
        <p:grpSpPr>
          <a:xfrm rot="10800000">
            <a:off x="6017225" y="131"/>
            <a:ext cx="14694314" cy="3809849"/>
            <a:chOff x="2582150" y="3714800"/>
            <a:chExt cx="2689050" cy="697200"/>
          </a:xfrm>
        </p:grpSpPr>
        <p:sp>
          <p:nvSpPr>
            <p:cNvPr id="4801" name="Google Shape;4801;p49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2" name="Google Shape;4802;p49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3" name="Google Shape;4803;p49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4" name="Google Shape;4804;p49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5" name="Google Shape;4805;p49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6" name="Google Shape;4806;p49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7" name="Google Shape;4807;p49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8" name="Google Shape;4808;p49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9" name="Google Shape;4809;p49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0" name="Google Shape;4810;p49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1" name="Google Shape;4811;p49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2" name="Google Shape;4812;p49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3" name="Google Shape;4813;p49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4" name="Google Shape;4814;p49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5" name="Google Shape;4815;p49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6" name="Google Shape;4816;p49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7" name="Google Shape;4817;p49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8" name="Google Shape;4818;p49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9" name="Google Shape;4819;p49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0" name="Google Shape;4820;p49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1" name="Google Shape;4821;p49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2" name="Google Shape;4822;p49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3" name="Google Shape;4823;p49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4" name="Google Shape;4824;p49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5" name="Google Shape;4825;p49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6" name="Google Shape;4826;p49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7" name="Google Shape;4827;p49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8" name="Google Shape;4828;p49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9" name="Google Shape;4829;p49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0" name="Google Shape;4830;p49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1" name="Google Shape;4831;p49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2" name="Google Shape;4832;p49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3" name="Google Shape;4833;p49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4" name="Google Shape;4834;p49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5" name="Google Shape;4835;p49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6" name="Google Shape;4836;p49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7" name="Google Shape;4837;p49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8" name="Google Shape;4838;p49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9" name="Google Shape;4839;p49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0" name="Google Shape;4840;p49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1" name="Google Shape;4841;p49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2" name="Google Shape;4842;p49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3" name="Google Shape;4843;p49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4" name="Google Shape;4844;p49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5" name="Google Shape;4845;p49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6" name="Google Shape;4846;p49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7" name="Google Shape;4847;p49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8" name="Google Shape;4848;p49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9" name="Google Shape;4849;p49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0" name="Google Shape;4850;p49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1" name="Google Shape;4851;p49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2" name="Google Shape;4852;p49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3" name="Google Shape;4853;p49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4" name="Google Shape;4854;p49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5" name="Google Shape;4855;p49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6" name="Google Shape;4856;p49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7" name="Google Shape;4857;p49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8" name="Google Shape;4858;p49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9" name="Google Shape;4859;p49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0" name="Google Shape;4860;p49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61" name="Google Shape;4861;p49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2" name="Google Shape;4862;p49"/>
          <p:cNvSpPr txBox="1"/>
          <p:nvPr>
            <p:ph type="title"/>
          </p:nvPr>
        </p:nvSpPr>
        <p:spPr>
          <a:xfrm>
            <a:off x="1659333" y="5158733"/>
            <a:ext cx="10532700" cy="41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4863" name="Google Shape;4863;p49"/>
          <p:cNvSpPr txBox="1"/>
          <p:nvPr>
            <p:ph idx="2" type="title"/>
          </p:nvPr>
        </p:nvSpPr>
        <p:spPr>
          <a:xfrm>
            <a:off x="1659333" y="2541933"/>
            <a:ext cx="13438500" cy="26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4864" name="Google Shape;4864;p49"/>
          <p:cNvSpPr txBox="1"/>
          <p:nvPr>
            <p:ph idx="1" type="subTitle"/>
          </p:nvPr>
        </p:nvSpPr>
        <p:spPr>
          <a:xfrm>
            <a:off x="1659333" y="9605200"/>
            <a:ext cx="13438500" cy="10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865" name="Shape 4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66" name="Google Shape;4866;p50"/>
          <p:cNvGrpSpPr/>
          <p:nvPr/>
        </p:nvGrpSpPr>
        <p:grpSpPr>
          <a:xfrm rot="10800000">
            <a:off x="-1" y="27"/>
            <a:ext cx="3124577" cy="3715525"/>
            <a:chOff x="3048875" y="2669025"/>
            <a:chExt cx="504550" cy="599975"/>
          </a:xfrm>
        </p:grpSpPr>
        <p:sp>
          <p:nvSpPr>
            <p:cNvPr id="4867" name="Google Shape;4867;p50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8" name="Google Shape;4868;p50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9" name="Google Shape;4869;p50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0" name="Google Shape;4870;p50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1" name="Google Shape;4871;p50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2" name="Google Shape;4872;p50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3" name="Google Shape;4873;p50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4" name="Google Shape;4874;p50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5" name="Google Shape;4875;p50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6" name="Google Shape;4876;p50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7" name="Google Shape;4877;p50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8" name="Google Shape;4878;p50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9" name="Google Shape;4879;p50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0" name="Google Shape;4880;p50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1" name="Google Shape;4881;p50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2" name="Google Shape;4882;p50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3" name="Google Shape;4883;p50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4" name="Google Shape;4884;p50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5" name="Google Shape;4885;p50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6" name="Google Shape;4886;p50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7" name="Google Shape;4887;p50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8" name="Google Shape;4888;p50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89" name="Google Shape;4889;p50"/>
          <p:cNvGrpSpPr/>
          <p:nvPr/>
        </p:nvGrpSpPr>
        <p:grpSpPr>
          <a:xfrm flipH="1" rot="10800000">
            <a:off x="21259399" y="27"/>
            <a:ext cx="3124577" cy="3715525"/>
            <a:chOff x="3048875" y="2669025"/>
            <a:chExt cx="504550" cy="599975"/>
          </a:xfrm>
        </p:grpSpPr>
        <p:sp>
          <p:nvSpPr>
            <p:cNvPr id="4890" name="Google Shape;4890;p50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1" name="Google Shape;4891;p50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2" name="Google Shape;4892;p50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3" name="Google Shape;4893;p50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4" name="Google Shape;4894;p50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5" name="Google Shape;4895;p50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6" name="Google Shape;4896;p50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7" name="Google Shape;4897;p50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8" name="Google Shape;4898;p50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9" name="Google Shape;4899;p50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0" name="Google Shape;4900;p50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1" name="Google Shape;4901;p50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2" name="Google Shape;4902;p50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3" name="Google Shape;4903;p50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4" name="Google Shape;4904;p50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5" name="Google Shape;4905;p50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6" name="Google Shape;4906;p50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7" name="Google Shape;4907;p50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8" name="Google Shape;4908;p50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9" name="Google Shape;4909;p50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0" name="Google Shape;4910;p50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1" name="Google Shape;4911;p50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912" name="Google Shape;4912;p50"/>
          <p:cNvGrpSpPr/>
          <p:nvPr/>
        </p:nvGrpSpPr>
        <p:grpSpPr>
          <a:xfrm>
            <a:off x="16008766" y="10999921"/>
            <a:ext cx="8375201" cy="2715834"/>
            <a:chOff x="800100" y="2815500"/>
            <a:chExt cx="1339775" cy="434450"/>
          </a:xfrm>
        </p:grpSpPr>
        <p:sp>
          <p:nvSpPr>
            <p:cNvPr id="4913" name="Google Shape;4913;p50"/>
            <p:cNvSpPr/>
            <p:nvPr/>
          </p:nvSpPr>
          <p:spPr>
            <a:xfrm>
              <a:off x="1376350" y="3185050"/>
              <a:ext cx="122650" cy="64600"/>
            </a:xfrm>
            <a:custGeom>
              <a:rect b="b" l="l" r="r" t="t"/>
              <a:pathLst>
                <a:path extrusionOk="0" h="2584" w="4906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4" name="Google Shape;4914;p50"/>
            <p:cNvSpPr/>
            <p:nvPr/>
          </p:nvSpPr>
          <p:spPr>
            <a:xfrm>
              <a:off x="800100" y="2952275"/>
              <a:ext cx="104775" cy="297100"/>
            </a:xfrm>
            <a:custGeom>
              <a:rect b="b" l="l" r="r" t="t"/>
              <a:pathLst>
                <a:path extrusionOk="0" h="11884" w="4191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5" name="Google Shape;4915;p50"/>
            <p:cNvSpPr/>
            <p:nvPr/>
          </p:nvSpPr>
          <p:spPr>
            <a:xfrm>
              <a:off x="904875" y="2946325"/>
              <a:ext cx="142600" cy="33075"/>
            </a:xfrm>
            <a:custGeom>
              <a:rect b="b" l="l" r="r" t="t"/>
              <a:pathLst>
                <a:path extrusionOk="0" h="1323" w="5704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6" name="Google Shape;4916;p50"/>
            <p:cNvSpPr/>
            <p:nvPr/>
          </p:nvSpPr>
          <p:spPr>
            <a:xfrm>
              <a:off x="1048625" y="3121050"/>
              <a:ext cx="184275" cy="128900"/>
            </a:xfrm>
            <a:custGeom>
              <a:rect b="b" l="l" r="r" t="t"/>
              <a:pathLst>
                <a:path extrusionOk="0" h="5156" w="7371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7" name="Google Shape;4917;p50"/>
            <p:cNvSpPr/>
            <p:nvPr/>
          </p:nvSpPr>
          <p:spPr>
            <a:xfrm>
              <a:off x="1033150" y="2989475"/>
              <a:ext cx="25925" cy="257800"/>
            </a:xfrm>
            <a:custGeom>
              <a:rect b="b" l="l" r="r" t="t"/>
              <a:pathLst>
                <a:path extrusionOk="0" h="10312" w="1037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8" name="Google Shape;4918;p50"/>
            <p:cNvSpPr/>
            <p:nvPr/>
          </p:nvSpPr>
          <p:spPr>
            <a:xfrm>
              <a:off x="1053400" y="2846600"/>
              <a:ext cx="15500" cy="122375"/>
            </a:xfrm>
            <a:custGeom>
              <a:rect b="b" l="l" r="r" t="t"/>
              <a:pathLst>
                <a:path extrusionOk="0" h="4895" w="62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9" name="Google Shape;4919;p50"/>
            <p:cNvSpPr/>
            <p:nvPr/>
          </p:nvSpPr>
          <p:spPr>
            <a:xfrm>
              <a:off x="1066500" y="2977275"/>
              <a:ext cx="92300" cy="25925"/>
            </a:xfrm>
            <a:custGeom>
              <a:rect b="b" l="l" r="r" t="t"/>
              <a:pathLst>
                <a:path extrusionOk="0" h="1037" w="3692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0" name="Google Shape;4920;p50"/>
            <p:cNvSpPr/>
            <p:nvPr/>
          </p:nvSpPr>
          <p:spPr>
            <a:xfrm>
              <a:off x="1237650" y="3057050"/>
              <a:ext cx="96150" cy="61950"/>
            </a:xfrm>
            <a:custGeom>
              <a:rect b="b" l="l" r="r" t="t"/>
              <a:pathLst>
                <a:path extrusionOk="0" h="2478" w="3846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1" name="Google Shape;4921;p50"/>
            <p:cNvSpPr/>
            <p:nvPr/>
          </p:nvSpPr>
          <p:spPr>
            <a:xfrm>
              <a:off x="1071550" y="2841850"/>
              <a:ext cx="93775" cy="152425"/>
            </a:xfrm>
            <a:custGeom>
              <a:rect b="b" l="l" r="r" t="t"/>
              <a:pathLst>
                <a:path extrusionOk="0" h="6097" w="3751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2" name="Google Shape;4922;p50"/>
            <p:cNvSpPr/>
            <p:nvPr/>
          </p:nvSpPr>
          <p:spPr>
            <a:xfrm>
              <a:off x="1169475" y="3008825"/>
              <a:ext cx="65525" cy="109275"/>
            </a:xfrm>
            <a:custGeom>
              <a:rect b="b" l="l" r="r" t="t"/>
              <a:pathLst>
                <a:path extrusionOk="0" h="4371" w="2621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3" name="Google Shape;4923;p50"/>
            <p:cNvSpPr/>
            <p:nvPr/>
          </p:nvSpPr>
          <p:spPr>
            <a:xfrm>
              <a:off x="1232575" y="3125225"/>
              <a:ext cx="48550" cy="124150"/>
            </a:xfrm>
            <a:custGeom>
              <a:rect b="b" l="l" r="r" t="t"/>
              <a:pathLst>
                <a:path extrusionOk="0" h="4966" w="1942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4" name="Google Shape;4924;p50"/>
            <p:cNvSpPr/>
            <p:nvPr/>
          </p:nvSpPr>
          <p:spPr>
            <a:xfrm>
              <a:off x="1356400" y="3074925"/>
              <a:ext cx="20275" cy="174450"/>
            </a:xfrm>
            <a:custGeom>
              <a:rect b="b" l="l" r="r" t="t"/>
              <a:pathLst>
                <a:path extrusionOk="0" h="6978" w="811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5" name="Google Shape;4925;p50"/>
            <p:cNvSpPr/>
            <p:nvPr/>
          </p:nvSpPr>
          <p:spPr>
            <a:xfrm>
              <a:off x="1378125" y="3063600"/>
              <a:ext cx="123575" cy="114025"/>
            </a:xfrm>
            <a:custGeom>
              <a:rect b="b" l="l" r="r" t="t"/>
              <a:pathLst>
                <a:path extrusionOk="0" h="4561" w="4943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6" name="Google Shape;4926;p50"/>
            <p:cNvSpPr/>
            <p:nvPr/>
          </p:nvSpPr>
          <p:spPr>
            <a:xfrm>
              <a:off x="1512075" y="3187125"/>
              <a:ext cx="68200" cy="62250"/>
            </a:xfrm>
            <a:custGeom>
              <a:rect b="b" l="l" r="r" t="t"/>
              <a:pathLst>
                <a:path extrusionOk="0" h="2490" w="2728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7" name="Google Shape;4927;p50"/>
            <p:cNvSpPr/>
            <p:nvPr/>
          </p:nvSpPr>
          <p:spPr>
            <a:xfrm>
              <a:off x="1516850" y="3091575"/>
              <a:ext cx="207475" cy="93200"/>
            </a:xfrm>
            <a:custGeom>
              <a:rect b="b" l="l" r="r" t="t"/>
              <a:pathLst>
                <a:path extrusionOk="0" h="3728" w="8299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8" name="Google Shape;4928;p50"/>
            <p:cNvSpPr/>
            <p:nvPr/>
          </p:nvSpPr>
          <p:spPr>
            <a:xfrm>
              <a:off x="1920175" y="3218375"/>
              <a:ext cx="54200" cy="31275"/>
            </a:xfrm>
            <a:custGeom>
              <a:rect b="b" l="l" r="r" t="t"/>
              <a:pathLst>
                <a:path extrusionOk="0" h="1251" w="2168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9" name="Google Shape;4929;p50"/>
            <p:cNvSpPr/>
            <p:nvPr/>
          </p:nvSpPr>
          <p:spPr>
            <a:xfrm>
              <a:off x="1726700" y="3093675"/>
              <a:ext cx="96450" cy="65500"/>
            </a:xfrm>
            <a:custGeom>
              <a:rect b="b" l="l" r="r" t="t"/>
              <a:pathLst>
                <a:path extrusionOk="0" h="2620" w="3858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0" name="Google Shape;4930;p50"/>
            <p:cNvSpPr/>
            <p:nvPr/>
          </p:nvSpPr>
          <p:spPr>
            <a:xfrm>
              <a:off x="1826400" y="3156175"/>
              <a:ext cx="88425" cy="62825"/>
            </a:xfrm>
            <a:custGeom>
              <a:rect b="b" l="l" r="r" t="t"/>
              <a:pathLst>
                <a:path extrusionOk="0" h="2513" w="3537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1" name="Google Shape;4931;p50"/>
            <p:cNvSpPr/>
            <p:nvPr/>
          </p:nvSpPr>
          <p:spPr>
            <a:xfrm>
              <a:off x="1577875" y="2880550"/>
              <a:ext cx="344700" cy="368825"/>
            </a:xfrm>
            <a:custGeom>
              <a:rect b="b" l="l" r="r" t="t"/>
              <a:pathLst>
                <a:path extrusionOk="0" h="14753" w="13788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2" name="Google Shape;4932;p50"/>
            <p:cNvSpPr/>
            <p:nvPr/>
          </p:nvSpPr>
          <p:spPr>
            <a:xfrm>
              <a:off x="1787125" y="2882925"/>
              <a:ext cx="142000" cy="366450"/>
            </a:xfrm>
            <a:custGeom>
              <a:rect b="b" l="l" r="r" t="t"/>
              <a:pathLst>
                <a:path extrusionOk="0" h="14658" w="568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3" name="Google Shape;4933;p50"/>
            <p:cNvSpPr/>
            <p:nvPr/>
          </p:nvSpPr>
          <p:spPr>
            <a:xfrm>
              <a:off x="1937125" y="2875175"/>
              <a:ext cx="202450" cy="98250"/>
            </a:xfrm>
            <a:custGeom>
              <a:rect b="b" l="l" r="r" t="t"/>
              <a:pathLst>
                <a:path extrusionOk="0" h="3930" w="8098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4" name="Google Shape;4934;p50"/>
            <p:cNvSpPr/>
            <p:nvPr/>
          </p:nvSpPr>
          <p:spPr>
            <a:xfrm>
              <a:off x="2088050" y="3163325"/>
              <a:ext cx="43175" cy="86050"/>
            </a:xfrm>
            <a:custGeom>
              <a:rect b="b" l="l" r="r" t="t"/>
              <a:pathLst>
                <a:path extrusionOk="0" h="3442" w="1727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5" name="Google Shape;4935;p50"/>
            <p:cNvSpPr/>
            <p:nvPr/>
          </p:nvSpPr>
          <p:spPr>
            <a:xfrm>
              <a:off x="2130900" y="3136825"/>
              <a:ext cx="8675" cy="26525"/>
            </a:xfrm>
            <a:custGeom>
              <a:rect b="b" l="l" r="r" t="t"/>
              <a:pathLst>
                <a:path extrusionOk="0" h="1061" w="347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6" name="Google Shape;4936;p50"/>
            <p:cNvSpPr/>
            <p:nvPr/>
          </p:nvSpPr>
          <p:spPr>
            <a:xfrm>
              <a:off x="1923750" y="3070450"/>
              <a:ext cx="155700" cy="148550"/>
            </a:xfrm>
            <a:custGeom>
              <a:rect b="b" l="l" r="r" t="t"/>
              <a:pathLst>
                <a:path extrusionOk="0" h="5942" w="6228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7" name="Google Shape;4937;p50"/>
            <p:cNvSpPr/>
            <p:nvPr/>
          </p:nvSpPr>
          <p:spPr>
            <a:xfrm>
              <a:off x="1881475" y="3218975"/>
              <a:ext cx="41100" cy="30100"/>
            </a:xfrm>
            <a:custGeom>
              <a:rect b="b" l="l" r="r" t="t"/>
              <a:pathLst>
                <a:path extrusionOk="0" h="1204" w="1644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8" name="Google Shape;4938;p50"/>
            <p:cNvSpPr/>
            <p:nvPr/>
          </p:nvSpPr>
          <p:spPr>
            <a:xfrm>
              <a:off x="2085975" y="3074925"/>
              <a:ext cx="53900" cy="112825"/>
            </a:xfrm>
            <a:custGeom>
              <a:rect b="b" l="l" r="r" t="t"/>
              <a:pathLst>
                <a:path extrusionOk="0" h="4513" w="2156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9" name="Google Shape;4939;p50"/>
            <p:cNvSpPr/>
            <p:nvPr/>
          </p:nvSpPr>
          <p:spPr>
            <a:xfrm>
              <a:off x="2128225" y="3239825"/>
              <a:ext cx="11350" cy="9550"/>
            </a:xfrm>
            <a:custGeom>
              <a:rect b="b" l="l" r="r" t="t"/>
              <a:pathLst>
                <a:path extrusionOk="0" h="382" w="454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0" name="Google Shape;4940;p50"/>
            <p:cNvSpPr/>
            <p:nvPr/>
          </p:nvSpPr>
          <p:spPr>
            <a:xfrm>
              <a:off x="1326050" y="3014475"/>
              <a:ext cx="64325" cy="61350"/>
            </a:xfrm>
            <a:custGeom>
              <a:rect b="b" l="l" r="r" t="t"/>
              <a:pathLst>
                <a:path extrusionOk="0" h="2454" w="2573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1" name="Google Shape;4941;p50"/>
            <p:cNvSpPr/>
            <p:nvPr/>
          </p:nvSpPr>
          <p:spPr>
            <a:xfrm>
              <a:off x="1048925" y="2815500"/>
              <a:ext cx="33075" cy="31625"/>
            </a:xfrm>
            <a:custGeom>
              <a:rect b="b" l="l" r="r" t="t"/>
              <a:pathLst>
                <a:path extrusionOk="0" h="1265" w="1323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2" name="Google Shape;4942;p50"/>
            <p:cNvSpPr/>
            <p:nvPr/>
          </p:nvSpPr>
          <p:spPr>
            <a:xfrm>
              <a:off x="1026600" y="3246400"/>
              <a:ext cx="18475" cy="2975"/>
            </a:xfrm>
            <a:custGeom>
              <a:rect b="b" l="l" r="r" t="t"/>
              <a:pathLst>
                <a:path extrusionOk="0" h="119" w="739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3" name="Google Shape;4943;p50"/>
            <p:cNvSpPr/>
            <p:nvPr/>
          </p:nvSpPr>
          <p:spPr>
            <a:xfrm>
              <a:off x="895625" y="2943300"/>
              <a:ext cx="11950" cy="10575"/>
            </a:xfrm>
            <a:custGeom>
              <a:rect b="b" l="l" r="r" t="t"/>
              <a:pathLst>
                <a:path extrusionOk="0" h="423" w="478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4" name="Google Shape;4944;p50"/>
            <p:cNvSpPr/>
            <p:nvPr/>
          </p:nvSpPr>
          <p:spPr>
            <a:xfrm>
              <a:off x="1156975" y="2989650"/>
              <a:ext cx="22950" cy="21900"/>
            </a:xfrm>
            <a:custGeom>
              <a:rect b="b" l="l" r="r" t="t"/>
              <a:pathLst>
                <a:path extrusionOk="0" h="876" w="918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5" name="Google Shape;4945;p50"/>
            <p:cNvSpPr/>
            <p:nvPr/>
          </p:nvSpPr>
          <p:spPr>
            <a:xfrm>
              <a:off x="2073450" y="3055500"/>
              <a:ext cx="22950" cy="21425"/>
            </a:xfrm>
            <a:custGeom>
              <a:rect b="b" l="l" r="r" t="t"/>
              <a:pathLst>
                <a:path extrusionOk="0" h="857" w="918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6" name="Google Shape;4946;p50"/>
            <p:cNvSpPr/>
            <p:nvPr/>
          </p:nvSpPr>
          <p:spPr>
            <a:xfrm>
              <a:off x="1916900" y="2863525"/>
              <a:ext cx="22350" cy="21800"/>
            </a:xfrm>
            <a:custGeom>
              <a:rect b="b" l="l" r="r" t="t"/>
              <a:pathLst>
                <a:path extrusionOk="0" h="872" w="894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7" name="Google Shape;4947;p50"/>
            <p:cNvSpPr/>
            <p:nvPr/>
          </p:nvSpPr>
          <p:spPr>
            <a:xfrm>
              <a:off x="1495125" y="3172075"/>
              <a:ext cx="22625" cy="21700"/>
            </a:xfrm>
            <a:custGeom>
              <a:rect b="b" l="l" r="r" t="t"/>
              <a:pathLst>
                <a:path extrusionOk="0" h="868" w="905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8" name="Google Shape;4948;p50"/>
            <p:cNvSpPr/>
            <p:nvPr/>
          </p:nvSpPr>
          <p:spPr>
            <a:xfrm>
              <a:off x="1045650" y="2968400"/>
              <a:ext cx="21750" cy="21700"/>
            </a:xfrm>
            <a:custGeom>
              <a:rect b="b" l="l" r="r" t="t"/>
              <a:pathLst>
                <a:path extrusionOk="0" h="868" w="87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9" name="Google Shape;4949;p50"/>
            <p:cNvSpPr/>
            <p:nvPr/>
          </p:nvSpPr>
          <p:spPr>
            <a:xfrm>
              <a:off x="1912725" y="3209100"/>
              <a:ext cx="13425" cy="12625"/>
            </a:xfrm>
            <a:custGeom>
              <a:rect b="b" l="l" r="r" t="t"/>
              <a:pathLst>
                <a:path extrusionOk="0" h="505" w="537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0" name="Google Shape;4950;p50"/>
            <p:cNvSpPr/>
            <p:nvPr/>
          </p:nvSpPr>
          <p:spPr>
            <a:xfrm>
              <a:off x="2001725" y="3124475"/>
              <a:ext cx="13725" cy="12675"/>
            </a:xfrm>
            <a:custGeom>
              <a:rect b="b" l="l" r="r" t="t"/>
              <a:pathLst>
                <a:path extrusionOk="0" h="507" w="549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1" name="Google Shape;4951;p50"/>
            <p:cNvSpPr/>
            <p:nvPr/>
          </p:nvSpPr>
          <p:spPr>
            <a:xfrm>
              <a:off x="1487375" y="3210250"/>
              <a:ext cx="14025" cy="12500"/>
            </a:xfrm>
            <a:custGeom>
              <a:rect b="b" l="l" r="r" t="t"/>
              <a:pathLst>
                <a:path extrusionOk="0" h="500" w="561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2" name="Google Shape;4952;p50"/>
            <p:cNvSpPr/>
            <p:nvPr/>
          </p:nvSpPr>
          <p:spPr>
            <a:xfrm>
              <a:off x="1315625" y="3080850"/>
              <a:ext cx="13725" cy="12425"/>
            </a:xfrm>
            <a:custGeom>
              <a:rect b="b" l="l" r="r" t="t"/>
              <a:pathLst>
                <a:path extrusionOk="0" h="497" w="549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3" name="Google Shape;4953;p50"/>
            <p:cNvSpPr/>
            <p:nvPr/>
          </p:nvSpPr>
          <p:spPr>
            <a:xfrm>
              <a:off x="1229600" y="3113600"/>
              <a:ext cx="13125" cy="12650"/>
            </a:xfrm>
            <a:custGeom>
              <a:rect b="b" l="l" r="r" t="t"/>
              <a:pathLst>
                <a:path extrusionOk="0" h="506" w="525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4" name="Google Shape;4954;p50"/>
            <p:cNvSpPr/>
            <p:nvPr/>
          </p:nvSpPr>
          <p:spPr>
            <a:xfrm>
              <a:off x="1729075" y="3062625"/>
              <a:ext cx="13725" cy="12475"/>
            </a:xfrm>
            <a:custGeom>
              <a:rect b="b" l="l" r="r" t="t"/>
              <a:pathLst>
                <a:path extrusionOk="0" h="499" w="549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55" name="Google Shape;4955;p50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4956" name="Google Shape;4956;p50"/>
          <p:cNvSpPr txBox="1"/>
          <p:nvPr>
            <p:ph idx="1" type="body"/>
          </p:nvPr>
        </p:nvSpPr>
        <p:spPr>
          <a:xfrm>
            <a:off x="1920000" y="2925604"/>
            <a:ext cx="20544000" cy="91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200"/>
              <a:buAutoNum type="arabicPeriod"/>
              <a:defRPr sz="3200">
                <a:solidFill>
                  <a:srgbClr val="434343"/>
                </a:solidFill>
              </a:defRPr>
            </a:lvl1pPr>
            <a:lvl2pPr indent="-431800" lvl="1" marL="9144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indent="-431800" lvl="2" marL="13716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indent="-431800" lvl="3" marL="18288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indent="-431800" lvl="4" marL="22860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indent="-431800" lvl="5" marL="27432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indent="-431800" lvl="6" marL="32004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indent="-431800" lvl="7" marL="36576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indent="-431800" lvl="8" marL="4114800" algn="l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957" name="Shape 4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58" name="Google Shape;4958;p51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4959" name="Google Shape;4959;p51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0" name="Google Shape;4960;p51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1" name="Google Shape;4961;p51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2" name="Google Shape;4962;p51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3" name="Google Shape;4963;p51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4" name="Google Shape;4964;p51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5" name="Google Shape;4965;p51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6" name="Google Shape;4966;p51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7" name="Google Shape;4967;p51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8" name="Google Shape;4968;p51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9" name="Google Shape;4969;p51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0" name="Google Shape;4970;p51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1" name="Google Shape;4971;p51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2" name="Google Shape;4972;p51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3" name="Google Shape;4973;p51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4" name="Google Shape;4974;p51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5" name="Google Shape;4975;p51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6" name="Google Shape;4976;p51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7" name="Google Shape;4977;p51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978" name="Google Shape;4978;p51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4979" name="Google Shape;4979;p51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0" name="Google Shape;4980;p51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1" name="Google Shape;4981;p51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2" name="Google Shape;4982;p51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3" name="Google Shape;4983;p51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4" name="Google Shape;4984;p51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5" name="Google Shape;4985;p51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6" name="Google Shape;4986;p51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7" name="Google Shape;4987;p51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8" name="Google Shape;4988;p51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9" name="Google Shape;4989;p51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0" name="Google Shape;4990;p51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1" name="Google Shape;4991;p51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2" name="Google Shape;4992;p51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3" name="Google Shape;4993;p51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4" name="Google Shape;4994;p51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5" name="Google Shape;4995;p51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6" name="Google Shape;4996;p51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7" name="Google Shape;4997;p51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998" name="Google Shape;4998;p51"/>
          <p:cNvGrpSpPr/>
          <p:nvPr/>
        </p:nvGrpSpPr>
        <p:grpSpPr>
          <a:xfrm flipH="1" rot="10800000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4999" name="Google Shape;4999;p51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0" name="Google Shape;5000;p51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1" name="Google Shape;5001;p51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2" name="Google Shape;5002;p51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3" name="Google Shape;5003;p51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4" name="Google Shape;5004;p51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5" name="Google Shape;5005;p51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6" name="Google Shape;5006;p51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7" name="Google Shape;5007;p51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8" name="Google Shape;5008;p51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9" name="Google Shape;5009;p51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0" name="Google Shape;5010;p51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1" name="Google Shape;5011;p51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2" name="Google Shape;5012;p51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3" name="Google Shape;5013;p51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4" name="Google Shape;5014;p51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5" name="Google Shape;5015;p51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6" name="Google Shape;5016;p51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7" name="Google Shape;5017;p51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8" name="Google Shape;5018;p5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9" name="Google Shape;5019;p51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0" name="Google Shape;5020;p51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1" name="Google Shape;5021;p51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2" name="Google Shape;5022;p51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3" name="Google Shape;5023;p5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4" name="Google Shape;5024;p51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5" name="Google Shape;5025;p51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6" name="Google Shape;5026;p51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7" name="Google Shape;5027;p51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8" name="Google Shape;5028;p51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9" name="Google Shape;5029;p51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0" name="Google Shape;5030;p51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1" name="Google Shape;5031;p51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2" name="Google Shape;5032;p51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3" name="Google Shape;5033;p51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4" name="Google Shape;5034;p51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5" name="Google Shape;5035;p51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036" name="Google Shape;5036;p51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5037" name="Google Shape;5037;p51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8" name="Google Shape;5038;p51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9" name="Google Shape;5039;p51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0" name="Google Shape;5040;p51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1" name="Google Shape;5041;p51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2" name="Google Shape;5042;p51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3" name="Google Shape;5043;p51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4" name="Google Shape;5044;p51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5" name="Google Shape;5045;p51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6" name="Google Shape;5046;p51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7" name="Google Shape;5047;p51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8" name="Google Shape;5048;p51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9" name="Google Shape;5049;p51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0" name="Google Shape;5050;p51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1" name="Google Shape;5051;p51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2" name="Google Shape;5052;p51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3" name="Google Shape;5053;p51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4" name="Google Shape;5054;p51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5" name="Google Shape;5055;p51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6" name="Google Shape;5056;p5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7" name="Google Shape;5057;p51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8" name="Google Shape;5058;p51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9" name="Google Shape;5059;p51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0" name="Google Shape;5060;p51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1" name="Google Shape;5061;p5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2" name="Google Shape;5062;p51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3" name="Google Shape;5063;p51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4" name="Google Shape;5064;p51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5" name="Google Shape;5065;p51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6" name="Google Shape;5066;p51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7" name="Google Shape;5067;p51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8" name="Google Shape;5068;p51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9" name="Google Shape;5069;p51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0" name="Google Shape;5070;p51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1" name="Google Shape;5071;p51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2" name="Google Shape;5072;p51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3" name="Google Shape;5073;p51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74" name="Google Shape;5074;p51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5075" name="Google Shape;5075;p51"/>
          <p:cNvSpPr txBox="1"/>
          <p:nvPr>
            <p:ph idx="2" type="title"/>
          </p:nvPr>
        </p:nvSpPr>
        <p:spPr>
          <a:xfrm>
            <a:off x="4066996" y="7004518"/>
            <a:ext cx="7695300" cy="14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5076" name="Google Shape;5076;p51"/>
          <p:cNvSpPr txBox="1"/>
          <p:nvPr>
            <p:ph idx="3" type="title"/>
          </p:nvPr>
        </p:nvSpPr>
        <p:spPr>
          <a:xfrm>
            <a:off x="12621804" y="7004518"/>
            <a:ext cx="7695300" cy="14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5077" name="Google Shape;5077;p51"/>
          <p:cNvSpPr txBox="1"/>
          <p:nvPr>
            <p:ph idx="1" type="subTitle"/>
          </p:nvPr>
        </p:nvSpPr>
        <p:spPr>
          <a:xfrm>
            <a:off x="12621796" y="7854051"/>
            <a:ext cx="7695300" cy="26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b="0"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/>
        </p:txBody>
      </p:sp>
      <p:sp>
        <p:nvSpPr>
          <p:cNvPr id="5078" name="Google Shape;5078;p51"/>
          <p:cNvSpPr txBox="1"/>
          <p:nvPr>
            <p:ph idx="4" type="subTitle"/>
          </p:nvPr>
        </p:nvSpPr>
        <p:spPr>
          <a:xfrm>
            <a:off x="4066996" y="7854050"/>
            <a:ext cx="7695300" cy="26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b="0"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79" name="Shape 5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80" name="Google Shape;5080;p52"/>
          <p:cNvGrpSpPr/>
          <p:nvPr/>
        </p:nvGrpSpPr>
        <p:grpSpPr>
          <a:xfrm>
            <a:off x="13872167" y="10990127"/>
            <a:ext cx="10510959" cy="2725215"/>
            <a:chOff x="2582150" y="3714800"/>
            <a:chExt cx="2689050" cy="697200"/>
          </a:xfrm>
        </p:grpSpPr>
        <p:sp>
          <p:nvSpPr>
            <p:cNvPr id="5081" name="Google Shape;5081;p52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2" name="Google Shape;5082;p52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3" name="Google Shape;5083;p52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4" name="Google Shape;5084;p52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5" name="Google Shape;5085;p52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6" name="Google Shape;5086;p52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7" name="Google Shape;5087;p52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8" name="Google Shape;5088;p52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9" name="Google Shape;5089;p52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0" name="Google Shape;5090;p52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1" name="Google Shape;5091;p52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2" name="Google Shape;5092;p52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3" name="Google Shape;5093;p52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4" name="Google Shape;5094;p52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5" name="Google Shape;5095;p52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6" name="Google Shape;5096;p52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7" name="Google Shape;5097;p52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8" name="Google Shape;5098;p52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9" name="Google Shape;5099;p52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0" name="Google Shape;5100;p52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1" name="Google Shape;5101;p52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2" name="Google Shape;5102;p52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3" name="Google Shape;5103;p52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4" name="Google Shape;5104;p52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5" name="Google Shape;5105;p52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6" name="Google Shape;5106;p52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7" name="Google Shape;5107;p52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8" name="Google Shape;5108;p52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9" name="Google Shape;5109;p52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0" name="Google Shape;5110;p52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1" name="Google Shape;5111;p52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2" name="Google Shape;5112;p52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3" name="Google Shape;5113;p52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4" name="Google Shape;5114;p52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5" name="Google Shape;5115;p52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6" name="Google Shape;5116;p52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7" name="Google Shape;5117;p52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8" name="Google Shape;5118;p52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9" name="Google Shape;5119;p52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0" name="Google Shape;5120;p52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1" name="Google Shape;5121;p52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2" name="Google Shape;5122;p52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3" name="Google Shape;5123;p52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4" name="Google Shape;5124;p52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5" name="Google Shape;5125;p52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6" name="Google Shape;5126;p52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7" name="Google Shape;5127;p52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8" name="Google Shape;5128;p52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9" name="Google Shape;5129;p52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0" name="Google Shape;5130;p52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1" name="Google Shape;5131;p52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2" name="Google Shape;5132;p52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3" name="Google Shape;5133;p52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4" name="Google Shape;5134;p52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5" name="Google Shape;5135;p52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6" name="Google Shape;5136;p52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7" name="Google Shape;5137;p52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8" name="Google Shape;5138;p52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9" name="Google Shape;5139;p52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0" name="Google Shape;5140;p52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41" name="Google Shape;5141;p52"/>
          <p:cNvGrpSpPr/>
          <p:nvPr/>
        </p:nvGrpSpPr>
        <p:grpSpPr>
          <a:xfrm flipH="1">
            <a:off x="101" y="10990127"/>
            <a:ext cx="10510959" cy="2725215"/>
            <a:chOff x="2582150" y="3714800"/>
            <a:chExt cx="2689050" cy="697200"/>
          </a:xfrm>
        </p:grpSpPr>
        <p:sp>
          <p:nvSpPr>
            <p:cNvPr id="5142" name="Google Shape;5142;p52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3" name="Google Shape;5143;p52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4" name="Google Shape;5144;p52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5" name="Google Shape;5145;p52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6" name="Google Shape;5146;p52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7" name="Google Shape;5147;p52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8" name="Google Shape;5148;p52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9" name="Google Shape;5149;p52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0" name="Google Shape;5150;p52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1" name="Google Shape;5151;p52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2" name="Google Shape;5152;p52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3" name="Google Shape;5153;p52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4" name="Google Shape;5154;p52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5" name="Google Shape;5155;p52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6" name="Google Shape;5156;p52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7" name="Google Shape;5157;p52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8" name="Google Shape;5158;p52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9" name="Google Shape;5159;p52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0" name="Google Shape;5160;p52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1" name="Google Shape;5161;p52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2" name="Google Shape;5162;p52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3" name="Google Shape;5163;p52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4" name="Google Shape;5164;p52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5" name="Google Shape;5165;p52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6" name="Google Shape;5166;p52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7" name="Google Shape;5167;p52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8" name="Google Shape;5168;p52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9" name="Google Shape;5169;p52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0" name="Google Shape;5170;p52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1" name="Google Shape;5171;p52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2" name="Google Shape;5172;p52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3" name="Google Shape;5173;p52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4" name="Google Shape;5174;p52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5" name="Google Shape;5175;p52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6" name="Google Shape;5176;p52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7" name="Google Shape;5177;p52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8" name="Google Shape;5178;p52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9" name="Google Shape;5179;p52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0" name="Google Shape;5180;p52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1" name="Google Shape;5181;p52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2" name="Google Shape;5182;p52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3" name="Google Shape;5183;p52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4" name="Google Shape;5184;p52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5" name="Google Shape;5185;p52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6" name="Google Shape;5186;p52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7" name="Google Shape;5187;p52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8" name="Google Shape;5188;p52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9" name="Google Shape;5189;p52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0" name="Google Shape;5190;p52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1" name="Google Shape;5191;p52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2" name="Google Shape;5192;p52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3" name="Google Shape;5193;p52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4" name="Google Shape;5194;p52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5" name="Google Shape;5195;p52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6" name="Google Shape;5196;p52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7" name="Google Shape;5197;p52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8" name="Google Shape;5198;p52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9" name="Google Shape;5199;p52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0" name="Google Shape;5200;p52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1" name="Google Shape;5201;p52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02" name="Google Shape;5202;p52"/>
          <p:cNvGrpSpPr/>
          <p:nvPr/>
        </p:nvGrpSpPr>
        <p:grpSpPr>
          <a:xfrm rot="10800000">
            <a:off x="299" y="145"/>
            <a:ext cx="3056110" cy="3634109"/>
            <a:chOff x="3048875" y="2669025"/>
            <a:chExt cx="504550" cy="599975"/>
          </a:xfrm>
        </p:grpSpPr>
        <p:sp>
          <p:nvSpPr>
            <p:cNvPr id="5203" name="Google Shape;5203;p52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4" name="Google Shape;5204;p52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5" name="Google Shape;5205;p52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6" name="Google Shape;5206;p52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7" name="Google Shape;5207;p52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8" name="Google Shape;5208;p52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9" name="Google Shape;5209;p52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0" name="Google Shape;5210;p52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1" name="Google Shape;5211;p52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2" name="Google Shape;5212;p52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3" name="Google Shape;5213;p52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4" name="Google Shape;5214;p52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5" name="Google Shape;5215;p52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6" name="Google Shape;5216;p52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7" name="Google Shape;5217;p52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8" name="Google Shape;5218;p52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9" name="Google Shape;5219;p52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0" name="Google Shape;5220;p52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1" name="Google Shape;5221;p52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2" name="Google Shape;5222;p52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3" name="Google Shape;5223;p52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4" name="Google Shape;5224;p52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25" name="Google Shape;5225;p52"/>
          <p:cNvGrpSpPr/>
          <p:nvPr/>
        </p:nvGrpSpPr>
        <p:grpSpPr>
          <a:xfrm flipH="1" rot="10800000">
            <a:off x="21327119" y="145"/>
            <a:ext cx="3056110" cy="3634109"/>
            <a:chOff x="3048875" y="2669025"/>
            <a:chExt cx="504550" cy="599975"/>
          </a:xfrm>
        </p:grpSpPr>
        <p:sp>
          <p:nvSpPr>
            <p:cNvPr id="5226" name="Google Shape;5226;p52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7" name="Google Shape;5227;p52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8" name="Google Shape;5228;p52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9" name="Google Shape;5229;p52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0" name="Google Shape;5230;p52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1" name="Google Shape;5231;p52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2" name="Google Shape;5232;p52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3" name="Google Shape;5233;p52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4" name="Google Shape;5234;p52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5" name="Google Shape;5235;p52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6" name="Google Shape;5236;p52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7" name="Google Shape;5237;p52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8" name="Google Shape;5238;p52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9" name="Google Shape;5239;p52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0" name="Google Shape;5240;p52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1" name="Google Shape;5241;p52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2" name="Google Shape;5242;p52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3" name="Google Shape;5243;p52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4" name="Google Shape;5244;p52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5" name="Google Shape;5245;p52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6" name="Google Shape;5246;p52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7" name="Google Shape;5247;p52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48" name="Google Shape;5248;p52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249" name="Shape 5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50" name="Google Shape;5250;p53"/>
          <p:cNvGrpSpPr/>
          <p:nvPr/>
        </p:nvGrpSpPr>
        <p:grpSpPr>
          <a:xfrm rot="10800000">
            <a:off x="101" y="-7"/>
            <a:ext cx="10510959" cy="2725215"/>
            <a:chOff x="2582150" y="3714800"/>
            <a:chExt cx="2689050" cy="697200"/>
          </a:xfrm>
        </p:grpSpPr>
        <p:sp>
          <p:nvSpPr>
            <p:cNvPr id="5251" name="Google Shape;5251;p53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2" name="Google Shape;5252;p53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3" name="Google Shape;5253;p53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4" name="Google Shape;5254;p53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5" name="Google Shape;5255;p53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6" name="Google Shape;5256;p53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7" name="Google Shape;5257;p53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8" name="Google Shape;5258;p53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9" name="Google Shape;5259;p53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0" name="Google Shape;5260;p53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1" name="Google Shape;5261;p53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2" name="Google Shape;5262;p53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3" name="Google Shape;5263;p53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4" name="Google Shape;5264;p53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5" name="Google Shape;5265;p53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6" name="Google Shape;5266;p53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7" name="Google Shape;5267;p53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8" name="Google Shape;5268;p53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9" name="Google Shape;5269;p53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0" name="Google Shape;5270;p53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1" name="Google Shape;5271;p53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2" name="Google Shape;5272;p53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3" name="Google Shape;5273;p53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4" name="Google Shape;5274;p53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5" name="Google Shape;5275;p53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6" name="Google Shape;5276;p53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7" name="Google Shape;5277;p53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8" name="Google Shape;5278;p53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9" name="Google Shape;5279;p53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0" name="Google Shape;5280;p53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1" name="Google Shape;5281;p53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2" name="Google Shape;5282;p53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3" name="Google Shape;5283;p53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4" name="Google Shape;5284;p53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5" name="Google Shape;5285;p53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6" name="Google Shape;5286;p53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7" name="Google Shape;5287;p53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8" name="Google Shape;5288;p53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9" name="Google Shape;5289;p53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0" name="Google Shape;5290;p53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1" name="Google Shape;5291;p53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2" name="Google Shape;5292;p53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3" name="Google Shape;5293;p53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4" name="Google Shape;5294;p53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5" name="Google Shape;5295;p53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6" name="Google Shape;5296;p53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7" name="Google Shape;5297;p53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8" name="Google Shape;5298;p53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9" name="Google Shape;5299;p53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0" name="Google Shape;5300;p53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1" name="Google Shape;5301;p53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2" name="Google Shape;5302;p53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3" name="Google Shape;5303;p53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4" name="Google Shape;5304;p53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5" name="Google Shape;5305;p53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6" name="Google Shape;5306;p53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7" name="Google Shape;5307;p53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8" name="Google Shape;5308;p53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9" name="Google Shape;5309;p53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0" name="Google Shape;5310;p53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311" name="Google Shape;5311;p53"/>
          <p:cNvGrpSpPr/>
          <p:nvPr/>
        </p:nvGrpSpPr>
        <p:grpSpPr>
          <a:xfrm flipH="1" rot="10800000">
            <a:off x="13872167" y="-7"/>
            <a:ext cx="10510959" cy="2725215"/>
            <a:chOff x="2582150" y="3714800"/>
            <a:chExt cx="2689050" cy="697200"/>
          </a:xfrm>
        </p:grpSpPr>
        <p:sp>
          <p:nvSpPr>
            <p:cNvPr id="5312" name="Google Shape;5312;p53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3" name="Google Shape;5313;p53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4" name="Google Shape;5314;p53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5" name="Google Shape;5315;p53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6" name="Google Shape;5316;p53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7" name="Google Shape;5317;p53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8" name="Google Shape;5318;p53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9" name="Google Shape;5319;p53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0" name="Google Shape;5320;p53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1" name="Google Shape;5321;p53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2" name="Google Shape;5322;p53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3" name="Google Shape;5323;p53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4" name="Google Shape;5324;p53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5" name="Google Shape;5325;p53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6" name="Google Shape;5326;p53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7" name="Google Shape;5327;p53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8" name="Google Shape;5328;p53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9" name="Google Shape;5329;p53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0" name="Google Shape;5330;p53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1" name="Google Shape;5331;p53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2" name="Google Shape;5332;p53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3" name="Google Shape;5333;p53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4" name="Google Shape;5334;p53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5" name="Google Shape;5335;p53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6" name="Google Shape;5336;p53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7" name="Google Shape;5337;p53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8" name="Google Shape;5338;p53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9" name="Google Shape;5339;p53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0" name="Google Shape;5340;p53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1" name="Google Shape;5341;p53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2" name="Google Shape;5342;p53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3" name="Google Shape;5343;p53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4" name="Google Shape;5344;p53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5" name="Google Shape;5345;p53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6" name="Google Shape;5346;p53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7" name="Google Shape;5347;p53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8" name="Google Shape;5348;p53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9" name="Google Shape;5349;p53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0" name="Google Shape;5350;p53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1" name="Google Shape;5351;p53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2" name="Google Shape;5352;p53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3" name="Google Shape;5353;p53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4" name="Google Shape;5354;p53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5" name="Google Shape;5355;p53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6" name="Google Shape;5356;p53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7" name="Google Shape;5357;p53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8" name="Google Shape;5358;p53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9" name="Google Shape;5359;p53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0" name="Google Shape;5360;p53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1" name="Google Shape;5361;p53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2" name="Google Shape;5362;p53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3" name="Google Shape;5363;p53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4" name="Google Shape;5364;p53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5" name="Google Shape;5365;p53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6" name="Google Shape;5366;p53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7" name="Google Shape;5367;p53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8" name="Google Shape;5368;p53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9" name="Google Shape;5369;p53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0" name="Google Shape;5370;p53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1" name="Google Shape;5371;p53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372" name="Google Shape;5372;p53"/>
          <p:cNvGrpSpPr/>
          <p:nvPr/>
        </p:nvGrpSpPr>
        <p:grpSpPr>
          <a:xfrm>
            <a:off x="-71" y="8752903"/>
            <a:ext cx="9815838" cy="4174626"/>
            <a:chOff x="889075" y="3382100"/>
            <a:chExt cx="2866775" cy="1219225"/>
          </a:xfrm>
        </p:grpSpPr>
        <p:sp>
          <p:nvSpPr>
            <p:cNvPr id="5373" name="Google Shape;5373;p53"/>
            <p:cNvSpPr/>
            <p:nvPr/>
          </p:nvSpPr>
          <p:spPr>
            <a:xfrm>
              <a:off x="2285400" y="4527175"/>
              <a:ext cx="133950" cy="42000"/>
            </a:xfrm>
            <a:custGeom>
              <a:rect b="b" l="l" r="r" t="t"/>
              <a:pathLst>
                <a:path extrusionOk="0" h="1680" w="5358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4" name="Google Shape;5374;p53"/>
            <p:cNvSpPr/>
            <p:nvPr/>
          </p:nvSpPr>
          <p:spPr>
            <a:xfrm>
              <a:off x="2429750" y="4527475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5" name="Google Shape;5375;p53"/>
            <p:cNvSpPr/>
            <p:nvPr/>
          </p:nvSpPr>
          <p:spPr>
            <a:xfrm>
              <a:off x="2111850" y="4560225"/>
              <a:ext cx="163750" cy="40800"/>
            </a:xfrm>
            <a:custGeom>
              <a:rect b="b" l="l" r="r" t="t"/>
              <a:pathLst>
                <a:path extrusionOk="0" h="1632" w="655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6" name="Google Shape;5376;p53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7" name="Google Shape;5377;p53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8" name="Google Shape;5378;p53"/>
            <p:cNvSpPr/>
            <p:nvPr/>
          </p:nvSpPr>
          <p:spPr>
            <a:xfrm>
              <a:off x="2428575" y="4525675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9" name="Google Shape;5379;p53"/>
            <p:cNvSpPr/>
            <p:nvPr/>
          </p:nvSpPr>
          <p:spPr>
            <a:xfrm>
              <a:off x="2426775" y="4524200"/>
              <a:ext cx="925" cy="925"/>
            </a:xfrm>
            <a:custGeom>
              <a:rect b="b" l="l" r="r" t="t"/>
              <a:pathLst>
                <a:path extrusionOk="0" h="37" w="37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0" name="Google Shape;5380;p53"/>
            <p:cNvSpPr/>
            <p:nvPr/>
          </p:nvSpPr>
          <p:spPr>
            <a:xfrm>
              <a:off x="2428275" y="4525400"/>
              <a:ext cx="325" cy="300"/>
            </a:xfrm>
            <a:custGeom>
              <a:rect b="b" l="l" r="r" t="t"/>
              <a:pathLst>
                <a:path extrusionOk="0" h="12" w="13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1" name="Google Shape;5381;p53"/>
            <p:cNvSpPr/>
            <p:nvPr/>
          </p:nvSpPr>
          <p:spPr>
            <a:xfrm>
              <a:off x="2115725" y="4376850"/>
              <a:ext cx="176250" cy="92600"/>
            </a:xfrm>
            <a:custGeom>
              <a:rect b="b" l="l" r="r" t="t"/>
              <a:pathLst>
                <a:path extrusionOk="0" h="3704" w="705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2" name="Google Shape;5382;p53"/>
            <p:cNvSpPr/>
            <p:nvPr/>
          </p:nvSpPr>
          <p:spPr>
            <a:xfrm>
              <a:off x="2300575" y="4463175"/>
              <a:ext cx="126525" cy="69375"/>
            </a:xfrm>
            <a:custGeom>
              <a:rect b="b" l="l" r="r" t="t"/>
              <a:pathLst>
                <a:path extrusionOk="0" h="2775" w="5061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3" name="Google Shape;5383;p53"/>
            <p:cNvSpPr/>
            <p:nvPr/>
          </p:nvSpPr>
          <p:spPr>
            <a:xfrm>
              <a:off x="1777600" y="4208100"/>
              <a:ext cx="336950" cy="170275"/>
            </a:xfrm>
            <a:custGeom>
              <a:rect b="b" l="l" r="r" t="t"/>
              <a:pathLst>
                <a:path extrusionOk="0" h="6811" w="13478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4" name="Google Shape;5384;p53"/>
            <p:cNvSpPr/>
            <p:nvPr/>
          </p:nvSpPr>
          <p:spPr>
            <a:xfrm>
              <a:off x="2429750" y="452717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5" name="Google Shape;5385;p53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6" name="Google Shape;5386;p53"/>
            <p:cNvSpPr/>
            <p:nvPr/>
          </p:nvSpPr>
          <p:spPr>
            <a:xfrm>
              <a:off x="2428575" y="4525400"/>
              <a:ext cx="25" cy="300"/>
            </a:xfrm>
            <a:custGeom>
              <a:rect b="b" l="l" r="r" t="t"/>
              <a:pathLst>
                <a:path extrusionOk="0" h="12" w="1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7" name="Google Shape;5387;p53"/>
            <p:cNvSpPr/>
            <p:nvPr/>
          </p:nvSpPr>
          <p:spPr>
            <a:xfrm>
              <a:off x="3679325" y="4491150"/>
              <a:ext cx="76525" cy="109875"/>
            </a:xfrm>
            <a:custGeom>
              <a:rect b="b" l="l" r="r" t="t"/>
              <a:pathLst>
                <a:path extrusionOk="0" h="4395" w="3061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8" name="Google Shape;5388;p53"/>
            <p:cNvSpPr/>
            <p:nvPr/>
          </p:nvSpPr>
          <p:spPr>
            <a:xfrm>
              <a:off x="3424225" y="4426275"/>
              <a:ext cx="150925" cy="98550"/>
            </a:xfrm>
            <a:custGeom>
              <a:rect b="b" l="l" r="r" t="t"/>
              <a:pathLst>
                <a:path extrusionOk="0" h="3942" w="6037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9" name="Google Shape;5389;p53"/>
            <p:cNvSpPr/>
            <p:nvPr/>
          </p:nvSpPr>
          <p:spPr>
            <a:xfrm>
              <a:off x="3171525" y="4426275"/>
              <a:ext cx="259275" cy="123550"/>
            </a:xfrm>
            <a:custGeom>
              <a:rect b="b" l="l" r="r" t="t"/>
              <a:pathLst>
                <a:path extrusionOk="0" h="4942" w="10371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0" name="Google Shape;5390;p53"/>
            <p:cNvSpPr/>
            <p:nvPr/>
          </p:nvSpPr>
          <p:spPr>
            <a:xfrm>
              <a:off x="3599850" y="4534025"/>
              <a:ext cx="100925" cy="67000"/>
            </a:xfrm>
            <a:custGeom>
              <a:rect b="b" l="l" r="r" t="t"/>
              <a:pathLst>
                <a:path extrusionOk="0" h="2680" w="4037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1" name="Google Shape;5391;p53"/>
            <p:cNvSpPr/>
            <p:nvPr/>
          </p:nvSpPr>
          <p:spPr>
            <a:xfrm>
              <a:off x="3456675" y="4539975"/>
              <a:ext cx="126825" cy="61050"/>
            </a:xfrm>
            <a:custGeom>
              <a:rect b="b" l="l" r="r" t="t"/>
              <a:pathLst>
                <a:path extrusionOk="0" h="2442" w="5073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2" name="Google Shape;5392;p53"/>
            <p:cNvSpPr/>
            <p:nvPr/>
          </p:nvSpPr>
          <p:spPr>
            <a:xfrm>
              <a:off x="3602825" y="4479850"/>
              <a:ext cx="91100" cy="56275"/>
            </a:xfrm>
            <a:custGeom>
              <a:rect b="b" l="l" r="r" t="t"/>
              <a:pathLst>
                <a:path extrusionOk="0" h="2251" w="3644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3" name="Google Shape;5393;p53"/>
            <p:cNvSpPr/>
            <p:nvPr/>
          </p:nvSpPr>
          <p:spPr>
            <a:xfrm>
              <a:off x="2987850" y="4144100"/>
              <a:ext cx="175650" cy="396800"/>
            </a:xfrm>
            <a:custGeom>
              <a:rect b="b" l="l" r="r" t="t"/>
              <a:pathLst>
                <a:path extrusionOk="0" h="15872" w="7026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4" name="Google Shape;5394;p53"/>
            <p:cNvSpPr/>
            <p:nvPr/>
          </p:nvSpPr>
          <p:spPr>
            <a:xfrm>
              <a:off x="3159900" y="4553675"/>
              <a:ext cx="31275" cy="47350"/>
            </a:xfrm>
            <a:custGeom>
              <a:rect b="b" l="l" r="r" t="t"/>
              <a:pathLst>
                <a:path extrusionOk="0" h="1894" w="1251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5" name="Google Shape;5395;p53"/>
            <p:cNvSpPr/>
            <p:nvPr/>
          </p:nvSpPr>
          <p:spPr>
            <a:xfrm>
              <a:off x="2998275" y="4539850"/>
              <a:ext cx="156900" cy="61175"/>
            </a:xfrm>
            <a:custGeom>
              <a:rect b="b" l="l" r="r" t="t"/>
              <a:pathLst>
                <a:path extrusionOk="0" h="2447" w="6276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6" name="Google Shape;5396;p53"/>
            <p:cNvSpPr/>
            <p:nvPr/>
          </p:nvSpPr>
          <p:spPr>
            <a:xfrm>
              <a:off x="2838450" y="4144100"/>
              <a:ext cx="147950" cy="456925"/>
            </a:xfrm>
            <a:custGeom>
              <a:rect b="b" l="l" r="r" t="t"/>
              <a:pathLst>
                <a:path extrusionOk="0" h="18277" w="5918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7" name="Google Shape;5397;p53"/>
            <p:cNvSpPr/>
            <p:nvPr/>
          </p:nvSpPr>
          <p:spPr>
            <a:xfrm>
              <a:off x="2418450" y="4523000"/>
              <a:ext cx="17875" cy="77425"/>
            </a:xfrm>
            <a:custGeom>
              <a:rect b="b" l="l" r="r" t="t"/>
              <a:pathLst>
                <a:path extrusionOk="0" h="3097" w="715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8" name="Google Shape;5398;p53"/>
            <p:cNvSpPr/>
            <p:nvPr/>
          </p:nvSpPr>
          <p:spPr>
            <a:xfrm>
              <a:off x="2269325" y="4231000"/>
              <a:ext cx="70575" cy="370025"/>
            </a:xfrm>
            <a:custGeom>
              <a:rect b="b" l="l" r="r" t="t"/>
              <a:pathLst>
                <a:path extrusionOk="0" h="14801" w="2823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9" name="Google Shape;5399;p53"/>
            <p:cNvSpPr/>
            <p:nvPr/>
          </p:nvSpPr>
          <p:spPr>
            <a:xfrm>
              <a:off x="1768950" y="4217025"/>
              <a:ext cx="178625" cy="268800"/>
            </a:xfrm>
            <a:custGeom>
              <a:rect b="b" l="l" r="r" t="t"/>
              <a:pathLst>
                <a:path extrusionOk="0" h="10752" w="7145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0" name="Google Shape;5400;p53"/>
            <p:cNvSpPr/>
            <p:nvPr/>
          </p:nvSpPr>
          <p:spPr>
            <a:xfrm>
              <a:off x="1949050" y="4488775"/>
              <a:ext cx="83350" cy="112250"/>
            </a:xfrm>
            <a:custGeom>
              <a:rect b="b" l="l" r="r" t="t"/>
              <a:pathLst>
                <a:path extrusionOk="0" h="4490" w="3334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1" name="Google Shape;5401;p53"/>
            <p:cNvSpPr/>
            <p:nvPr/>
          </p:nvSpPr>
          <p:spPr>
            <a:xfrm>
              <a:off x="1528150" y="4542950"/>
              <a:ext cx="62250" cy="58075"/>
            </a:xfrm>
            <a:custGeom>
              <a:rect b="b" l="l" r="r" t="t"/>
              <a:pathLst>
                <a:path extrusionOk="0" h="2323" w="249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2" name="Google Shape;5402;p53"/>
            <p:cNvSpPr/>
            <p:nvPr/>
          </p:nvSpPr>
          <p:spPr>
            <a:xfrm>
              <a:off x="1404925" y="4411375"/>
              <a:ext cx="121475" cy="132500"/>
            </a:xfrm>
            <a:custGeom>
              <a:rect b="b" l="l" r="r" t="t"/>
              <a:pathLst>
                <a:path extrusionOk="0" h="5300" w="4859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3" name="Google Shape;5403;p53"/>
            <p:cNvSpPr/>
            <p:nvPr/>
          </p:nvSpPr>
          <p:spPr>
            <a:xfrm>
              <a:off x="1219200" y="4222975"/>
              <a:ext cx="181275" cy="185450"/>
            </a:xfrm>
            <a:custGeom>
              <a:rect b="b" l="l" r="r" t="t"/>
              <a:pathLst>
                <a:path extrusionOk="0" h="7418" w="7251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4" name="Google Shape;5404;p53"/>
            <p:cNvSpPr/>
            <p:nvPr/>
          </p:nvSpPr>
          <p:spPr>
            <a:xfrm>
              <a:off x="1770450" y="4228325"/>
              <a:ext cx="568850" cy="372400"/>
            </a:xfrm>
            <a:custGeom>
              <a:rect b="b" l="l" r="r" t="t"/>
              <a:pathLst>
                <a:path extrusionOk="0" h="14896" w="22754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5" name="Google Shape;5405;p53"/>
            <p:cNvSpPr/>
            <p:nvPr/>
          </p:nvSpPr>
          <p:spPr>
            <a:xfrm>
              <a:off x="1757350" y="4183475"/>
              <a:ext cx="13125" cy="6775"/>
            </a:xfrm>
            <a:custGeom>
              <a:rect b="b" l="l" r="r" t="t"/>
              <a:pathLst>
                <a:path extrusionOk="0" h="271" w="525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6" name="Google Shape;5406;p53"/>
            <p:cNvSpPr/>
            <p:nvPr/>
          </p:nvSpPr>
          <p:spPr>
            <a:xfrm>
              <a:off x="1482325" y="4218800"/>
              <a:ext cx="269100" cy="382525"/>
            </a:xfrm>
            <a:custGeom>
              <a:rect b="b" l="l" r="r" t="t"/>
              <a:pathLst>
                <a:path extrusionOk="0" h="15301" w="10764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7" name="Google Shape;5407;p53"/>
            <p:cNvSpPr/>
            <p:nvPr/>
          </p:nvSpPr>
          <p:spPr>
            <a:xfrm>
              <a:off x="1045650" y="4224750"/>
              <a:ext cx="149150" cy="194700"/>
            </a:xfrm>
            <a:custGeom>
              <a:rect b="b" l="l" r="r" t="t"/>
              <a:pathLst>
                <a:path extrusionOk="0" h="7788" w="5966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8" name="Google Shape;5408;p53"/>
            <p:cNvSpPr/>
            <p:nvPr/>
          </p:nvSpPr>
          <p:spPr>
            <a:xfrm>
              <a:off x="892950" y="4416450"/>
              <a:ext cx="147075" cy="184575"/>
            </a:xfrm>
            <a:custGeom>
              <a:rect b="b" l="l" r="r" t="t"/>
              <a:pathLst>
                <a:path extrusionOk="0" h="7383" w="5883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9" name="Google Shape;5409;p53"/>
            <p:cNvSpPr/>
            <p:nvPr/>
          </p:nvSpPr>
          <p:spPr>
            <a:xfrm>
              <a:off x="1395700" y="4211350"/>
              <a:ext cx="354825" cy="200650"/>
            </a:xfrm>
            <a:custGeom>
              <a:rect b="b" l="l" r="r" t="t"/>
              <a:pathLst>
                <a:path extrusionOk="0" h="8026" w="14193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0" name="Google Shape;5410;p53"/>
            <p:cNvSpPr/>
            <p:nvPr/>
          </p:nvSpPr>
          <p:spPr>
            <a:xfrm>
              <a:off x="1092100" y="4407825"/>
              <a:ext cx="300350" cy="178900"/>
            </a:xfrm>
            <a:custGeom>
              <a:rect b="b" l="l" r="r" t="t"/>
              <a:pathLst>
                <a:path extrusionOk="0" h="7156" w="12014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1" name="Google Shape;5411;p53"/>
            <p:cNvSpPr/>
            <p:nvPr/>
          </p:nvSpPr>
          <p:spPr>
            <a:xfrm>
              <a:off x="1231100" y="4199750"/>
              <a:ext cx="516150" cy="14325"/>
            </a:xfrm>
            <a:custGeom>
              <a:rect b="b" l="l" r="r" t="t"/>
              <a:pathLst>
                <a:path extrusionOk="0" h="573" w="20646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2" name="Google Shape;5412;p53"/>
            <p:cNvSpPr/>
            <p:nvPr/>
          </p:nvSpPr>
          <p:spPr>
            <a:xfrm>
              <a:off x="889375" y="3382100"/>
              <a:ext cx="866225" cy="816200"/>
            </a:xfrm>
            <a:custGeom>
              <a:rect b="b" l="l" r="r" t="t"/>
              <a:pathLst>
                <a:path extrusionOk="0" h="32648" w="34649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3" name="Google Shape;5413;p53"/>
            <p:cNvSpPr/>
            <p:nvPr/>
          </p:nvSpPr>
          <p:spPr>
            <a:xfrm>
              <a:off x="953675" y="3873825"/>
              <a:ext cx="242625" cy="319700"/>
            </a:xfrm>
            <a:custGeom>
              <a:rect b="b" l="l" r="r" t="t"/>
              <a:pathLst>
                <a:path extrusionOk="0" h="12788" w="9705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4" name="Google Shape;5414;p53"/>
            <p:cNvSpPr/>
            <p:nvPr/>
          </p:nvSpPr>
          <p:spPr>
            <a:xfrm>
              <a:off x="1015000" y="4311375"/>
              <a:ext cx="67875" cy="261950"/>
            </a:xfrm>
            <a:custGeom>
              <a:rect b="b" l="l" r="r" t="t"/>
              <a:pathLst>
                <a:path extrusionOk="0" h="10478" w="2715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5" name="Google Shape;5415;p53"/>
            <p:cNvSpPr/>
            <p:nvPr/>
          </p:nvSpPr>
          <p:spPr>
            <a:xfrm>
              <a:off x="1011725" y="4302450"/>
              <a:ext cx="2100" cy="2700"/>
            </a:xfrm>
            <a:custGeom>
              <a:rect b="b" l="l" r="r" t="t"/>
              <a:pathLst>
                <a:path extrusionOk="0" h="108" w="84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6" name="Google Shape;5416;p53"/>
            <p:cNvSpPr/>
            <p:nvPr/>
          </p:nvSpPr>
          <p:spPr>
            <a:xfrm>
              <a:off x="919450" y="3886925"/>
              <a:ext cx="99725" cy="406625"/>
            </a:xfrm>
            <a:custGeom>
              <a:rect b="b" l="l" r="r" t="t"/>
              <a:pathLst>
                <a:path extrusionOk="0" h="16265" w="3989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7" name="Google Shape;5417;p53"/>
            <p:cNvSpPr/>
            <p:nvPr/>
          </p:nvSpPr>
          <p:spPr>
            <a:xfrm>
              <a:off x="889075" y="4214625"/>
              <a:ext cx="298000" cy="168500"/>
            </a:xfrm>
            <a:custGeom>
              <a:rect b="b" l="l" r="r" t="t"/>
              <a:pathLst>
                <a:path extrusionOk="0" h="6740" w="1192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8" name="Google Shape;5418;p53"/>
            <p:cNvSpPr/>
            <p:nvPr/>
          </p:nvSpPr>
          <p:spPr>
            <a:xfrm>
              <a:off x="889375" y="3623200"/>
              <a:ext cx="34550" cy="166100"/>
            </a:xfrm>
            <a:custGeom>
              <a:rect b="b" l="l" r="r" t="t"/>
              <a:pathLst>
                <a:path extrusionOk="0" h="6644" w="1382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9" name="Google Shape;5419;p53"/>
            <p:cNvSpPr/>
            <p:nvPr/>
          </p:nvSpPr>
          <p:spPr>
            <a:xfrm>
              <a:off x="889075" y="3786975"/>
              <a:ext cx="91725" cy="100275"/>
            </a:xfrm>
            <a:custGeom>
              <a:rect b="b" l="l" r="r" t="t"/>
              <a:pathLst>
                <a:path extrusionOk="0" h="4011" w="3669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0" name="Google Shape;5420;p53"/>
            <p:cNvSpPr/>
            <p:nvPr/>
          </p:nvSpPr>
          <p:spPr>
            <a:xfrm>
              <a:off x="3670975" y="4475375"/>
              <a:ext cx="17900" cy="18025"/>
            </a:xfrm>
            <a:custGeom>
              <a:rect b="b" l="l" r="r" t="t"/>
              <a:pathLst>
                <a:path extrusionOk="0" h="721" w="716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1" name="Google Shape;5421;p53"/>
            <p:cNvSpPr/>
            <p:nvPr/>
          </p:nvSpPr>
          <p:spPr>
            <a:xfrm>
              <a:off x="2319625" y="4195250"/>
              <a:ext cx="36625" cy="35925"/>
            </a:xfrm>
            <a:custGeom>
              <a:rect b="b" l="l" r="r" t="t"/>
              <a:pathLst>
                <a:path extrusionOk="0" h="1437" w="1465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2" name="Google Shape;5422;p53"/>
            <p:cNvSpPr/>
            <p:nvPr/>
          </p:nvSpPr>
          <p:spPr>
            <a:xfrm>
              <a:off x="1181675" y="4184500"/>
              <a:ext cx="50625" cy="49950"/>
            </a:xfrm>
            <a:custGeom>
              <a:rect b="b" l="l" r="r" t="t"/>
              <a:pathLst>
                <a:path extrusionOk="0" h="1998" w="2025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3" name="Google Shape;5423;p53"/>
            <p:cNvSpPr/>
            <p:nvPr/>
          </p:nvSpPr>
          <p:spPr>
            <a:xfrm>
              <a:off x="1061125" y="4571450"/>
              <a:ext cx="36050" cy="28975"/>
            </a:xfrm>
            <a:custGeom>
              <a:rect b="b" l="l" r="r" t="t"/>
              <a:pathLst>
                <a:path extrusionOk="0" h="1159" w="1442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4" name="Google Shape;5424;p53"/>
            <p:cNvSpPr/>
            <p:nvPr/>
          </p:nvSpPr>
          <p:spPr>
            <a:xfrm>
              <a:off x="1745750" y="4188500"/>
              <a:ext cx="36925" cy="35975"/>
            </a:xfrm>
            <a:custGeom>
              <a:rect b="b" l="l" r="r" t="t"/>
              <a:pathLst>
                <a:path extrusionOk="0" h="1439" w="1477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5" name="Google Shape;5425;p53"/>
            <p:cNvSpPr/>
            <p:nvPr/>
          </p:nvSpPr>
          <p:spPr>
            <a:xfrm>
              <a:off x="3568600" y="4511575"/>
              <a:ext cx="36025" cy="35350"/>
            </a:xfrm>
            <a:custGeom>
              <a:rect b="b" l="l" r="r" t="t"/>
              <a:pathLst>
                <a:path extrusionOk="0" h="1414" w="1441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6" name="Google Shape;5426;p53"/>
            <p:cNvSpPr/>
            <p:nvPr/>
          </p:nvSpPr>
          <p:spPr>
            <a:xfrm>
              <a:off x="2968800" y="4112475"/>
              <a:ext cx="37550" cy="35500"/>
            </a:xfrm>
            <a:custGeom>
              <a:rect b="b" l="l" r="r" t="t"/>
              <a:pathLst>
                <a:path extrusionOk="0" h="1420" w="1502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7" name="Google Shape;5427;p53"/>
            <p:cNvSpPr/>
            <p:nvPr/>
          </p:nvSpPr>
          <p:spPr>
            <a:xfrm>
              <a:off x="1008750" y="4285475"/>
              <a:ext cx="20850" cy="20875"/>
            </a:xfrm>
            <a:custGeom>
              <a:rect b="b" l="l" r="r" t="t"/>
              <a:pathLst>
                <a:path extrusionOk="0" h="835" w="834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8" name="Google Shape;5428;p53"/>
            <p:cNvSpPr/>
            <p:nvPr/>
          </p:nvSpPr>
          <p:spPr>
            <a:xfrm>
              <a:off x="1388550" y="4405125"/>
              <a:ext cx="20875" cy="20950"/>
            </a:xfrm>
            <a:custGeom>
              <a:rect b="b" l="l" r="r" t="t"/>
              <a:pathLst>
                <a:path extrusionOk="0" h="838" w="835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9" name="Google Shape;5429;p53"/>
            <p:cNvSpPr/>
            <p:nvPr/>
          </p:nvSpPr>
          <p:spPr>
            <a:xfrm>
              <a:off x="1214725" y="4506025"/>
              <a:ext cx="20850" cy="20900"/>
            </a:xfrm>
            <a:custGeom>
              <a:rect b="b" l="l" r="r" t="t"/>
              <a:pathLst>
                <a:path extrusionOk="0" h="836" w="834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0" name="Google Shape;5430;p53"/>
            <p:cNvSpPr/>
            <p:nvPr/>
          </p:nvSpPr>
          <p:spPr>
            <a:xfrm>
              <a:off x="2064225" y="4565550"/>
              <a:ext cx="21175" cy="20600"/>
            </a:xfrm>
            <a:custGeom>
              <a:rect b="b" l="l" r="r" t="t"/>
              <a:pathLst>
                <a:path extrusionOk="0" h="824" w="847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1" name="Google Shape;5431;p53"/>
            <p:cNvSpPr/>
            <p:nvPr/>
          </p:nvSpPr>
          <p:spPr>
            <a:xfrm>
              <a:off x="3153650" y="4535800"/>
              <a:ext cx="20875" cy="20900"/>
            </a:xfrm>
            <a:custGeom>
              <a:rect b="b" l="l" r="r" t="t"/>
              <a:pathLst>
                <a:path extrusionOk="0" h="836" w="835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2" name="Google Shape;5432;p53"/>
            <p:cNvSpPr/>
            <p:nvPr/>
          </p:nvSpPr>
          <p:spPr>
            <a:xfrm>
              <a:off x="1938625" y="4462425"/>
              <a:ext cx="21450" cy="20550"/>
            </a:xfrm>
            <a:custGeom>
              <a:rect b="b" l="l" r="r" t="t"/>
              <a:pathLst>
                <a:path extrusionOk="0" h="822" w="858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3" name="Google Shape;5433;p53"/>
            <p:cNvSpPr/>
            <p:nvPr/>
          </p:nvSpPr>
          <p:spPr>
            <a:xfrm>
              <a:off x="2063050" y="4381300"/>
              <a:ext cx="20850" cy="20650"/>
            </a:xfrm>
            <a:custGeom>
              <a:rect b="b" l="l" r="r" t="t"/>
              <a:pathLst>
                <a:path extrusionOk="0" h="826" w="834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434" name="Google Shape;5434;p53"/>
          <p:cNvGrpSpPr/>
          <p:nvPr/>
        </p:nvGrpSpPr>
        <p:grpSpPr>
          <a:xfrm flipH="1">
            <a:off x="14568196" y="8752903"/>
            <a:ext cx="9815838" cy="4174626"/>
            <a:chOff x="889075" y="3382100"/>
            <a:chExt cx="2866775" cy="1219225"/>
          </a:xfrm>
        </p:grpSpPr>
        <p:sp>
          <p:nvSpPr>
            <p:cNvPr id="5435" name="Google Shape;5435;p53"/>
            <p:cNvSpPr/>
            <p:nvPr/>
          </p:nvSpPr>
          <p:spPr>
            <a:xfrm>
              <a:off x="2285400" y="4527175"/>
              <a:ext cx="133950" cy="42000"/>
            </a:xfrm>
            <a:custGeom>
              <a:rect b="b" l="l" r="r" t="t"/>
              <a:pathLst>
                <a:path extrusionOk="0" h="1680" w="5358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6" name="Google Shape;5436;p53"/>
            <p:cNvSpPr/>
            <p:nvPr/>
          </p:nvSpPr>
          <p:spPr>
            <a:xfrm>
              <a:off x="2429750" y="4527475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7" name="Google Shape;5437;p53"/>
            <p:cNvSpPr/>
            <p:nvPr/>
          </p:nvSpPr>
          <p:spPr>
            <a:xfrm>
              <a:off x="2111850" y="4560225"/>
              <a:ext cx="163750" cy="40800"/>
            </a:xfrm>
            <a:custGeom>
              <a:rect b="b" l="l" r="r" t="t"/>
              <a:pathLst>
                <a:path extrusionOk="0" h="1632" w="655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8" name="Google Shape;5438;p53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9" name="Google Shape;5439;p53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0" name="Google Shape;5440;p53"/>
            <p:cNvSpPr/>
            <p:nvPr/>
          </p:nvSpPr>
          <p:spPr>
            <a:xfrm>
              <a:off x="2428575" y="4525675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1" name="Google Shape;5441;p53"/>
            <p:cNvSpPr/>
            <p:nvPr/>
          </p:nvSpPr>
          <p:spPr>
            <a:xfrm>
              <a:off x="2426775" y="4524200"/>
              <a:ext cx="925" cy="925"/>
            </a:xfrm>
            <a:custGeom>
              <a:rect b="b" l="l" r="r" t="t"/>
              <a:pathLst>
                <a:path extrusionOk="0" h="37" w="37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2" name="Google Shape;5442;p53"/>
            <p:cNvSpPr/>
            <p:nvPr/>
          </p:nvSpPr>
          <p:spPr>
            <a:xfrm>
              <a:off x="2428275" y="4525400"/>
              <a:ext cx="325" cy="300"/>
            </a:xfrm>
            <a:custGeom>
              <a:rect b="b" l="l" r="r" t="t"/>
              <a:pathLst>
                <a:path extrusionOk="0" h="12" w="13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3" name="Google Shape;5443;p53"/>
            <p:cNvSpPr/>
            <p:nvPr/>
          </p:nvSpPr>
          <p:spPr>
            <a:xfrm>
              <a:off x="2115725" y="4376850"/>
              <a:ext cx="176250" cy="92600"/>
            </a:xfrm>
            <a:custGeom>
              <a:rect b="b" l="l" r="r" t="t"/>
              <a:pathLst>
                <a:path extrusionOk="0" h="3704" w="705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4" name="Google Shape;5444;p53"/>
            <p:cNvSpPr/>
            <p:nvPr/>
          </p:nvSpPr>
          <p:spPr>
            <a:xfrm>
              <a:off x="2300575" y="4463175"/>
              <a:ext cx="126525" cy="69375"/>
            </a:xfrm>
            <a:custGeom>
              <a:rect b="b" l="l" r="r" t="t"/>
              <a:pathLst>
                <a:path extrusionOk="0" h="2775" w="5061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5" name="Google Shape;5445;p53"/>
            <p:cNvSpPr/>
            <p:nvPr/>
          </p:nvSpPr>
          <p:spPr>
            <a:xfrm>
              <a:off x="1777600" y="4208100"/>
              <a:ext cx="336950" cy="170275"/>
            </a:xfrm>
            <a:custGeom>
              <a:rect b="b" l="l" r="r" t="t"/>
              <a:pathLst>
                <a:path extrusionOk="0" h="6811" w="13478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6" name="Google Shape;5446;p53"/>
            <p:cNvSpPr/>
            <p:nvPr/>
          </p:nvSpPr>
          <p:spPr>
            <a:xfrm>
              <a:off x="2429750" y="452717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7" name="Google Shape;5447;p53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8" name="Google Shape;5448;p53"/>
            <p:cNvSpPr/>
            <p:nvPr/>
          </p:nvSpPr>
          <p:spPr>
            <a:xfrm>
              <a:off x="2428575" y="4525400"/>
              <a:ext cx="25" cy="300"/>
            </a:xfrm>
            <a:custGeom>
              <a:rect b="b" l="l" r="r" t="t"/>
              <a:pathLst>
                <a:path extrusionOk="0" h="12" w="1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9" name="Google Shape;5449;p53"/>
            <p:cNvSpPr/>
            <p:nvPr/>
          </p:nvSpPr>
          <p:spPr>
            <a:xfrm>
              <a:off x="3679325" y="4491150"/>
              <a:ext cx="76525" cy="109875"/>
            </a:xfrm>
            <a:custGeom>
              <a:rect b="b" l="l" r="r" t="t"/>
              <a:pathLst>
                <a:path extrusionOk="0" h="4395" w="3061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0" name="Google Shape;5450;p53"/>
            <p:cNvSpPr/>
            <p:nvPr/>
          </p:nvSpPr>
          <p:spPr>
            <a:xfrm>
              <a:off x="3424225" y="4426275"/>
              <a:ext cx="150925" cy="98550"/>
            </a:xfrm>
            <a:custGeom>
              <a:rect b="b" l="l" r="r" t="t"/>
              <a:pathLst>
                <a:path extrusionOk="0" h="3942" w="6037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1" name="Google Shape;5451;p53"/>
            <p:cNvSpPr/>
            <p:nvPr/>
          </p:nvSpPr>
          <p:spPr>
            <a:xfrm>
              <a:off x="3171525" y="4426275"/>
              <a:ext cx="259275" cy="123550"/>
            </a:xfrm>
            <a:custGeom>
              <a:rect b="b" l="l" r="r" t="t"/>
              <a:pathLst>
                <a:path extrusionOk="0" h="4942" w="10371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2" name="Google Shape;5452;p53"/>
            <p:cNvSpPr/>
            <p:nvPr/>
          </p:nvSpPr>
          <p:spPr>
            <a:xfrm>
              <a:off x="3599850" y="4534025"/>
              <a:ext cx="100925" cy="67000"/>
            </a:xfrm>
            <a:custGeom>
              <a:rect b="b" l="l" r="r" t="t"/>
              <a:pathLst>
                <a:path extrusionOk="0" h="2680" w="4037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3" name="Google Shape;5453;p53"/>
            <p:cNvSpPr/>
            <p:nvPr/>
          </p:nvSpPr>
          <p:spPr>
            <a:xfrm>
              <a:off x="3456675" y="4539975"/>
              <a:ext cx="126825" cy="61050"/>
            </a:xfrm>
            <a:custGeom>
              <a:rect b="b" l="l" r="r" t="t"/>
              <a:pathLst>
                <a:path extrusionOk="0" h="2442" w="5073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4" name="Google Shape;5454;p53"/>
            <p:cNvSpPr/>
            <p:nvPr/>
          </p:nvSpPr>
          <p:spPr>
            <a:xfrm>
              <a:off x="3602825" y="4479850"/>
              <a:ext cx="91100" cy="56275"/>
            </a:xfrm>
            <a:custGeom>
              <a:rect b="b" l="l" r="r" t="t"/>
              <a:pathLst>
                <a:path extrusionOk="0" h="2251" w="3644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5" name="Google Shape;5455;p53"/>
            <p:cNvSpPr/>
            <p:nvPr/>
          </p:nvSpPr>
          <p:spPr>
            <a:xfrm>
              <a:off x="2987850" y="4144100"/>
              <a:ext cx="175650" cy="396800"/>
            </a:xfrm>
            <a:custGeom>
              <a:rect b="b" l="l" r="r" t="t"/>
              <a:pathLst>
                <a:path extrusionOk="0" h="15872" w="7026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6" name="Google Shape;5456;p53"/>
            <p:cNvSpPr/>
            <p:nvPr/>
          </p:nvSpPr>
          <p:spPr>
            <a:xfrm>
              <a:off x="3159900" y="4553675"/>
              <a:ext cx="31275" cy="47350"/>
            </a:xfrm>
            <a:custGeom>
              <a:rect b="b" l="l" r="r" t="t"/>
              <a:pathLst>
                <a:path extrusionOk="0" h="1894" w="1251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7" name="Google Shape;5457;p53"/>
            <p:cNvSpPr/>
            <p:nvPr/>
          </p:nvSpPr>
          <p:spPr>
            <a:xfrm>
              <a:off x="2998275" y="4539850"/>
              <a:ext cx="156900" cy="61175"/>
            </a:xfrm>
            <a:custGeom>
              <a:rect b="b" l="l" r="r" t="t"/>
              <a:pathLst>
                <a:path extrusionOk="0" h="2447" w="6276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8" name="Google Shape;5458;p53"/>
            <p:cNvSpPr/>
            <p:nvPr/>
          </p:nvSpPr>
          <p:spPr>
            <a:xfrm>
              <a:off x="2838450" y="4144100"/>
              <a:ext cx="147950" cy="456925"/>
            </a:xfrm>
            <a:custGeom>
              <a:rect b="b" l="l" r="r" t="t"/>
              <a:pathLst>
                <a:path extrusionOk="0" h="18277" w="5918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9" name="Google Shape;5459;p53"/>
            <p:cNvSpPr/>
            <p:nvPr/>
          </p:nvSpPr>
          <p:spPr>
            <a:xfrm>
              <a:off x="2418450" y="4523000"/>
              <a:ext cx="17875" cy="77425"/>
            </a:xfrm>
            <a:custGeom>
              <a:rect b="b" l="l" r="r" t="t"/>
              <a:pathLst>
                <a:path extrusionOk="0" h="3097" w="715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0" name="Google Shape;5460;p53"/>
            <p:cNvSpPr/>
            <p:nvPr/>
          </p:nvSpPr>
          <p:spPr>
            <a:xfrm>
              <a:off x="2269325" y="4231000"/>
              <a:ext cx="70575" cy="370025"/>
            </a:xfrm>
            <a:custGeom>
              <a:rect b="b" l="l" r="r" t="t"/>
              <a:pathLst>
                <a:path extrusionOk="0" h="14801" w="2823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1" name="Google Shape;5461;p53"/>
            <p:cNvSpPr/>
            <p:nvPr/>
          </p:nvSpPr>
          <p:spPr>
            <a:xfrm>
              <a:off x="1768950" y="4217025"/>
              <a:ext cx="178625" cy="268800"/>
            </a:xfrm>
            <a:custGeom>
              <a:rect b="b" l="l" r="r" t="t"/>
              <a:pathLst>
                <a:path extrusionOk="0" h="10752" w="7145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2" name="Google Shape;5462;p53"/>
            <p:cNvSpPr/>
            <p:nvPr/>
          </p:nvSpPr>
          <p:spPr>
            <a:xfrm>
              <a:off x="1949050" y="4488775"/>
              <a:ext cx="83350" cy="112250"/>
            </a:xfrm>
            <a:custGeom>
              <a:rect b="b" l="l" r="r" t="t"/>
              <a:pathLst>
                <a:path extrusionOk="0" h="4490" w="3334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3" name="Google Shape;5463;p53"/>
            <p:cNvSpPr/>
            <p:nvPr/>
          </p:nvSpPr>
          <p:spPr>
            <a:xfrm>
              <a:off x="1528150" y="4542950"/>
              <a:ext cx="62250" cy="58075"/>
            </a:xfrm>
            <a:custGeom>
              <a:rect b="b" l="l" r="r" t="t"/>
              <a:pathLst>
                <a:path extrusionOk="0" h="2323" w="249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4" name="Google Shape;5464;p53"/>
            <p:cNvSpPr/>
            <p:nvPr/>
          </p:nvSpPr>
          <p:spPr>
            <a:xfrm>
              <a:off x="1404925" y="4411375"/>
              <a:ext cx="121475" cy="132500"/>
            </a:xfrm>
            <a:custGeom>
              <a:rect b="b" l="l" r="r" t="t"/>
              <a:pathLst>
                <a:path extrusionOk="0" h="5300" w="4859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5" name="Google Shape;5465;p53"/>
            <p:cNvSpPr/>
            <p:nvPr/>
          </p:nvSpPr>
          <p:spPr>
            <a:xfrm>
              <a:off x="1219200" y="4222975"/>
              <a:ext cx="181275" cy="185450"/>
            </a:xfrm>
            <a:custGeom>
              <a:rect b="b" l="l" r="r" t="t"/>
              <a:pathLst>
                <a:path extrusionOk="0" h="7418" w="7251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6" name="Google Shape;5466;p53"/>
            <p:cNvSpPr/>
            <p:nvPr/>
          </p:nvSpPr>
          <p:spPr>
            <a:xfrm>
              <a:off x="1770450" y="4228325"/>
              <a:ext cx="568850" cy="372400"/>
            </a:xfrm>
            <a:custGeom>
              <a:rect b="b" l="l" r="r" t="t"/>
              <a:pathLst>
                <a:path extrusionOk="0" h="14896" w="22754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7" name="Google Shape;5467;p53"/>
            <p:cNvSpPr/>
            <p:nvPr/>
          </p:nvSpPr>
          <p:spPr>
            <a:xfrm>
              <a:off x="1757350" y="4183475"/>
              <a:ext cx="13125" cy="6775"/>
            </a:xfrm>
            <a:custGeom>
              <a:rect b="b" l="l" r="r" t="t"/>
              <a:pathLst>
                <a:path extrusionOk="0" h="271" w="525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8" name="Google Shape;5468;p53"/>
            <p:cNvSpPr/>
            <p:nvPr/>
          </p:nvSpPr>
          <p:spPr>
            <a:xfrm>
              <a:off x="1482325" y="4218800"/>
              <a:ext cx="269100" cy="382525"/>
            </a:xfrm>
            <a:custGeom>
              <a:rect b="b" l="l" r="r" t="t"/>
              <a:pathLst>
                <a:path extrusionOk="0" h="15301" w="10764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9" name="Google Shape;5469;p53"/>
            <p:cNvSpPr/>
            <p:nvPr/>
          </p:nvSpPr>
          <p:spPr>
            <a:xfrm>
              <a:off x="1045650" y="4224750"/>
              <a:ext cx="149150" cy="194700"/>
            </a:xfrm>
            <a:custGeom>
              <a:rect b="b" l="l" r="r" t="t"/>
              <a:pathLst>
                <a:path extrusionOk="0" h="7788" w="5966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0" name="Google Shape;5470;p53"/>
            <p:cNvSpPr/>
            <p:nvPr/>
          </p:nvSpPr>
          <p:spPr>
            <a:xfrm>
              <a:off x="892950" y="4416450"/>
              <a:ext cx="147075" cy="184575"/>
            </a:xfrm>
            <a:custGeom>
              <a:rect b="b" l="l" r="r" t="t"/>
              <a:pathLst>
                <a:path extrusionOk="0" h="7383" w="5883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1" name="Google Shape;5471;p53"/>
            <p:cNvSpPr/>
            <p:nvPr/>
          </p:nvSpPr>
          <p:spPr>
            <a:xfrm>
              <a:off x="1395700" y="4211350"/>
              <a:ext cx="354825" cy="200650"/>
            </a:xfrm>
            <a:custGeom>
              <a:rect b="b" l="l" r="r" t="t"/>
              <a:pathLst>
                <a:path extrusionOk="0" h="8026" w="14193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2" name="Google Shape;5472;p53"/>
            <p:cNvSpPr/>
            <p:nvPr/>
          </p:nvSpPr>
          <p:spPr>
            <a:xfrm>
              <a:off x="1092100" y="4407825"/>
              <a:ext cx="300350" cy="178900"/>
            </a:xfrm>
            <a:custGeom>
              <a:rect b="b" l="l" r="r" t="t"/>
              <a:pathLst>
                <a:path extrusionOk="0" h="7156" w="12014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3" name="Google Shape;5473;p53"/>
            <p:cNvSpPr/>
            <p:nvPr/>
          </p:nvSpPr>
          <p:spPr>
            <a:xfrm>
              <a:off x="1231100" y="4199750"/>
              <a:ext cx="516150" cy="14325"/>
            </a:xfrm>
            <a:custGeom>
              <a:rect b="b" l="l" r="r" t="t"/>
              <a:pathLst>
                <a:path extrusionOk="0" h="573" w="20646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4" name="Google Shape;5474;p53"/>
            <p:cNvSpPr/>
            <p:nvPr/>
          </p:nvSpPr>
          <p:spPr>
            <a:xfrm>
              <a:off x="889375" y="3382100"/>
              <a:ext cx="866225" cy="816200"/>
            </a:xfrm>
            <a:custGeom>
              <a:rect b="b" l="l" r="r" t="t"/>
              <a:pathLst>
                <a:path extrusionOk="0" h="32648" w="34649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5" name="Google Shape;5475;p53"/>
            <p:cNvSpPr/>
            <p:nvPr/>
          </p:nvSpPr>
          <p:spPr>
            <a:xfrm>
              <a:off x="953675" y="3873825"/>
              <a:ext cx="242625" cy="319700"/>
            </a:xfrm>
            <a:custGeom>
              <a:rect b="b" l="l" r="r" t="t"/>
              <a:pathLst>
                <a:path extrusionOk="0" h="12788" w="9705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6" name="Google Shape;5476;p53"/>
            <p:cNvSpPr/>
            <p:nvPr/>
          </p:nvSpPr>
          <p:spPr>
            <a:xfrm>
              <a:off x="1015000" y="4311375"/>
              <a:ext cx="67875" cy="261950"/>
            </a:xfrm>
            <a:custGeom>
              <a:rect b="b" l="l" r="r" t="t"/>
              <a:pathLst>
                <a:path extrusionOk="0" h="10478" w="2715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7" name="Google Shape;5477;p53"/>
            <p:cNvSpPr/>
            <p:nvPr/>
          </p:nvSpPr>
          <p:spPr>
            <a:xfrm>
              <a:off x="1011725" y="4302450"/>
              <a:ext cx="2100" cy="2700"/>
            </a:xfrm>
            <a:custGeom>
              <a:rect b="b" l="l" r="r" t="t"/>
              <a:pathLst>
                <a:path extrusionOk="0" h="108" w="84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8" name="Google Shape;5478;p53"/>
            <p:cNvSpPr/>
            <p:nvPr/>
          </p:nvSpPr>
          <p:spPr>
            <a:xfrm>
              <a:off x="919450" y="3886925"/>
              <a:ext cx="99725" cy="406625"/>
            </a:xfrm>
            <a:custGeom>
              <a:rect b="b" l="l" r="r" t="t"/>
              <a:pathLst>
                <a:path extrusionOk="0" h="16265" w="3989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9" name="Google Shape;5479;p53"/>
            <p:cNvSpPr/>
            <p:nvPr/>
          </p:nvSpPr>
          <p:spPr>
            <a:xfrm>
              <a:off x="889075" y="4214625"/>
              <a:ext cx="298000" cy="168500"/>
            </a:xfrm>
            <a:custGeom>
              <a:rect b="b" l="l" r="r" t="t"/>
              <a:pathLst>
                <a:path extrusionOk="0" h="6740" w="1192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0" name="Google Shape;5480;p53"/>
            <p:cNvSpPr/>
            <p:nvPr/>
          </p:nvSpPr>
          <p:spPr>
            <a:xfrm>
              <a:off x="889375" y="3623200"/>
              <a:ext cx="34550" cy="166100"/>
            </a:xfrm>
            <a:custGeom>
              <a:rect b="b" l="l" r="r" t="t"/>
              <a:pathLst>
                <a:path extrusionOk="0" h="6644" w="1382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1" name="Google Shape;5481;p53"/>
            <p:cNvSpPr/>
            <p:nvPr/>
          </p:nvSpPr>
          <p:spPr>
            <a:xfrm>
              <a:off x="889075" y="3786975"/>
              <a:ext cx="91725" cy="100275"/>
            </a:xfrm>
            <a:custGeom>
              <a:rect b="b" l="l" r="r" t="t"/>
              <a:pathLst>
                <a:path extrusionOk="0" h="4011" w="3669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2" name="Google Shape;5482;p53"/>
            <p:cNvSpPr/>
            <p:nvPr/>
          </p:nvSpPr>
          <p:spPr>
            <a:xfrm>
              <a:off x="3670975" y="4475375"/>
              <a:ext cx="17900" cy="18025"/>
            </a:xfrm>
            <a:custGeom>
              <a:rect b="b" l="l" r="r" t="t"/>
              <a:pathLst>
                <a:path extrusionOk="0" h="721" w="716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3" name="Google Shape;5483;p53"/>
            <p:cNvSpPr/>
            <p:nvPr/>
          </p:nvSpPr>
          <p:spPr>
            <a:xfrm>
              <a:off x="2319625" y="4195250"/>
              <a:ext cx="36625" cy="35925"/>
            </a:xfrm>
            <a:custGeom>
              <a:rect b="b" l="l" r="r" t="t"/>
              <a:pathLst>
                <a:path extrusionOk="0" h="1437" w="1465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4" name="Google Shape;5484;p53"/>
            <p:cNvSpPr/>
            <p:nvPr/>
          </p:nvSpPr>
          <p:spPr>
            <a:xfrm>
              <a:off x="1181675" y="4184500"/>
              <a:ext cx="50625" cy="49950"/>
            </a:xfrm>
            <a:custGeom>
              <a:rect b="b" l="l" r="r" t="t"/>
              <a:pathLst>
                <a:path extrusionOk="0" h="1998" w="2025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5" name="Google Shape;5485;p53"/>
            <p:cNvSpPr/>
            <p:nvPr/>
          </p:nvSpPr>
          <p:spPr>
            <a:xfrm>
              <a:off x="1061125" y="4571450"/>
              <a:ext cx="36050" cy="28975"/>
            </a:xfrm>
            <a:custGeom>
              <a:rect b="b" l="l" r="r" t="t"/>
              <a:pathLst>
                <a:path extrusionOk="0" h="1159" w="1442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6" name="Google Shape;5486;p53"/>
            <p:cNvSpPr/>
            <p:nvPr/>
          </p:nvSpPr>
          <p:spPr>
            <a:xfrm>
              <a:off x="1745750" y="4188500"/>
              <a:ext cx="36925" cy="35975"/>
            </a:xfrm>
            <a:custGeom>
              <a:rect b="b" l="l" r="r" t="t"/>
              <a:pathLst>
                <a:path extrusionOk="0" h="1439" w="1477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7" name="Google Shape;5487;p53"/>
            <p:cNvSpPr/>
            <p:nvPr/>
          </p:nvSpPr>
          <p:spPr>
            <a:xfrm>
              <a:off x="3568600" y="4511575"/>
              <a:ext cx="36025" cy="35350"/>
            </a:xfrm>
            <a:custGeom>
              <a:rect b="b" l="l" r="r" t="t"/>
              <a:pathLst>
                <a:path extrusionOk="0" h="1414" w="1441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8" name="Google Shape;5488;p53"/>
            <p:cNvSpPr/>
            <p:nvPr/>
          </p:nvSpPr>
          <p:spPr>
            <a:xfrm>
              <a:off x="2968800" y="4112475"/>
              <a:ext cx="37550" cy="35500"/>
            </a:xfrm>
            <a:custGeom>
              <a:rect b="b" l="l" r="r" t="t"/>
              <a:pathLst>
                <a:path extrusionOk="0" h="1420" w="1502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9" name="Google Shape;5489;p53"/>
            <p:cNvSpPr/>
            <p:nvPr/>
          </p:nvSpPr>
          <p:spPr>
            <a:xfrm>
              <a:off x="1008750" y="4285475"/>
              <a:ext cx="20850" cy="20875"/>
            </a:xfrm>
            <a:custGeom>
              <a:rect b="b" l="l" r="r" t="t"/>
              <a:pathLst>
                <a:path extrusionOk="0" h="835" w="834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0" name="Google Shape;5490;p53"/>
            <p:cNvSpPr/>
            <p:nvPr/>
          </p:nvSpPr>
          <p:spPr>
            <a:xfrm>
              <a:off x="1388550" y="4405125"/>
              <a:ext cx="20875" cy="20950"/>
            </a:xfrm>
            <a:custGeom>
              <a:rect b="b" l="l" r="r" t="t"/>
              <a:pathLst>
                <a:path extrusionOk="0" h="838" w="835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1" name="Google Shape;5491;p53"/>
            <p:cNvSpPr/>
            <p:nvPr/>
          </p:nvSpPr>
          <p:spPr>
            <a:xfrm>
              <a:off x="1214725" y="4506025"/>
              <a:ext cx="20850" cy="20900"/>
            </a:xfrm>
            <a:custGeom>
              <a:rect b="b" l="l" r="r" t="t"/>
              <a:pathLst>
                <a:path extrusionOk="0" h="836" w="834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2" name="Google Shape;5492;p53"/>
            <p:cNvSpPr/>
            <p:nvPr/>
          </p:nvSpPr>
          <p:spPr>
            <a:xfrm>
              <a:off x="2064225" y="4565550"/>
              <a:ext cx="21175" cy="20600"/>
            </a:xfrm>
            <a:custGeom>
              <a:rect b="b" l="l" r="r" t="t"/>
              <a:pathLst>
                <a:path extrusionOk="0" h="824" w="847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3" name="Google Shape;5493;p53"/>
            <p:cNvSpPr/>
            <p:nvPr/>
          </p:nvSpPr>
          <p:spPr>
            <a:xfrm>
              <a:off x="3153650" y="4535800"/>
              <a:ext cx="20875" cy="20900"/>
            </a:xfrm>
            <a:custGeom>
              <a:rect b="b" l="l" r="r" t="t"/>
              <a:pathLst>
                <a:path extrusionOk="0" h="836" w="835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4" name="Google Shape;5494;p53"/>
            <p:cNvSpPr/>
            <p:nvPr/>
          </p:nvSpPr>
          <p:spPr>
            <a:xfrm>
              <a:off x="1938625" y="4462425"/>
              <a:ext cx="21450" cy="20550"/>
            </a:xfrm>
            <a:custGeom>
              <a:rect b="b" l="l" r="r" t="t"/>
              <a:pathLst>
                <a:path extrusionOk="0" h="822" w="858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5" name="Google Shape;5495;p53"/>
            <p:cNvSpPr/>
            <p:nvPr/>
          </p:nvSpPr>
          <p:spPr>
            <a:xfrm>
              <a:off x="2063050" y="4381300"/>
              <a:ext cx="20850" cy="20650"/>
            </a:xfrm>
            <a:custGeom>
              <a:rect b="b" l="l" r="r" t="t"/>
              <a:pathLst>
                <a:path extrusionOk="0" h="826" w="834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496" name="Google Shape;5496;p53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7" name="Google Shape;5497;p53"/>
          <p:cNvSpPr txBox="1"/>
          <p:nvPr>
            <p:ph type="title"/>
          </p:nvPr>
        </p:nvSpPr>
        <p:spPr>
          <a:xfrm>
            <a:off x="2469067" y="3485600"/>
            <a:ext cx="19445700" cy="674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26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498" name="Shape 5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99" name="Google Shape;5499;p54"/>
          <p:cNvGrpSpPr/>
          <p:nvPr/>
        </p:nvGrpSpPr>
        <p:grpSpPr>
          <a:xfrm>
            <a:off x="13721406" y="18"/>
            <a:ext cx="10662615" cy="4142146"/>
            <a:chOff x="874500" y="1324100"/>
            <a:chExt cx="2298225" cy="892800"/>
          </a:xfrm>
        </p:grpSpPr>
        <p:sp>
          <p:nvSpPr>
            <p:cNvPr id="5500" name="Google Shape;5500;p54"/>
            <p:cNvSpPr/>
            <p:nvPr/>
          </p:nvSpPr>
          <p:spPr>
            <a:xfrm>
              <a:off x="3108700" y="1324100"/>
              <a:ext cx="64025" cy="42300"/>
            </a:xfrm>
            <a:custGeom>
              <a:rect b="b" l="l" r="r" t="t"/>
              <a:pathLst>
                <a:path extrusionOk="0" h="1692" w="2561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1" name="Google Shape;5501;p54"/>
            <p:cNvSpPr/>
            <p:nvPr/>
          </p:nvSpPr>
          <p:spPr>
            <a:xfrm>
              <a:off x="3100375" y="1324400"/>
              <a:ext cx="24425" cy="35450"/>
            </a:xfrm>
            <a:custGeom>
              <a:rect b="b" l="l" r="r" t="t"/>
              <a:pathLst>
                <a:path extrusionOk="0" h="1418" w="977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2" name="Google Shape;5502;p54"/>
            <p:cNvSpPr/>
            <p:nvPr/>
          </p:nvSpPr>
          <p:spPr>
            <a:xfrm>
              <a:off x="2658050" y="1324100"/>
              <a:ext cx="77725" cy="101225"/>
            </a:xfrm>
            <a:custGeom>
              <a:rect b="b" l="l" r="r" t="t"/>
              <a:pathLst>
                <a:path extrusionOk="0" h="4049" w="3109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3" name="Google Shape;5503;p54"/>
            <p:cNvSpPr/>
            <p:nvPr/>
          </p:nvSpPr>
          <p:spPr>
            <a:xfrm>
              <a:off x="3039950" y="1324100"/>
              <a:ext cx="46750" cy="37525"/>
            </a:xfrm>
            <a:custGeom>
              <a:rect b="b" l="l" r="r" t="t"/>
              <a:pathLst>
                <a:path extrusionOk="0" h="1501" w="187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4" name="Google Shape;5504;p54"/>
            <p:cNvSpPr/>
            <p:nvPr/>
          </p:nvSpPr>
          <p:spPr>
            <a:xfrm>
              <a:off x="3095625" y="1382750"/>
              <a:ext cx="10725" cy="6125"/>
            </a:xfrm>
            <a:custGeom>
              <a:rect b="b" l="l" r="r" t="t"/>
              <a:pathLst>
                <a:path extrusionOk="0" h="245" w="429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5" name="Google Shape;5505;p54"/>
            <p:cNvSpPr/>
            <p:nvPr/>
          </p:nvSpPr>
          <p:spPr>
            <a:xfrm>
              <a:off x="2519350" y="1324100"/>
              <a:ext cx="119375" cy="105400"/>
            </a:xfrm>
            <a:custGeom>
              <a:rect b="b" l="l" r="r" t="t"/>
              <a:pathLst>
                <a:path extrusionOk="0" h="4216" w="4775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6" name="Google Shape;5506;p54"/>
            <p:cNvSpPr/>
            <p:nvPr/>
          </p:nvSpPr>
          <p:spPr>
            <a:xfrm>
              <a:off x="2959575" y="1324400"/>
              <a:ext cx="127425" cy="44675"/>
            </a:xfrm>
            <a:custGeom>
              <a:rect b="b" l="l" r="r" t="t"/>
              <a:pathLst>
                <a:path extrusionOk="0" h="1787" w="5097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7" name="Google Shape;5507;p54"/>
            <p:cNvSpPr/>
            <p:nvPr/>
          </p:nvSpPr>
          <p:spPr>
            <a:xfrm>
              <a:off x="2669975" y="1368450"/>
              <a:ext cx="416425" cy="72950"/>
            </a:xfrm>
            <a:custGeom>
              <a:rect b="b" l="l" r="r" t="t"/>
              <a:pathLst>
                <a:path extrusionOk="0" h="2918" w="16657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8" name="Google Shape;5508;p54"/>
            <p:cNvSpPr/>
            <p:nvPr/>
          </p:nvSpPr>
          <p:spPr>
            <a:xfrm>
              <a:off x="2464575" y="1378875"/>
              <a:ext cx="629275" cy="804275"/>
            </a:xfrm>
            <a:custGeom>
              <a:rect b="b" l="l" r="r" t="t"/>
              <a:pathLst>
                <a:path extrusionOk="0" h="32171" w="25171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9" name="Google Shape;5509;p54"/>
            <p:cNvSpPr/>
            <p:nvPr/>
          </p:nvSpPr>
          <p:spPr>
            <a:xfrm>
              <a:off x="2489575" y="1454775"/>
              <a:ext cx="155400" cy="285775"/>
            </a:xfrm>
            <a:custGeom>
              <a:rect b="b" l="l" r="r" t="t"/>
              <a:pathLst>
                <a:path extrusionOk="0" h="11431" w="6216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0" name="Google Shape;5510;p54"/>
            <p:cNvSpPr/>
            <p:nvPr/>
          </p:nvSpPr>
          <p:spPr>
            <a:xfrm>
              <a:off x="2481850" y="1387200"/>
              <a:ext cx="1500" cy="2400"/>
            </a:xfrm>
            <a:custGeom>
              <a:rect b="b" l="l" r="r" t="t"/>
              <a:pathLst>
                <a:path extrusionOk="0" h="96" w="6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1" name="Google Shape;5511;p54"/>
            <p:cNvSpPr/>
            <p:nvPr/>
          </p:nvSpPr>
          <p:spPr>
            <a:xfrm>
              <a:off x="2482450" y="1324400"/>
              <a:ext cx="12225" cy="56575"/>
            </a:xfrm>
            <a:custGeom>
              <a:rect b="b" l="l" r="r" t="t"/>
              <a:pathLst>
                <a:path extrusionOk="0" h="2263" w="489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2" name="Google Shape;5512;p54"/>
            <p:cNvSpPr/>
            <p:nvPr/>
          </p:nvSpPr>
          <p:spPr>
            <a:xfrm>
              <a:off x="2461300" y="1397025"/>
              <a:ext cx="28600" cy="338450"/>
            </a:xfrm>
            <a:custGeom>
              <a:rect b="b" l="l" r="r" t="t"/>
              <a:pathLst>
                <a:path extrusionOk="0" h="13538" w="1144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3" name="Google Shape;5513;p54"/>
            <p:cNvSpPr/>
            <p:nvPr/>
          </p:nvSpPr>
          <p:spPr>
            <a:xfrm>
              <a:off x="2299675" y="1324400"/>
              <a:ext cx="333400" cy="114025"/>
            </a:xfrm>
            <a:custGeom>
              <a:rect b="b" l="l" r="r" t="t"/>
              <a:pathLst>
                <a:path extrusionOk="0" h="4561" w="13336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4" name="Google Shape;5514;p54"/>
            <p:cNvSpPr/>
            <p:nvPr/>
          </p:nvSpPr>
          <p:spPr>
            <a:xfrm>
              <a:off x="2163950" y="1324400"/>
              <a:ext cx="136950" cy="109550"/>
            </a:xfrm>
            <a:custGeom>
              <a:rect b="b" l="l" r="r" t="t"/>
              <a:pathLst>
                <a:path extrusionOk="0" h="4382" w="5478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5" name="Google Shape;5515;p54"/>
            <p:cNvSpPr/>
            <p:nvPr/>
          </p:nvSpPr>
          <p:spPr>
            <a:xfrm>
              <a:off x="1971375" y="1430950"/>
              <a:ext cx="188425" cy="158400"/>
            </a:xfrm>
            <a:custGeom>
              <a:rect b="b" l="l" r="r" t="t"/>
              <a:pathLst>
                <a:path extrusionOk="0" h="6336" w="7537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6" name="Google Shape;5516;p54"/>
            <p:cNvSpPr/>
            <p:nvPr/>
          </p:nvSpPr>
          <p:spPr>
            <a:xfrm>
              <a:off x="2269925" y="1742600"/>
              <a:ext cx="5075" cy="3000"/>
            </a:xfrm>
            <a:custGeom>
              <a:rect b="b" l="l" r="r" t="t"/>
              <a:pathLst>
                <a:path extrusionOk="0" h="120" w="203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7" name="Google Shape;5517;p54"/>
            <p:cNvSpPr/>
            <p:nvPr/>
          </p:nvSpPr>
          <p:spPr>
            <a:xfrm>
              <a:off x="2117800" y="1324100"/>
              <a:ext cx="141425" cy="365850"/>
            </a:xfrm>
            <a:custGeom>
              <a:rect b="b" l="l" r="r" t="t"/>
              <a:pathLst>
                <a:path extrusionOk="0" h="14634" w="5657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8" name="Google Shape;5518;p54"/>
            <p:cNvSpPr/>
            <p:nvPr/>
          </p:nvSpPr>
          <p:spPr>
            <a:xfrm>
              <a:off x="2450600" y="1814350"/>
              <a:ext cx="27100" cy="362275"/>
            </a:xfrm>
            <a:custGeom>
              <a:rect b="b" l="l" r="r" t="t"/>
              <a:pathLst>
                <a:path extrusionOk="0" h="14491" w="1084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9" name="Google Shape;5519;p54"/>
            <p:cNvSpPr/>
            <p:nvPr/>
          </p:nvSpPr>
          <p:spPr>
            <a:xfrm>
              <a:off x="2273475" y="1738150"/>
              <a:ext cx="176850" cy="439950"/>
            </a:xfrm>
            <a:custGeom>
              <a:rect b="b" l="l" r="r" t="t"/>
              <a:pathLst>
                <a:path extrusionOk="0" h="17598" w="7074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0" name="Google Shape;5520;p54"/>
            <p:cNvSpPr/>
            <p:nvPr/>
          </p:nvSpPr>
          <p:spPr>
            <a:xfrm>
              <a:off x="2293425" y="1714325"/>
              <a:ext cx="141725" cy="60150"/>
            </a:xfrm>
            <a:custGeom>
              <a:rect b="b" l="l" r="r" t="t"/>
              <a:pathLst>
                <a:path extrusionOk="0" h="2406" w="5669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1" name="Google Shape;5521;p54"/>
            <p:cNvSpPr/>
            <p:nvPr/>
          </p:nvSpPr>
          <p:spPr>
            <a:xfrm>
              <a:off x="1976725" y="1600625"/>
              <a:ext cx="267625" cy="103300"/>
            </a:xfrm>
            <a:custGeom>
              <a:rect b="b" l="l" r="r" t="t"/>
              <a:pathLst>
                <a:path extrusionOk="0" h="4132" w="10705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2" name="Google Shape;5522;p54"/>
            <p:cNvSpPr/>
            <p:nvPr/>
          </p:nvSpPr>
          <p:spPr>
            <a:xfrm>
              <a:off x="1969275" y="1610450"/>
              <a:ext cx="477475" cy="573900"/>
            </a:xfrm>
            <a:custGeom>
              <a:rect b="b" l="l" r="r" t="t"/>
              <a:pathLst>
                <a:path extrusionOk="0" h="22956" w="19099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3" name="Google Shape;5523;p54"/>
            <p:cNvSpPr/>
            <p:nvPr/>
          </p:nvSpPr>
          <p:spPr>
            <a:xfrm>
              <a:off x="1726400" y="1324400"/>
              <a:ext cx="224450" cy="261075"/>
            </a:xfrm>
            <a:custGeom>
              <a:rect b="b" l="l" r="r" t="t"/>
              <a:pathLst>
                <a:path extrusionOk="0" h="10443" w="8978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4" name="Google Shape;5524;p54"/>
            <p:cNvSpPr/>
            <p:nvPr/>
          </p:nvSpPr>
          <p:spPr>
            <a:xfrm>
              <a:off x="1592450" y="1416675"/>
              <a:ext cx="110450" cy="205100"/>
            </a:xfrm>
            <a:custGeom>
              <a:rect b="b" l="l" r="r" t="t"/>
              <a:pathLst>
                <a:path extrusionOk="0" h="8204" w="4418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5" name="Google Shape;5525;p54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6" name="Google Shape;5526;p54"/>
            <p:cNvSpPr/>
            <p:nvPr/>
          </p:nvSpPr>
          <p:spPr>
            <a:xfrm>
              <a:off x="1593350" y="1324400"/>
              <a:ext cx="59850" cy="58675"/>
            </a:xfrm>
            <a:custGeom>
              <a:rect b="b" l="l" r="r" t="t"/>
              <a:pathLst>
                <a:path extrusionOk="0" h="2347" w="2394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7" name="Google Shape;5527;p54"/>
            <p:cNvSpPr/>
            <p:nvPr/>
          </p:nvSpPr>
          <p:spPr>
            <a:xfrm>
              <a:off x="134510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8" name="Google Shape;5528;p54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9" name="Google Shape;5529;p54"/>
            <p:cNvSpPr/>
            <p:nvPr/>
          </p:nvSpPr>
          <p:spPr>
            <a:xfrm>
              <a:off x="1354625" y="1406550"/>
              <a:ext cx="219700" cy="254225"/>
            </a:xfrm>
            <a:custGeom>
              <a:rect b="b" l="l" r="r" t="t"/>
              <a:pathLst>
                <a:path extrusionOk="0" h="10169" w="8788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0" name="Google Shape;5530;p54"/>
            <p:cNvSpPr/>
            <p:nvPr/>
          </p:nvSpPr>
          <p:spPr>
            <a:xfrm>
              <a:off x="1345700" y="1669675"/>
              <a:ext cx="600" cy="325"/>
            </a:xfrm>
            <a:custGeom>
              <a:rect b="b" l="l" r="r" t="t"/>
              <a:pathLst>
                <a:path extrusionOk="0" h="13" w="24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1" name="Google Shape;5531;p54"/>
            <p:cNvSpPr/>
            <p:nvPr/>
          </p:nvSpPr>
          <p:spPr>
            <a:xfrm>
              <a:off x="1348675" y="1635750"/>
              <a:ext cx="339650" cy="34250"/>
            </a:xfrm>
            <a:custGeom>
              <a:rect b="b" l="l" r="r" t="t"/>
              <a:pathLst>
                <a:path extrusionOk="0" h="1370" w="13586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2" name="Google Shape;5532;p54"/>
            <p:cNvSpPr/>
            <p:nvPr/>
          </p:nvSpPr>
          <p:spPr>
            <a:xfrm>
              <a:off x="1346575" y="1669975"/>
              <a:ext cx="1225" cy="625"/>
            </a:xfrm>
            <a:custGeom>
              <a:rect b="b" l="l" r="r" t="t"/>
              <a:pathLst>
                <a:path extrusionOk="0" h="25" w="49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3" name="Google Shape;5533;p54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4" name="Google Shape;5534;p54"/>
            <p:cNvSpPr/>
            <p:nvPr/>
          </p:nvSpPr>
          <p:spPr>
            <a:xfrm>
              <a:off x="1345100" y="16693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5" name="Google Shape;5535;p54"/>
            <p:cNvSpPr/>
            <p:nvPr/>
          </p:nvSpPr>
          <p:spPr>
            <a:xfrm>
              <a:off x="1349275" y="1670125"/>
              <a:ext cx="300" cy="475"/>
            </a:xfrm>
            <a:custGeom>
              <a:rect b="b" l="l" r="r" t="t"/>
              <a:pathLst>
                <a:path extrusionOk="0" h="19" w="12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6" name="Google Shape;5536;p54"/>
            <p:cNvSpPr/>
            <p:nvPr/>
          </p:nvSpPr>
          <p:spPr>
            <a:xfrm>
              <a:off x="1351050" y="16690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7" name="Google Shape;5537;p54"/>
            <p:cNvSpPr/>
            <p:nvPr/>
          </p:nvSpPr>
          <p:spPr>
            <a:xfrm>
              <a:off x="992675" y="1324400"/>
              <a:ext cx="353050" cy="345000"/>
            </a:xfrm>
            <a:custGeom>
              <a:rect b="b" l="l" r="r" t="t"/>
              <a:pathLst>
                <a:path extrusionOk="0" h="13800" w="14122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8" name="Google Shape;5538;p54"/>
            <p:cNvSpPr/>
            <p:nvPr/>
          </p:nvSpPr>
          <p:spPr>
            <a:xfrm>
              <a:off x="1346275" y="1669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9" name="Google Shape;5539;p54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0" name="Google Shape;5540;p54"/>
            <p:cNvSpPr/>
            <p:nvPr/>
          </p:nvSpPr>
          <p:spPr>
            <a:xfrm>
              <a:off x="135105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1" name="Google Shape;5541;p54"/>
            <p:cNvSpPr/>
            <p:nvPr/>
          </p:nvSpPr>
          <p:spPr>
            <a:xfrm>
              <a:off x="1351950" y="166760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2" name="Google Shape;5542;p54"/>
            <p:cNvSpPr/>
            <p:nvPr/>
          </p:nvSpPr>
          <p:spPr>
            <a:xfrm>
              <a:off x="1343300" y="1324400"/>
              <a:ext cx="127425" cy="346500"/>
            </a:xfrm>
            <a:custGeom>
              <a:rect b="b" l="l" r="r" t="t"/>
              <a:pathLst>
                <a:path extrusionOk="0" h="13860" w="5097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3" name="Google Shape;5543;p54"/>
            <p:cNvSpPr/>
            <p:nvPr/>
          </p:nvSpPr>
          <p:spPr>
            <a:xfrm>
              <a:off x="2236875" y="1685475"/>
              <a:ext cx="58075" cy="57750"/>
            </a:xfrm>
            <a:custGeom>
              <a:rect b="b" l="l" r="r" t="t"/>
              <a:pathLst>
                <a:path extrusionOk="0" h="2310" w="2323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4" name="Google Shape;5544;p54"/>
            <p:cNvSpPr/>
            <p:nvPr/>
          </p:nvSpPr>
          <p:spPr>
            <a:xfrm>
              <a:off x="2434225" y="1733500"/>
              <a:ext cx="85450" cy="81450"/>
            </a:xfrm>
            <a:custGeom>
              <a:rect b="b" l="l" r="r" t="t"/>
              <a:pathLst>
                <a:path extrusionOk="0" h="3258" w="3418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5" name="Google Shape;5545;p54"/>
            <p:cNvSpPr/>
            <p:nvPr/>
          </p:nvSpPr>
          <p:spPr>
            <a:xfrm>
              <a:off x="2630075" y="1418625"/>
              <a:ext cx="41100" cy="40925"/>
            </a:xfrm>
            <a:custGeom>
              <a:rect b="b" l="l" r="r" t="t"/>
              <a:pathLst>
                <a:path extrusionOk="0" h="1637" w="1644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6" name="Google Shape;5546;p54"/>
            <p:cNvSpPr/>
            <p:nvPr/>
          </p:nvSpPr>
          <p:spPr>
            <a:xfrm>
              <a:off x="2338375" y="1395450"/>
              <a:ext cx="32475" cy="28775"/>
            </a:xfrm>
            <a:custGeom>
              <a:rect b="b" l="l" r="r" t="t"/>
              <a:pathLst>
                <a:path extrusionOk="0" h="1151" w="1299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7" name="Google Shape;5547;p54"/>
            <p:cNvSpPr/>
            <p:nvPr/>
          </p:nvSpPr>
          <p:spPr>
            <a:xfrm>
              <a:off x="3084300" y="1355525"/>
              <a:ext cx="30375" cy="29150"/>
            </a:xfrm>
            <a:custGeom>
              <a:rect b="b" l="l" r="r" t="t"/>
              <a:pathLst>
                <a:path extrusionOk="0" h="1166" w="1215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8" name="Google Shape;5548;p54"/>
            <p:cNvSpPr/>
            <p:nvPr/>
          </p:nvSpPr>
          <p:spPr>
            <a:xfrm>
              <a:off x="1937425" y="1579200"/>
              <a:ext cx="42300" cy="40575"/>
            </a:xfrm>
            <a:custGeom>
              <a:rect b="b" l="l" r="r" t="t"/>
              <a:pathLst>
                <a:path extrusionOk="0" h="1623" w="1692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9" name="Google Shape;5549;p54"/>
            <p:cNvSpPr/>
            <p:nvPr/>
          </p:nvSpPr>
          <p:spPr>
            <a:xfrm>
              <a:off x="2435125" y="2175825"/>
              <a:ext cx="44075" cy="41075"/>
            </a:xfrm>
            <a:custGeom>
              <a:rect b="b" l="l" r="r" t="t"/>
              <a:pathLst>
                <a:path extrusionOk="0" h="1643" w="1763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0" name="Google Shape;5550;p54"/>
            <p:cNvSpPr/>
            <p:nvPr/>
          </p:nvSpPr>
          <p:spPr>
            <a:xfrm>
              <a:off x="874500" y="1324400"/>
              <a:ext cx="61050" cy="39475"/>
            </a:xfrm>
            <a:custGeom>
              <a:rect b="b" l="l" r="r" t="t"/>
              <a:pathLst>
                <a:path extrusionOk="0" h="1579" w="2442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1" name="Google Shape;5551;p54"/>
            <p:cNvSpPr/>
            <p:nvPr/>
          </p:nvSpPr>
          <p:spPr>
            <a:xfrm>
              <a:off x="1687100" y="1615750"/>
              <a:ext cx="48250" cy="45975"/>
            </a:xfrm>
            <a:custGeom>
              <a:rect b="b" l="l" r="r" t="t"/>
              <a:pathLst>
                <a:path extrusionOk="0" h="1839" w="193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2" name="Google Shape;5552;p54"/>
            <p:cNvSpPr/>
            <p:nvPr/>
          </p:nvSpPr>
          <p:spPr>
            <a:xfrm>
              <a:off x="2480650" y="1385525"/>
              <a:ext cx="17900" cy="16475"/>
            </a:xfrm>
            <a:custGeom>
              <a:rect b="b" l="l" r="r" t="t"/>
              <a:pathLst>
                <a:path extrusionOk="0" h="659" w="716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3" name="Google Shape;5553;p54"/>
            <p:cNvSpPr/>
            <p:nvPr/>
          </p:nvSpPr>
          <p:spPr>
            <a:xfrm>
              <a:off x="1565650" y="1378450"/>
              <a:ext cx="45875" cy="41525"/>
            </a:xfrm>
            <a:custGeom>
              <a:rect b="b" l="l" r="r" t="t"/>
              <a:pathLst>
                <a:path extrusionOk="0" h="1661" w="1835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554" name="Google Shape;5554;p54"/>
          <p:cNvGrpSpPr/>
          <p:nvPr/>
        </p:nvGrpSpPr>
        <p:grpSpPr>
          <a:xfrm flipH="1">
            <a:off x="94" y="6692326"/>
            <a:ext cx="9769102" cy="7023469"/>
            <a:chOff x="-66598" y="5832282"/>
            <a:chExt cx="2812790" cy="2022248"/>
          </a:xfrm>
        </p:grpSpPr>
        <p:sp>
          <p:nvSpPr>
            <p:cNvPr id="5555" name="Google Shape;5555;p54"/>
            <p:cNvSpPr/>
            <p:nvPr/>
          </p:nvSpPr>
          <p:spPr>
            <a:xfrm>
              <a:off x="328475" y="7378484"/>
              <a:ext cx="465911" cy="321630"/>
            </a:xfrm>
            <a:custGeom>
              <a:rect b="b" l="l" r="r" t="t"/>
              <a:pathLst>
                <a:path extrusionOk="0" h="5680" w="8228">
                  <a:moveTo>
                    <a:pt x="8109" y="1"/>
                  </a:moveTo>
                  <a:lnTo>
                    <a:pt x="1" y="5537"/>
                  </a:lnTo>
                  <a:lnTo>
                    <a:pt x="310" y="5680"/>
                  </a:lnTo>
                  <a:lnTo>
                    <a:pt x="8204" y="274"/>
                  </a:lnTo>
                  <a:lnTo>
                    <a:pt x="8228" y="215"/>
                  </a:lnTo>
                  <a:cubicBezTo>
                    <a:pt x="8168" y="155"/>
                    <a:pt x="8121" y="84"/>
                    <a:pt x="810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6" name="Google Shape;5556;p54"/>
            <p:cNvSpPr/>
            <p:nvPr/>
          </p:nvSpPr>
          <p:spPr>
            <a:xfrm>
              <a:off x="89800" y="7701417"/>
              <a:ext cx="239411" cy="152435"/>
            </a:xfrm>
            <a:custGeom>
              <a:rect b="b" l="l" r="r" t="t"/>
              <a:pathLst>
                <a:path extrusionOk="0" h="2692" w="4228">
                  <a:moveTo>
                    <a:pt x="3918" y="1"/>
                  </a:moveTo>
                  <a:lnTo>
                    <a:pt x="1" y="2691"/>
                  </a:lnTo>
                  <a:lnTo>
                    <a:pt x="525" y="2691"/>
                  </a:lnTo>
                  <a:lnTo>
                    <a:pt x="4227" y="155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7" name="Google Shape;5557;p54"/>
            <p:cNvSpPr/>
            <p:nvPr/>
          </p:nvSpPr>
          <p:spPr>
            <a:xfrm>
              <a:off x="-35568" y="7531542"/>
              <a:ext cx="118007" cy="322310"/>
            </a:xfrm>
            <a:custGeom>
              <a:rect b="b" l="l" r="r" t="t"/>
              <a:pathLst>
                <a:path extrusionOk="0" h="5692" w="2084">
                  <a:moveTo>
                    <a:pt x="0" y="0"/>
                  </a:moveTo>
                  <a:lnTo>
                    <a:pt x="0" y="0"/>
                  </a:lnTo>
                  <a:cubicBezTo>
                    <a:pt x="0" y="23"/>
                    <a:pt x="6" y="46"/>
                    <a:pt x="21" y="67"/>
                  </a:cubicBezTo>
                  <a:lnTo>
                    <a:pt x="21" y="67"/>
                  </a:lnTo>
                  <a:lnTo>
                    <a:pt x="0" y="0"/>
                  </a:lnTo>
                  <a:close/>
                  <a:moveTo>
                    <a:pt x="21" y="67"/>
                  </a:moveTo>
                  <a:lnTo>
                    <a:pt x="1774" y="5691"/>
                  </a:lnTo>
                  <a:lnTo>
                    <a:pt x="2084" y="5691"/>
                  </a:lnTo>
                  <a:lnTo>
                    <a:pt x="405" y="274"/>
                  </a:lnTo>
                  <a:lnTo>
                    <a:pt x="107" y="119"/>
                  </a:lnTo>
                  <a:cubicBezTo>
                    <a:pt x="64" y="107"/>
                    <a:pt x="37" y="88"/>
                    <a:pt x="21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8" name="Google Shape;5558;p54"/>
            <p:cNvSpPr/>
            <p:nvPr/>
          </p:nvSpPr>
          <p:spPr>
            <a:xfrm>
              <a:off x="575246" y="7832220"/>
              <a:ext cx="24292" cy="21631"/>
            </a:xfrm>
            <a:custGeom>
              <a:rect b="b" l="l" r="r" t="t"/>
              <a:pathLst>
                <a:path extrusionOk="0" h="382" w="429">
                  <a:moveTo>
                    <a:pt x="167" y="0"/>
                  </a:moveTo>
                  <a:lnTo>
                    <a:pt x="0" y="381"/>
                  </a:lnTo>
                  <a:lnTo>
                    <a:pt x="334" y="381"/>
                  </a:lnTo>
                  <a:lnTo>
                    <a:pt x="429" y="14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9" name="Google Shape;5559;p54"/>
            <p:cNvSpPr/>
            <p:nvPr/>
          </p:nvSpPr>
          <p:spPr>
            <a:xfrm>
              <a:off x="599482" y="7389923"/>
              <a:ext cx="210418" cy="434257"/>
            </a:xfrm>
            <a:custGeom>
              <a:rect b="b" l="l" r="r" t="t"/>
              <a:pathLst>
                <a:path extrusionOk="0" h="7669" w="3716">
                  <a:moveTo>
                    <a:pt x="3442" y="1"/>
                  </a:moveTo>
                  <a:lnTo>
                    <a:pt x="3418" y="72"/>
                  </a:lnTo>
                  <a:lnTo>
                    <a:pt x="84" y="7121"/>
                  </a:lnTo>
                  <a:cubicBezTo>
                    <a:pt x="144" y="7145"/>
                    <a:pt x="168" y="7204"/>
                    <a:pt x="179" y="7276"/>
                  </a:cubicBezTo>
                  <a:cubicBezTo>
                    <a:pt x="215" y="7430"/>
                    <a:pt x="144" y="7561"/>
                    <a:pt x="1" y="7609"/>
                  </a:cubicBezTo>
                  <a:lnTo>
                    <a:pt x="144" y="7669"/>
                  </a:lnTo>
                  <a:lnTo>
                    <a:pt x="3716" y="132"/>
                  </a:lnTo>
                  <a:cubicBezTo>
                    <a:pt x="3608" y="120"/>
                    <a:pt x="3513" y="72"/>
                    <a:pt x="3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0" name="Google Shape;5560;p54"/>
            <p:cNvSpPr/>
            <p:nvPr/>
          </p:nvSpPr>
          <p:spPr>
            <a:xfrm>
              <a:off x="1393704" y="7282052"/>
              <a:ext cx="232672" cy="310192"/>
            </a:xfrm>
            <a:custGeom>
              <a:rect b="b" l="l" r="r" t="t"/>
              <a:pathLst>
                <a:path extrusionOk="0" h="5478" w="4109">
                  <a:moveTo>
                    <a:pt x="3858" y="1"/>
                  </a:moveTo>
                  <a:lnTo>
                    <a:pt x="0" y="5371"/>
                  </a:lnTo>
                  <a:lnTo>
                    <a:pt x="131" y="5418"/>
                  </a:lnTo>
                  <a:cubicBezTo>
                    <a:pt x="179" y="5418"/>
                    <a:pt x="203" y="5430"/>
                    <a:pt x="239" y="5466"/>
                  </a:cubicBezTo>
                  <a:lnTo>
                    <a:pt x="298" y="5478"/>
                  </a:lnTo>
                  <a:lnTo>
                    <a:pt x="4108" y="168"/>
                  </a:lnTo>
                  <a:cubicBezTo>
                    <a:pt x="4013" y="132"/>
                    <a:pt x="3930" y="72"/>
                    <a:pt x="385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1" name="Google Shape;5561;p54"/>
            <p:cNvSpPr/>
            <p:nvPr/>
          </p:nvSpPr>
          <p:spPr>
            <a:xfrm>
              <a:off x="1235267" y="7601643"/>
              <a:ext cx="156455" cy="219818"/>
            </a:xfrm>
            <a:custGeom>
              <a:rect b="b" l="l" r="r" t="t"/>
              <a:pathLst>
                <a:path extrusionOk="0" h="3882" w="2763">
                  <a:moveTo>
                    <a:pt x="2620" y="1"/>
                  </a:moveTo>
                  <a:lnTo>
                    <a:pt x="0" y="3656"/>
                  </a:lnTo>
                  <a:lnTo>
                    <a:pt x="203" y="3882"/>
                  </a:lnTo>
                  <a:lnTo>
                    <a:pt x="2763" y="310"/>
                  </a:lnTo>
                  <a:cubicBezTo>
                    <a:pt x="2691" y="262"/>
                    <a:pt x="2644" y="191"/>
                    <a:pt x="2620" y="120"/>
                  </a:cubicBezTo>
                  <a:cubicBezTo>
                    <a:pt x="2608" y="72"/>
                    <a:pt x="2608" y="24"/>
                    <a:pt x="2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2" name="Google Shape;5562;p54"/>
            <p:cNvSpPr/>
            <p:nvPr/>
          </p:nvSpPr>
          <p:spPr>
            <a:xfrm>
              <a:off x="1202878" y="7822085"/>
              <a:ext cx="33805" cy="31767"/>
            </a:xfrm>
            <a:custGeom>
              <a:rect b="b" l="l" r="r" t="t"/>
              <a:pathLst>
                <a:path extrusionOk="0" h="561" w="597">
                  <a:moveTo>
                    <a:pt x="394" y="1"/>
                  </a:moveTo>
                  <a:lnTo>
                    <a:pt x="1" y="560"/>
                  </a:lnTo>
                  <a:lnTo>
                    <a:pt x="358" y="560"/>
                  </a:lnTo>
                  <a:lnTo>
                    <a:pt x="596" y="227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3" name="Google Shape;5563;p54"/>
            <p:cNvSpPr/>
            <p:nvPr/>
          </p:nvSpPr>
          <p:spPr>
            <a:xfrm>
              <a:off x="-34888" y="7524803"/>
              <a:ext cx="703226" cy="329727"/>
            </a:xfrm>
            <a:custGeom>
              <a:rect b="b" l="l" r="r" t="t"/>
              <a:pathLst>
                <a:path extrusionOk="0" h="5823" w="12419">
                  <a:moveTo>
                    <a:pt x="286" y="0"/>
                  </a:moveTo>
                  <a:cubicBezTo>
                    <a:pt x="226" y="48"/>
                    <a:pt x="167" y="95"/>
                    <a:pt x="95" y="107"/>
                  </a:cubicBezTo>
                  <a:cubicBezTo>
                    <a:pt x="60" y="107"/>
                    <a:pt x="36" y="119"/>
                    <a:pt x="0" y="119"/>
                  </a:cubicBezTo>
                  <a:cubicBezTo>
                    <a:pt x="0" y="167"/>
                    <a:pt x="36" y="226"/>
                    <a:pt x="95" y="238"/>
                  </a:cubicBezTo>
                  <a:lnTo>
                    <a:pt x="393" y="393"/>
                  </a:lnTo>
                  <a:lnTo>
                    <a:pt x="6132" y="3143"/>
                  </a:lnTo>
                  <a:lnTo>
                    <a:pt x="6441" y="3286"/>
                  </a:lnTo>
                  <a:lnTo>
                    <a:pt x="10966" y="5453"/>
                  </a:lnTo>
                  <a:lnTo>
                    <a:pt x="11240" y="5584"/>
                  </a:lnTo>
                  <a:lnTo>
                    <a:pt x="11728" y="5822"/>
                  </a:lnTo>
                  <a:lnTo>
                    <a:pt x="12418" y="5822"/>
                  </a:lnTo>
                  <a:lnTo>
                    <a:pt x="11359" y="5310"/>
                  </a:lnTo>
                  <a:lnTo>
                    <a:pt x="11228" y="5251"/>
                  </a:lnTo>
                  <a:cubicBezTo>
                    <a:pt x="11192" y="5239"/>
                    <a:pt x="11192" y="5239"/>
                    <a:pt x="11180" y="5239"/>
                  </a:cubicBezTo>
                  <a:cubicBezTo>
                    <a:pt x="11150" y="5249"/>
                    <a:pt x="11121" y="5254"/>
                    <a:pt x="11093" y="5254"/>
                  </a:cubicBezTo>
                  <a:cubicBezTo>
                    <a:pt x="10987" y="5254"/>
                    <a:pt x="10899" y="5185"/>
                    <a:pt x="10871" y="5072"/>
                  </a:cubicBezTo>
                  <a:lnTo>
                    <a:pt x="7692" y="3560"/>
                  </a:lnTo>
                  <a:cubicBezTo>
                    <a:pt x="7668" y="3572"/>
                    <a:pt x="7656" y="3584"/>
                    <a:pt x="7620" y="3584"/>
                  </a:cubicBezTo>
                  <a:cubicBezTo>
                    <a:pt x="7593" y="3593"/>
                    <a:pt x="7566" y="3597"/>
                    <a:pt x="7539" y="3597"/>
                  </a:cubicBezTo>
                  <a:cubicBezTo>
                    <a:pt x="7424" y="3597"/>
                    <a:pt x="7318" y="3517"/>
                    <a:pt x="7299" y="3382"/>
                  </a:cubicBezTo>
                  <a:lnTo>
                    <a:pt x="7299" y="3346"/>
                  </a:lnTo>
                  <a:lnTo>
                    <a:pt x="6727" y="3084"/>
                  </a:lnTo>
                  <a:lnTo>
                    <a:pt x="6418" y="2929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4" name="Google Shape;5564;p54"/>
            <p:cNvSpPr/>
            <p:nvPr/>
          </p:nvSpPr>
          <p:spPr>
            <a:xfrm>
              <a:off x="798405" y="7337431"/>
              <a:ext cx="20272" cy="11438"/>
            </a:xfrm>
            <a:custGeom>
              <a:rect b="b" l="l" r="r" t="t"/>
              <a:pathLst>
                <a:path extrusionOk="0" h="202" w="358">
                  <a:moveTo>
                    <a:pt x="160" y="1"/>
                  </a:moveTo>
                  <a:cubicBezTo>
                    <a:pt x="124" y="1"/>
                    <a:pt x="88" y="13"/>
                    <a:pt x="60" y="35"/>
                  </a:cubicBezTo>
                  <a:cubicBezTo>
                    <a:pt x="24" y="83"/>
                    <a:pt x="0" y="142"/>
                    <a:pt x="24" y="202"/>
                  </a:cubicBezTo>
                  <a:cubicBezTo>
                    <a:pt x="60" y="178"/>
                    <a:pt x="95" y="154"/>
                    <a:pt x="143" y="154"/>
                  </a:cubicBezTo>
                  <a:cubicBezTo>
                    <a:pt x="192" y="140"/>
                    <a:pt x="233" y="134"/>
                    <a:pt x="272" y="134"/>
                  </a:cubicBezTo>
                  <a:cubicBezTo>
                    <a:pt x="300" y="134"/>
                    <a:pt x="328" y="137"/>
                    <a:pt x="357" y="142"/>
                  </a:cubicBezTo>
                  <a:lnTo>
                    <a:pt x="274" y="47"/>
                  </a:lnTo>
                  <a:cubicBezTo>
                    <a:pt x="243" y="15"/>
                    <a:pt x="201" y="1"/>
                    <a:pt x="16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5" name="Google Shape;5565;p54"/>
            <p:cNvSpPr/>
            <p:nvPr/>
          </p:nvSpPr>
          <p:spPr>
            <a:xfrm>
              <a:off x="834815" y="7387261"/>
              <a:ext cx="442298" cy="466590"/>
            </a:xfrm>
            <a:custGeom>
              <a:rect b="b" l="l" r="r" t="t"/>
              <a:pathLst>
                <a:path extrusionOk="0" h="8240" w="7811">
                  <a:moveTo>
                    <a:pt x="0" y="0"/>
                  </a:moveTo>
                  <a:lnTo>
                    <a:pt x="0" y="24"/>
                  </a:lnTo>
                  <a:lnTo>
                    <a:pt x="6906" y="7680"/>
                  </a:lnTo>
                  <a:lnTo>
                    <a:pt x="7120" y="7906"/>
                  </a:lnTo>
                  <a:lnTo>
                    <a:pt x="7418" y="8239"/>
                  </a:lnTo>
                  <a:lnTo>
                    <a:pt x="7811" y="8239"/>
                  </a:lnTo>
                  <a:lnTo>
                    <a:pt x="7299" y="7668"/>
                  </a:lnTo>
                  <a:lnTo>
                    <a:pt x="7084" y="7442"/>
                  </a:lnTo>
                  <a:lnTo>
                    <a:pt x="595" y="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6" name="Google Shape;5566;p54"/>
            <p:cNvSpPr/>
            <p:nvPr/>
          </p:nvSpPr>
          <p:spPr>
            <a:xfrm>
              <a:off x="1934416" y="7528144"/>
              <a:ext cx="287938" cy="286579"/>
            </a:xfrm>
            <a:custGeom>
              <a:rect b="b" l="l" r="r" t="t"/>
              <a:pathLst>
                <a:path extrusionOk="0" h="5061" w="5085">
                  <a:moveTo>
                    <a:pt x="36" y="1"/>
                  </a:moveTo>
                  <a:lnTo>
                    <a:pt x="0" y="382"/>
                  </a:lnTo>
                  <a:lnTo>
                    <a:pt x="4870" y="5061"/>
                  </a:lnTo>
                  <a:cubicBezTo>
                    <a:pt x="4918" y="4989"/>
                    <a:pt x="4989" y="4918"/>
                    <a:pt x="5084" y="4858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7" name="Google Shape;5567;p54"/>
            <p:cNvSpPr/>
            <p:nvPr/>
          </p:nvSpPr>
          <p:spPr>
            <a:xfrm>
              <a:off x="1662729" y="7275993"/>
              <a:ext cx="258267" cy="259626"/>
            </a:xfrm>
            <a:custGeom>
              <a:rect b="b" l="l" r="r" t="t"/>
              <a:pathLst>
                <a:path extrusionOk="0" h="4585" w="4561">
                  <a:moveTo>
                    <a:pt x="179" y="1"/>
                  </a:moveTo>
                  <a:cubicBezTo>
                    <a:pt x="131" y="72"/>
                    <a:pt x="71" y="156"/>
                    <a:pt x="0" y="215"/>
                  </a:cubicBezTo>
                  <a:lnTo>
                    <a:pt x="4536" y="4585"/>
                  </a:lnTo>
                  <a:lnTo>
                    <a:pt x="4560" y="4204"/>
                  </a:lnTo>
                  <a:lnTo>
                    <a:pt x="238" y="3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8" name="Google Shape;5568;p54"/>
            <p:cNvSpPr/>
            <p:nvPr/>
          </p:nvSpPr>
          <p:spPr>
            <a:xfrm>
              <a:off x="1407181" y="7591508"/>
              <a:ext cx="482105" cy="202321"/>
            </a:xfrm>
            <a:custGeom>
              <a:rect b="b" l="l" r="r" t="t"/>
              <a:pathLst>
                <a:path extrusionOk="0" h="3573" w="8514">
                  <a:moveTo>
                    <a:pt x="1" y="1"/>
                  </a:moveTo>
                  <a:lnTo>
                    <a:pt x="1" y="1"/>
                  </a:lnTo>
                  <a:cubicBezTo>
                    <a:pt x="60" y="25"/>
                    <a:pt x="108" y="84"/>
                    <a:pt x="120" y="156"/>
                  </a:cubicBezTo>
                  <a:cubicBezTo>
                    <a:pt x="132" y="215"/>
                    <a:pt x="120" y="299"/>
                    <a:pt x="108" y="358"/>
                  </a:cubicBezTo>
                  <a:lnTo>
                    <a:pt x="4549" y="2085"/>
                  </a:lnTo>
                  <a:cubicBezTo>
                    <a:pt x="4584" y="2025"/>
                    <a:pt x="4644" y="1965"/>
                    <a:pt x="4727" y="1954"/>
                  </a:cubicBezTo>
                  <a:cubicBezTo>
                    <a:pt x="4753" y="1948"/>
                    <a:pt x="4779" y="1945"/>
                    <a:pt x="4804" y="1945"/>
                  </a:cubicBezTo>
                  <a:cubicBezTo>
                    <a:pt x="4927" y="1945"/>
                    <a:pt x="5031" y="2017"/>
                    <a:pt x="5061" y="2156"/>
                  </a:cubicBezTo>
                  <a:cubicBezTo>
                    <a:pt x="5073" y="2204"/>
                    <a:pt x="5073" y="2251"/>
                    <a:pt x="5061" y="2275"/>
                  </a:cubicBezTo>
                  <a:lnTo>
                    <a:pt x="8418" y="3573"/>
                  </a:lnTo>
                  <a:cubicBezTo>
                    <a:pt x="8418" y="3466"/>
                    <a:pt x="8454" y="3382"/>
                    <a:pt x="8514" y="3287"/>
                  </a:cubicBezTo>
                  <a:lnTo>
                    <a:pt x="60" y="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9" name="Google Shape;5569;p54"/>
            <p:cNvSpPr/>
            <p:nvPr/>
          </p:nvSpPr>
          <p:spPr>
            <a:xfrm>
              <a:off x="834815" y="7373784"/>
              <a:ext cx="567043" cy="225877"/>
            </a:xfrm>
            <a:custGeom>
              <a:rect b="b" l="l" r="r" t="t"/>
              <a:pathLst>
                <a:path extrusionOk="0" h="3989" w="10014">
                  <a:moveTo>
                    <a:pt x="214" y="0"/>
                  </a:moveTo>
                  <a:lnTo>
                    <a:pt x="95" y="24"/>
                  </a:lnTo>
                  <a:cubicBezTo>
                    <a:pt x="72" y="95"/>
                    <a:pt x="48" y="167"/>
                    <a:pt x="0" y="238"/>
                  </a:cubicBezTo>
                  <a:lnTo>
                    <a:pt x="595" y="465"/>
                  </a:lnTo>
                  <a:lnTo>
                    <a:pt x="9704" y="3989"/>
                  </a:lnTo>
                  <a:cubicBezTo>
                    <a:pt x="9739" y="3905"/>
                    <a:pt x="9799" y="3834"/>
                    <a:pt x="9894" y="3798"/>
                  </a:cubicBezTo>
                  <a:cubicBezTo>
                    <a:pt x="9918" y="3792"/>
                    <a:pt x="9939" y="3789"/>
                    <a:pt x="9958" y="3789"/>
                  </a:cubicBezTo>
                  <a:cubicBezTo>
                    <a:pt x="9978" y="3789"/>
                    <a:pt x="9995" y="3792"/>
                    <a:pt x="10013" y="3798"/>
                  </a:cubicBezTo>
                  <a:lnTo>
                    <a:pt x="9882" y="3751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0" name="Google Shape;5570;p54"/>
            <p:cNvSpPr/>
            <p:nvPr/>
          </p:nvSpPr>
          <p:spPr>
            <a:xfrm>
              <a:off x="836797" y="7252437"/>
              <a:ext cx="767325" cy="121404"/>
            </a:xfrm>
            <a:custGeom>
              <a:rect b="b" l="l" r="r" t="t"/>
              <a:pathLst>
                <a:path extrusionOk="0" h="2144" w="13551">
                  <a:moveTo>
                    <a:pt x="13526" y="0"/>
                  </a:moveTo>
                  <a:lnTo>
                    <a:pt x="1" y="1869"/>
                  </a:lnTo>
                  <a:cubicBezTo>
                    <a:pt x="13" y="1905"/>
                    <a:pt x="37" y="1941"/>
                    <a:pt x="37" y="1988"/>
                  </a:cubicBezTo>
                  <a:cubicBezTo>
                    <a:pt x="60" y="2048"/>
                    <a:pt x="60" y="2084"/>
                    <a:pt x="60" y="2143"/>
                  </a:cubicBezTo>
                  <a:lnTo>
                    <a:pt x="179" y="2131"/>
                  </a:lnTo>
                  <a:lnTo>
                    <a:pt x="13550" y="298"/>
                  </a:lnTo>
                  <a:cubicBezTo>
                    <a:pt x="13538" y="274"/>
                    <a:pt x="13538" y="262"/>
                    <a:pt x="13538" y="226"/>
                  </a:cubicBezTo>
                  <a:cubicBezTo>
                    <a:pt x="13526" y="155"/>
                    <a:pt x="13514" y="83"/>
                    <a:pt x="135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1" name="Google Shape;5571;p54"/>
            <p:cNvSpPr/>
            <p:nvPr/>
          </p:nvSpPr>
          <p:spPr>
            <a:xfrm>
              <a:off x="821339" y="5892588"/>
              <a:ext cx="1182556" cy="1463700"/>
            </a:xfrm>
            <a:custGeom>
              <a:rect b="b" l="l" r="r" t="t"/>
              <a:pathLst>
                <a:path extrusionOk="0" h="25849" w="20884">
                  <a:moveTo>
                    <a:pt x="20645" y="0"/>
                  </a:moveTo>
                  <a:lnTo>
                    <a:pt x="0" y="25682"/>
                  </a:lnTo>
                  <a:cubicBezTo>
                    <a:pt x="107" y="25694"/>
                    <a:pt x="179" y="25777"/>
                    <a:pt x="238" y="25849"/>
                  </a:cubicBezTo>
                  <a:lnTo>
                    <a:pt x="20884" y="179"/>
                  </a:lnTo>
                  <a:cubicBezTo>
                    <a:pt x="20788" y="131"/>
                    <a:pt x="20717" y="72"/>
                    <a:pt x="2064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2" name="Google Shape;5572;p54"/>
            <p:cNvSpPr/>
            <p:nvPr/>
          </p:nvSpPr>
          <p:spPr>
            <a:xfrm>
              <a:off x="1651235" y="6707648"/>
              <a:ext cx="294676" cy="521913"/>
            </a:xfrm>
            <a:custGeom>
              <a:rect b="b" l="l" r="r" t="t"/>
              <a:pathLst>
                <a:path extrusionOk="0" h="9217" w="5204">
                  <a:moveTo>
                    <a:pt x="4942" y="1"/>
                  </a:moveTo>
                  <a:lnTo>
                    <a:pt x="1" y="9073"/>
                  </a:lnTo>
                  <a:cubicBezTo>
                    <a:pt x="96" y="9097"/>
                    <a:pt x="179" y="9145"/>
                    <a:pt x="263" y="9216"/>
                  </a:cubicBezTo>
                  <a:lnTo>
                    <a:pt x="5204" y="132"/>
                  </a:lnTo>
                  <a:cubicBezTo>
                    <a:pt x="5108" y="84"/>
                    <a:pt x="5025" y="37"/>
                    <a:pt x="49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3" name="Google Shape;5573;p54"/>
            <p:cNvSpPr/>
            <p:nvPr/>
          </p:nvSpPr>
          <p:spPr>
            <a:xfrm>
              <a:off x="1946534" y="7353569"/>
              <a:ext cx="2775" cy="4757"/>
            </a:xfrm>
            <a:custGeom>
              <a:rect b="b" l="l" r="r" t="t"/>
              <a:pathLst>
                <a:path extrusionOk="0" h="84" w="49">
                  <a:moveTo>
                    <a:pt x="48" y="0"/>
                  </a:moveTo>
                  <a:cubicBezTo>
                    <a:pt x="24" y="24"/>
                    <a:pt x="12" y="48"/>
                    <a:pt x="1" y="60"/>
                  </a:cubicBezTo>
                  <a:lnTo>
                    <a:pt x="48" y="83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4" name="Google Shape;5574;p54"/>
            <p:cNvSpPr/>
            <p:nvPr/>
          </p:nvSpPr>
          <p:spPr>
            <a:xfrm>
              <a:off x="1900668" y="7369707"/>
              <a:ext cx="47282" cy="399886"/>
            </a:xfrm>
            <a:custGeom>
              <a:rect b="b" l="l" r="r" t="t"/>
              <a:pathLst>
                <a:path extrusionOk="0" h="7062" w="835">
                  <a:moveTo>
                    <a:pt x="561" y="1"/>
                  </a:moveTo>
                  <a:lnTo>
                    <a:pt x="346" y="2537"/>
                  </a:lnTo>
                  <a:lnTo>
                    <a:pt x="322" y="2918"/>
                  </a:lnTo>
                  <a:lnTo>
                    <a:pt x="1" y="7061"/>
                  </a:lnTo>
                  <a:cubicBezTo>
                    <a:pt x="25" y="7061"/>
                    <a:pt x="37" y="7037"/>
                    <a:pt x="49" y="7037"/>
                  </a:cubicBezTo>
                  <a:cubicBezTo>
                    <a:pt x="96" y="7031"/>
                    <a:pt x="138" y="7028"/>
                    <a:pt x="178" y="7028"/>
                  </a:cubicBezTo>
                  <a:cubicBezTo>
                    <a:pt x="218" y="7028"/>
                    <a:pt x="257" y="7031"/>
                    <a:pt x="299" y="7037"/>
                  </a:cubicBezTo>
                  <a:lnTo>
                    <a:pt x="596" y="3192"/>
                  </a:lnTo>
                  <a:lnTo>
                    <a:pt x="632" y="2799"/>
                  </a:lnTo>
                  <a:lnTo>
                    <a:pt x="834" y="108"/>
                  </a:lnTo>
                  <a:lnTo>
                    <a:pt x="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5" name="Google Shape;5575;p54"/>
            <p:cNvSpPr/>
            <p:nvPr/>
          </p:nvSpPr>
          <p:spPr>
            <a:xfrm>
              <a:off x="1934416" y="6716425"/>
              <a:ext cx="62740" cy="623045"/>
            </a:xfrm>
            <a:custGeom>
              <a:rect b="b" l="l" r="r" t="t"/>
              <a:pathLst>
                <a:path extrusionOk="0" h="11003" w="1108">
                  <a:moveTo>
                    <a:pt x="1096" y="1"/>
                  </a:moveTo>
                  <a:cubicBezTo>
                    <a:pt x="1060" y="24"/>
                    <a:pt x="1036" y="24"/>
                    <a:pt x="1000" y="36"/>
                  </a:cubicBezTo>
                  <a:cubicBezTo>
                    <a:pt x="941" y="48"/>
                    <a:pt x="881" y="60"/>
                    <a:pt x="822" y="60"/>
                  </a:cubicBezTo>
                  <a:lnTo>
                    <a:pt x="0" y="10835"/>
                  </a:lnTo>
                  <a:cubicBezTo>
                    <a:pt x="10" y="10834"/>
                    <a:pt x="20" y="10834"/>
                    <a:pt x="30" y="10834"/>
                  </a:cubicBezTo>
                  <a:cubicBezTo>
                    <a:pt x="139" y="10834"/>
                    <a:pt x="242" y="10893"/>
                    <a:pt x="286" y="11002"/>
                  </a:cubicBezTo>
                  <a:lnTo>
                    <a:pt x="1108" y="84"/>
                  </a:lnTo>
                  <a:cubicBezTo>
                    <a:pt x="1108" y="48"/>
                    <a:pt x="1108" y="36"/>
                    <a:pt x="10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6" name="Google Shape;5576;p54"/>
            <p:cNvSpPr/>
            <p:nvPr/>
          </p:nvSpPr>
          <p:spPr>
            <a:xfrm>
              <a:off x="1672809" y="7259175"/>
              <a:ext cx="608209" cy="233974"/>
            </a:xfrm>
            <a:custGeom>
              <a:rect b="b" l="l" r="r" t="t"/>
              <a:pathLst>
                <a:path extrusionOk="0" h="4132" w="10741">
                  <a:moveTo>
                    <a:pt x="84" y="0"/>
                  </a:moveTo>
                  <a:cubicBezTo>
                    <a:pt x="84" y="107"/>
                    <a:pt x="36" y="203"/>
                    <a:pt x="1" y="286"/>
                  </a:cubicBezTo>
                  <a:lnTo>
                    <a:pt x="60" y="298"/>
                  </a:lnTo>
                  <a:lnTo>
                    <a:pt x="4585" y="1941"/>
                  </a:lnTo>
                  <a:lnTo>
                    <a:pt x="4858" y="2048"/>
                  </a:lnTo>
                  <a:lnTo>
                    <a:pt x="10633" y="4132"/>
                  </a:lnTo>
                  <a:lnTo>
                    <a:pt x="10657" y="4013"/>
                  </a:lnTo>
                  <a:lnTo>
                    <a:pt x="10657" y="3989"/>
                  </a:lnTo>
                  <a:lnTo>
                    <a:pt x="10657" y="3977"/>
                  </a:lnTo>
                  <a:lnTo>
                    <a:pt x="10657" y="3965"/>
                  </a:lnTo>
                  <a:lnTo>
                    <a:pt x="10657" y="3941"/>
                  </a:lnTo>
                  <a:cubicBezTo>
                    <a:pt x="10657" y="3941"/>
                    <a:pt x="10657" y="3929"/>
                    <a:pt x="10669" y="3929"/>
                  </a:cubicBezTo>
                  <a:lnTo>
                    <a:pt x="10681" y="3917"/>
                  </a:lnTo>
                  <a:lnTo>
                    <a:pt x="10740" y="3870"/>
                  </a:lnTo>
                  <a:lnTo>
                    <a:pt x="4858" y="1762"/>
                  </a:lnTo>
                  <a:lnTo>
                    <a:pt x="4835" y="1727"/>
                  </a:lnTo>
                  <a:cubicBezTo>
                    <a:pt x="4799" y="1762"/>
                    <a:pt x="4763" y="1786"/>
                    <a:pt x="4716" y="1786"/>
                  </a:cubicBezTo>
                  <a:cubicBezTo>
                    <a:pt x="4693" y="1791"/>
                    <a:pt x="4672" y="1794"/>
                    <a:pt x="4651" y="1794"/>
                  </a:cubicBezTo>
                  <a:cubicBezTo>
                    <a:pt x="4525" y="1794"/>
                    <a:pt x="4423" y="1706"/>
                    <a:pt x="4382" y="1584"/>
                  </a:cubicBezTo>
                  <a:lnTo>
                    <a:pt x="4382" y="1548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7" name="Google Shape;5577;p54"/>
            <p:cNvSpPr/>
            <p:nvPr/>
          </p:nvSpPr>
          <p:spPr>
            <a:xfrm>
              <a:off x="2290361" y="7488393"/>
              <a:ext cx="302774" cy="365458"/>
            </a:xfrm>
            <a:custGeom>
              <a:rect b="b" l="l" r="r" t="t"/>
              <a:pathLst>
                <a:path extrusionOk="0" h="6454" w="5347">
                  <a:moveTo>
                    <a:pt x="84" y="0"/>
                  </a:moveTo>
                  <a:lnTo>
                    <a:pt x="25" y="60"/>
                  </a:lnTo>
                  <a:lnTo>
                    <a:pt x="1" y="346"/>
                  </a:lnTo>
                  <a:lnTo>
                    <a:pt x="4966" y="6453"/>
                  </a:lnTo>
                  <a:lnTo>
                    <a:pt x="5347" y="6453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8" name="Google Shape;5578;p54"/>
            <p:cNvSpPr/>
            <p:nvPr/>
          </p:nvSpPr>
          <p:spPr>
            <a:xfrm>
              <a:off x="2240474" y="7486355"/>
              <a:ext cx="51302" cy="314892"/>
            </a:xfrm>
            <a:custGeom>
              <a:rect b="b" l="l" r="r" t="t"/>
              <a:pathLst>
                <a:path extrusionOk="0" h="5561" w="906">
                  <a:moveTo>
                    <a:pt x="620" y="1"/>
                  </a:moveTo>
                  <a:lnTo>
                    <a:pt x="620" y="12"/>
                  </a:lnTo>
                  <a:lnTo>
                    <a:pt x="608" y="132"/>
                  </a:lnTo>
                  <a:lnTo>
                    <a:pt x="1" y="5501"/>
                  </a:lnTo>
                  <a:cubicBezTo>
                    <a:pt x="108" y="5501"/>
                    <a:pt x="215" y="5513"/>
                    <a:pt x="298" y="5561"/>
                  </a:cubicBezTo>
                  <a:lnTo>
                    <a:pt x="882" y="393"/>
                  </a:lnTo>
                  <a:lnTo>
                    <a:pt x="906" y="120"/>
                  </a:lnTo>
                  <a:lnTo>
                    <a:pt x="870" y="143"/>
                  </a:lnTo>
                  <a:cubicBezTo>
                    <a:pt x="843" y="165"/>
                    <a:pt x="807" y="177"/>
                    <a:pt x="770" y="177"/>
                  </a:cubicBezTo>
                  <a:cubicBezTo>
                    <a:pt x="726" y="177"/>
                    <a:pt x="682" y="159"/>
                    <a:pt x="656" y="120"/>
                  </a:cubicBezTo>
                  <a:cubicBezTo>
                    <a:pt x="620" y="84"/>
                    <a:pt x="620" y="36"/>
                    <a:pt x="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9" name="Google Shape;5579;p54"/>
            <p:cNvSpPr/>
            <p:nvPr/>
          </p:nvSpPr>
          <p:spPr>
            <a:xfrm>
              <a:off x="2543871" y="7110138"/>
              <a:ext cx="202321" cy="177406"/>
            </a:xfrm>
            <a:custGeom>
              <a:rect b="b" l="l" r="r" t="t"/>
              <a:pathLst>
                <a:path extrusionOk="0" h="3133" w="3573">
                  <a:moveTo>
                    <a:pt x="3572" y="1"/>
                  </a:moveTo>
                  <a:lnTo>
                    <a:pt x="1" y="2835"/>
                  </a:lnTo>
                  <a:lnTo>
                    <a:pt x="108" y="3132"/>
                  </a:lnTo>
                  <a:lnTo>
                    <a:pt x="3572" y="370"/>
                  </a:lnTo>
                  <a:lnTo>
                    <a:pt x="35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0" name="Google Shape;5580;p54"/>
            <p:cNvSpPr/>
            <p:nvPr/>
          </p:nvSpPr>
          <p:spPr>
            <a:xfrm>
              <a:off x="2277564" y="7280750"/>
              <a:ext cx="260305" cy="214496"/>
            </a:xfrm>
            <a:custGeom>
              <a:rect b="b" l="l" r="r" t="t"/>
              <a:pathLst>
                <a:path extrusionOk="0" h="3788" w="4597">
                  <a:moveTo>
                    <a:pt x="4501" y="0"/>
                  </a:moveTo>
                  <a:lnTo>
                    <a:pt x="96" y="3489"/>
                  </a:lnTo>
                  <a:lnTo>
                    <a:pt x="36" y="3536"/>
                  </a:lnTo>
                  <a:lnTo>
                    <a:pt x="12" y="3548"/>
                  </a:lnTo>
                  <a:cubicBezTo>
                    <a:pt x="12" y="3548"/>
                    <a:pt x="12" y="3572"/>
                    <a:pt x="1" y="3572"/>
                  </a:cubicBezTo>
                  <a:lnTo>
                    <a:pt x="1" y="3584"/>
                  </a:lnTo>
                  <a:lnTo>
                    <a:pt x="1" y="3596"/>
                  </a:lnTo>
                  <a:lnTo>
                    <a:pt x="1" y="3608"/>
                  </a:lnTo>
                  <a:cubicBezTo>
                    <a:pt x="1" y="3655"/>
                    <a:pt x="1" y="3703"/>
                    <a:pt x="36" y="3727"/>
                  </a:cubicBezTo>
                  <a:cubicBezTo>
                    <a:pt x="59" y="3764"/>
                    <a:pt x="110" y="3788"/>
                    <a:pt x="160" y="3788"/>
                  </a:cubicBezTo>
                  <a:cubicBezTo>
                    <a:pt x="189" y="3788"/>
                    <a:pt x="217" y="3780"/>
                    <a:pt x="239" y="3763"/>
                  </a:cubicBezTo>
                  <a:lnTo>
                    <a:pt x="286" y="3715"/>
                  </a:lnTo>
                  <a:lnTo>
                    <a:pt x="358" y="3655"/>
                  </a:lnTo>
                  <a:lnTo>
                    <a:pt x="4596" y="298"/>
                  </a:lnTo>
                  <a:lnTo>
                    <a:pt x="450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1" name="Google Shape;5581;p54"/>
            <p:cNvSpPr/>
            <p:nvPr/>
          </p:nvSpPr>
          <p:spPr>
            <a:xfrm>
              <a:off x="2341607" y="6704307"/>
              <a:ext cx="8833" cy="5436"/>
            </a:xfrm>
            <a:custGeom>
              <a:rect b="b" l="l" r="r" t="t"/>
              <a:pathLst>
                <a:path extrusionOk="0" h="96" w="156">
                  <a:moveTo>
                    <a:pt x="1" y="0"/>
                  </a:moveTo>
                  <a:lnTo>
                    <a:pt x="48" y="96"/>
                  </a:lnTo>
                  <a:cubicBezTo>
                    <a:pt x="72" y="84"/>
                    <a:pt x="120" y="84"/>
                    <a:pt x="155" y="84"/>
                  </a:cubicBezTo>
                  <a:cubicBezTo>
                    <a:pt x="120" y="24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2" name="Google Shape;5582;p54"/>
            <p:cNvSpPr/>
            <p:nvPr/>
          </p:nvSpPr>
          <p:spPr>
            <a:xfrm>
              <a:off x="2368560" y="6806798"/>
              <a:ext cx="377632" cy="1047053"/>
            </a:xfrm>
            <a:custGeom>
              <a:rect b="b" l="l" r="r" t="t"/>
              <a:pathLst>
                <a:path extrusionOk="0" h="18491" w="6669">
                  <a:moveTo>
                    <a:pt x="275" y="0"/>
                  </a:moveTo>
                  <a:cubicBezTo>
                    <a:pt x="179" y="48"/>
                    <a:pt x="96" y="95"/>
                    <a:pt x="1" y="119"/>
                  </a:cubicBezTo>
                  <a:lnTo>
                    <a:pt x="2858" y="8382"/>
                  </a:lnTo>
                  <a:lnTo>
                    <a:pt x="2966" y="8680"/>
                  </a:lnTo>
                  <a:lnTo>
                    <a:pt x="6359" y="18490"/>
                  </a:lnTo>
                  <a:lnTo>
                    <a:pt x="6668" y="18490"/>
                  </a:lnTo>
                  <a:lnTo>
                    <a:pt x="3204" y="8489"/>
                  </a:lnTo>
                  <a:lnTo>
                    <a:pt x="3097" y="819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3" name="Google Shape;5583;p54"/>
            <p:cNvSpPr/>
            <p:nvPr/>
          </p:nvSpPr>
          <p:spPr>
            <a:xfrm>
              <a:off x="1969467" y="5905385"/>
              <a:ext cx="60702" cy="666136"/>
            </a:xfrm>
            <a:custGeom>
              <a:rect b="b" l="l" r="r" t="t"/>
              <a:pathLst>
                <a:path extrusionOk="0" h="11764" w="1072">
                  <a:moveTo>
                    <a:pt x="774" y="0"/>
                  </a:moveTo>
                  <a:lnTo>
                    <a:pt x="0" y="11740"/>
                  </a:lnTo>
                  <a:cubicBezTo>
                    <a:pt x="96" y="11740"/>
                    <a:pt x="191" y="11740"/>
                    <a:pt x="298" y="11764"/>
                  </a:cubicBezTo>
                  <a:lnTo>
                    <a:pt x="1072" y="0"/>
                  </a:lnTo>
                  <a:lnTo>
                    <a:pt x="1036" y="0"/>
                  </a:lnTo>
                  <a:cubicBezTo>
                    <a:pt x="995" y="6"/>
                    <a:pt x="950" y="9"/>
                    <a:pt x="905" y="9"/>
                  </a:cubicBezTo>
                  <a:cubicBezTo>
                    <a:pt x="861" y="9"/>
                    <a:pt x="816" y="6"/>
                    <a:pt x="7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4" name="Google Shape;5584;p54"/>
            <p:cNvSpPr/>
            <p:nvPr/>
          </p:nvSpPr>
          <p:spPr>
            <a:xfrm>
              <a:off x="2030112" y="5901987"/>
              <a:ext cx="313589" cy="814494"/>
            </a:xfrm>
            <a:custGeom>
              <a:rect b="b" l="l" r="r" t="t"/>
              <a:pathLst>
                <a:path extrusionOk="0" h="14384" w="5538">
                  <a:moveTo>
                    <a:pt x="120" y="1"/>
                  </a:moveTo>
                  <a:cubicBezTo>
                    <a:pt x="72" y="13"/>
                    <a:pt x="37" y="25"/>
                    <a:pt x="1" y="37"/>
                  </a:cubicBezTo>
                  <a:lnTo>
                    <a:pt x="5252" y="14384"/>
                  </a:lnTo>
                  <a:cubicBezTo>
                    <a:pt x="5335" y="14348"/>
                    <a:pt x="5442" y="14300"/>
                    <a:pt x="5537" y="14265"/>
                  </a:cubicBezTo>
                  <a:lnTo>
                    <a:pt x="5490" y="14169"/>
                  </a:lnTo>
                  <a:lnTo>
                    <a:pt x="441" y="418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5" name="Google Shape;5585;p54"/>
            <p:cNvSpPr/>
            <p:nvPr/>
          </p:nvSpPr>
          <p:spPr>
            <a:xfrm>
              <a:off x="2396250" y="6781827"/>
              <a:ext cx="349942" cy="147055"/>
            </a:xfrm>
            <a:custGeom>
              <a:rect b="b" l="l" r="r" t="t"/>
              <a:pathLst>
                <a:path extrusionOk="0" h="2597" w="6180">
                  <a:moveTo>
                    <a:pt x="155" y="1"/>
                  </a:moveTo>
                  <a:cubicBezTo>
                    <a:pt x="119" y="84"/>
                    <a:pt x="60" y="179"/>
                    <a:pt x="0" y="251"/>
                  </a:cubicBezTo>
                  <a:lnTo>
                    <a:pt x="6179" y="2596"/>
                  </a:lnTo>
                  <a:lnTo>
                    <a:pt x="6179" y="228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6" name="Google Shape;5586;p54"/>
            <p:cNvSpPr/>
            <p:nvPr/>
          </p:nvSpPr>
          <p:spPr>
            <a:xfrm>
              <a:off x="2046987" y="6647003"/>
              <a:ext cx="260305" cy="114666"/>
            </a:xfrm>
            <a:custGeom>
              <a:rect b="b" l="l" r="r" t="t"/>
              <a:pathLst>
                <a:path extrusionOk="0" h="2025" w="4597">
                  <a:moveTo>
                    <a:pt x="36" y="0"/>
                  </a:moveTo>
                  <a:cubicBezTo>
                    <a:pt x="24" y="96"/>
                    <a:pt x="13" y="191"/>
                    <a:pt x="1" y="298"/>
                  </a:cubicBezTo>
                  <a:lnTo>
                    <a:pt x="4537" y="2024"/>
                  </a:lnTo>
                  <a:cubicBezTo>
                    <a:pt x="4537" y="1917"/>
                    <a:pt x="4549" y="1810"/>
                    <a:pt x="4596" y="1727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7" name="Google Shape;5587;p54"/>
            <p:cNvSpPr/>
            <p:nvPr/>
          </p:nvSpPr>
          <p:spPr>
            <a:xfrm>
              <a:off x="2036907" y="5890549"/>
              <a:ext cx="708605" cy="894732"/>
            </a:xfrm>
            <a:custGeom>
              <a:rect b="b" l="l" r="r" t="t"/>
              <a:pathLst>
                <a:path extrusionOk="0" h="15801" w="12514">
                  <a:moveTo>
                    <a:pt x="214" y="1"/>
                  </a:moveTo>
                  <a:cubicBezTo>
                    <a:pt x="179" y="96"/>
                    <a:pt x="95" y="155"/>
                    <a:pt x="0" y="203"/>
                  </a:cubicBezTo>
                  <a:lnTo>
                    <a:pt x="321" y="620"/>
                  </a:lnTo>
                  <a:lnTo>
                    <a:pt x="12513" y="15800"/>
                  </a:lnTo>
                  <a:lnTo>
                    <a:pt x="12513" y="15324"/>
                  </a:lnTo>
                  <a:lnTo>
                    <a:pt x="21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8" name="Google Shape;5588;p54"/>
            <p:cNvSpPr/>
            <p:nvPr/>
          </p:nvSpPr>
          <p:spPr>
            <a:xfrm>
              <a:off x="2303838" y="6708611"/>
              <a:ext cx="106625" cy="106398"/>
            </a:xfrm>
            <a:custGeom>
              <a:rect b="b" l="l" r="r" t="t"/>
              <a:pathLst>
                <a:path extrusionOk="0" h="1879" w="1883">
                  <a:moveTo>
                    <a:pt x="928" y="0"/>
                  </a:moveTo>
                  <a:cubicBezTo>
                    <a:pt x="889" y="0"/>
                    <a:pt x="850" y="3"/>
                    <a:pt x="811" y="8"/>
                  </a:cubicBezTo>
                  <a:cubicBezTo>
                    <a:pt x="787" y="8"/>
                    <a:pt x="739" y="20"/>
                    <a:pt x="715" y="20"/>
                  </a:cubicBezTo>
                  <a:cubicBezTo>
                    <a:pt x="608" y="55"/>
                    <a:pt x="513" y="79"/>
                    <a:pt x="441" y="139"/>
                  </a:cubicBezTo>
                  <a:cubicBezTo>
                    <a:pt x="263" y="258"/>
                    <a:pt x="132" y="424"/>
                    <a:pt x="60" y="639"/>
                  </a:cubicBezTo>
                  <a:cubicBezTo>
                    <a:pt x="25" y="722"/>
                    <a:pt x="13" y="829"/>
                    <a:pt x="1" y="936"/>
                  </a:cubicBezTo>
                  <a:cubicBezTo>
                    <a:pt x="1" y="1008"/>
                    <a:pt x="1" y="1079"/>
                    <a:pt x="25" y="1151"/>
                  </a:cubicBezTo>
                  <a:cubicBezTo>
                    <a:pt x="127" y="1589"/>
                    <a:pt x="516" y="1879"/>
                    <a:pt x="940" y="1879"/>
                  </a:cubicBezTo>
                  <a:cubicBezTo>
                    <a:pt x="1011" y="1879"/>
                    <a:pt x="1084" y="1870"/>
                    <a:pt x="1156" y="1853"/>
                  </a:cubicBezTo>
                  <a:cubicBezTo>
                    <a:pt x="1263" y="1829"/>
                    <a:pt x="1346" y="1794"/>
                    <a:pt x="1430" y="1734"/>
                  </a:cubicBezTo>
                  <a:cubicBezTo>
                    <a:pt x="1501" y="1675"/>
                    <a:pt x="1573" y="1615"/>
                    <a:pt x="1632" y="1544"/>
                  </a:cubicBezTo>
                  <a:cubicBezTo>
                    <a:pt x="1692" y="1472"/>
                    <a:pt x="1751" y="1377"/>
                    <a:pt x="1799" y="1294"/>
                  </a:cubicBezTo>
                  <a:cubicBezTo>
                    <a:pt x="1870" y="1115"/>
                    <a:pt x="1882" y="913"/>
                    <a:pt x="1846" y="722"/>
                  </a:cubicBezTo>
                  <a:cubicBezTo>
                    <a:pt x="1748" y="296"/>
                    <a:pt x="1359" y="0"/>
                    <a:pt x="9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9" name="Google Shape;5589;p54"/>
            <p:cNvSpPr/>
            <p:nvPr/>
          </p:nvSpPr>
          <p:spPr>
            <a:xfrm>
              <a:off x="1889909" y="6570785"/>
              <a:ext cx="158493" cy="149773"/>
            </a:xfrm>
            <a:custGeom>
              <a:rect b="b" l="l" r="r" t="t"/>
              <a:pathLst>
                <a:path extrusionOk="0" h="2645" w="2799">
                  <a:moveTo>
                    <a:pt x="1405" y="1"/>
                  </a:moveTo>
                  <a:cubicBezTo>
                    <a:pt x="1322" y="1"/>
                    <a:pt x="1251" y="13"/>
                    <a:pt x="1167" y="37"/>
                  </a:cubicBezTo>
                  <a:cubicBezTo>
                    <a:pt x="453" y="215"/>
                    <a:pt x="0" y="930"/>
                    <a:pt x="179" y="1644"/>
                  </a:cubicBezTo>
                  <a:cubicBezTo>
                    <a:pt x="250" y="1965"/>
                    <a:pt x="465" y="2239"/>
                    <a:pt x="715" y="2418"/>
                  </a:cubicBezTo>
                  <a:cubicBezTo>
                    <a:pt x="786" y="2477"/>
                    <a:pt x="882" y="2513"/>
                    <a:pt x="965" y="2549"/>
                  </a:cubicBezTo>
                  <a:cubicBezTo>
                    <a:pt x="1120" y="2604"/>
                    <a:pt x="1275" y="2644"/>
                    <a:pt x="1441" y="2644"/>
                  </a:cubicBezTo>
                  <a:cubicBezTo>
                    <a:pt x="1491" y="2644"/>
                    <a:pt x="1543" y="2641"/>
                    <a:pt x="1596" y="2632"/>
                  </a:cubicBezTo>
                  <a:cubicBezTo>
                    <a:pt x="1655" y="2632"/>
                    <a:pt x="1715" y="2620"/>
                    <a:pt x="1786" y="2608"/>
                  </a:cubicBezTo>
                  <a:cubicBezTo>
                    <a:pt x="1822" y="2596"/>
                    <a:pt x="1846" y="2596"/>
                    <a:pt x="1882" y="2573"/>
                  </a:cubicBezTo>
                  <a:cubicBezTo>
                    <a:pt x="2322" y="2430"/>
                    <a:pt x="2656" y="2073"/>
                    <a:pt x="2751" y="1644"/>
                  </a:cubicBezTo>
                  <a:cubicBezTo>
                    <a:pt x="2787" y="1537"/>
                    <a:pt x="2787" y="1442"/>
                    <a:pt x="2798" y="1346"/>
                  </a:cubicBezTo>
                  <a:cubicBezTo>
                    <a:pt x="2798" y="1227"/>
                    <a:pt x="2798" y="1120"/>
                    <a:pt x="2775" y="1013"/>
                  </a:cubicBezTo>
                  <a:cubicBezTo>
                    <a:pt x="2632" y="477"/>
                    <a:pt x="2203" y="108"/>
                    <a:pt x="1703" y="13"/>
                  </a:cubicBezTo>
                  <a:cubicBezTo>
                    <a:pt x="1608" y="1"/>
                    <a:pt x="1501" y="1"/>
                    <a:pt x="14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0" name="Google Shape;5590;p54"/>
            <p:cNvSpPr/>
            <p:nvPr/>
          </p:nvSpPr>
          <p:spPr>
            <a:xfrm>
              <a:off x="-66598" y="7476899"/>
              <a:ext cx="58041" cy="54530"/>
            </a:xfrm>
            <a:custGeom>
              <a:rect b="b" l="l" r="r" t="t"/>
              <a:pathLst>
                <a:path extrusionOk="0" h="963" w="1025">
                  <a:moveTo>
                    <a:pt x="520" y="1"/>
                  </a:moveTo>
                  <a:cubicBezTo>
                    <a:pt x="486" y="1"/>
                    <a:pt x="452" y="5"/>
                    <a:pt x="417" y="13"/>
                  </a:cubicBezTo>
                  <a:cubicBezTo>
                    <a:pt x="155" y="72"/>
                    <a:pt x="1" y="322"/>
                    <a:pt x="60" y="584"/>
                  </a:cubicBezTo>
                  <a:cubicBezTo>
                    <a:pt x="96" y="799"/>
                    <a:pt x="322" y="953"/>
                    <a:pt x="536" y="953"/>
                  </a:cubicBezTo>
                  <a:cubicBezTo>
                    <a:pt x="554" y="959"/>
                    <a:pt x="572" y="962"/>
                    <a:pt x="587" y="962"/>
                  </a:cubicBezTo>
                  <a:cubicBezTo>
                    <a:pt x="602" y="962"/>
                    <a:pt x="614" y="959"/>
                    <a:pt x="620" y="953"/>
                  </a:cubicBezTo>
                  <a:cubicBezTo>
                    <a:pt x="691" y="941"/>
                    <a:pt x="774" y="894"/>
                    <a:pt x="810" y="846"/>
                  </a:cubicBezTo>
                  <a:cubicBezTo>
                    <a:pt x="953" y="739"/>
                    <a:pt x="1024" y="549"/>
                    <a:pt x="977" y="370"/>
                  </a:cubicBezTo>
                  <a:cubicBezTo>
                    <a:pt x="925" y="154"/>
                    <a:pt x="732" y="1"/>
                    <a:pt x="5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1" name="Google Shape;5591;p54"/>
            <p:cNvSpPr/>
            <p:nvPr/>
          </p:nvSpPr>
          <p:spPr>
            <a:xfrm>
              <a:off x="2202705" y="7797170"/>
              <a:ext cx="77633" cy="55323"/>
            </a:xfrm>
            <a:custGeom>
              <a:rect b="b" l="l" r="r" t="t"/>
              <a:pathLst>
                <a:path extrusionOk="0" h="977" w="1371">
                  <a:moveTo>
                    <a:pt x="656" y="0"/>
                  </a:moveTo>
                  <a:cubicBezTo>
                    <a:pt x="620" y="12"/>
                    <a:pt x="584" y="12"/>
                    <a:pt x="537" y="24"/>
                  </a:cubicBezTo>
                  <a:cubicBezTo>
                    <a:pt x="465" y="48"/>
                    <a:pt x="394" y="72"/>
                    <a:pt x="346" y="107"/>
                  </a:cubicBezTo>
                  <a:cubicBezTo>
                    <a:pt x="251" y="143"/>
                    <a:pt x="180" y="227"/>
                    <a:pt x="132" y="310"/>
                  </a:cubicBezTo>
                  <a:cubicBezTo>
                    <a:pt x="49" y="453"/>
                    <a:pt x="1" y="631"/>
                    <a:pt x="49" y="810"/>
                  </a:cubicBezTo>
                  <a:cubicBezTo>
                    <a:pt x="60" y="869"/>
                    <a:pt x="72" y="929"/>
                    <a:pt x="108" y="977"/>
                  </a:cubicBezTo>
                  <a:lnTo>
                    <a:pt x="1263" y="977"/>
                  </a:lnTo>
                  <a:cubicBezTo>
                    <a:pt x="1334" y="846"/>
                    <a:pt x="1370" y="679"/>
                    <a:pt x="1323" y="512"/>
                  </a:cubicBezTo>
                  <a:cubicBezTo>
                    <a:pt x="1275" y="310"/>
                    <a:pt x="1132" y="143"/>
                    <a:pt x="953" y="60"/>
                  </a:cubicBezTo>
                  <a:cubicBezTo>
                    <a:pt x="858" y="12"/>
                    <a:pt x="763" y="0"/>
                    <a:pt x="6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2" name="Google Shape;5592;p54"/>
            <p:cNvSpPr/>
            <p:nvPr/>
          </p:nvSpPr>
          <p:spPr>
            <a:xfrm>
              <a:off x="1603386" y="7218858"/>
              <a:ext cx="73556" cy="75255"/>
            </a:xfrm>
            <a:custGeom>
              <a:rect b="b" l="l" r="r" t="t"/>
              <a:pathLst>
                <a:path extrusionOk="0" h="1329" w="1299">
                  <a:moveTo>
                    <a:pt x="660" y="0"/>
                  </a:moveTo>
                  <a:cubicBezTo>
                    <a:pt x="612" y="0"/>
                    <a:pt x="562" y="7"/>
                    <a:pt x="512" y="22"/>
                  </a:cubicBezTo>
                  <a:cubicBezTo>
                    <a:pt x="227" y="69"/>
                    <a:pt x="36" y="319"/>
                    <a:pt x="0" y="593"/>
                  </a:cubicBezTo>
                  <a:cubicBezTo>
                    <a:pt x="0" y="665"/>
                    <a:pt x="0" y="748"/>
                    <a:pt x="12" y="819"/>
                  </a:cubicBezTo>
                  <a:cubicBezTo>
                    <a:pt x="12" y="843"/>
                    <a:pt x="24" y="867"/>
                    <a:pt x="24" y="891"/>
                  </a:cubicBezTo>
                  <a:cubicBezTo>
                    <a:pt x="60" y="986"/>
                    <a:pt x="107" y="1057"/>
                    <a:pt x="167" y="1117"/>
                  </a:cubicBezTo>
                  <a:cubicBezTo>
                    <a:pt x="238" y="1188"/>
                    <a:pt x="310" y="1248"/>
                    <a:pt x="405" y="1284"/>
                  </a:cubicBezTo>
                  <a:cubicBezTo>
                    <a:pt x="477" y="1313"/>
                    <a:pt x="554" y="1328"/>
                    <a:pt x="632" y="1328"/>
                  </a:cubicBezTo>
                  <a:cubicBezTo>
                    <a:pt x="683" y="1328"/>
                    <a:pt x="734" y="1322"/>
                    <a:pt x="786" y="1307"/>
                  </a:cubicBezTo>
                  <a:cubicBezTo>
                    <a:pt x="881" y="1296"/>
                    <a:pt x="965" y="1248"/>
                    <a:pt x="1024" y="1212"/>
                  </a:cubicBezTo>
                  <a:cubicBezTo>
                    <a:pt x="1096" y="1153"/>
                    <a:pt x="1155" y="1081"/>
                    <a:pt x="1203" y="998"/>
                  </a:cubicBezTo>
                  <a:cubicBezTo>
                    <a:pt x="1250" y="915"/>
                    <a:pt x="1274" y="819"/>
                    <a:pt x="1298" y="712"/>
                  </a:cubicBezTo>
                  <a:cubicBezTo>
                    <a:pt x="1298" y="641"/>
                    <a:pt x="1298" y="581"/>
                    <a:pt x="1274" y="510"/>
                  </a:cubicBezTo>
                  <a:cubicBezTo>
                    <a:pt x="1250" y="391"/>
                    <a:pt x="1191" y="272"/>
                    <a:pt x="1108" y="176"/>
                  </a:cubicBezTo>
                  <a:cubicBezTo>
                    <a:pt x="1024" y="105"/>
                    <a:pt x="941" y="57"/>
                    <a:pt x="846" y="34"/>
                  </a:cubicBezTo>
                  <a:cubicBezTo>
                    <a:pt x="790" y="13"/>
                    <a:pt x="727" y="0"/>
                    <a:pt x="6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3" name="Google Shape;5593;p54"/>
            <p:cNvSpPr/>
            <p:nvPr/>
          </p:nvSpPr>
          <p:spPr>
            <a:xfrm>
              <a:off x="1883850" y="7767045"/>
              <a:ext cx="56682" cy="53397"/>
            </a:xfrm>
            <a:custGeom>
              <a:rect b="b" l="l" r="r" t="t"/>
              <a:pathLst>
                <a:path extrusionOk="0" h="943" w="1001">
                  <a:moveTo>
                    <a:pt x="468" y="1"/>
                  </a:moveTo>
                  <a:cubicBezTo>
                    <a:pt x="432" y="1"/>
                    <a:pt x="397" y="4"/>
                    <a:pt x="357" y="8"/>
                  </a:cubicBezTo>
                  <a:cubicBezTo>
                    <a:pt x="346" y="8"/>
                    <a:pt x="334" y="20"/>
                    <a:pt x="322" y="20"/>
                  </a:cubicBezTo>
                  <a:cubicBezTo>
                    <a:pt x="227" y="56"/>
                    <a:pt x="155" y="116"/>
                    <a:pt x="96" y="187"/>
                  </a:cubicBezTo>
                  <a:cubicBezTo>
                    <a:pt x="36" y="258"/>
                    <a:pt x="0" y="366"/>
                    <a:pt x="0" y="473"/>
                  </a:cubicBezTo>
                  <a:cubicBezTo>
                    <a:pt x="0" y="497"/>
                    <a:pt x="0" y="544"/>
                    <a:pt x="24" y="580"/>
                  </a:cubicBezTo>
                  <a:cubicBezTo>
                    <a:pt x="78" y="795"/>
                    <a:pt x="287" y="942"/>
                    <a:pt x="512" y="942"/>
                  </a:cubicBezTo>
                  <a:cubicBezTo>
                    <a:pt x="536" y="942"/>
                    <a:pt x="560" y="941"/>
                    <a:pt x="584" y="937"/>
                  </a:cubicBezTo>
                  <a:cubicBezTo>
                    <a:pt x="834" y="878"/>
                    <a:pt x="1000" y="616"/>
                    <a:pt x="941" y="366"/>
                  </a:cubicBezTo>
                  <a:cubicBezTo>
                    <a:pt x="893" y="199"/>
                    <a:pt x="774" y="68"/>
                    <a:pt x="631" y="20"/>
                  </a:cubicBezTo>
                  <a:cubicBezTo>
                    <a:pt x="569" y="6"/>
                    <a:pt x="518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4" name="Google Shape;5594;p54"/>
            <p:cNvSpPr/>
            <p:nvPr/>
          </p:nvSpPr>
          <p:spPr>
            <a:xfrm>
              <a:off x="2154857" y="7293887"/>
              <a:ext cx="58720" cy="53511"/>
            </a:xfrm>
            <a:custGeom>
              <a:rect b="b" l="l" r="r" t="t"/>
              <a:pathLst>
                <a:path extrusionOk="0" h="945" w="1037">
                  <a:moveTo>
                    <a:pt x="540" y="1"/>
                  </a:moveTo>
                  <a:cubicBezTo>
                    <a:pt x="499" y="1"/>
                    <a:pt x="458" y="6"/>
                    <a:pt x="417" y="18"/>
                  </a:cubicBezTo>
                  <a:cubicBezTo>
                    <a:pt x="155" y="78"/>
                    <a:pt x="1" y="328"/>
                    <a:pt x="48" y="578"/>
                  </a:cubicBezTo>
                  <a:cubicBezTo>
                    <a:pt x="111" y="806"/>
                    <a:pt x="309" y="944"/>
                    <a:pt x="524" y="944"/>
                  </a:cubicBezTo>
                  <a:cubicBezTo>
                    <a:pt x="556" y="944"/>
                    <a:pt x="588" y="941"/>
                    <a:pt x="620" y="935"/>
                  </a:cubicBezTo>
                  <a:cubicBezTo>
                    <a:pt x="870" y="875"/>
                    <a:pt x="1036" y="625"/>
                    <a:pt x="977" y="375"/>
                  </a:cubicBezTo>
                  <a:cubicBezTo>
                    <a:pt x="927" y="147"/>
                    <a:pt x="744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5" name="Google Shape;5595;p54"/>
            <p:cNvSpPr/>
            <p:nvPr/>
          </p:nvSpPr>
          <p:spPr>
            <a:xfrm>
              <a:off x="784929" y="7344453"/>
              <a:ext cx="55323" cy="53284"/>
            </a:xfrm>
            <a:custGeom>
              <a:rect b="b" l="l" r="r" t="t"/>
              <a:pathLst>
                <a:path extrusionOk="0" h="941" w="977">
                  <a:moveTo>
                    <a:pt x="508" y="0"/>
                  </a:moveTo>
                  <a:cubicBezTo>
                    <a:pt x="473" y="0"/>
                    <a:pt x="441" y="6"/>
                    <a:pt x="405" y="18"/>
                  </a:cubicBezTo>
                  <a:cubicBezTo>
                    <a:pt x="357" y="30"/>
                    <a:pt x="322" y="42"/>
                    <a:pt x="286" y="54"/>
                  </a:cubicBezTo>
                  <a:cubicBezTo>
                    <a:pt x="107" y="161"/>
                    <a:pt x="0" y="375"/>
                    <a:pt x="60" y="578"/>
                  </a:cubicBezTo>
                  <a:cubicBezTo>
                    <a:pt x="83" y="673"/>
                    <a:pt x="119" y="744"/>
                    <a:pt x="179" y="804"/>
                  </a:cubicBezTo>
                  <a:cubicBezTo>
                    <a:pt x="262" y="875"/>
                    <a:pt x="345" y="923"/>
                    <a:pt x="453" y="935"/>
                  </a:cubicBezTo>
                  <a:cubicBezTo>
                    <a:pt x="472" y="939"/>
                    <a:pt x="492" y="940"/>
                    <a:pt x="512" y="940"/>
                  </a:cubicBezTo>
                  <a:cubicBezTo>
                    <a:pt x="552" y="940"/>
                    <a:pt x="591" y="935"/>
                    <a:pt x="631" y="935"/>
                  </a:cubicBezTo>
                  <a:cubicBezTo>
                    <a:pt x="750" y="911"/>
                    <a:pt x="834" y="852"/>
                    <a:pt x="893" y="756"/>
                  </a:cubicBezTo>
                  <a:lnTo>
                    <a:pt x="893" y="744"/>
                  </a:lnTo>
                  <a:cubicBezTo>
                    <a:pt x="929" y="697"/>
                    <a:pt x="953" y="625"/>
                    <a:pt x="976" y="542"/>
                  </a:cubicBezTo>
                  <a:cubicBezTo>
                    <a:pt x="976" y="483"/>
                    <a:pt x="976" y="435"/>
                    <a:pt x="953" y="375"/>
                  </a:cubicBezTo>
                  <a:cubicBezTo>
                    <a:pt x="941" y="328"/>
                    <a:pt x="929" y="280"/>
                    <a:pt x="917" y="256"/>
                  </a:cubicBezTo>
                  <a:cubicBezTo>
                    <a:pt x="917" y="232"/>
                    <a:pt x="893" y="221"/>
                    <a:pt x="893" y="209"/>
                  </a:cubicBezTo>
                  <a:cubicBezTo>
                    <a:pt x="834" y="113"/>
                    <a:pt x="762" y="54"/>
                    <a:pt x="655" y="30"/>
                  </a:cubicBezTo>
                  <a:cubicBezTo>
                    <a:pt x="643" y="30"/>
                    <a:pt x="631" y="18"/>
                    <a:pt x="619" y="18"/>
                  </a:cubicBezTo>
                  <a:cubicBezTo>
                    <a:pt x="578" y="6"/>
                    <a:pt x="542" y="0"/>
                    <a:pt x="5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6" name="Google Shape;5596;p54"/>
            <p:cNvSpPr/>
            <p:nvPr/>
          </p:nvSpPr>
          <p:spPr>
            <a:xfrm>
              <a:off x="1977564" y="5832282"/>
              <a:ext cx="80917" cy="74349"/>
            </a:xfrm>
            <a:custGeom>
              <a:rect b="b" l="l" r="r" t="t"/>
              <a:pathLst>
                <a:path extrusionOk="0" h="1313" w="1429">
                  <a:moveTo>
                    <a:pt x="738" y="0"/>
                  </a:moveTo>
                  <a:cubicBezTo>
                    <a:pt x="687" y="0"/>
                    <a:pt x="635" y="6"/>
                    <a:pt x="584" y="18"/>
                  </a:cubicBezTo>
                  <a:cubicBezTo>
                    <a:pt x="226" y="101"/>
                    <a:pt x="0" y="458"/>
                    <a:pt x="96" y="827"/>
                  </a:cubicBezTo>
                  <a:cubicBezTo>
                    <a:pt x="119" y="934"/>
                    <a:pt x="167" y="1018"/>
                    <a:pt x="226" y="1089"/>
                  </a:cubicBezTo>
                  <a:cubicBezTo>
                    <a:pt x="298" y="1137"/>
                    <a:pt x="369" y="1196"/>
                    <a:pt x="465" y="1244"/>
                  </a:cubicBezTo>
                  <a:cubicBezTo>
                    <a:pt x="512" y="1268"/>
                    <a:pt x="572" y="1291"/>
                    <a:pt x="631" y="1303"/>
                  </a:cubicBezTo>
                  <a:cubicBezTo>
                    <a:pt x="673" y="1309"/>
                    <a:pt x="718" y="1312"/>
                    <a:pt x="762" y="1312"/>
                  </a:cubicBezTo>
                  <a:cubicBezTo>
                    <a:pt x="807" y="1312"/>
                    <a:pt x="852" y="1309"/>
                    <a:pt x="893" y="1303"/>
                  </a:cubicBezTo>
                  <a:lnTo>
                    <a:pt x="929" y="1303"/>
                  </a:lnTo>
                  <a:cubicBezTo>
                    <a:pt x="965" y="1291"/>
                    <a:pt x="1000" y="1268"/>
                    <a:pt x="1048" y="1256"/>
                  </a:cubicBezTo>
                  <a:cubicBezTo>
                    <a:pt x="1131" y="1208"/>
                    <a:pt x="1203" y="1149"/>
                    <a:pt x="1262" y="1065"/>
                  </a:cubicBezTo>
                  <a:cubicBezTo>
                    <a:pt x="1381" y="910"/>
                    <a:pt x="1429" y="708"/>
                    <a:pt x="1381" y="518"/>
                  </a:cubicBezTo>
                  <a:cubicBezTo>
                    <a:pt x="1320" y="210"/>
                    <a:pt x="1047" y="0"/>
                    <a:pt x="73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7" name="Google Shape;5597;p54"/>
            <p:cNvSpPr/>
            <p:nvPr/>
          </p:nvSpPr>
          <p:spPr>
            <a:xfrm>
              <a:off x="1920260" y="7329900"/>
              <a:ext cx="31031" cy="30691"/>
            </a:xfrm>
            <a:custGeom>
              <a:rect b="b" l="l" r="r" t="t"/>
              <a:pathLst>
                <a:path extrusionOk="0" h="542" w="548">
                  <a:moveTo>
                    <a:pt x="276" y="0"/>
                  </a:moveTo>
                  <a:cubicBezTo>
                    <a:pt x="268" y="0"/>
                    <a:pt x="259" y="0"/>
                    <a:pt x="250" y="1"/>
                  </a:cubicBezTo>
                  <a:lnTo>
                    <a:pt x="226" y="1"/>
                  </a:lnTo>
                  <a:cubicBezTo>
                    <a:pt x="72" y="37"/>
                    <a:pt x="0" y="168"/>
                    <a:pt x="12" y="299"/>
                  </a:cubicBezTo>
                  <a:lnTo>
                    <a:pt x="12" y="335"/>
                  </a:lnTo>
                  <a:cubicBezTo>
                    <a:pt x="54" y="461"/>
                    <a:pt x="181" y="541"/>
                    <a:pt x="300" y="541"/>
                  </a:cubicBezTo>
                  <a:cubicBezTo>
                    <a:pt x="315" y="541"/>
                    <a:pt x="331" y="540"/>
                    <a:pt x="346" y="537"/>
                  </a:cubicBezTo>
                  <a:cubicBezTo>
                    <a:pt x="393" y="525"/>
                    <a:pt x="429" y="513"/>
                    <a:pt x="465" y="478"/>
                  </a:cubicBezTo>
                  <a:cubicBezTo>
                    <a:pt x="476" y="466"/>
                    <a:pt x="488" y="454"/>
                    <a:pt x="512" y="418"/>
                  </a:cubicBezTo>
                  <a:cubicBezTo>
                    <a:pt x="536" y="359"/>
                    <a:pt x="548" y="287"/>
                    <a:pt x="536" y="216"/>
                  </a:cubicBezTo>
                  <a:cubicBezTo>
                    <a:pt x="536" y="204"/>
                    <a:pt x="524" y="180"/>
                    <a:pt x="524" y="168"/>
                  </a:cubicBezTo>
                  <a:cubicBezTo>
                    <a:pt x="491" y="69"/>
                    <a:pt x="386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8" name="Google Shape;5598;p54"/>
            <p:cNvSpPr/>
            <p:nvPr/>
          </p:nvSpPr>
          <p:spPr>
            <a:xfrm>
              <a:off x="1382889" y="7588846"/>
              <a:ext cx="31767" cy="30408"/>
            </a:xfrm>
            <a:custGeom>
              <a:rect b="b" l="l" r="r" t="t"/>
              <a:pathLst>
                <a:path extrusionOk="0" h="537" w="561">
                  <a:moveTo>
                    <a:pt x="203" y="0"/>
                  </a:moveTo>
                  <a:cubicBezTo>
                    <a:pt x="96" y="24"/>
                    <a:pt x="25" y="107"/>
                    <a:pt x="13" y="191"/>
                  </a:cubicBezTo>
                  <a:lnTo>
                    <a:pt x="13" y="203"/>
                  </a:lnTo>
                  <a:cubicBezTo>
                    <a:pt x="1" y="250"/>
                    <a:pt x="1" y="298"/>
                    <a:pt x="13" y="334"/>
                  </a:cubicBezTo>
                  <a:cubicBezTo>
                    <a:pt x="25" y="417"/>
                    <a:pt x="84" y="477"/>
                    <a:pt x="156" y="500"/>
                  </a:cubicBezTo>
                  <a:cubicBezTo>
                    <a:pt x="194" y="523"/>
                    <a:pt x="233" y="537"/>
                    <a:pt x="277" y="537"/>
                  </a:cubicBezTo>
                  <a:cubicBezTo>
                    <a:pt x="302" y="537"/>
                    <a:pt x="329" y="533"/>
                    <a:pt x="358" y="524"/>
                  </a:cubicBezTo>
                  <a:cubicBezTo>
                    <a:pt x="441" y="500"/>
                    <a:pt x="501" y="453"/>
                    <a:pt x="537" y="369"/>
                  </a:cubicBezTo>
                  <a:cubicBezTo>
                    <a:pt x="549" y="346"/>
                    <a:pt x="561" y="286"/>
                    <a:pt x="549" y="203"/>
                  </a:cubicBezTo>
                  <a:cubicBezTo>
                    <a:pt x="537" y="131"/>
                    <a:pt x="489" y="72"/>
                    <a:pt x="430" y="48"/>
                  </a:cubicBezTo>
                  <a:cubicBezTo>
                    <a:pt x="394" y="24"/>
                    <a:pt x="370" y="12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9" name="Google Shape;5599;p54"/>
            <p:cNvSpPr/>
            <p:nvPr/>
          </p:nvSpPr>
          <p:spPr>
            <a:xfrm>
              <a:off x="1662729" y="7700511"/>
              <a:ext cx="31031" cy="31030"/>
            </a:xfrm>
            <a:custGeom>
              <a:rect b="b" l="l" r="r" t="t"/>
              <a:pathLst>
                <a:path extrusionOk="0" h="548" w="548">
                  <a:moveTo>
                    <a:pt x="266" y="1"/>
                  </a:moveTo>
                  <a:cubicBezTo>
                    <a:pt x="249" y="1"/>
                    <a:pt x="232" y="2"/>
                    <a:pt x="214" y="5"/>
                  </a:cubicBezTo>
                  <a:cubicBezTo>
                    <a:pt x="143" y="29"/>
                    <a:pt x="83" y="64"/>
                    <a:pt x="36" y="148"/>
                  </a:cubicBezTo>
                  <a:cubicBezTo>
                    <a:pt x="12" y="195"/>
                    <a:pt x="0" y="279"/>
                    <a:pt x="12" y="338"/>
                  </a:cubicBezTo>
                  <a:cubicBezTo>
                    <a:pt x="33" y="452"/>
                    <a:pt x="152" y="547"/>
                    <a:pt x="276" y="547"/>
                  </a:cubicBezTo>
                  <a:cubicBezTo>
                    <a:pt x="295" y="547"/>
                    <a:pt x="315" y="545"/>
                    <a:pt x="333" y="541"/>
                  </a:cubicBezTo>
                  <a:cubicBezTo>
                    <a:pt x="441" y="517"/>
                    <a:pt x="512" y="445"/>
                    <a:pt x="548" y="338"/>
                  </a:cubicBezTo>
                  <a:lnTo>
                    <a:pt x="548" y="219"/>
                  </a:lnTo>
                  <a:cubicBezTo>
                    <a:pt x="516" y="82"/>
                    <a:pt x="400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0" name="Google Shape;5600;p54"/>
            <p:cNvSpPr/>
            <p:nvPr/>
          </p:nvSpPr>
          <p:spPr>
            <a:xfrm>
              <a:off x="577908" y="7790828"/>
              <a:ext cx="33805" cy="30521"/>
            </a:xfrm>
            <a:custGeom>
              <a:rect b="b" l="l" r="r" t="t"/>
              <a:pathLst>
                <a:path extrusionOk="0" h="539" w="597">
                  <a:moveTo>
                    <a:pt x="292" y="1"/>
                  </a:moveTo>
                  <a:cubicBezTo>
                    <a:pt x="275" y="1"/>
                    <a:pt x="257" y="2"/>
                    <a:pt x="239" y="5"/>
                  </a:cubicBezTo>
                  <a:cubicBezTo>
                    <a:pt x="84" y="41"/>
                    <a:pt x="1" y="184"/>
                    <a:pt x="25" y="339"/>
                  </a:cubicBezTo>
                  <a:cubicBezTo>
                    <a:pt x="25" y="350"/>
                    <a:pt x="37" y="362"/>
                    <a:pt x="37" y="362"/>
                  </a:cubicBezTo>
                  <a:cubicBezTo>
                    <a:pt x="76" y="471"/>
                    <a:pt x="172" y="538"/>
                    <a:pt x="285" y="538"/>
                  </a:cubicBezTo>
                  <a:cubicBezTo>
                    <a:pt x="309" y="538"/>
                    <a:pt x="333" y="535"/>
                    <a:pt x="358" y="529"/>
                  </a:cubicBezTo>
                  <a:lnTo>
                    <a:pt x="370" y="529"/>
                  </a:lnTo>
                  <a:cubicBezTo>
                    <a:pt x="501" y="481"/>
                    <a:pt x="596" y="350"/>
                    <a:pt x="549" y="196"/>
                  </a:cubicBezTo>
                  <a:cubicBezTo>
                    <a:pt x="537" y="124"/>
                    <a:pt x="489" y="77"/>
                    <a:pt x="441" y="41"/>
                  </a:cubicBezTo>
                  <a:cubicBezTo>
                    <a:pt x="397" y="14"/>
                    <a:pt x="345" y="1"/>
                    <a:pt x="29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1" name="Google Shape;5601;p54"/>
            <p:cNvSpPr/>
            <p:nvPr/>
          </p:nvSpPr>
          <p:spPr>
            <a:xfrm>
              <a:off x="376323" y="7697170"/>
              <a:ext cx="33126" cy="31030"/>
            </a:xfrm>
            <a:custGeom>
              <a:rect b="b" l="l" r="r" t="t"/>
              <a:pathLst>
                <a:path extrusionOk="0" h="548" w="585">
                  <a:moveTo>
                    <a:pt x="276" y="0"/>
                  </a:moveTo>
                  <a:cubicBezTo>
                    <a:pt x="260" y="0"/>
                    <a:pt x="243" y="2"/>
                    <a:pt x="227" y="4"/>
                  </a:cubicBezTo>
                  <a:cubicBezTo>
                    <a:pt x="96" y="40"/>
                    <a:pt x="1" y="171"/>
                    <a:pt x="13" y="302"/>
                  </a:cubicBezTo>
                  <a:lnTo>
                    <a:pt x="13" y="338"/>
                  </a:lnTo>
                  <a:cubicBezTo>
                    <a:pt x="43" y="460"/>
                    <a:pt x="153" y="548"/>
                    <a:pt x="281" y="548"/>
                  </a:cubicBezTo>
                  <a:cubicBezTo>
                    <a:pt x="302" y="548"/>
                    <a:pt x="324" y="545"/>
                    <a:pt x="346" y="540"/>
                  </a:cubicBezTo>
                  <a:cubicBezTo>
                    <a:pt x="370" y="540"/>
                    <a:pt x="406" y="528"/>
                    <a:pt x="418" y="516"/>
                  </a:cubicBezTo>
                  <a:cubicBezTo>
                    <a:pt x="525" y="457"/>
                    <a:pt x="584" y="338"/>
                    <a:pt x="549" y="219"/>
                  </a:cubicBezTo>
                  <a:cubicBezTo>
                    <a:pt x="527" y="81"/>
                    <a:pt x="403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02" name="Google Shape;5602;p54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3" name="Google Shape;5603;p54"/>
          <p:cNvSpPr txBox="1"/>
          <p:nvPr>
            <p:ph type="title"/>
          </p:nvPr>
        </p:nvSpPr>
        <p:spPr>
          <a:xfrm>
            <a:off x="10667933" y="2498800"/>
            <a:ext cx="12387300" cy="39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5604" name="Google Shape;5604;p54"/>
          <p:cNvSpPr txBox="1"/>
          <p:nvPr>
            <p:ph idx="1" type="subTitle"/>
          </p:nvPr>
        </p:nvSpPr>
        <p:spPr>
          <a:xfrm>
            <a:off x="10668333" y="6868133"/>
            <a:ext cx="11796000" cy="366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605" name="Shape 5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06" name="Google Shape;5606;p55"/>
          <p:cNvGrpSpPr/>
          <p:nvPr/>
        </p:nvGrpSpPr>
        <p:grpSpPr>
          <a:xfrm>
            <a:off x="14536344" y="-211"/>
            <a:ext cx="9846715" cy="4657541"/>
            <a:chOff x="2238075" y="1147600"/>
            <a:chExt cx="1906800" cy="901925"/>
          </a:xfrm>
        </p:grpSpPr>
        <p:sp>
          <p:nvSpPr>
            <p:cNvPr id="5607" name="Google Shape;5607;p55"/>
            <p:cNvSpPr/>
            <p:nvPr/>
          </p:nvSpPr>
          <p:spPr>
            <a:xfrm>
              <a:off x="2925350" y="1181225"/>
              <a:ext cx="175" cy="250"/>
            </a:xfrm>
            <a:custGeom>
              <a:rect b="b" l="l" r="r" t="t"/>
              <a:pathLst>
                <a:path extrusionOk="0" h="10" w="7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8" name="Google Shape;5608;p55"/>
            <p:cNvSpPr/>
            <p:nvPr/>
          </p:nvSpPr>
          <p:spPr>
            <a:xfrm>
              <a:off x="2925650" y="1181825"/>
              <a:ext cx="325" cy="400"/>
            </a:xfrm>
            <a:custGeom>
              <a:rect b="b" l="l" r="r" t="t"/>
              <a:pathLst>
                <a:path extrusionOk="0" h="16" w="13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9" name="Google Shape;5609;p55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0" name="Google Shape;5610;p55"/>
            <p:cNvSpPr/>
            <p:nvPr/>
          </p:nvSpPr>
          <p:spPr>
            <a:xfrm>
              <a:off x="2924750" y="1179750"/>
              <a:ext cx="25" cy="300"/>
            </a:xfrm>
            <a:custGeom>
              <a:rect b="b" l="l" r="r" t="t"/>
              <a:pathLst>
                <a:path extrusionOk="0" h="12" w="1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1" name="Google Shape;5611;p55"/>
            <p:cNvSpPr/>
            <p:nvPr/>
          </p:nvSpPr>
          <p:spPr>
            <a:xfrm>
              <a:off x="2925350" y="1181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2" name="Google Shape;5612;p55"/>
            <p:cNvSpPr/>
            <p:nvPr/>
          </p:nvSpPr>
          <p:spPr>
            <a:xfrm>
              <a:off x="2931900" y="1162175"/>
              <a:ext cx="86650" cy="19375"/>
            </a:xfrm>
            <a:custGeom>
              <a:rect b="b" l="l" r="r" t="t"/>
              <a:pathLst>
                <a:path extrusionOk="0" h="775" w="3466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3" name="Google Shape;5613;p55"/>
            <p:cNvSpPr/>
            <p:nvPr/>
          </p:nvSpPr>
          <p:spPr>
            <a:xfrm>
              <a:off x="3024175" y="1148200"/>
              <a:ext cx="134275" cy="20250"/>
            </a:xfrm>
            <a:custGeom>
              <a:rect b="b" l="l" r="r" t="t"/>
              <a:pathLst>
                <a:path extrusionOk="0" h="810" w="5371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4" name="Google Shape;5614;p55"/>
            <p:cNvSpPr/>
            <p:nvPr/>
          </p:nvSpPr>
          <p:spPr>
            <a:xfrm>
              <a:off x="3114950" y="1293450"/>
              <a:ext cx="203925" cy="127125"/>
            </a:xfrm>
            <a:custGeom>
              <a:rect b="b" l="l" r="r" t="t"/>
              <a:pathLst>
                <a:path extrusionOk="0" h="5085" w="8157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5" name="Google Shape;5615;p55"/>
            <p:cNvSpPr/>
            <p:nvPr/>
          </p:nvSpPr>
          <p:spPr>
            <a:xfrm>
              <a:off x="2925950" y="1177350"/>
              <a:ext cx="77425" cy="50325"/>
            </a:xfrm>
            <a:custGeom>
              <a:rect b="b" l="l" r="r" t="t"/>
              <a:pathLst>
                <a:path extrusionOk="0" h="2013" w="3097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6" name="Google Shape;5616;p55"/>
            <p:cNvSpPr/>
            <p:nvPr/>
          </p:nvSpPr>
          <p:spPr>
            <a:xfrm>
              <a:off x="3007800" y="1224975"/>
              <a:ext cx="107175" cy="68200"/>
            </a:xfrm>
            <a:custGeom>
              <a:rect b="b" l="l" r="r" t="t"/>
              <a:pathLst>
                <a:path extrusionOk="0" h="2728" w="4287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7" name="Google Shape;5617;p55"/>
            <p:cNvSpPr/>
            <p:nvPr/>
          </p:nvSpPr>
          <p:spPr>
            <a:xfrm>
              <a:off x="2924750" y="118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8" name="Google Shape;5618;p55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9" name="Google Shape;5619;p55"/>
            <p:cNvSpPr/>
            <p:nvPr/>
          </p:nvSpPr>
          <p:spPr>
            <a:xfrm>
              <a:off x="2925350" y="11812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0" name="Google Shape;5620;p55"/>
            <p:cNvSpPr/>
            <p:nvPr/>
          </p:nvSpPr>
          <p:spPr>
            <a:xfrm>
              <a:off x="2238075" y="1147600"/>
              <a:ext cx="52100" cy="36625"/>
            </a:xfrm>
            <a:custGeom>
              <a:rect b="b" l="l" r="r" t="t"/>
              <a:pathLst>
                <a:path extrusionOk="0" h="1465" w="2084">
                  <a:moveTo>
                    <a:pt x="0" y="0"/>
                  </a:moveTo>
                  <a:lnTo>
                    <a:pt x="1934" y="1433"/>
                  </a:lnTo>
                  <a:lnTo>
                    <a:pt x="1934" y="1433"/>
                  </a:lnTo>
                  <a:cubicBezTo>
                    <a:pt x="1927" y="1424"/>
                    <a:pt x="1921" y="1414"/>
                    <a:pt x="1917" y="1405"/>
                  </a:cubicBezTo>
                  <a:cubicBezTo>
                    <a:pt x="1881" y="1334"/>
                    <a:pt x="1929" y="1250"/>
                    <a:pt x="2012" y="1227"/>
                  </a:cubicBezTo>
                  <a:lnTo>
                    <a:pt x="2084" y="1191"/>
                  </a:lnTo>
                  <a:lnTo>
                    <a:pt x="476" y="0"/>
                  </a:lnTo>
                  <a:close/>
                  <a:moveTo>
                    <a:pt x="1934" y="1433"/>
                  </a:moveTo>
                  <a:lnTo>
                    <a:pt x="1934" y="1433"/>
                  </a:lnTo>
                  <a:cubicBezTo>
                    <a:pt x="1946" y="1450"/>
                    <a:pt x="1961" y="1465"/>
                    <a:pt x="1977" y="1465"/>
                  </a:cubicBezTo>
                  <a:lnTo>
                    <a:pt x="1934" y="143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1" name="Google Shape;5621;p55"/>
            <p:cNvSpPr/>
            <p:nvPr/>
          </p:nvSpPr>
          <p:spPr>
            <a:xfrm>
              <a:off x="2285400" y="1148200"/>
              <a:ext cx="114625" cy="37225"/>
            </a:xfrm>
            <a:custGeom>
              <a:rect b="b" l="l" r="r" t="t"/>
              <a:pathLst>
                <a:path extrusionOk="0" h="1489" w="4585">
                  <a:moveTo>
                    <a:pt x="3703" y="0"/>
                  </a:moveTo>
                  <a:lnTo>
                    <a:pt x="191" y="1191"/>
                  </a:lnTo>
                  <a:lnTo>
                    <a:pt x="119" y="1214"/>
                  </a:lnTo>
                  <a:cubicBezTo>
                    <a:pt x="36" y="1250"/>
                    <a:pt x="0" y="1322"/>
                    <a:pt x="24" y="1393"/>
                  </a:cubicBezTo>
                  <a:cubicBezTo>
                    <a:pt x="36" y="1429"/>
                    <a:pt x="60" y="1441"/>
                    <a:pt x="72" y="1464"/>
                  </a:cubicBezTo>
                  <a:cubicBezTo>
                    <a:pt x="84" y="1464"/>
                    <a:pt x="84" y="1488"/>
                    <a:pt x="95" y="1488"/>
                  </a:cubicBezTo>
                  <a:lnTo>
                    <a:pt x="203" y="1488"/>
                  </a:lnTo>
                  <a:lnTo>
                    <a:pt x="45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2" name="Google Shape;5622;p55"/>
            <p:cNvSpPr/>
            <p:nvPr/>
          </p:nvSpPr>
          <p:spPr>
            <a:xfrm>
              <a:off x="2466075" y="1148200"/>
              <a:ext cx="82475" cy="241125"/>
            </a:xfrm>
            <a:custGeom>
              <a:rect b="b" l="l" r="r" t="t"/>
              <a:pathLst>
                <a:path extrusionOk="0" h="9645" w="3299">
                  <a:moveTo>
                    <a:pt x="0" y="0"/>
                  </a:moveTo>
                  <a:lnTo>
                    <a:pt x="3036" y="9644"/>
                  </a:lnTo>
                  <a:cubicBezTo>
                    <a:pt x="3099" y="9592"/>
                    <a:pt x="3188" y="9558"/>
                    <a:pt x="3265" y="9558"/>
                  </a:cubicBezTo>
                  <a:cubicBezTo>
                    <a:pt x="3276" y="9558"/>
                    <a:pt x="3288" y="9559"/>
                    <a:pt x="3298" y="9561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3" name="Google Shape;5623;p55"/>
            <p:cNvSpPr/>
            <p:nvPr/>
          </p:nvSpPr>
          <p:spPr>
            <a:xfrm>
              <a:off x="2550300" y="1148200"/>
              <a:ext cx="104500" cy="242000"/>
            </a:xfrm>
            <a:custGeom>
              <a:rect b="b" l="l" r="r" t="t"/>
              <a:pathLst>
                <a:path extrusionOk="0" h="9680" w="4180">
                  <a:moveTo>
                    <a:pt x="3870" y="0"/>
                  </a:moveTo>
                  <a:lnTo>
                    <a:pt x="1" y="9549"/>
                  </a:lnTo>
                  <a:lnTo>
                    <a:pt x="13" y="9549"/>
                  </a:lnTo>
                  <a:cubicBezTo>
                    <a:pt x="120" y="9561"/>
                    <a:pt x="191" y="9608"/>
                    <a:pt x="251" y="9680"/>
                  </a:cubicBezTo>
                  <a:lnTo>
                    <a:pt x="418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4" name="Google Shape;5624;p55"/>
            <p:cNvSpPr/>
            <p:nvPr/>
          </p:nvSpPr>
          <p:spPr>
            <a:xfrm>
              <a:off x="2924750" y="1148200"/>
              <a:ext cx="7175" cy="34850"/>
            </a:xfrm>
            <a:custGeom>
              <a:rect b="b" l="l" r="r" t="t"/>
              <a:pathLst>
                <a:path extrusionOk="0" h="1394" w="287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5" name="Google Shape;5625;p55"/>
            <p:cNvSpPr/>
            <p:nvPr/>
          </p:nvSpPr>
          <p:spPr>
            <a:xfrm>
              <a:off x="2963750" y="1147900"/>
              <a:ext cx="65800" cy="224750"/>
            </a:xfrm>
            <a:custGeom>
              <a:rect b="b" l="l" r="r" t="t"/>
              <a:pathLst>
                <a:path extrusionOk="0" h="8990" w="2632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6" name="Google Shape;5626;p55"/>
            <p:cNvSpPr/>
            <p:nvPr/>
          </p:nvSpPr>
          <p:spPr>
            <a:xfrm>
              <a:off x="3178350" y="1148775"/>
              <a:ext cx="49150" cy="83375"/>
            </a:xfrm>
            <a:custGeom>
              <a:rect b="b" l="l" r="r" t="t"/>
              <a:pathLst>
                <a:path extrusionOk="0" h="3335" w="1966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7" name="Google Shape;5627;p55"/>
            <p:cNvSpPr/>
            <p:nvPr/>
          </p:nvSpPr>
          <p:spPr>
            <a:xfrm>
              <a:off x="3226875" y="1235100"/>
              <a:ext cx="97950" cy="179800"/>
            </a:xfrm>
            <a:custGeom>
              <a:rect b="b" l="l" r="r" t="t"/>
              <a:pathLst>
                <a:path extrusionOk="0" h="7192" w="3918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8" name="Google Shape;5628;p55"/>
            <p:cNvSpPr/>
            <p:nvPr/>
          </p:nvSpPr>
          <p:spPr>
            <a:xfrm>
              <a:off x="3496850" y="1223200"/>
              <a:ext cx="70575" cy="90500"/>
            </a:xfrm>
            <a:custGeom>
              <a:rect b="b" l="l" r="r" t="t"/>
              <a:pathLst>
                <a:path extrusionOk="0" h="3620" w="2823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9" name="Google Shape;5629;p55"/>
            <p:cNvSpPr/>
            <p:nvPr/>
          </p:nvSpPr>
          <p:spPr>
            <a:xfrm>
              <a:off x="3568875" y="1316375"/>
              <a:ext cx="104225" cy="127100"/>
            </a:xfrm>
            <a:custGeom>
              <a:rect b="b" l="l" r="r" t="t"/>
              <a:pathLst>
                <a:path extrusionOk="0" h="5084" w="4169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0" name="Google Shape;5630;p55"/>
            <p:cNvSpPr/>
            <p:nvPr/>
          </p:nvSpPr>
          <p:spPr>
            <a:xfrm>
              <a:off x="3432250" y="1148200"/>
              <a:ext cx="64625" cy="75025"/>
            </a:xfrm>
            <a:custGeom>
              <a:rect b="b" l="l" r="r" t="t"/>
              <a:pathLst>
                <a:path extrusionOk="0" h="3001" w="2585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1" name="Google Shape;5631;p55"/>
            <p:cNvSpPr/>
            <p:nvPr/>
          </p:nvSpPr>
          <p:spPr>
            <a:xfrm>
              <a:off x="2964350" y="1148200"/>
              <a:ext cx="427150" cy="226525"/>
            </a:xfrm>
            <a:custGeom>
              <a:rect b="b" l="l" r="r" t="t"/>
              <a:pathLst>
                <a:path extrusionOk="0" h="9061" w="17086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2" name="Google Shape;5632;p55"/>
            <p:cNvSpPr/>
            <p:nvPr/>
          </p:nvSpPr>
          <p:spPr>
            <a:xfrm>
              <a:off x="3321825" y="1432750"/>
              <a:ext cx="8375" cy="4325"/>
            </a:xfrm>
            <a:custGeom>
              <a:rect b="b" l="l" r="r" t="t"/>
              <a:pathLst>
                <a:path extrusionOk="0" h="173" w="335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3" name="Google Shape;5633;p55"/>
            <p:cNvSpPr/>
            <p:nvPr/>
          </p:nvSpPr>
          <p:spPr>
            <a:xfrm>
              <a:off x="3335825" y="1148200"/>
              <a:ext cx="226825" cy="267000"/>
            </a:xfrm>
            <a:custGeom>
              <a:rect b="b" l="l" r="r" t="t"/>
              <a:pathLst>
                <a:path extrusionOk="0" h="10680" w="9073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4" name="Google Shape;5634;p55"/>
            <p:cNvSpPr/>
            <p:nvPr/>
          </p:nvSpPr>
          <p:spPr>
            <a:xfrm>
              <a:off x="3867725" y="1148200"/>
              <a:ext cx="46775" cy="39000"/>
            </a:xfrm>
            <a:custGeom>
              <a:rect b="b" l="l" r="r" t="t"/>
              <a:pathLst>
                <a:path extrusionOk="0" h="1560" w="1871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5" name="Google Shape;5635;p55"/>
            <p:cNvSpPr/>
            <p:nvPr/>
          </p:nvSpPr>
          <p:spPr>
            <a:xfrm>
              <a:off x="3688250" y="1330350"/>
              <a:ext cx="105100" cy="114625"/>
            </a:xfrm>
            <a:custGeom>
              <a:rect b="b" l="l" r="r" t="t"/>
              <a:pathLst>
                <a:path extrusionOk="0" h="4585" w="4204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6" name="Google Shape;5636;p55"/>
            <p:cNvSpPr/>
            <p:nvPr/>
          </p:nvSpPr>
          <p:spPr>
            <a:xfrm>
              <a:off x="3798375" y="1205350"/>
              <a:ext cx="116125" cy="127400"/>
            </a:xfrm>
            <a:custGeom>
              <a:rect b="b" l="l" r="r" t="t"/>
              <a:pathLst>
                <a:path extrusionOk="0" h="5096" w="4645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7" name="Google Shape;5637;p55"/>
            <p:cNvSpPr/>
            <p:nvPr/>
          </p:nvSpPr>
          <p:spPr>
            <a:xfrm>
              <a:off x="3335825" y="1313675"/>
              <a:ext cx="235775" cy="107500"/>
            </a:xfrm>
            <a:custGeom>
              <a:rect b="b" l="l" r="r" t="t"/>
              <a:pathLst>
                <a:path extrusionOk="0" h="4300" w="9431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8" name="Google Shape;5638;p55"/>
            <p:cNvSpPr/>
            <p:nvPr/>
          </p:nvSpPr>
          <p:spPr>
            <a:xfrm>
              <a:off x="3573950" y="1221400"/>
              <a:ext cx="200050" cy="95575"/>
            </a:xfrm>
            <a:custGeom>
              <a:rect b="b" l="l" r="r" t="t"/>
              <a:pathLst>
                <a:path extrusionOk="0" h="3823" w="8002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9" name="Google Shape;5639;p55"/>
            <p:cNvSpPr/>
            <p:nvPr/>
          </p:nvSpPr>
          <p:spPr>
            <a:xfrm>
              <a:off x="3336725" y="1420550"/>
              <a:ext cx="327425" cy="35725"/>
            </a:xfrm>
            <a:custGeom>
              <a:rect b="b" l="l" r="r" t="t"/>
              <a:pathLst>
                <a:path extrusionOk="0" h="1429" w="13097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0" name="Google Shape;5640;p55"/>
            <p:cNvSpPr/>
            <p:nvPr/>
          </p:nvSpPr>
          <p:spPr>
            <a:xfrm>
              <a:off x="3331050" y="1428575"/>
              <a:ext cx="531350" cy="595650"/>
            </a:xfrm>
            <a:custGeom>
              <a:rect b="b" l="l" r="r" t="t"/>
              <a:pathLst>
                <a:path extrusionOk="0" h="23826" w="21254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1" name="Google Shape;5641;p55"/>
            <p:cNvSpPr/>
            <p:nvPr/>
          </p:nvSpPr>
          <p:spPr>
            <a:xfrm>
              <a:off x="3684975" y="1465200"/>
              <a:ext cx="135150" cy="215225"/>
            </a:xfrm>
            <a:custGeom>
              <a:rect b="b" l="l" r="r" t="t"/>
              <a:pathLst>
                <a:path extrusionOk="0" h="8609" w="5406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2" name="Google Shape;5642;p55"/>
            <p:cNvSpPr/>
            <p:nvPr/>
          </p:nvSpPr>
          <p:spPr>
            <a:xfrm>
              <a:off x="3807000" y="1404475"/>
              <a:ext cx="1525" cy="1800"/>
            </a:xfrm>
            <a:custGeom>
              <a:rect b="b" l="l" r="r" t="t"/>
              <a:pathLst>
                <a:path extrusionOk="0" h="72" w="61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3" name="Google Shape;5643;p55"/>
            <p:cNvSpPr/>
            <p:nvPr/>
          </p:nvSpPr>
          <p:spPr>
            <a:xfrm>
              <a:off x="3802850" y="1412200"/>
              <a:ext cx="39600" cy="263150"/>
            </a:xfrm>
            <a:custGeom>
              <a:rect b="b" l="l" r="r" t="t"/>
              <a:pathLst>
                <a:path extrusionOk="0" h="10526" w="1584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4" name="Google Shape;5644;p55"/>
            <p:cNvSpPr/>
            <p:nvPr/>
          </p:nvSpPr>
          <p:spPr>
            <a:xfrm>
              <a:off x="3779925" y="1231525"/>
              <a:ext cx="27400" cy="168800"/>
            </a:xfrm>
            <a:custGeom>
              <a:rect b="b" l="l" r="r" t="t"/>
              <a:pathLst>
                <a:path extrusionOk="0" h="6752" w="1096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5" name="Google Shape;5645;p55"/>
            <p:cNvSpPr/>
            <p:nvPr/>
          </p:nvSpPr>
          <p:spPr>
            <a:xfrm>
              <a:off x="3692700" y="1340475"/>
              <a:ext cx="254525" cy="111350"/>
            </a:xfrm>
            <a:custGeom>
              <a:rect b="b" l="l" r="r" t="t"/>
              <a:pathLst>
                <a:path extrusionOk="0" h="4454" w="10181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6" name="Google Shape;5646;p55"/>
            <p:cNvSpPr/>
            <p:nvPr/>
          </p:nvSpPr>
          <p:spPr>
            <a:xfrm>
              <a:off x="3949600" y="1148200"/>
              <a:ext cx="145275" cy="193775"/>
            </a:xfrm>
            <a:custGeom>
              <a:rect b="b" l="l" r="r" t="t"/>
              <a:pathLst>
                <a:path extrusionOk="0" h="7751" w="5811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7" name="Google Shape;5647;p55"/>
            <p:cNvSpPr/>
            <p:nvPr/>
          </p:nvSpPr>
          <p:spPr>
            <a:xfrm>
              <a:off x="3922500" y="1210400"/>
              <a:ext cx="28300" cy="133075"/>
            </a:xfrm>
            <a:custGeom>
              <a:rect b="b" l="l" r="r" t="t"/>
              <a:pathLst>
                <a:path extrusionOk="0" h="5323" w="1132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8" name="Google Shape;5648;p55"/>
            <p:cNvSpPr/>
            <p:nvPr/>
          </p:nvSpPr>
          <p:spPr>
            <a:xfrm>
              <a:off x="4062400" y="1422025"/>
              <a:ext cx="82475" cy="66100"/>
            </a:xfrm>
            <a:custGeom>
              <a:rect b="b" l="l" r="r" t="t"/>
              <a:pathLst>
                <a:path extrusionOk="0" h="2644" w="3299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9" name="Google Shape;5649;p55"/>
            <p:cNvSpPr/>
            <p:nvPr/>
          </p:nvSpPr>
          <p:spPr>
            <a:xfrm>
              <a:off x="3943925" y="1338950"/>
              <a:ext cx="113725" cy="85775"/>
            </a:xfrm>
            <a:custGeom>
              <a:rect b="b" l="l" r="r" t="t"/>
              <a:pathLst>
                <a:path extrusionOk="0" h="3431" w="4549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0" name="Google Shape;5650;p55"/>
            <p:cNvSpPr/>
            <p:nvPr/>
          </p:nvSpPr>
          <p:spPr>
            <a:xfrm>
              <a:off x="3988275" y="1670575"/>
              <a:ext cx="3300" cy="2400"/>
            </a:xfrm>
            <a:custGeom>
              <a:rect b="b" l="l" r="r" t="t"/>
              <a:pathLst>
                <a:path extrusionOk="0" h="96" w="132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1" name="Google Shape;5651;p55"/>
            <p:cNvSpPr/>
            <p:nvPr/>
          </p:nvSpPr>
          <p:spPr>
            <a:xfrm>
              <a:off x="3997500" y="1148200"/>
              <a:ext cx="147075" cy="480725"/>
            </a:xfrm>
            <a:custGeom>
              <a:rect b="b" l="l" r="r" t="t"/>
              <a:pathLst>
                <a:path extrusionOk="0" h="19229" w="5883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2" name="Google Shape;5652;p55"/>
            <p:cNvSpPr/>
            <p:nvPr/>
          </p:nvSpPr>
          <p:spPr>
            <a:xfrm>
              <a:off x="3833500" y="1736350"/>
              <a:ext cx="39925" cy="281600"/>
            </a:xfrm>
            <a:custGeom>
              <a:rect b="b" l="l" r="r" t="t"/>
              <a:pathLst>
                <a:path extrusionOk="0" h="11264" w="1597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3" name="Google Shape;5653;p55"/>
            <p:cNvSpPr/>
            <p:nvPr/>
          </p:nvSpPr>
          <p:spPr>
            <a:xfrm>
              <a:off x="3873400" y="1667900"/>
              <a:ext cx="115500" cy="351550"/>
            </a:xfrm>
            <a:custGeom>
              <a:rect b="b" l="l" r="r" t="t"/>
              <a:pathLst>
                <a:path extrusionOk="0" h="14062" w="462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4" name="Google Shape;5654;p55"/>
            <p:cNvSpPr/>
            <p:nvPr/>
          </p:nvSpPr>
          <p:spPr>
            <a:xfrm>
              <a:off x="4009425" y="1573825"/>
              <a:ext cx="135450" cy="64925"/>
            </a:xfrm>
            <a:custGeom>
              <a:rect b="b" l="l" r="r" t="t"/>
              <a:pathLst>
                <a:path extrusionOk="0" h="2597" w="5418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5" name="Google Shape;5655;p55"/>
            <p:cNvSpPr/>
            <p:nvPr/>
          </p:nvSpPr>
          <p:spPr>
            <a:xfrm>
              <a:off x="3864450" y="1649725"/>
              <a:ext cx="108075" cy="53925"/>
            </a:xfrm>
            <a:custGeom>
              <a:rect b="b" l="l" r="r" t="t"/>
              <a:pathLst>
                <a:path extrusionOk="0" h="2157" w="4323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6" name="Google Shape;5656;p55"/>
            <p:cNvSpPr/>
            <p:nvPr/>
          </p:nvSpPr>
          <p:spPr>
            <a:xfrm>
              <a:off x="3876375" y="1648550"/>
              <a:ext cx="268500" cy="374775"/>
            </a:xfrm>
            <a:custGeom>
              <a:rect b="b" l="l" r="r" t="t"/>
              <a:pathLst>
                <a:path extrusionOk="0" h="14991" w="1074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7" name="Google Shape;5657;p55"/>
            <p:cNvSpPr/>
            <p:nvPr/>
          </p:nvSpPr>
          <p:spPr>
            <a:xfrm>
              <a:off x="3970725" y="1626200"/>
              <a:ext cx="44675" cy="45050"/>
            </a:xfrm>
            <a:custGeom>
              <a:rect b="b" l="l" r="r" t="t"/>
              <a:pathLst>
                <a:path extrusionOk="0" h="1802" w="1787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8" name="Google Shape;5658;p55"/>
            <p:cNvSpPr/>
            <p:nvPr/>
          </p:nvSpPr>
          <p:spPr>
            <a:xfrm>
              <a:off x="3799275" y="1673800"/>
              <a:ext cx="66400" cy="63775"/>
            </a:xfrm>
            <a:custGeom>
              <a:rect b="b" l="l" r="r" t="t"/>
              <a:pathLst>
                <a:path extrusionOk="0" h="2551" w="2656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9" name="Google Shape;5659;p55"/>
            <p:cNvSpPr/>
            <p:nvPr/>
          </p:nvSpPr>
          <p:spPr>
            <a:xfrm>
              <a:off x="2952150" y="1372925"/>
              <a:ext cx="24425" cy="22850"/>
            </a:xfrm>
            <a:custGeom>
              <a:rect b="b" l="l" r="r" t="t"/>
              <a:pathLst>
                <a:path extrusionOk="0" h="914" w="977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0" name="Google Shape;5660;p55"/>
            <p:cNvSpPr/>
            <p:nvPr/>
          </p:nvSpPr>
          <p:spPr>
            <a:xfrm>
              <a:off x="3905825" y="1180125"/>
              <a:ext cx="33975" cy="32075"/>
            </a:xfrm>
            <a:custGeom>
              <a:rect b="b" l="l" r="r" t="t"/>
              <a:pathLst>
                <a:path extrusionOk="0" h="1283" w="1359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1" name="Google Shape;5661;p55"/>
            <p:cNvSpPr/>
            <p:nvPr/>
          </p:nvSpPr>
          <p:spPr>
            <a:xfrm>
              <a:off x="3663250" y="1438025"/>
              <a:ext cx="32175" cy="31950"/>
            </a:xfrm>
            <a:custGeom>
              <a:rect b="b" l="l" r="r" t="t"/>
              <a:pathLst>
                <a:path extrusionOk="0" h="1278" w="1287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2" name="Google Shape;5662;p55"/>
            <p:cNvSpPr/>
            <p:nvPr/>
          </p:nvSpPr>
          <p:spPr>
            <a:xfrm>
              <a:off x="3771300" y="1209975"/>
              <a:ext cx="23525" cy="22375"/>
            </a:xfrm>
            <a:custGeom>
              <a:rect b="b" l="l" r="r" t="t"/>
              <a:pathLst>
                <a:path extrusionOk="0" h="895" w="941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3" name="Google Shape;5663;p55"/>
            <p:cNvSpPr/>
            <p:nvPr/>
          </p:nvSpPr>
          <p:spPr>
            <a:xfrm>
              <a:off x="3896300" y="1404575"/>
              <a:ext cx="24750" cy="22450"/>
            </a:xfrm>
            <a:custGeom>
              <a:rect b="b" l="l" r="r" t="t"/>
              <a:pathLst>
                <a:path extrusionOk="0" h="898" w="99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4" name="Google Shape;5664;p55"/>
            <p:cNvSpPr/>
            <p:nvPr/>
          </p:nvSpPr>
          <p:spPr>
            <a:xfrm>
              <a:off x="3314975" y="1411675"/>
              <a:ext cx="23550" cy="22800"/>
            </a:xfrm>
            <a:custGeom>
              <a:rect b="b" l="l" r="r" t="t"/>
              <a:pathLst>
                <a:path extrusionOk="0" h="912" w="942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5" name="Google Shape;5665;p55"/>
            <p:cNvSpPr/>
            <p:nvPr/>
          </p:nvSpPr>
          <p:spPr>
            <a:xfrm>
              <a:off x="3166450" y="1148200"/>
              <a:ext cx="18475" cy="4700"/>
            </a:xfrm>
            <a:custGeom>
              <a:rect b="b" l="l" r="r" t="t"/>
              <a:pathLst>
                <a:path extrusionOk="0" h="188" w="739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6" name="Google Shape;5666;p55"/>
            <p:cNvSpPr/>
            <p:nvPr/>
          </p:nvSpPr>
          <p:spPr>
            <a:xfrm>
              <a:off x="2536325" y="1386900"/>
              <a:ext cx="23825" cy="22275"/>
            </a:xfrm>
            <a:custGeom>
              <a:rect b="b" l="l" r="r" t="t"/>
              <a:pathLst>
                <a:path extrusionOk="0" h="891" w="953">
                  <a:moveTo>
                    <a:pt x="512" y="1"/>
                  </a:moveTo>
                  <a:cubicBezTo>
                    <a:pt x="405" y="1"/>
                    <a:pt x="322" y="25"/>
                    <a:pt x="238" y="72"/>
                  </a:cubicBezTo>
                  <a:cubicBezTo>
                    <a:pt x="143" y="132"/>
                    <a:pt x="84" y="239"/>
                    <a:pt x="48" y="358"/>
                  </a:cubicBezTo>
                  <a:cubicBezTo>
                    <a:pt x="0" y="596"/>
                    <a:pt x="167" y="834"/>
                    <a:pt x="405" y="882"/>
                  </a:cubicBezTo>
                  <a:cubicBezTo>
                    <a:pt x="432" y="887"/>
                    <a:pt x="460" y="890"/>
                    <a:pt x="487" y="890"/>
                  </a:cubicBezTo>
                  <a:cubicBezTo>
                    <a:pt x="696" y="890"/>
                    <a:pt x="887" y="735"/>
                    <a:pt x="929" y="525"/>
                  </a:cubicBezTo>
                  <a:cubicBezTo>
                    <a:pt x="953" y="370"/>
                    <a:pt x="917" y="227"/>
                    <a:pt x="810" y="120"/>
                  </a:cubicBezTo>
                  <a:cubicBezTo>
                    <a:pt x="750" y="72"/>
                    <a:pt x="655" y="37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7" name="Google Shape;5667;p55"/>
            <p:cNvSpPr/>
            <p:nvPr/>
          </p:nvSpPr>
          <p:spPr>
            <a:xfrm>
              <a:off x="3852550" y="2017750"/>
              <a:ext cx="33950" cy="31775"/>
            </a:xfrm>
            <a:custGeom>
              <a:rect b="b" l="l" r="r" t="t"/>
              <a:pathLst>
                <a:path extrusionOk="0" h="1271" w="1358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8" name="Google Shape;5668;p55"/>
            <p:cNvSpPr/>
            <p:nvPr/>
          </p:nvSpPr>
          <p:spPr>
            <a:xfrm>
              <a:off x="3796600" y="1402900"/>
              <a:ext cx="13700" cy="13525"/>
            </a:xfrm>
            <a:custGeom>
              <a:rect b="b" l="l" r="r" t="t"/>
              <a:pathLst>
                <a:path extrusionOk="0" h="541" w="548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9" name="Google Shape;5669;p55"/>
            <p:cNvSpPr/>
            <p:nvPr/>
          </p:nvSpPr>
          <p:spPr>
            <a:xfrm>
              <a:off x="3563825" y="1305250"/>
              <a:ext cx="12825" cy="13225"/>
            </a:xfrm>
            <a:custGeom>
              <a:rect b="b" l="l" r="r" t="t"/>
              <a:pathLst>
                <a:path extrusionOk="0" h="529" w="513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0" name="Google Shape;5670;p55"/>
            <p:cNvSpPr/>
            <p:nvPr/>
          </p:nvSpPr>
          <p:spPr>
            <a:xfrm>
              <a:off x="3679325" y="1251700"/>
              <a:ext cx="13400" cy="13375"/>
            </a:xfrm>
            <a:custGeom>
              <a:rect b="b" l="l" r="r" t="t"/>
              <a:pathLst>
                <a:path extrusionOk="0" h="535" w="536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1" name="Google Shape;5671;p55"/>
            <p:cNvSpPr/>
            <p:nvPr/>
          </p:nvSpPr>
          <p:spPr>
            <a:xfrm>
              <a:off x="3144725" y="1163875"/>
              <a:ext cx="14600" cy="13400"/>
            </a:xfrm>
            <a:custGeom>
              <a:rect b="b" l="l" r="r" t="t"/>
              <a:pathLst>
                <a:path extrusionOk="0" h="536" w="584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2" name="Google Shape;5672;p55"/>
            <p:cNvSpPr/>
            <p:nvPr/>
          </p:nvSpPr>
          <p:spPr>
            <a:xfrm>
              <a:off x="3218550" y="1236775"/>
              <a:ext cx="14300" cy="13050"/>
            </a:xfrm>
            <a:custGeom>
              <a:rect b="b" l="l" r="r" t="t"/>
              <a:pathLst>
                <a:path extrusionOk="0" h="522" w="572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3" name="Google Shape;5673;p55"/>
            <p:cNvSpPr/>
            <p:nvPr/>
          </p:nvSpPr>
          <p:spPr>
            <a:xfrm>
              <a:off x="3135200" y="1280250"/>
              <a:ext cx="13725" cy="13400"/>
            </a:xfrm>
            <a:custGeom>
              <a:rect b="b" l="l" r="r" t="t"/>
              <a:pathLst>
                <a:path extrusionOk="0" h="536" w="549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74" name="Google Shape;5674;p55"/>
          <p:cNvSpPr txBox="1"/>
          <p:nvPr>
            <p:ph type="title"/>
          </p:nvPr>
        </p:nvSpPr>
        <p:spPr>
          <a:xfrm>
            <a:off x="2049933" y="6143200"/>
            <a:ext cx="10905600" cy="58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grpSp>
        <p:nvGrpSpPr>
          <p:cNvPr id="5675" name="Google Shape;5675;p55"/>
          <p:cNvGrpSpPr/>
          <p:nvPr/>
        </p:nvGrpSpPr>
        <p:grpSpPr>
          <a:xfrm rot="10800000">
            <a:off x="-33" y="-7"/>
            <a:ext cx="10510959" cy="2725215"/>
            <a:chOff x="2582150" y="3714800"/>
            <a:chExt cx="2689050" cy="697200"/>
          </a:xfrm>
        </p:grpSpPr>
        <p:sp>
          <p:nvSpPr>
            <p:cNvPr id="5676" name="Google Shape;5676;p55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7" name="Google Shape;5677;p55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8" name="Google Shape;5678;p55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9" name="Google Shape;5679;p55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0" name="Google Shape;5680;p55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1" name="Google Shape;5681;p55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2" name="Google Shape;5682;p55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3" name="Google Shape;5683;p55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4" name="Google Shape;5684;p55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5" name="Google Shape;5685;p55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6" name="Google Shape;5686;p55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7" name="Google Shape;5687;p55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8" name="Google Shape;5688;p55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9" name="Google Shape;5689;p55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0" name="Google Shape;5690;p55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1" name="Google Shape;5691;p55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2" name="Google Shape;5692;p55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3" name="Google Shape;5693;p55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4" name="Google Shape;5694;p55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5" name="Google Shape;5695;p55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6" name="Google Shape;5696;p55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7" name="Google Shape;5697;p55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8" name="Google Shape;5698;p55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9" name="Google Shape;5699;p55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0" name="Google Shape;5700;p55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1" name="Google Shape;5701;p55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2" name="Google Shape;5702;p55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3" name="Google Shape;5703;p55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4" name="Google Shape;5704;p55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5" name="Google Shape;5705;p55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6" name="Google Shape;5706;p55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7" name="Google Shape;5707;p55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8" name="Google Shape;5708;p55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9" name="Google Shape;5709;p55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0" name="Google Shape;5710;p55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1" name="Google Shape;5711;p55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2" name="Google Shape;5712;p55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3" name="Google Shape;5713;p55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4" name="Google Shape;5714;p55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5" name="Google Shape;5715;p55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6" name="Google Shape;5716;p55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7" name="Google Shape;5717;p55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8" name="Google Shape;5718;p55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9" name="Google Shape;5719;p55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0" name="Google Shape;5720;p55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1" name="Google Shape;5721;p55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2" name="Google Shape;5722;p55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3" name="Google Shape;5723;p55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4" name="Google Shape;5724;p55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5" name="Google Shape;5725;p55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6" name="Google Shape;5726;p55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7" name="Google Shape;5727;p55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8" name="Google Shape;5728;p55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9" name="Google Shape;5729;p55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0" name="Google Shape;5730;p55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1" name="Google Shape;5731;p55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2" name="Google Shape;5732;p55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3" name="Google Shape;5733;p55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4" name="Google Shape;5734;p55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5" name="Google Shape;5735;p55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736" name="Shape 5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7" name="Google Shape;5737;p56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8" name="Google Shape;5738;p56"/>
          <p:cNvSpPr txBox="1"/>
          <p:nvPr>
            <p:ph hasCustomPrompt="1" type="title"/>
          </p:nvPr>
        </p:nvSpPr>
        <p:spPr>
          <a:xfrm>
            <a:off x="2735200" y="3763450"/>
            <a:ext cx="18913500" cy="47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3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r>
              <a:t>xx%</a:t>
            </a:r>
          </a:p>
        </p:txBody>
      </p:sp>
      <p:sp>
        <p:nvSpPr>
          <p:cNvPr id="5739" name="Google Shape;5739;p56"/>
          <p:cNvSpPr txBox="1"/>
          <p:nvPr>
            <p:ph idx="1" type="subTitle"/>
          </p:nvPr>
        </p:nvSpPr>
        <p:spPr>
          <a:xfrm>
            <a:off x="3423800" y="8626950"/>
            <a:ext cx="17535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5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 sz="4300"/>
            </a:lvl9pPr>
          </a:lstStyle>
          <a:p/>
        </p:txBody>
      </p:sp>
      <p:grpSp>
        <p:nvGrpSpPr>
          <p:cNvPr id="5740" name="Google Shape;5740;p56"/>
          <p:cNvGrpSpPr/>
          <p:nvPr/>
        </p:nvGrpSpPr>
        <p:grpSpPr>
          <a:xfrm flipH="1" rot="10800000">
            <a:off x="13697511" y="8740017"/>
            <a:ext cx="10765575" cy="4182143"/>
            <a:chOff x="874500" y="1324100"/>
            <a:chExt cx="2298225" cy="892800"/>
          </a:xfrm>
        </p:grpSpPr>
        <p:sp>
          <p:nvSpPr>
            <p:cNvPr id="5741" name="Google Shape;5741;p56"/>
            <p:cNvSpPr/>
            <p:nvPr/>
          </p:nvSpPr>
          <p:spPr>
            <a:xfrm>
              <a:off x="3108700" y="1324100"/>
              <a:ext cx="64025" cy="42300"/>
            </a:xfrm>
            <a:custGeom>
              <a:rect b="b" l="l" r="r" t="t"/>
              <a:pathLst>
                <a:path extrusionOk="0" h="1692" w="2561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2" name="Google Shape;5742;p56"/>
            <p:cNvSpPr/>
            <p:nvPr/>
          </p:nvSpPr>
          <p:spPr>
            <a:xfrm>
              <a:off x="3100375" y="1324400"/>
              <a:ext cx="24425" cy="35450"/>
            </a:xfrm>
            <a:custGeom>
              <a:rect b="b" l="l" r="r" t="t"/>
              <a:pathLst>
                <a:path extrusionOk="0" h="1418" w="977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3" name="Google Shape;5743;p56"/>
            <p:cNvSpPr/>
            <p:nvPr/>
          </p:nvSpPr>
          <p:spPr>
            <a:xfrm>
              <a:off x="2658050" y="1324100"/>
              <a:ext cx="77725" cy="101225"/>
            </a:xfrm>
            <a:custGeom>
              <a:rect b="b" l="l" r="r" t="t"/>
              <a:pathLst>
                <a:path extrusionOk="0" h="4049" w="3109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4" name="Google Shape;5744;p56"/>
            <p:cNvSpPr/>
            <p:nvPr/>
          </p:nvSpPr>
          <p:spPr>
            <a:xfrm>
              <a:off x="3039950" y="1324100"/>
              <a:ext cx="46750" cy="37525"/>
            </a:xfrm>
            <a:custGeom>
              <a:rect b="b" l="l" r="r" t="t"/>
              <a:pathLst>
                <a:path extrusionOk="0" h="1501" w="187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5" name="Google Shape;5745;p56"/>
            <p:cNvSpPr/>
            <p:nvPr/>
          </p:nvSpPr>
          <p:spPr>
            <a:xfrm>
              <a:off x="3095625" y="1382750"/>
              <a:ext cx="10725" cy="6125"/>
            </a:xfrm>
            <a:custGeom>
              <a:rect b="b" l="l" r="r" t="t"/>
              <a:pathLst>
                <a:path extrusionOk="0" h="245" w="429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6" name="Google Shape;5746;p56"/>
            <p:cNvSpPr/>
            <p:nvPr/>
          </p:nvSpPr>
          <p:spPr>
            <a:xfrm>
              <a:off x="2519350" y="1324100"/>
              <a:ext cx="119375" cy="105400"/>
            </a:xfrm>
            <a:custGeom>
              <a:rect b="b" l="l" r="r" t="t"/>
              <a:pathLst>
                <a:path extrusionOk="0" h="4216" w="4775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7" name="Google Shape;5747;p56"/>
            <p:cNvSpPr/>
            <p:nvPr/>
          </p:nvSpPr>
          <p:spPr>
            <a:xfrm>
              <a:off x="2959575" y="1324400"/>
              <a:ext cx="127425" cy="44675"/>
            </a:xfrm>
            <a:custGeom>
              <a:rect b="b" l="l" r="r" t="t"/>
              <a:pathLst>
                <a:path extrusionOk="0" h="1787" w="5097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8" name="Google Shape;5748;p56"/>
            <p:cNvSpPr/>
            <p:nvPr/>
          </p:nvSpPr>
          <p:spPr>
            <a:xfrm>
              <a:off x="2669975" y="1368450"/>
              <a:ext cx="416425" cy="72950"/>
            </a:xfrm>
            <a:custGeom>
              <a:rect b="b" l="l" r="r" t="t"/>
              <a:pathLst>
                <a:path extrusionOk="0" h="2918" w="16657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9" name="Google Shape;5749;p56"/>
            <p:cNvSpPr/>
            <p:nvPr/>
          </p:nvSpPr>
          <p:spPr>
            <a:xfrm>
              <a:off x="2464575" y="1378875"/>
              <a:ext cx="629275" cy="804275"/>
            </a:xfrm>
            <a:custGeom>
              <a:rect b="b" l="l" r="r" t="t"/>
              <a:pathLst>
                <a:path extrusionOk="0" h="32171" w="25171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0" name="Google Shape;5750;p56"/>
            <p:cNvSpPr/>
            <p:nvPr/>
          </p:nvSpPr>
          <p:spPr>
            <a:xfrm>
              <a:off x="2489575" y="1454775"/>
              <a:ext cx="155400" cy="285775"/>
            </a:xfrm>
            <a:custGeom>
              <a:rect b="b" l="l" r="r" t="t"/>
              <a:pathLst>
                <a:path extrusionOk="0" h="11431" w="6216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1" name="Google Shape;5751;p56"/>
            <p:cNvSpPr/>
            <p:nvPr/>
          </p:nvSpPr>
          <p:spPr>
            <a:xfrm>
              <a:off x="2481850" y="1387200"/>
              <a:ext cx="1500" cy="2400"/>
            </a:xfrm>
            <a:custGeom>
              <a:rect b="b" l="l" r="r" t="t"/>
              <a:pathLst>
                <a:path extrusionOk="0" h="96" w="6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2" name="Google Shape;5752;p56"/>
            <p:cNvSpPr/>
            <p:nvPr/>
          </p:nvSpPr>
          <p:spPr>
            <a:xfrm>
              <a:off x="2482450" y="1324400"/>
              <a:ext cx="12225" cy="56575"/>
            </a:xfrm>
            <a:custGeom>
              <a:rect b="b" l="l" r="r" t="t"/>
              <a:pathLst>
                <a:path extrusionOk="0" h="2263" w="489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3" name="Google Shape;5753;p56"/>
            <p:cNvSpPr/>
            <p:nvPr/>
          </p:nvSpPr>
          <p:spPr>
            <a:xfrm>
              <a:off x="2461300" y="1397025"/>
              <a:ext cx="28600" cy="338450"/>
            </a:xfrm>
            <a:custGeom>
              <a:rect b="b" l="l" r="r" t="t"/>
              <a:pathLst>
                <a:path extrusionOk="0" h="13538" w="1144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4" name="Google Shape;5754;p56"/>
            <p:cNvSpPr/>
            <p:nvPr/>
          </p:nvSpPr>
          <p:spPr>
            <a:xfrm>
              <a:off x="2299675" y="1324400"/>
              <a:ext cx="333400" cy="114025"/>
            </a:xfrm>
            <a:custGeom>
              <a:rect b="b" l="l" r="r" t="t"/>
              <a:pathLst>
                <a:path extrusionOk="0" h="4561" w="13336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5" name="Google Shape;5755;p56"/>
            <p:cNvSpPr/>
            <p:nvPr/>
          </p:nvSpPr>
          <p:spPr>
            <a:xfrm>
              <a:off x="2163950" y="1324400"/>
              <a:ext cx="136950" cy="109550"/>
            </a:xfrm>
            <a:custGeom>
              <a:rect b="b" l="l" r="r" t="t"/>
              <a:pathLst>
                <a:path extrusionOk="0" h="4382" w="5478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6" name="Google Shape;5756;p56"/>
            <p:cNvSpPr/>
            <p:nvPr/>
          </p:nvSpPr>
          <p:spPr>
            <a:xfrm>
              <a:off x="1971375" y="1430950"/>
              <a:ext cx="188425" cy="158400"/>
            </a:xfrm>
            <a:custGeom>
              <a:rect b="b" l="l" r="r" t="t"/>
              <a:pathLst>
                <a:path extrusionOk="0" h="6336" w="7537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7" name="Google Shape;5757;p56"/>
            <p:cNvSpPr/>
            <p:nvPr/>
          </p:nvSpPr>
          <p:spPr>
            <a:xfrm>
              <a:off x="2269925" y="1742600"/>
              <a:ext cx="5075" cy="3000"/>
            </a:xfrm>
            <a:custGeom>
              <a:rect b="b" l="l" r="r" t="t"/>
              <a:pathLst>
                <a:path extrusionOk="0" h="120" w="203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8" name="Google Shape;5758;p56"/>
            <p:cNvSpPr/>
            <p:nvPr/>
          </p:nvSpPr>
          <p:spPr>
            <a:xfrm>
              <a:off x="2117800" y="1324100"/>
              <a:ext cx="141425" cy="365850"/>
            </a:xfrm>
            <a:custGeom>
              <a:rect b="b" l="l" r="r" t="t"/>
              <a:pathLst>
                <a:path extrusionOk="0" h="14634" w="5657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9" name="Google Shape;5759;p56"/>
            <p:cNvSpPr/>
            <p:nvPr/>
          </p:nvSpPr>
          <p:spPr>
            <a:xfrm>
              <a:off x="2450600" y="1814350"/>
              <a:ext cx="27100" cy="362275"/>
            </a:xfrm>
            <a:custGeom>
              <a:rect b="b" l="l" r="r" t="t"/>
              <a:pathLst>
                <a:path extrusionOk="0" h="14491" w="1084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0" name="Google Shape;5760;p56"/>
            <p:cNvSpPr/>
            <p:nvPr/>
          </p:nvSpPr>
          <p:spPr>
            <a:xfrm>
              <a:off x="2273475" y="1738150"/>
              <a:ext cx="176850" cy="439950"/>
            </a:xfrm>
            <a:custGeom>
              <a:rect b="b" l="l" r="r" t="t"/>
              <a:pathLst>
                <a:path extrusionOk="0" h="17598" w="7074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1" name="Google Shape;5761;p56"/>
            <p:cNvSpPr/>
            <p:nvPr/>
          </p:nvSpPr>
          <p:spPr>
            <a:xfrm>
              <a:off x="2293425" y="1714325"/>
              <a:ext cx="141725" cy="60150"/>
            </a:xfrm>
            <a:custGeom>
              <a:rect b="b" l="l" r="r" t="t"/>
              <a:pathLst>
                <a:path extrusionOk="0" h="2406" w="5669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2" name="Google Shape;5762;p56"/>
            <p:cNvSpPr/>
            <p:nvPr/>
          </p:nvSpPr>
          <p:spPr>
            <a:xfrm>
              <a:off x="1976725" y="1600625"/>
              <a:ext cx="267625" cy="103300"/>
            </a:xfrm>
            <a:custGeom>
              <a:rect b="b" l="l" r="r" t="t"/>
              <a:pathLst>
                <a:path extrusionOk="0" h="4132" w="10705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3" name="Google Shape;5763;p56"/>
            <p:cNvSpPr/>
            <p:nvPr/>
          </p:nvSpPr>
          <p:spPr>
            <a:xfrm>
              <a:off x="1969275" y="1610450"/>
              <a:ext cx="477475" cy="573900"/>
            </a:xfrm>
            <a:custGeom>
              <a:rect b="b" l="l" r="r" t="t"/>
              <a:pathLst>
                <a:path extrusionOk="0" h="22956" w="19099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4" name="Google Shape;5764;p56"/>
            <p:cNvSpPr/>
            <p:nvPr/>
          </p:nvSpPr>
          <p:spPr>
            <a:xfrm>
              <a:off x="1726400" y="1324400"/>
              <a:ext cx="224450" cy="261075"/>
            </a:xfrm>
            <a:custGeom>
              <a:rect b="b" l="l" r="r" t="t"/>
              <a:pathLst>
                <a:path extrusionOk="0" h="10443" w="8978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5" name="Google Shape;5765;p56"/>
            <p:cNvSpPr/>
            <p:nvPr/>
          </p:nvSpPr>
          <p:spPr>
            <a:xfrm>
              <a:off x="1592450" y="1416675"/>
              <a:ext cx="110450" cy="205100"/>
            </a:xfrm>
            <a:custGeom>
              <a:rect b="b" l="l" r="r" t="t"/>
              <a:pathLst>
                <a:path extrusionOk="0" h="8204" w="4418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6" name="Google Shape;5766;p56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7" name="Google Shape;5767;p56"/>
            <p:cNvSpPr/>
            <p:nvPr/>
          </p:nvSpPr>
          <p:spPr>
            <a:xfrm>
              <a:off x="1593350" y="1324400"/>
              <a:ext cx="59850" cy="58675"/>
            </a:xfrm>
            <a:custGeom>
              <a:rect b="b" l="l" r="r" t="t"/>
              <a:pathLst>
                <a:path extrusionOk="0" h="2347" w="2394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8" name="Google Shape;5768;p56"/>
            <p:cNvSpPr/>
            <p:nvPr/>
          </p:nvSpPr>
          <p:spPr>
            <a:xfrm>
              <a:off x="134510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9" name="Google Shape;5769;p56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0" name="Google Shape;5770;p56"/>
            <p:cNvSpPr/>
            <p:nvPr/>
          </p:nvSpPr>
          <p:spPr>
            <a:xfrm>
              <a:off x="1354625" y="1406550"/>
              <a:ext cx="219700" cy="254225"/>
            </a:xfrm>
            <a:custGeom>
              <a:rect b="b" l="l" r="r" t="t"/>
              <a:pathLst>
                <a:path extrusionOk="0" h="10169" w="8788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1" name="Google Shape;5771;p56"/>
            <p:cNvSpPr/>
            <p:nvPr/>
          </p:nvSpPr>
          <p:spPr>
            <a:xfrm>
              <a:off x="1345700" y="1669675"/>
              <a:ext cx="600" cy="325"/>
            </a:xfrm>
            <a:custGeom>
              <a:rect b="b" l="l" r="r" t="t"/>
              <a:pathLst>
                <a:path extrusionOk="0" h="13" w="24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2" name="Google Shape;5772;p56"/>
            <p:cNvSpPr/>
            <p:nvPr/>
          </p:nvSpPr>
          <p:spPr>
            <a:xfrm>
              <a:off x="1348675" y="1635750"/>
              <a:ext cx="339650" cy="34250"/>
            </a:xfrm>
            <a:custGeom>
              <a:rect b="b" l="l" r="r" t="t"/>
              <a:pathLst>
                <a:path extrusionOk="0" h="1370" w="13586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3" name="Google Shape;5773;p56"/>
            <p:cNvSpPr/>
            <p:nvPr/>
          </p:nvSpPr>
          <p:spPr>
            <a:xfrm>
              <a:off x="1346575" y="1669975"/>
              <a:ext cx="1225" cy="625"/>
            </a:xfrm>
            <a:custGeom>
              <a:rect b="b" l="l" r="r" t="t"/>
              <a:pathLst>
                <a:path extrusionOk="0" h="25" w="49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4" name="Google Shape;5774;p56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5" name="Google Shape;5775;p56"/>
            <p:cNvSpPr/>
            <p:nvPr/>
          </p:nvSpPr>
          <p:spPr>
            <a:xfrm>
              <a:off x="1345100" y="16693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6" name="Google Shape;5776;p56"/>
            <p:cNvSpPr/>
            <p:nvPr/>
          </p:nvSpPr>
          <p:spPr>
            <a:xfrm>
              <a:off x="1349275" y="1670125"/>
              <a:ext cx="300" cy="475"/>
            </a:xfrm>
            <a:custGeom>
              <a:rect b="b" l="l" r="r" t="t"/>
              <a:pathLst>
                <a:path extrusionOk="0" h="19" w="12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7" name="Google Shape;5777;p56"/>
            <p:cNvSpPr/>
            <p:nvPr/>
          </p:nvSpPr>
          <p:spPr>
            <a:xfrm>
              <a:off x="1351050" y="16690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8" name="Google Shape;5778;p56"/>
            <p:cNvSpPr/>
            <p:nvPr/>
          </p:nvSpPr>
          <p:spPr>
            <a:xfrm>
              <a:off x="992675" y="1324400"/>
              <a:ext cx="353050" cy="345000"/>
            </a:xfrm>
            <a:custGeom>
              <a:rect b="b" l="l" r="r" t="t"/>
              <a:pathLst>
                <a:path extrusionOk="0" h="13800" w="14122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9" name="Google Shape;5779;p56"/>
            <p:cNvSpPr/>
            <p:nvPr/>
          </p:nvSpPr>
          <p:spPr>
            <a:xfrm>
              <a:off x="1346275" y="1669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0" name="Google Shape;5780;p56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1" name="Google Shape;5781;p56"/>
            <p:cNvSpPr/>
            <p:nvPr/>
          </p:nvSpPr>
          <p:spPr>
            <a:xfrm>
              <a:off x="135105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2" name="Google Shape;5782;p56"/>
            <p:cNvSpPr/>
            <p:nvPr/>
          </p:nvSpPr>
          <p:spPr>
            <a:xfrm>
              <a:off x="1351950" y="166760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3" name="Google Shape;5783;p56"/>
            <p:cNvSpPr/>
            <p:nvPr/>
          </p:nvSpPr>
          <p:spPr>
            <a:xfrm>
              <a:off x="1343300" y="1324400"/>
              <a:ext cx="127425" cy="346500"/>
            </a:xfrm>
            <a:custGeom>
              <a:rect b="b" l="l" r="r" t="t"/>
              <a:pathLst>
                <a:path extrusionOk="0" h="13860" w="5097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4" name="Google Shape;5784;p56"/>
            <p:cNvSpPr/>
            <p:nvPr/>
          </p:nvSpPr>
          <p:spPr>
            <a:xfrm>
              <a:off x="2236875" y="1685475"/>
              <a:ext cx="58075" cy="57750"/>
            </a:xfrm>
            <a:custGeom>
              <a:rect b="b" l="l" r="r" t="t"/>
              <a:pathLst>
                <a:path extrusionOk="0" h="2310" w="2323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5" name="Google Shape;5785;p56"/>
            <p:cNvSpPr/>
            <p:nvPr/>
          </p:nvSpPr>
          <p:spPr>
            <a:xfrm>
              <a:off x="2434225" y="1733500"/>
              <a:ext cx="85450" cy="81450"/>
            </a:xfrm>
            <a:custGeom>
              <a:rect b="b" l="l" r="r" t="t"/>
              <a:pathLst>
                <a:path extrusionOk="0" h="3258" w="3418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6" name="Google Shape;5786;p56"/>
            <p:cNvSpPr/>
            <p:nvPr/>
          </p:nvSpPr>
          <p:spPr>
            <a:xfrm>
              <a:off x="2630075" y="1418625"/>
              <a:ext cx="41100" cy="40925"/>
            </a:xfrm>
            <a:custGeom>
              <a:rect b="b" l="l" r="r" t="t"/>
              <a:pathLst>
                <a:path extrusionOk="0" h="1637" w="1644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7" name="Google Shape;5787;p56"/>
            <p:cNvSpPr/>
            <p:nvPr/>
          </p:nvSpPr>
          <p:spPr>
            <a:xfrm>
              <a:off x="2338375" y="1395450"/>
              <a:ext cx="32475" cy="28775"/>
            </a:xfrm>
            <a:custGeom>
              <a:rect b="b" l="l" r="r" t="t"/>
              <a:pathLst>
                <a:path extrusionOk="0" h="1151" w="1299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8" name="Google Shape;5788;p56"/>
            <p:cNvSpPr/>
            <p:nvPr/>
          </p:nvSpPr>
          <p:spPr>
            <a:xfrm>
              <a:off x="3084300" y="1355525"/>
              <a:ext cx="30375" cy="29150"/>
            </a:xfrm>
            <a:custGeom>
              <a:rect b="b" l="l" r="r" t="t"/>
              <a:pathLst>
                <a:path extrusionOk="0" h="1166" w="1215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9" name="Google Shape;5789;p56"/>
            <p:cNvSpPr/>
            <p:nvPr/>
          </p:nvSpPr>
          <p:spPr>
            <a:xfrm>
              <a:off x="1937425" y="1579200"/>
              <a:ext cx="42300" cy="40575"/>
            </a:xfrm>
            <a:custGeom>
              <a:rect b="b" l="l" r="r" t="t"/>
              <a:pathLst>
                <a:path extrusionOk="0" h="1623" w="1692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0" name="Google Shape;5790;p56"/>
            <p:cNvSpPr/>
            <p:nvPr/>
          </p:nvSpPr>
          <p:spPr>
            <a:xfrm>
              <a:off x="2435125" y="2175825"/>
              <a:ext cx="44075" cy="41075"/>
            </a:xfrm>
            <a:custGeom>
              <a:rect b="b" l="l" r="r" t="t"/>
              <a:pathLst>
                <a:path extrusionOk="0" h="1643" w="1763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1" name="Google Shape;5791;p56"/>
            <p:cNvSpPr/>
            <p:nvPr/>
          </p:nvSpPr>
          <p:spPr>
            <a:xfrm>
              <a:off x="874500" y="1324400"/>
              <a:ext cx="61050" cy="39475"/>
            </a:xfrm>
            <a:custGeom>
              <a:rect b="b" l="l" r="r" t="t"/>
              <a:pathLst>
                <a:path extrusionOk="0" h="1579" w="2442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2" name="Google Shape;5792;p56"/>
            <p:cNvSpPr/>
            <p:nvPr/>
          </p:nvSpPr>
          <p:spPr>
            <a:xfrm>
              <a:off x="1687100" y="1615750"/>
              <a:ext cx="48250" cy="45975"/>
            </a:xfrm>
            <a:custGeom>
              <a:rect b="b" l="l" r="r" t="t"/>
              <a:pathLst>
                <a:path extrusionOk="0" h="1839" w="193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3" name="Google Shape;5793;p56"/>
            <p:cNvSpPr/>
            <p:nvPr/>
          </p:nvSpPr>
          <p:spPr>
            <a:xfrm>
              <a:off x="2480650" y="1385525"/>
              <a:ext cx="17900" cy="16475"/>
            </a:xfrm>
            <a:custGeom>
              <a:rect b="b" l="l" r="r" t="t"/>
              <a:pathLst>
                <a:path extrusionOk="0" h="659" w="716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4" name="Google Shape;5794;p56"/>
            <p:cNvSpPr/>
            <p:nvPr/>
          </p:nvSpPr>
          <p:spPr>
            <a:xfrm>
              <a:off x="1565650" y="1378450"/>
              <a:ext cx="45875" cy="41525"/>
            </a:xfrm>
            <a:custGeom>
              <a:rect b="b" l="l" r="r" t="t"/>
              <a:pathLst>
                <a:path extrusionOk="0" h="1661" w="1835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95" name="Google Shape;5795;p56"/>
          <p:cNvGrpSpPr/>
          <p:nvPr/>
        </p:nvGrpSpPr>
        <p:grpSpPr>
          <a:xfrm flipH="1">
            <a:off x="127" y="13"/>
            <a:ext cx="10765575" cy="4182143"/>
            <a:chOff x="874500" y="1324100"/>
            <a:chExt cx="2298225" cy="892800"/>
          </a:xfrm>
        </p:grpSpPr>
        <p:sp>
          <p:nvSpPr>
            <p:cNvPr id="5796" name="Google Shape;5796;p56"/>
            <p:cNvSpPr/>
            <p:nvPr/>
          </p:nvSpPr>
          <p:spPr>
            <a:xfrm>
              <a:off x="3108700" y="1324100"/>
              <a:ext cx="64025" cy="42300"/>
            </a:xfrm>
            <a:custGeom>
              <a:rect b="b" l="l" r="r" t="t"/>
              <a:pathLst>
                <a:path extrusionOk="0" h="1692" w="2561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7" name="Google Shape;5797;p56"/>
            <p:cNvSpPr/>
            <p:nvPr/>
          </p:nvSpPr>
          <p:spPr>
            <a:xfrm>
              <a:off x="3100375" y="1324400"/>
              <a:ext cx="24425" cy="35450"/>
            </a:xfrm>
            <a:custGeom>
              <a:rect b="b" l="l" r="r" t="t"/>
              <a:pathLst>
                <a:path extrusionOk="0" h="1418" w="977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8" name="Google Shape;5798;p56"/>
            <p:cNvSpPr/>
            <p:nvPr/>
          </p:nvSpPr>
          <p:spPr>
            <a:xfrm>
              <a:off x="2658050" y="1324100"/>
              <a:ext cx="77725" cy="101225"/>
            </a:xfrm>
            <a:custGeom>
              <a:rect b="b" l="l" r="r" t="t"/>
              <a:pathLst>
                <a:path extrusionOk="0" h="4049" w="3109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9" name="Google Shape;5799;p56"/>
            <p:cNvSpPr/>
            <p:nvPr/>
          </p:nvSpPr>
          <p:spPr>
            <a:xfrm>
              <a:off x="3039950" y="1324100"/>
              <a:ext cx="46750" cy="37525"/>
            </a:xfrm>
            <a:custGeom>
              <a:rect b="b" l="l" r="r" t="t"/>
              <a:pathLst>
                <a:path extrusionOk="0" h="1501" w="187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0" name="Google Shape;5800;p56"/>
            <p:cNvSpPr/>
            <p:nvPr/>
          </p:nvSpPr>
          <p:spPr>
            <a:xfrm>
              <a:off x="3095625" y="1382750"/>
              <a:ext cx="10725" cy="6125"/>
            </a:xfrm>
            <a:custGeom>
              <a:rect b="b" l="l" r="r" t="t"/>
              <a:pathLst>
                <a:path extrusionOk="0" h="245" w="429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1" name="Google Shape;5801;p56"/>
            <p:cNvSpPr/>
            <p:nvPr/>
          </p:nvSpPr>
          <p:spPr>
            <a:xfrm>
              <a:off x="2519350" y="1324100"/>
              <a:ext cx="119375" cy="105400"/>
            </a:xfrm>
            <a:custGeom>
              <a:rect b="b" l="l" r="r" t="t"/>
              <a:pathLst>
                <a:path extrusionOk="0" h="4216" w="4775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2" name="Google Shape;5802;p56"/>
            <p:cNvSpPr/>
            <p:nvPr/>
          </p:nvSpPr>
          <p:spPr>
            <a:xfrm>
              <a:off x="2959575" y="1324400"/>
              <a:ext cx="127425" cy="44675"/>
            </a:xfrm>
            <a:custGeom>
              <a:rect b="b" l="l" r="r" t="t"/>
              <a:pathLst>
                <a:path extrusionOk="0" h="1787" w="5097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3" name="Google Shape;5803;p56"/>
            <p:cNvSpPr/>
            <p:nvPr/>
          </p:nvSpPr>
          <p:spPr>
            <a:xfrm>
              <a:off x="2669975" y="1368450"/>
              <a:ext cx="416425" cy="72950"/>
            </a:xfrm>
            <a:custGeom>
              <a:rect b="b" l="l" r="r" t="t"/>
              <a:pathLst>
                <a:path extrusionOk="0" h="2918" w="16657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4" name="Google Shape;5804;p56"/>
            <p:cNvSpPr/>
            <p:nvPr/>
          </p:nvSpPr>
          <p:spPr>
            <a:xfrm>
              <a:off x="2464575" y="1378875"/>
              <a:ext cx="629275" cy="804275"/>
            </a:xfrm>
            <a:custGeom>
              <a:rect b="b" l="l" r="r" t="t"/>
              <a:pathLst>
                <a:path extrusionOk="0" h="32171" w="25171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5" name="Google Shape;5805;p56"/>
            <p:cNvSpPr/>
            <p:nvPr/>
          </p:nvSpPr>
          <p:spPr>
            <a:xfrm>
              <a:off x="2489575" y="1454775"/>
              <a:ext cx="155400" cy="285775"/>
            </a:xfrm>
            <a:custGeom>
              <a:rect b="b" l="l" r="r" t="t"/>
              <a:pathLst>
                <a:path extrusionOk="0" h="11431" w="6216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6" name="Google Shape;5806;p56"/>
            <p:cNvSpPr/>
            <p:nvPr/>
          </p:nvSpPr>
          <p:spPr>
            <a:xfrm>
              <a:off x="2481850" y="1387200"/>
              <a:ext cx="1500" cy="2400"/>
            </a:xfrm>
            <a:custGeom>
              <a:rect b="b" l="l" r="r" t="t"/>
              <a:pathLst>
                <a:path extrusionOk="0" h="96" w="6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7" name="Google Shape;5807;p56"/>
            <p:cNvSpPr/>
            <p:nvPr/>
          </p:nvSpPr>
          <p:spPr>
            <a:xfrm>
              <a:off x="2482450" y="1324400"/>
              <a:ext cx="12225" cy="56575"/>
            </a:xfrm>
            <a:custGeom>
              <a:rect b="b" l="l" r="r" t="t"/>
              <a:pathLst>
                <a:path extrusionOk="0" h="2263" w="489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8" name="Google Shape;5808;p56"/>
            <p:cNvSpPr/>
            <p:nvPr/>
          </p:nvSpPr>
          <p:spPr>
            <a:xfrm>
              <a:off x="2461300" y="1397025"/>
              <a:ext cx="28600" cy="338450"/>
            </a:xfrm>
            <a:custGeom>
              <a:rect b="b" l="l" r="r" t="t"/>
              <a:pathLst>
                <a:path extrusionOk="0" h="13538" w="1144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9" name="Google Shape;5809;p56"/>
            <p:cNvSpPr/>
            <p:nvPr/>
          </p:nvSpPr>
          <p:spPr>
            <a:xfrm>
              <a:off x="2299675" y="1324400"/>
              <a:ext cx="333400" cy="114025"/>
            </a:xfrm>
            <a:custGeom>
              <a:rect b="b" l="l" r="r" t="t"/>
              <a:pathLst>
                <a:path extrusionOk="0" h="4561" w="13336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0" name="Google Shape;5810;p56"/>
            <p:cNvSpPr/>
            <p:nvPr/>
          </p:nvSpPr>
          <p:spPr>
            <a:xfrm>
              <a:off x="2163950" y="1324400"/>
              <a:ext cx="136950" cy="109550"/>
            </a:xfrm>
            <a:custGeom>
              <a:rect b="b" l="l" r="r" t="t"/>
              <a:pathLst>
                <a:path extrusionOk="0" h="4382" w="5478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1" name="Google Shape;5811;p56"/>
            <p:cNvSpPr/>
            <p:nvPr/>
          </p:nvSpPr>
          <p:spPr>
            <a:xfrm>
              <a:off x="1971375" y="1430950"/>
              <a:ext cx="188425" cy="158400"/>
            </a:xfrm>
            <a:custGeom>
              <a:rect b="b" l="l" r="r" t="t"/>
              <a:pathLst>
                <a:path extrusionOk="0" h="6336" w="7537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2" name="Google Shape;5812;p56"/>
            <p:cNvSpPr/>
            <p:nvPr/>
          </p:nvSpPr>
          <p:spPr>
            <a:xfrm>
              <a:off x="2269925" y="1742600"/>
              <a:ext cx="5075" cy="3000"/>
            </a:xfrm>
            <a:custGeom>
              <a:rect b="b" l="l" r="r" t="t"/>
              <a:pathLst>
                <a:path extrusionOk="0" h="120" w="203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3" name="Google Shape;5813;p56"/>
            <p:cNvSpPr/>
            <p:nvPr/>
          </p:nvSpPr>
          <p:spPr>
            <a:xfrm>
              <a:off x="2117800" y="1324100"/>
              <a:ext cx="141425" cy="365850"/>
            </a:xfrm>
            <a:custGeom>
              <a:rect b="b" l="l" r="r" t="t"/>
              <a:pathLst>
                <a:path extrusionOk="0" h="14634" w="5657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4" name="Google Shape;5814;p56"/>
            <p:cNvSpPr/>
            <p:nvPr/>
          </p:nvSpPr>
          <p:spPr>
            <a:xfrm>
              <a:off x="2450600" y="1814350"/>
              <a:ext cx="27100" cy="362275"/>
            </a:xfrm>
            <a:custGeom>
              <a:rect b="b" l="l" r="r" t="t"/>
              <a:pathLst>
                <a:path extrusionOk="0" h="14491" w="1084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5" name="Google Shape;5815;p56"/>
            <p:cNvSpPr/>
            <p:nvPr/>
          </p:nvSpPr>
          <p:spPr>
            <a:xfrm>
              <a:off x="2273475" y="1738150"/>
              <a:ext cx="176850" cy="439950"/>
            </a:xfrm>
            <a:custGeom>
              <a:rect b="b" l="l" r="r" t="t"/>
              <a:pathLst>
                <a:path extrusionOk="0" h="17598" w="7074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6" name="Google Shape;5816;p56"/>
            <p:cNvSpPr/>
            <p:nvPr/>
          </p:nvSpPr>
          <p:spPr>
            <a:xfrm>
              <a:off x="2293425" y="1714325"/>
              <a:ext cx="141725" cy="60150"/>
            </a:xfrm>
            <a:custGeom>
              <a:rect b="b" l="l" r="r" t="t"/>
              <a:pathLst>
                <a:path extrusionOk="0" h="2406" w="5669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7" name="Google Shape;5817;p56"/>
            <p:cNvSpPr/>
            <p:nvPr/>
          </p:nvSpPr>
          <p:spPr>
            <a:xfrm>
              <a:off x="1976725" y="1600625"/>
              <a:ext cx="267625" cy="103300"/>
            </a:xfrm>
            <a:custGeom>
              <a:rect b="b" l="l" r="r" t="t"/>
              <a:pathLst>
                <a:path extrusionOk="0" h="4132" w="10705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8" name="Google Shape;5818;p56"/>
            <p:cNvSpPr/>
            <p:nvPr/>
          </p:nvSpPr>
          <p:spPr>
            <a:xfrm>
              <a:off x="1969275" y="1610450"/>
              <a:ext cx="477475" cy="573900"/>
            </a:xfrm>
            <a:custGeom>
              <a:rect b="b" l="l" r="r" t="t"/>
              <a:pathLst>
                <a:path extrusionOk="0" h="22956" w="19099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9" name="Google Shape;5819;p56"/>
            <p:cNvSpPr/>
            <p:nvPr/>
          </p:nvSpPr>
          <p:spPr>
            <a:xfrm>
              <a:off x="1726400" y="1324400"/>
              <a:ext cx="224450" cy="261075"/>
            </a:xfrm>
            <a:custGeom>
              <a:rect b="b" l="l" r="r" t="t"/>
              <a:pathLst>
                <a:path extrusionOk="0" h="10443" w="8978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0" name="Google Shape;5820;p56"/>
            <p:cNvSpPr/>
            <p:nvPr/>
          </p:nvSpPr>
          <p:spPr>
            <a:xfrm>
              <a:off x="1592450" y="1416675"/>
              <a:ext cx="110450" cy="205100"/>
            </a:xfrm>
            <a:custGeom>
              <a:rect b="b" l="l" r="r" t="t"/>
              <a:pathLst>
                <a:path extrusionOk="0" h="8204" w="4418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1" name="Google Shape;5821;p56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2" name="Google Shape;5822;p56"/>
            <p:cNvSpPr/>
            <p:nvPr/>
          </p:nvSpPr>
          <p:spPr>
            <a:xfrm>
              <a:off x="1593350" y="1324400"/>
              <a:ext cx="59850" cy="58675"/>
            </a:xfrm>
            <a:custGeom>
              <a:rect b="b" l="l" r="r" t="t"/>
              <a:pathLst>
                <a:path extrusionOk="0" h="2347" w="2394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3" name="Google Shape;5823;p56"/>
            <p:cNvSpPr/>
            <p:nvPr/>
          </p:nvSpPr>
          <p:spPr>
            <a:xfrm>
              <a:off x="134510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4" name="Google Shape;5824;p56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5" name="Google Shape;5825;p56"/>
            <p:cNvSpPr/>
            <p:nvPr/>
          </p:nvSpPr>
          <p:spPr>
            <a:xfrm>
              <a:off x="1354625" y="1406550"/>
              <a:ext cx="219700" cy="254225"/>
            </a:xfrm>
            <a:custGeom>
              <a:rect b="b" l="l" r="r" t="t"/>
              <a:pathLst>
                <a:path extrusionOk="0" h="10169" w="8788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6" name="Google Shape;5826;p56"/>
            <p:cNvSpPr/>
            <p:nvPr/>
          </p:nvSpPr>
          <p:spPr>
            <a:xfrm>
              <a:off x="1345700" y="1669675"/>
              <a:ext cx="600" cy="325"/>
            </a:xfrm>
            <a:custGeom>
              <a:rect b="b" l="l" r="r" t="t"/>
              <a:pathLst>
                <a:path extrusionOk="0" h="13" w="24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7" name="Google Shape;5827;p56"/>
            <p:cNvSpPr/>
            <p:nvPr/>
          </p:nvSpPr>
          <p:spPr>
            <a:xfrm>
              <a:off x="1348675" y="1635750"/>
              <a:ext cx="339650" cy="34250"/>
            </a:xfrm>
            <a:custGeom>
              <a:rect b="b" l="l" r="r" t="t"/>
              <a:pathLst>
                <a:path extrusionOk="0" h="1370" w="13586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8" name="Google Shape;5828;p56"/>
            <p:cNvSpPr/>
            <p:nvPr/>
          </p:nvSpPr>
          <p:spPr>
            <a:xfrm>
              <a:off x="1346575" y="1669975"/>
              <a:ext cx="1225" cy="625"/>
            </a:xfrm>
            <a:custGeom>
              <a:rect b="b" l="l" r="r" t="t"/>
              <a:pathLst>
                <a:path extrusionOk="0" h="25" w="49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9" name="Google Shape;5829;p56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0" name="Google Shape;5830;p56"/>
            <p:cNvSpPr/>
            <p:nvPr/>
          </p:nvSpPr>
          <p:spPr>
            <a:xfrm>
              <a:off x="1345100" y="16693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1" name="Google Shape;5831;p56"/>
            <p:cNvSpPr/>
            <p:nvPr/>
          </p:nvSpPr>
          <p:spPr>
            <a:xfrm>
              <a:off x="1349275" y="1670125"/>
              <a:ext cx="300" cy="475"/>
            </a:xfrm>
            <a:custGeom>
              <a:rect b="b" l="l" r="r" t="t"/>
              <a:pathLst>
                <a:path extrusionOk="0" h="19" w="12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2" name="Google Shape;5832;p56"/>
            <p:cNvSpPr/>
            <p:nvPr/>
          </p:nvSpPr>
          <p:spPr>
            <a:xfrm>
              <a:off x="1351050" y="16690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3" name="Google Shape;5833;p56"/>
            <p:cNvSpPr/>
            <p:nvPr/>
          </p:nvSpPr>
          <p:spPr>
            <a:xfrm>
              <a:off x="992675" y="1324400"/>
              <a:ext cx="353050" cy="345000"/>
            </a:xfrm>
            <a:custGeom>
              <a:rect b="b" l="l" r="r" t="t"/>
              <a:pathLst>
                <a:path extrusionOk="0" h="13800" w="14122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4" name="Google Shape;5834;p56"/>
            <p:cNvSpPr/>
            <p:nvPr/>
          </p:nvSpPr>
          <p:spPr>
            <a:xfrm>
              <a:off x="1346275" y="1669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5" name="Google Shape;5835;p56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6" name="Google Shape;5836;p56"/>
            <p:cNvSpPr/>
            <p:nvPr/>
          </p:nvSpPr>
          <p:spPr>
            <a:xfrm>
              <a:off x="135105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7" name="Google Shape;5837;p56"/>
            <p:cNvSpPr/>
            <p:nvPr/>
          </p:nvSpPr>
          <p:spPr>
            <a:xfrm>
              <a:off x="1351950" y="166760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8" name="Google Shape;5838;p56"/>
            <p:cNvSpPr/>
            <p:nvPr/>
          </p:nvSpPr>
          <p:spPr>
            <a:xfrm>
              <a:off x="1343300" y="1324400"/>
              <a:ext cx="127425" cy="346500"/>
            </a:xfrm>
            <a:custGeom>
              <a:rect b="b" l="l" r="r" t="t"/>
              <a:pathLst>
                <a:path extrusionOk="0" h="13860" w="5097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9" name="Google Shape;5839;p56"/>
            <p:cNvSpPr/>
            <p:nvPr/>
          </p:nvSpPr>
          <p:spPr>
            <a:xfrm>
              <a:off x="2236875" y="1685475"/>
              <a:ext cx="58075" cy="57750"/>
            </a:xfrm>
            <a:custGeom>
              <a:rect b="b" l="l" r="r" t="t"/>
              <a:pathLst>
                <a:path extrusionOk="0" h="2310" w="2323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0" name="Google Shape;5840;p56"/>
            <p:cNvSpPr/>
            <p:nvPr/>
          </p:nvSpPr>
          <p:spPr>
            <a:xfrm>
              <a:off x="2434225" y="1733500"/>
              <a:ext cx="85450" cy="81450"/>
            </a:xfrm>
            <a:custGeom>
              <a:rect b="b" l="l" r="r" t="t"/>
              <a:pathLst>
                <a:path extrusionOk="0" h="3258" w="3418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1" name="Google Shape;5841;p56"/>
            <p:cNvSpPr/>
            <p:nvPr/>
          </p:nvSpPr>
          <p:spPr>
            <a:xfrm>
              <a:off x="2630075" y="1418625"/>
              <a:ext cx="41100" cy="40925"/>
            </a:xfrm>
            <a:custGeom>
              <a:rect b="b" l="l" r="r" t="t"/>
              <a:pathLst>
                <a:path extrusionOk="0" h="1637" w="1644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2" name="Google Shape;5842;p56"/>
            <p:cNvSpPr/>
            <p:nvPr/>
          </p:nvSpPr>
          <p:spPr>
            <a:xfrm>
              <a:off x="2338375" y="1395450"/>
              <a:ext cx="32475" cy="28775"/>
            </a:xfrm>
            <a:custGeom>
              <a:rect b="b" l="l" r="r" t="t"/>
              <a:pathLst>
                <a:path extrusionOk="0" h="1151" w="1299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3" name="Google Shape;5843;p56"/>
            <p:cNvSpPr/>
            <p:nvPr/>
          </p:nvSpPr>
          <p:spPr>
            <a:xfrm>
              <a:off x="3084300" y="1355525"/>
              <a:ext cx="30375" cy="29150"/>
            </a:xfrm>
            <a:custGeom>
              <a:rect b="b" l="l" r="r" t="t"/>
              <a:pathLst>
                <a:path extrusionOk="0" h="1166" w="1215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4" name="Google Shape;5844;p56"/>
            <p:cNvSpPr/>
            <p:nvPr/>
          </p:nvSpPr>
          <p:spPr>
            <a:xfrm>
              <a:off x="1937425" y="1579200"/>
              <a:ext cx="42300" cy="40575"/>
            </a:xfrm>
            <a:custGeom>
              <a:rect b="b" l="l" r="r" t="t"/>
              <a:pathLst>
                <a:path extrusionOk="0" h="1623" w="1692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5" name="Google Shape;5845;p56"/>
            <p:cNvSpPr/>
            <p:nvPr/>
          </p:nvSpPr>
          <p:spPr>
            <a:xfrm>
              <a:off x="2435125" y="2175825"/>
              <a:ext cx="44075" cy="41075"/>
            </a:xfrm>
            <a:custGeom>
              <a:rect b="b" l="l" r="r" t="t"/>
              <a:pathLst>
                <a:path extrusionOk="0" h="1643" w="1763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6" name="Google Shape;5846;p56"/>
            <p:cNvSpPr/>
            <p:nvPr/>
          </p:nvSpPr>
          <p:spPr>
            <a:xfrm>
              <a:off x="874500" y="1324400"/>
              <a:ext cx="61050" cy="39475"/>
            </a:xfrm>
            <a:custGeom>
              <a:rect b="b" l="l" r="r" t="t"/>
              <a:pathLst>
                <a:path extrusionOk="0" h="1579" w="2442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7" name="Google Shape;5847;p56"/>
            <p:cNvSpPr/>
            <p:nvPr/>
          </p:nvSpPr>
          <p:spPr>
            <a:xfrm>
              <a:off x="1687100" y="1615750"/>
              <a:ext cx="48250" cy="45975"/>
            </a:xfrm>
            <a:custGeom>
              <a:rect b="b" l="l" r="r" t="t"/>
              <a:pathLst>
                <a:path extrusionOk="0" h="1839" w="193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8" name="Google Shape;5848;p56"/>
            <p:cNvSpPr/>
            <p:nvPr/>
          </p:nvSpPr>
          <p:spPr>
            <a:xfrm>
              <a:off x="2480650" y="1385525"/>
              <a:ext cx="17900" cy="16475"/>
            </a:xfrm>
            <a:custGeom>
              <a:rect b="b" l="l" r="r" t="t"/>
              <a:pathLst>
                <a:path extrusionOk="0" h="659" w="716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9" name="Google Shape;5849;p56"/>
            <p:cNvSpPr/>
            <p:nvPr/>
          </p:nvSpPr>
          <p:spPr>
            <a:xfrm>
              <a:off x="1565650" y="1378450"/>
              <a:ext cx="45875" cy="41525"/>
            </a:xfrm>
            <a:custGeom>
              <a:rect b="b" l="l" r="r" t="t"/>
              <a:pathLst>
                <a:path extrusionOk="0" h="1661" w="1835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50" name="Shape 58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5851" name="Shape 5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52" name="Google Shape;5852;p58"/>
          <p:cNvGrpSpPr/>
          <p:nvPr/>
        </p:nvGrpSpPr>
        <p:grpSpPr>
          <a:xfrm rot="10800000">
            <a:off x="-59408" y="283"/>
            <a:ext cx="5584597" cy="2809558"/>
            <a:chOff x="4905075" y="2588800"/>
            <a:chExt cx="982875" cy="494475"/>
          </a:xfrm>
        </p:grpSpPr>
        <p:sp>
          <p:nvSpPr>
            <p:cNvPr id="5853" name="Google Shape;5853;p58"/>
            <p:cNvSpPr/>
            <p:nvPr/>
          </p:nvSpPr>
          <p:spPr>
            <a:xfrm>
              <a:off x="5082475" y="3000200"/>
              <a:ext cx="30675" cy="83075"/>
            </a:xfrm>
            <a:custGeom>
              <a:rect b="b" l="l" r="r" t="t"/>
              <a:pathLst>
                <a:path extrusionOk="0" h="3323" w="1227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4" name="Google Shape;5854;p58"/>
            <p:cNvSpPr/>
            <p:nvPr/>
          </p:nvSpPr>
          <p:spPr>
            <a:xfrm>
              <a:off x="4905075" y="3083250"/>
              <a:ext cx="300" cy="25"/>
            </a:xfrm>
            <a:custGeom>
              <a:rect b="b" l="l" r="r" t="t"/>
              <a:pathLst>
                <a:path extrusionOk="0" fill="none" h="1" w="12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5" name="Google Shape;5855;p58"/>
            <p:cNvSpPr/>
            <p:nvPr/>
          </p:nvSpPr>
          <p:spPr>
            <a:xfrm>
              <a:off x="5122050" y="2993050"/>
              <a:ext cx="87550" cy="45875"/>
            </a:xfrm>
            <a:custGeom>
              <a:rect b="b" l="l" r="r" t="t"/>
              <a:pathLst>
                <a:path extrusionOk="0" h="1835" w="3502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6" name="Google Shape;5856;p58"/>
            <p:cNvSpPr/>
            <p:nvPr/>
          </p:nvSpPr>
          <p:spPr>
            <a:xfrm>
              <a:off x="5213425" y="3035925"/>
              <a:ext cx="97675" cy="47050"/>
            </a:xfrm>
            <a:custGeom>
              <a:rect b="b" l="l" r="r" t="t"/>
              <a:pathLst>
                <a:path extrusionOk="0" h="1882" w="3907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7" name="Google Shape;5857;p58"/>
            <p:cNvSpPr/>
            <p:nvPr/>
          </p:nvSpPr>
          <p:spPr>
            <a:xfrm>
              <a:off x="4919950" y="2993050"/>
              <a:ext cx="185175" cy="90225"/>
            </a:xfrm>
            <a:custGeom>
              <a:rect b="b" l="l" r="r" t="t"/>
              <a:pathLst>
                <a:path extrusionOk="0" h="3609" w="7407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8" name="Google Shape;5858;p58"/>
            <p:cNvSpPr/>
            <p:nvPr/>
          </p:nvSpPr>
          <p:spPr>
            <a:xfrm>
              <a:off x="4909525" y="2607000"/>
              <a:ext cx="182500" cy="476275"/>
            </a:xfrm>
            <a:custGeom>
              <a:rect b="b" l="l" r="r" t="t"/>
              <a:pathLst>
                <a:path extrusionOk="0" h="19051" w="730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9" name="Google Shape;5859;p58"/>
            <p:cNvSpPr/>
            <p:nvPr/>
          </p:nvSpPr>
          <p:spPr>
            <a:xfrm>
              <a:off x="5113425" y="2823400"/>
              <a:ext cx="33075" cy="158075"/>
            </a:xfrm>
            <a:custGeom>
              <a:rect b="b" l="l" r="r" t="t"/>
              <a:pathLst>
                <a:path extrusionOk="0" h="6323" w="1323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0" name="Google Shape;5860;p58"/>
            <p:cNvSpPr/>
            <p:nvPr/>
          </p:nvSpPr>
          <p:spPr>
            <a:xfrm>
              <a:off x="5201525" y="2989775"/>
              <a:ext cx="925" cy="1225"/>
            </a:xfrm>
            <a:custGeom>
              <a:rect b="b" l="l" r="r" t="t"/>
              <a:pathLst>
                <a:path extrusionOk="0" h="49" w="37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1" name="Google Shape;5861;p58"/>
            <p:cNvSpPr/>
            <p:nvPr/>
          </p:nvSpPr>
          <p:spPr>
            <a:xfrm>
              <a:off x="5156275" y="2820425"/>
              <a:ext cx="44975" cy="165800"/>
            </a:xfrm>
            <a:custGeom>
              <a:rect b="b" l="l" r="r" t="t"/>
              <a:pathLst>
                <a:path extrusionOk="0" h="6632" w="1799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2" name="Google Shape;5862;p58"/>
            <p:cNvSpPr/>
            <p:nvPr/>
          </p:nvSpPr>
          <p:spPr>
            <a:xfrm>
              <a:off x="5198850" y="2995450"/>
              <a:ext cx="26525" cy="87825"/>
            </a:xfrm>
            <a:custGeom>
              <a:rect b="b" l="l" r="r" t="t"/>
              <a:pathLst>
                <a:path extrusionOk="0" h="3513" w="1061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3" name="Google Shape;5863;p58"/>
            <p:cNvSpPr/>
            <p:nvPr/>
          </p:nvSpPr>
          <p:spPr>
            <a:xfrm>
              <a:off x="5123550" y="2988600"/>
              <a:ext cx="175625" cy="8950"/>
            </a:xfrm>
            <a:custGeom>
              <a:rect b="b" l="l" r="r" t="t"/>
              <a:pathLst>
                <a:path extrusionOk="0" h="358" w="7025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4" name="Google Shape;5864;p58"/>
            <p:cNvSpPr/>
            <p:nvPr/>
          </p:nvSpPr>
          <p:spPr>
            <a:xfrm>
              <a:off x="5302725" y="2995150"/>
              <a:ext cx="138750" cy="88125"/>
            </a:xfrm>
            <a:custGeom>
              <a:rect b="b" l="l" r="r" t="t"/>
              <a:pathLst>
                <a:path extrusionOk="0" h="3525" w="555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5" name="Google Shape;5865;p58"/>
            <p:cNvSpPr/>
            <p:nvPr/>
          </p:nvSpPr>
          <p:spPr>
            <a:xfrm>
              <a:off x="5297675" y="2995725"/>
              <a:ext cx="21750" cy="84275"/>
            </a:xfrm>
            <a:custGeom>
              <a:rect b="b" l="l" r="r" t="t"/>
              <a:pathLst>
                <a:path extrusionOk="0" h="3371" w="87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6" name="Google Shape;5866;p58"/>
            <p:cNvSpPr/>
            <p:nvPr/>
          </p:nvSpPr>
          <p:spPr>
            <a:xfrm>
              <a:off x="5349175" y="2817450"/>
              <a:ext cx="69375" cy="103300"/>
            </a:xfrm>
            <a:custGeom>
              <a:rect b="b" l="l" r="r" t="t"/>
              <a:pathLst>
                <a:path extrusionOk="0" h="4132" w="2775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7" name="Google Shape;5867;p58"/>
            <p:cNvSpPr/>
            <p:nvPr/>
          </p:nvSpPr>
          <p:spPr>
            <a:xfrm>
              <a:off x="5297975" y="2921625"/>
              <a:ext cx="51825" cy="76825"/>
            </a:xfrm>
            <a:custGeom>
              <a:rect b="b" l="l" r="r" t="t"/>
              <a:pathLst>
                <a:path extrusionOk="0" h="3073" w="2073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8" name="Google Shape;5868;p58"/>
            <p:cNvSpPr/>
            <p:nvPr/>
          </p:nvSpPr>
          <p:spPr>
            <a:xfrm>
              <a:off x="5247975" y="2787475"/>
              <a:ext cx="2700" cy="1425"/>
            </a:xfrm>
            <a:custGeom>
              <a:rect b="b" l="l" r="r" t="t"/>
              <a:pathLst>
                <a:path extrusionOk="0" h="57" w="108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9" name="Google Shape;5869;p58"/>
            <p:cNvSpPr/>
            <p:nvPr/>
          </p:nvSpPr>
          <p:spPr>
            <a:xfrm>
              <a:off x="5264925" y="2810300"/>
              <a:ext cx="211375" cy="272375"/>
            </a:xfrm>
            <a:custGeom>
              <a:rect b="b" l="l" r="r" t="t"/>
              <a:pathLst>
                <a:path extrusionOk="0" h="10895" w="8455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0" name="Google Shape;5870;p58"/>
            <p:cNvSpPr/>
            <p:nvPr/>
          </p:nvSpPr>
          <p:spPr>
            <a:xfrm>
              <a:off x="5094375" y="2607000"/>
              <a:ext cx="50025" cy="177725"/>
            </a:xfrm>
            <a:custGeom>
              <a:rect b="b" l="l" r="r" t="t"/>
              <a:pathLst>
                <a:path extrusionOk="0" h="7109" w="2001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1" name="Google Shape;5871;p58"/>
            <p:cNvSpPr/>
            <p:nvPr/>
          </p:nvSpPr>
          <p:spPr>
            <a:xfrm>
              <a:off x="5098850" y="2605500"/>
              <a:ext cx="150325" cy="186375"/>
            </a:xfrm>
            <a:custGeom>
              <a:rect b="b" l="l" r="r" t="t"/>
              <a:pathLst>
                <a:path extrusionOk="0" h="7455" w="6013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2" name="Google Shape;5872;p58"/>
            <p:cNvSpPr/>
            <p:nvPr/>
          </p:nvSpPr>
          <p:spPr>
            <a:xfrm>
              <a:off x="5270300" y="2802250"/>
              <a:ext cx="141400" cy="10750"/>
            </a:xfrm>
            <a:custGeom>
              <a:rect b="b" l="l" r="r" t="t"/>
              <a:pathLst>
                <a:path extrusionOk="0" h="430" w="5656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3" name="Google Shape;5873;p58"/>
            <p:cNvSpPr/>
            <p:nvPr/>
          </p:nvSpPr>
          <p:spPr>
            <a:xfrm>
              <a:off x="5167300" y="2797500"/>
              <a:ext cx="75625" cy="7750"/>
            </a:xfrm>
            <a:custGeom>
              <a:rect b="b" l="l" r="r" t="t"/>
              <a:pathLst>
                <a:path extrusionOk="0" h="310" w="3025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4" name="Google Shape;5874;p58"/>
            <p:cNvSpPr/>
            <p:nvPr/>
          </p:nvSpPr>
          <p:spPr>
            <a:xfrm>
              <a:off x="5100325" y="2601350"/>
              <a:ext cx="313750" cy="206300"/>
            </a:xfrm>
            <a:custGeom>
              <a:rect b="b" l="l" r="r" t="t"/>
              <a:pathLst>
                <a:path extrusionOk="0" h="8252" w="1255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5" name="Google Shape;5875;p58"/>
            <p:cNvSpPr/>
            <p:nvPr/>
          </p:nvSpPr>
          <p:spPr>
            <a:xfrm>
              <a:off x="5428950" y="2814475"/>
              <a:ext cx="164325" cy="108950"/>
            </a:xfrm>
            <a:custGeom>
              <a:rect b="b" l="l" r="r" t="t"/>
              <a:pathLst>
                <a:path extrusionOk="0" h="4358" w="6573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6" name="Google Shape;5876;p58"/>
            <p:cNvSpPr/>
            <p:nvPr/>
          </p:nvSpPr>
          <p:spPr>
            <a:xfrm>
              <a:off x="5542350" y="2760000"/>
              <a:ext cx="82775" cy="84250"/>
            </a:xfrm>
            <a:custGeom>
              <a:rect b="b" l="l" r="r" t="t"/>
              <a:pathLst>
                <a:path extrusionOk="0" h="3370" w="3311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7" name="Google Shape;5877;p58"/>
            <p:cNvSpPr/>
            <p:nvPr/>
          </p:nvSpPr>
          <p:spPr>
            <a:xfrm>
              <a:off x="5525375" y="2931750"/>
              <a:ext cx="73550" cy="151525"/>
            </a:xfrm>
            <a:custGeom>
              <a:rect b="b" l="l" r="r" t="t"/>
              <a:pathLst>
                <a:path extrusionOk="0" h="6061" w="2942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8" name="Google Shape;5878;p58"/>
            <p:cNvSpPr/>
            <p:nvPr/>
          </p:nvSpPr>
          <p:spPr>
            <a:xfrm>
              <a:off x="5603675" y="2928475"/>
              <a:ext cx="78000" cy="52400"/>
            </a:xfrm>
            <a:custGeom>
              <a:rect b="b" l="l" r="r" t="t"/>
              <a:pathLst>
                <a:path extrusionOk="0" h="2096" w="312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9" name="Google Shape;5879;p58"/>
            <p:cNvSpPr/>
            <p:nvPr/>
          </p:nvSpPr>
          <p:spPr>
            <a:xfrm>
              <a:off x="5600700" y="2860600"/>
              <a:ext cx="29775" cy="58950"/>
            </a:xfrm>
            <a:custGeom>
              <a:rect b="b" l="l" r="r" t="t"/>
              <a:pathLst>
                <a:path extrusionOk="0" h="2358" w="1191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0" name="Google Shape;5880;p58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1" name="Google Shape;5881;p58"/>
            <p:cNvSpPr/>
            <p:nvPr/>
          </p:nvSpPr>
          <p:spPr>
            <a:xfrm>
              <a:off x="5634325" y="2690050"/>
              <a:ext cx="68475" cy="154200"/>
            </a:xfrm>
            <a:custGeom>
              <a:rect b="b" l="l" r="r" t="t"/>
              <a:pathLst>
                <a:path extrusionOk="0" h="6168" w="2739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2" name="Google Shape;5882;p58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3" name="Google Shape;5883;p58"/>
            <p:cNvSpPr/>
            <p:nvPr/>
          </p:nvSpPr>
          <p:spPr>
            <a:xfrm>
              <a:off x="5705475" y="2684400"/>
              <a:ext cx="0" cy="25"/>
            </a:xfrm>
            <a:custGeom>
              <a:rect b="b" l="l" r="r" t="t"/>
              <a:pathLst>
                <a:path extrusionOk="0" h="1" w="12000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4" name="Google Shape;5884;p58"/>
            <p:cNvSpPr/>
            <p:nvPr/>
          </p:nvSpPr>
          <p:spPr>
            <a:xfrm>
              <a:off x="5544725" y="2684975"/>
              <a:ext cx="159275" cy="67000"/>
            </a:xfrm>
            <a:custGeom>
              <a:rect b="b" l="l" r="r" t="t"/>
              <a:pathLst>
                <a:path extrusionOk="0" h="2680" w="6371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5" name="Google Shape;5885;p58"/>
            <p:cNvSpPr/>
            <p:nvPr/>
          </p:nvSpPr>
          <p:spPr>
            <a:xfrm>
              <a:off x="57057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6" name="Google Shape;5886;p58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7" name="Google Shape;5887;p58"/>
            <p:cNvSpPr/>
            <p:nvPr/>
          </p:nvSpPr>
          <p:spPr>
            <a:xfrm>
              <a:off x="5705475" y="2684400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8" name="Google Shape;5888;p58"/>
            <p:cNvSpPr/>
            <p:nvPr/>
          </p:nvSpPr>
          <p:spPr>
            <a:xfrm>
              <a:off x="5706350" y="2684400"/>
              <a:ext cx="181600" cy="98250"/>
            </a:xfrm>
            <a:custGeom>
              <a:rect b="b" l="l" r="r" t="t"/>
              <a:pathLst>
                <a:path extrusionOk="0" h="3930" w="7264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9" name="Google Shape;5889;p58"/>
            <p:cNvSpPr/>
            <p:nvPr/>
          </p:nvSpPr>
          <p:spPr>
            <a:xfrm>
              <a:off x="5703075" y="26855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0" name="Google Shape;5890;p58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1" name="Google Shape;5891;p58"/>
            <p:cNvSpPr/>
            <p:nvPr/>
          </p:nvSpPr>
          <p:spPr>
            <a:xfrm>
              <a:off x="5703375" y="26855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2" name="Google Shape;5892;p58"/>
            <p:cNvSpPr/>
            <p:nvPr/>
          </p:nvSpPr>
          <p:spPr>
            <a:xfrm>
              <a:off x="5806975" y="2990975"/>
              <a:ext cx="80975" cy="92300"/>
            </a:xfrm>
            <a:custGeom>
              <a:rect b="b" l="l" r="r" t="t"/>
              <a:pathLst>
                <a:path extrusionOk="0" h="3692" w="3239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3" name="Google Shape;5893;p58"/>
            <p:cNvSpPr/>
            <p:nvPr/>
          </p:nvSpPr>
          <p:spPr>
            <a:xfrm>
              <a:off x="5690575" y="3002575"/>
              <a:ext cx="6875" cy="80700"/>
            </a:xfrm>
            <a:custGeom>
              <a:rect b="b" l="l" r="r" t="t"/>
              <a:pathLst>
                <a:path extrusionOk="0" h="3228" w="275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4" name="Google Shape;5894;p58"/>
            <p:cNvSpPr/>
            <p:nvPr/>
          </p:nvSpPr>
          <p:spPr>
            <a:xfrm>
              <a:off x="5695050" y="2684400"/>
              <a:ext cx="12825" cy="278925"/>
            </a:xfrm>
            <a:custGeom>
              <a:rect b="b" l="l" r="r" t="t"/>
              <a:pathLst>
                <a:path extrusionOk="0" h="11157" w="513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5" name="Google Shape;5895;p58"/>
            <p:cNvSpPr/>
            <p:nvPr/>
          </p:nvSpPr>
          <p:spPr>
            <a:xfrm>
              <a:off x="5680150" y="2962925"/>
              <a:ext cx="44675" cy="40925"/>
            </a:xfrm>
            <a:custGeom>
              <a:rect b="b" l="l" r="r" t="t"/>
              <a:pathLst>
                <a:path extrusionOk="0" h="1637" w="1787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6" name="Google Shape;5896;p58"/>
            <p:cNvSpPr/>
            <p:nvPr/>
          </p:nvSpPr>
          <p:spPr>
            <a:xfrm>
              <a:off x="5242300" y="2786925"/>
              <a:ext cx="29500" cy="28675"/>
            </a:xfrm>
            <a:custGeom>
              <a:rect b="b" l="l" r="r" t="t"/>
              <a:pathLst>
                <a:path extrusionOk="0" h="1147" w="118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7" name="Google Shape;5897;p58"/>
            <p:cNvSpPr/>
            <p:nvPr/>
          </p:nvSpPr>
          <p:spPr>
            <a:xfrm>
              <a:off x="5124150" y="2783375"/>
              <a:ext cx="44375" cy="41000"/>
            </a:xfrm>
            <a:custGeom>
              <a:rect b="b" l="l" r="r" t="t"/>
              <a:pathLst>
                <a:path extrusionOk="0" h="1640" w="1775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8" name="Google Shape;5898;p58"/>
            <p:cNvSpPr/>
            <p:nvPr/>
          </p:nvSpPr>
          <p:spPr>
            <a:xfrm>
              <a:off x="5311075" y="3079075"/>
              <a:ext cx="15800" cy="3900"/>
            </a:xfrm>
            <a:custGeom>
              <a:rect b="b" l="l" r="r" t="t"/>
              <a:pathLst>
                <a:path extrusionOk="0" h="156" w="632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9" name="Google Shape;5899;p58"/>
            <p:cNvSpPr/>
            <p:nvPr/>
          </p:nvSpPr>
          <p:spPr>
            <a:xfrm>
              <a:off x="5102400" y="2980750"/>
              <a:ext cx="21475" cy="20375"/>
            </a:xfrm>
            <a:custGeom>
              <a:rect b="b" l="l" r="r" t="t"/>
              <a:pathLst>
                <a:path extrusionOk="0" h="815" w="859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0" name="Google Shape;5900;p58"/>
            <p:cNvSpPr/>
            <p:nvPr/>
          </p:nvSpPr>
          <p:spPr>
            <a:xfrm>
              <a:off x="5251825" y="2953700"/>
              <a:ext cx="16700" cy="14600"/>
            </a:xfrm>
            <a:custGeom>
              <a:rect b="b" l="l" r="r" t="t"/>
              <a:pathLst>
                <a:path extrusionOk="0" h="584" w="668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1" name="Google Shape;5901;p58"/>
            <p:cNvSpPr/>
            <p:nvPr/>
          </p:nvSpPr>
          <p:spPr>
            <a:xfrm>
              <a:off x="5411075" y="2800425"/>
              <a:ext cx="21175" cy="20450"/>
            </a:xfrm>
            <a:custGeom>
              <a:rect b="b" l="l" r="r" t="t"/>
              <a:pathLst>
                <a:path extrusionOk="0" h="818" w="847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2" name="Google Shape;5902;p58"/>
            <p:cNvSpPr/>
            <p:nvPr/>
          </p:nvSpPr>
          <p:spPr>
            <a:xfrm>
              <a:off x="5081275" y="2588800"/>
              <a:ext cx="22950" cy="20300"/>
            </a:xfrm>
            <a:custGeom>
              <a:rect b="b" l="l" r="r" t="t"/>
              <a:pathLst>
                <a:path extrusionOk="0" h="812" w="918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3" name="Google Shape;5903;p58"/>
            <p:cNvSpPr/>
            <p:nvPr/>
          </p:nvSpPr>
          <p:spPr>
            <a:xfrm>
              <a:off x="5522700" y="2742050"/>
              <a:ext cx="24425" cy="23250"/>
            </a:xfrm>
            <a:custGeom>
              <a:rect b="b" l="l" r="r" t="t"/>
              <a:pathLst>
                <a:path extrusionOk="0" h="930" w="977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4" name="Google Shape;5904;p58"/>
            <p:cNvSpPr/>
            <p:nvPr/>
          </p:nvSpPr>
          <p:spPr>
            <a:xfrm>
              <a:off x="5589975" y="2916675"/>
              <a:ext cx="17875" cy="16275"/>
            </a:xfrm>
            <a:custGeom>
              <a:rect b="b" l="l" r="r" t="t"/>
              <a:pathLst>
                <a:path extrusionOk="0" h="651" w="715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5" name="Google Shape;5905;p58"/>
            <p:cNvSpPr/>
            <p:nvPr/>
          </p:nvSpPr>
          <p:spPr>
            <a:xfrm>
              <a:off x="5193500" y="2984600"/>
              <a:ext cx="9250" cy="8725"/>
            </a:xfrm>
            <a:custGeom>
              <a:rect b="b" l="l" r="r" t="t"/>
              <a:pathLst>
                <a:path extrusionOk="0" h="349" w="37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6" name="Google Shape;5906;p58"/>
            <p:cNvSpPr/>
            <p:nvPr/>
          </p:nvSpPr>
          <p:spPr>
            <a:xfrm>
              <a:off x="5617950" y="2840125"/>
              <a:ext cx="23550" cy="21200"/>
            </a:xfrm>
            <a:custGeom>
              <a:rect b="b" l="l" r="r" t="t"/>
              <a:pathLst>
                <a:path extrusionOk="0" h="848" w="942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07" name="Google Shape;5907;p58"/>
          <p:cNvGrpSpPr/>
          <p:nvPr/>
        </p:nvGrpSpPr>
        <p:grpSpPr>
          <a:xfrm flipH="1" rot="10800000">
            <a:off x="18799618" y="283"/>
            <a:ext cx="5584597" cy="2809558"/>
            <a:chOff x="4905075" y="2588800"/>
            <a:chExt cx="982875" cy="494475"/>
          </a:xfrm>
        </p:grpSpPr>
        <p:sp>
          <p:nvSpPr>
            <p:cNvPr id="5908" name="Google Shape;5908;p58"/>
            <p:cNvSpPr/>
            <p:nvPr/>
          </p:nvSpPr>
          <p:spPr>
            <a:xfrm>
              <a:off x="5082475" y="3000200"/>
              <a:ext cx="30675" cy="83075"/>
            </a:xfrm>
            <a:custGeom>
              <a:rect b="b" l="l" r="r" t="t"/>
              <a:pathLst>
                <a:path extrusionOk="0" h="3323" w="1227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9" name="Google Shape;5909;p58"/>
            <p:cNvSpPr/>
            <p:nvPr/>
          </p:nvSpPr>
          <p:spPr>
            <a:xfrm>
              <a:off x="4905075" y="3083250"/>
              <a:ext cx="300" cy="25"/>
            </a:xfrm>
            <a:custGeom>
              <a:rect b="b" l="l" r="r" t="t"/>
              <a:pathLst>
                <a:path extrusionOk="0" fill="none" h="1" w="12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0" name="Google Shape;5910;p58"/>
            <p:cNvSpPr/>
            <p:nvPr/>
          </p:nvSpPr>
          <p:spPr>
            <a:xfrm>
              <a:off x="5122050" y="2993050"/>
              <a:ext cx="87550" cy="45875"/>
            </a:xfrm>
            <a:custGeom>
              <a:rect b="b" l="l" r="r" t="t"/>
              <a:pathLst>
                <a:path extrusionOk="0" h="1835" w="3502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1" name="Google Shape;5911;p58"/>
            <p:cNvSpPr/>
            <p:nvPr/>
          </p:nvSpPr>
          <p:spPr>
            <a:xfrm>
              <a:off x="5213425" y="3035925"/>
              <a:ext cx="97675" cy="47050"/>
            </a:xfrm>
            <a:custGeom>
              <a:rect b="b" l="l" r="r" t="t"/>
              <a:pathLst>
                <a:path extrusionOk="0" h="1882" w="3907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2" name="Google Shape;5912;p58"/>
            <p:cNvSpPr/>
            <p:nvPr/>
          </p:nvSpPr>
          <p:spPr>
            <a:xfrm>
              <a:off x="4919950" y="2993050"/>
              <a:ext cx="185175" cy="90225"/>
            </a:xfrm>
            <a:custGeom>
              <a:rect b="b" l="l" r="r" t="t"/>
              <a:pathLst>
                <a:path extrusionOk="0" h="3609" w="7407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3" name="Google Shape;5913;p58"/>
            <p:cNvSpPr/>
            <p:nvPr/>
          </p:nvSpPr>
          <p:spPr>
            <a:xfrm>
              <a:off x="4909525" y="2607000"/>
              <a:ext cx="182500" cy="476275"/>
            </a:xfrm>
            <a:custGeom>
              <a:rect b="b" l="l" r="r" t="t"/>
              <a:pathLst>
                <a:path extrusionOk="0" h="19051" w="730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4" name="Google Shape;5914;p58"/>
            <p:cNvSpPr/>
            <p:nvPr/>
          </p:nvSpPr>
          <p:spPr>
            <a:xfrm>
              <a:off x="5113425" y="2823400"/>
              <a:ext cx="33075" cy="158075"/>
            </a:xfrm>
            <a:custGeom>
              <a:rect b="b" l="l" r="r" t="t"/>
              <a:pathLst>
                <a:path extrusionOk="0" h="6323" w="1323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5" name="Google Shape;5915;p58"/>
            <p:cNvSpPr/>
            <p:nvPr/>
          </p:nvSpPr>
          <p:spPr>
            <a:xfrm>
              <a:off x="5201525" y="2989775"/>
              <a:ext cx="925" cy="1225"/>
            </a:xfrm>
            <a:custGeom>
              <a:rect b="b" l="l" r="r" t="t"/>
              <a:pathLst>
                <a:path extrusionOk="0" h="49" w="37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6" name="Google Shape;5916;p58"/>
            <p:cNvSpPr/>
            <p:nvPr/>
          </p:nvSpPr>
          <p:spPr>
            <a:xfrm>
              <a:off x="5156275" y="2820425"/>
              <a:ext cx="44975" cy="165800"/>
            </a:xfrm>
            <a:custGeom>
              <a:rect b="b" l="l" r="r" t="t"/>
              <a:pathLst>
                <a:path extrusionOk="0" h="6632" w="1799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7" name="Google Shape;5917;p58"/>
            <p:cNvSpPr/>
            <p:nvPr/>
          </p:nvSpPr>
          <p:spPr>
            <a:xfrm>
              <a:off x="5198850" y="2995450"/>
              <a:ext cx="26525" cy="87825"/>
            </a:xfrm>
            <a:custGeom>
              <a:rect b="b" l="l" r="r" t="t"/>
              <a:pathLst>
                <a:path extrusionOk="0" h="3513" w="1061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8" name="Google Shape;5918;p58"/>
            <p:cNvSpPr/>
            <p:nvPr/>
          </p:nvSpPr>
          <p:spPr>
            <a:xfrm>
              <a:off x="5123550" y="2988600"/>
              <a:ext cx="175625" cy="8950"/>
            </a:xfrm>
            <a:custGeom>
              <a:rect b="b" l="l" r="r" t="t"/>
              <a:pathLst>
                <a:path extrusionOk="0" h="358" w="7025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9" name="Google Shape;5919;p58"/>
            <p:cNvSpPr/>
            <p:nvPr/>
          </p:nvSpPr>
          <p:spPr>
            <a:xfrm>
              <a:off x="5302725" y="2995150"/>
              <a:ext cx="138750" cy="88125"/>
            </a:xfrm>
            <a:custGeom>
              <a:rect b="b" l="l" r="r" t="t"/>
              <a:pathLst>
                <a:path extrusionOk="0" h="3525" w="555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0" name="Google Shape;5920;p58"/>
            <p:cNvSpPr/>
            <p:nvPr/>
          </p:nvSpPr>
          <p:spPr>
            <a:xfrm>
              <a:off x="5297675" y="2995725"/>
              <a:ext cx="21750" cy="84275"/>
            </a:xfrm>
            <a:custGeom>
              <a:rect b="b" l="l" r="r" t="t"/>
              <a:pathLst>
                <a:path extrusionOk="0" h="3371" w="87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1" name="Google Shape;5921;p58"/>
            <p:cNvSpPr/>
            <p:nvPr/>
          </p:nvSpPr>
          <p:spPr>
            <a:xfrm>
              <a:off x="5349175" y="2817450"/>
              <a:ext cx="69375" cy="103300"/>
            </a:xfrm>
            <a:custGeom>
              <a:rect b="b" l="l" r="r" t="t"/>
              <a:pathLst>
                <a:path extrusionOk="0" h="4132" w="2775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2" name="Google Shape;5922;p58"/>
            <p:cNvSpPr/>
            <p:nvPr/>
          </p:nvSpPr>
          <p:spPr>
            <a:xfrm>
              <a:off x="5297975" y="2921625"/>
              <a:ext cx="51825" cy="76825"/>
            </a:xfrm>
            <a:custGeom>
              <a:rect b="b" l="l" r="r" t="t"/>
              <a:pathLst>
                <a:path extrusionOk="0" h="3073" w="2073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3" name="Google Shape;5923;p58"/>
            <p:cNvSpPr/>
            <p:nvPr/>
          </p:nvSpPr>
          <p:spPr>
            <a:xfrm>
              <a:off x="5247975" y="2787475"/>
              <a:ext cx="2700" cy="1425"/>
            </a:xfrm>
            <a:custGeom>
              <a:rect b="b" l="l" r="r" t="t"/>
              <a:pathLst>
                <a:path extrusionOk="0" h="57" w="108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4" name="Google Shape;5924;p58"/>
            <p:cNvSpPr/>
            <p:nvPr/>
          </p:nvSpPr>
          <p:spPr>
            <a:xfrm>
              <a:off x="5264925" y="2810300"/>
              <a:ext cx="211375" cy="272375"/>
            </a:xfrm>
            <a:custGeom>
              <a:rect b="b" l="l" r="r" t="t"/>
              <a:pathLst>
                <a:path extrusionOk="0" h="10895" w="8455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5" name="Google Shape;5925;p58"/>
            <p:cNvSpPr/>
            <p:nvPr/>
          </p:nvSpPr>
          <p:spPr>
            <a:xfrm>
              <a:off x="5094375" y="2607000"/>
              <a:ext cx="50025" cy="177725"/>
            </a:xfrm>
            <a:custGeom>
              <a:rect b="b" l="l" r="r" t="t"/>
              <a:pathLst>
                <a:path extrusionOk="0" h="7109" w="2001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6" name="Google Shape;5926;p58"/>
            <p:cNvSpPr/>
            <p:nvPr/>
          </p:nvSpPr>
          <p:spPr>
            <a:xfrm>
              <a:off x="5098850" y="2605500"/>
              <a:ext cx="150325" cy="186375"/>
            </a:xfrm>
            <a:custGeom>
              <a:rect b="b" l="l" r="r" t="t"/>
              <a:pathLst>
                <a:path extrusionOk="0" h="7455" w="6013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7" name="Google Shape;5927;p58"/>
            <p:cNvSpPr/>
            <p:nvPr/>
          </p:nvSpPr>
          <p:spPr>
            <a:xfrm>
              <a:off x="5270300" y="2802250"/>
              <a:ext cx="141400" cy="10750"/>
            </a:xfrm>
            <a:custGeom>
              <a:rect b="b" l="l" r="r" t="t"/>
              <a:pathLst>
                <a:path extrusionOk="0" h="430" w="5656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8" name="Google Shape;5928;p58"/>
            <p:cNvSpPr/>
            <p:nvPr/>
          </p:nvSpPr>
          <p:spPr>
            <a:xfrm>
              <a:off x="5167300" y="2797500"/>
              <a:ext cx="75625" cy="7750"/>
            </a:xfrm>
            <a:custGeom>
              <a:rect b="b" l="l" r="r" t="t"/>
              <a:pathLst>
                <a:path extrusionOk="0" h="310" w="3025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9" name="Google Shape;5929;p58"/>
            <p:cNvSpPr/>
            <p:nvPr/>
          </p:nvSpPr>
          <p:spPr>
            <a:xfrm>
              <a:off x="5100325" y="2601350"/>
              <a:ext cx="313750" cy="206300"/>
            </a:xfrm>
            <a:custGeom>
              <a:rect b="b" l="l" r="r" t="t"/>
              <a:pathLst>
                <a:path extrusionOk="0" h="8252" w="1255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0" name="Google Shape;5930;p58"/>
            <p:cNvSpPr/>
            <p:nvPr/>
          </p:nvSpPr>
          <p:spPr>
            <a:xfrm>
              <a:off x="5428950" y="2814475"/>
              <a:ext cx="164325" cy="108950"/>
            </a:xfrm>
            <a:custGeom>
              <a:rect b="b" l="l" r="r" t="t"/>
              <a:pathLst>
                <a:path extrusionOk="0" h="4358" w="6573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1" name="Google Shape;5931;p58"/>
            <p:cNvSpPr/>
            <p:nvPr/>
          </p:nvSpPr>
          <p:spPr>
            <a:xfrm>
              <a:off x="5542350" y="2760000"/>
              <a:ext cx="82775" cy="84250"/>
            </a:xfrm>
            <a:custGeom>
              <a:rect b="b" l="l" r="r" t="t"/>
              <a:pathLst>
                <a:path extrusionOk="0" h="3370" w="3311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2" name="Google Shape;5932;p58"/>
            <p:cNvSpPr/>
            <p:nvPr/>
          </p:nvSpPr>
          <p:spPr>
            <a:xfrm>
              <a:off x="5525375" y="2931750"/>
              <a:ext cx="73550" cy="151525"/>
            </a:xfrm>
            <a:custGeom>
              <a:rect b="b" l="l" r="r" t="t"/>
              <a:pathLst>
                <a:path extrusionOk="0" h="6061" w="2942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3" name="Google Shape;5933;p58"/>
            <p:cNvSpPr/>
            <p:nvPr/>
          </p:nvSpPr>
          <p:spPr>
            <a:xfrm>
              <a:off x="5603675" y="2928475"/>
              <a:ext cx="78000" cy="52400"/>
            </a:xfrm>
            <a:custGeom>
              <a:rect b="b" l="l" r="r" t="t"/>
              <a:pathLst>
                <a:path extrusionOk="0" h="2096" w="312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4" name="Google Shape;5934;p58"/>
            <p:cNvSpPr/>
            <p:nvPr/>
          </p:nvSpPr>
          <p:spPr>
            <a:xfrm>
              <a:off x="5600700" y="2860600"/>
              <a:ext cx="29775" cy="58950"/>
            </a:xfrm>
            <a:custGeom>
              <a:rect b="b" l="l" r="r" t="t"/>
              <a:pathLst>
                <a:path extrusionOk="0" h="2358" w="1191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5" name="Google Shape;5935;p58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6" name="Google Shape;5936;p58"/>
            <p:cNvSpPr/>
            <p:nvPr/>
          </p:nvSpPr>
          <p:spPr>
            <a:xfrm>
              <a:off x="5634325" y="2690050"/>
              <a:ext cx="68475" cy="154200"/>
            </a:xfrm>
            <a:custGeom>
              <a:rect b="b" l="l" r="r" t="t"/>
              <a:pathLst>
                <a:path extrusionOk="0" h="6168" w="2739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7" name="Google Shape;5937;p58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8" name="Google Shape;5938;p58"/>
            <p:cNvSpPr/>
            <p:nvPr/>
          </p:nvSpPr>
          <p:spPr>
            <a:xfrm>
              <a:off x="5705475" y="2684400"/>
              <a:ext cx="0" cy="25"/>
            </a:xfrm>
            <a:custGeom>
              <a:rect b="b" l="l" r="r" t="t"/>
              <a:pathLst>
                <a:path extrusionOk="0" h="1" w="12000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9" name="Google Shape;5939;p58"/>
            <p:cNvSpPr/>
            <p:nvPr/>
          </p:nvSpPr>
          <p:spPr>
            <a:xfrm>
              <a:off x="5544725" y="2684975"/>
              <a:ext cx="159275" cy="67000"/>
            </a:xfrm>
            <a:custGeom>
              <a:rect b="b" l="l" r="r" t="t"/>
              <a:pathLst>
                <a:path extrusionOk="0" h="2680" w="6371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0" name="Google Shape;5940;p58"/>
            <p:cNvSpPr/>
            <p:nvPr/>
          </p:nvSpPr>
          <p:spPr>
            <a:xfrm>
              <a:off x="57057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1" name="Google Shape;5941;p58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2" name="Google Shape;5942;p58"/>
            <p:cNvSpPr/>
            <p:nvPr/>
          </p:nvSpPr>
          <p:spPr>
            <a:xfrm>
              <a:off x="5705475" y="2684400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3" name="Google Shape;5943;p58"/>
            <p:cNvSpPr/>
            <p:nvPr/>
          </p:nvSpPr>
          <p:spPr>
            <a:xfrm>
              <a:off x="5706350" y="2684400"/>
              <a:ext cx="181600" cy="98250"/>
            </a:xfrm>
            <a:custGeom>
              <a:rect b="b" l="l" r="r" t="t"/>
              <a:pathLst>
                <a:path extrusionOk="0" h="3930" w="7264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4" name="Google Shape;5944;p58"/>
            <p:cNvSpPr/>
            <p:nvPr/>
          </p:nvSpPr>
          <p:spPr>
            <a:xfrm>
              <a:off x="5703075" y="26855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5" name="Google Shape;5945;p58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6" name="Google Shape;5946;p58"/>
            <p:cNvSpPr/>
            <p:nvPr/>
          </p:nvSpPr>
          <p:spPr>
            <a:xfrm>
              <a:off x="5703375" y="26855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7" name="Google Shape;5947;p58"/>
            <p:cNvSpPr/>
            <p:nvPr/>
          </p:nvSpPr>
          <p:spPr>
            <a:xfrm>
              <a:off x="5806975" y="2990975"/>
              <a:ext cx="80975" cy="92300"/>
            </a:xfrm>
            <a:custGeom>
              <a:rect b="b" l="l" r="r" t="t"/>
              <a:pathLst>
                <a:path extrusionOk="0" h="3692" w="3239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8" name="Google Shape;5948;p58"/>
            <p:cNvSpPr/>
            <p:nvPr/>
          </p:nvSpPr>
          <p:spPr>
            <a:xfrm>
              <a:off x="5690575" y="3002575"/>
              <a:ext cx="6875" cy="80700"/>
            </a:xfrm>
            <a:custGeom>
              <a:rect b="b" l="l" r="r" t="t"/>
              <a:pathLst>
                <a:path extrusionOk="0" h="3228" w="275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9" name="Google Shape;5949;p58"/>
            <p:cNvSpPr/>
            <p:nvPr/>
          </p:nvSpPr>
          <p:spPr>
            <a:xfrm>
              <a:off x="5695050" y="2684400"/>
              <a:ext cx="12825" cy="278925"/>
            </a:xfrm>
            <a:custGeom>
              <a:rect b="b" l="l" r="r" t="t"/>
              <a:pathLst>
                <a:path extrusionOk="0" h="11157" w="513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0" name="Google Shape;5950;p58"/>
            <p:cNvSpPr/>
            <p:nvPr/>
          </p:nvSpPr>
          <p:spPr>
            <a:xfrm>
              <a:off x="5680150" y="2962925"/>
              <a:ext cx="44675" cy="40925"/>
            </a:xfrm>
            <a:custGeom>
              <a:rect b="b" l="l" r="r" t="t"/>
              <a:pathLst>
                <a:path extrusionOk="0" h="1637" w="1787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1" name="Google Shape;5951;p58"/>
            <p:cNvSpPr/>
            <p:nvPr/>
          </p:nvSpPr>
          <p:spPr>
            <a:xfrm>
              <a:off x="5242300" y="2786925"/>
              <a:ext cx="29500" cy="28675"/>
            </a:xfrm>
            <a:custGeom>
              <a:rect b="b" l="l" r="r" t="t"/>
              <a:pathLst>
                <a:path extrusionOk="0" h="1147" w="118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2" name="Google Shape;5952;p58"/>
            <p:cNvSpPr/>
            <p:nvPr/>
          </p:nvSpPr>
          <p:spPr>
            <a:xfrm>
              <a:off x="5124150" y="2783375"/>
              <a:ext cx="44375" cy="41000"/>
            </a:xfrm>
            <a:custGeom>
              <a:rect b="b" l="l" r="r" t="t"/>
              <a:pathLst>
                <a:path extrusionOk="0" h="1640" w="1775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3" name="Google Shape;5953;p58"/>
            <p:cNvSpPr/>
            <p:nvPr/>
          </p:nvSpPr>
          <p:spPr>
            <a:xfrm>
              <a:off x="5311075" y="3079075"/>
              <a:ext cx="15800" cy="3900"/>
            </a:xfrm>
            <a:custGeom>
              <a:rect b="b" l="l" r="r" t="t"/>
              <a:pathLst>
                <a:path extrusionOk="0" h="156" w="632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4" name="Google Shape;5954;p58"/>
            <p:cNvSpPr/>
            <p:nvPr/>
          </p:nvSpPr>
          <p:spPr>
            <a:xfrm>
              <a:off x="5102400" y="2980750"/>
              <a:ext cx="21475" cy="20375"/>
            </a:xfrm>
            <a:custGeom>
              <a:rect b="b" l="l" r="r" t="t"/>
              <a:pathLst>
                <a:path extrusionOk="0" h="815" w="859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5" name="Google Shape;5955;p58"/>
            <p:cNvSpPr/>
            <p:nvPr/>
          </p:nvSpPr>
          <p:spPr>
            <a:xfrm>
              <a:off x="5251825" y="2953700"/>
              <a:ext cx="16700" cy="14600"/>
            </a:xfrm>
            <a:custGeom>
              <a:rect b="b" l="l" r="r" t="t"/>
              <a:pathLst>
                <a:path extrusionOk="0" h="584" w="668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6" name="Google Shape;5956;p58"/>
            <p:cNvSpPr/>
            <p:nvPr/>
          </p:nvSpPr>
          <p:spPr>
            <a:xfrm>
              <a:off x="5411075" y="2800425"/>
              <a:ext cx="21175" cy="20450"/>
            </a:xfrm>
            <a:custGeom>
              <a:rect b="b" l="l" r="r" t="t"/>
              <a:pathLst>
                <a:path extrusionOk="0" h="818" w="847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7" name="Google Shape;5957;p58"/>
            <p:cNvSpPr/>
            <p:nvPr/>
          </p:nvSpPr>
          <p:spPr>
            <a:xfrm>
              <a:off x="5081275" y="2588800"/>
              <a:ext cx="22950" cy="20300"/>
            </a:xfrm>
            <a:custGeom>
              <a:rect b="b" l="l" r="r" t="t"/>
              <a:pathLst>
                <a:path extrusionOk="0" h="812" w="918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8" name="Google Shape;5958;p58"/>
            <p:cNvSpPr/>
            <p:nvPr/>
          </p:nvSpPr>
          <p:spPr>
            <a:xfrm>
              <a:off x="5522700" y="2742050"/>
              <a:ext cx="24425" cy="23250"/>
            </a:xfrm>
            <a:custGeom>
              <a:rect b="b" l="l" r="r" t="t"/>
              <a:pathLst>
                <a:path extrusionOk="0" h="930" w="977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9" name="Google Shape;5959;p58"/>
            <p:cNvSpPr/>
            <p:nvPr/>
          </p:nvSpPr>
          <p:spPr>
            <a:xfrm>
              <a:off x="5589975" y="2916675"/>
              <a:ext cx="17875" cy="16275"/>
            </a:xfrm>
            <a:custGeom>
              <a:rect b="b" l="l" r="r" t="t"/>
              <a:pathLst>
                <a:path extrusionOk="0" h="651" w="715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0" name="Google Shape;5960;p58"/>
            <p:cNvSpPr/>
            <p:nvPr/>
          </p:nvSpPr>
          <p:spPr>
            <a:xfrm>
              <a:off x="5193500" y="2984600"/>
              <a:ext cx="9250" cy="8725"/>
            </a:xfrm>
            <a:custGeom>
              <a:rect b="b" l="l" r="r" t="t"/>
              <a:pathLst>
                <a:path extrusionOk="0" h="349" w="37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1" name="Google Shape;5961;p58"/>
            <p:cNvSpPr/>
            <p:nvPr/>
          </p:nvSpPr>
          <p:spPr>
            <a:xfrm>
              <a:off x="5617950" y="2840125"/>
              <a:ext cx="23550" cy="21200"/>
            </a:xfrm>
            <a:custGeom>
              <a:rect b="b" l="l" r="r" t="t"/>
              <a:pathLst>
                <a:path extrusionOk="0" h="848" w="942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62" name="Google Shape;5962;p58"/>
          <p:cNvGrpSpPr/>
          <p:nvPr/>
        </p:nvGrpSpPr>
        <p:grpSpPr>
          <a:xfrm rot="-5400000">
            <a:off x="981689" y="9933316"/>
            <a:ext cx="2809551" cy="4891212"/>
            <a:chOff x="1083450" y="1318750"/>
            <a:chExt cx="624525" cy="1087250"/>
          </a:xfrm>
        </p:grpSpPr>
        <p:sp>
          <p:nvSpPr>
            <p:cNvPr id="5963" name="Google Shape;5963;p58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4" name="Google Shape;5964;p58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5" name="Google Shape;5965;p58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6" name="Google Shape;5966;p58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7" name="Google Shape;5967;p58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8" name="Google Shape;5968;p58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9" name="Google Shape;5969;p58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0" name="Google Shape;5970;p58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1" name="Google Shape;5971;p58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2" name="Google Shape;5972;p58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3" name="Google Shape;5973;p58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4" name="Google Shape;5974;p58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5" name="Google Shape;5975;p58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6" name="Google Shape;5976;p58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7" name="Google Shape;5977;p58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8" name="Google Shape;5978;p58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9" name="Google Shape;5979;p58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0" name="Google Shape;5980;p58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1" name="Google Shape;5981;p58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2" name="Google Shape;5982;p5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3" name="Google Shape;5983;p58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4" name="Google Shape;5984;p58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5" name="Google Shape;5985;p58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6" name="Google Shape;5986;p58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7" name="Google Shape;5987;p5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8" name="Google Shape;5988;p58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9" name="Google Shape;5989;p58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0" name="Google Shape;5990;p58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1" name="Google Shape;5991;p58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2" name="Google Shape;5992;p58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3" name="Google Shape;5993;p58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4" name="Google Shape;5994;p58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5" name="Google Shape;5995;p58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6" name="Google Shape;5996;p58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7" name="Google Shape;5997;p58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8" name="Google Shape;5998;p58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9" name="Google Shape;5999;p58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00" name="Google Shape;6000;p58"/>
          <p:cNvGrpSpPr/>
          <p:nvPr/>
        </p:nvGrpSpPr>
        <p:grpSpPr>
          <a:xfrm flipH="1" rot="5400000">
            <a:off x="20533565" y="9933316"/>
            <a:ext cx="2809551" cy="4891212"/>
            <a:chOff x="1083450" y="1318750"/>
            <a:chExt cx="624525" cy="1087250"/>
          </a:xfrm>
        </p:grpSpPr>
        <p:sp>
          <p:nvSpPr>
            <p:cNvPr id="6001" name="Google Shape;6001;p58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2" name="Google Shape;6002;p58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3" name="Google Shape;6003;p58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4" name="Google Shape;6004;p58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5" name="Google Shape;6005;p58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6" name="Google Shape;6006;p58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7" name="Google Shape;6007;p58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8" name="Google Shape;6008;p58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9" name="Google Shape;6009;p58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0" name="Google Shape;6010;p58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1" name="Google Shape;6011;p58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2" name="Google Shape;6012;p58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3" name="Google Shape;6013;p58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4" name="Google Shape;6014;p58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5" name="Google Shape;6015;p58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6" name="Google Shape;6016;p58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7" name="Google Shape;6017;p58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8" name="Google Shape;6018;p58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9" name="Google Shape;6019;p58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0" name="Google Shape;6020;p5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1" name="Google Shape;6021;p58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2" name="Google Shape;6022;p58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3" name="Google Shape;6023;p58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4" name="Google Shape;6024;p58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5" name="Google Shape;6025;p5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6" name="Google Shape;6026;p58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7" name="Google Shape;6027;p58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8" name="Google Shape;6028;p58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9" name="Google Shape;6029;p58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0" name="Google Shape;6030;p58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1" name="Google Shape;6031;p58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2" name="Google Shape;6032;p58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3" name="Google Shape;6033;p58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4" name="Google Shape;6034;p58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5" name="Google Shape;6035;p58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6" name="Google Shape;6036;p58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7" name="Google Shape;6037;p58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038" name="Google Shape;6038;p58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6039" name="Google Shape;6039;p58"/>
          <p:cNvSpPr txBox="1"/>
          <p:nvPr>
            <p:ph idx="2" type="title"/>
          </p:nvPr>
        </p:nvSpPr>
        <p:spPr>
          <a:xfrm>
            <a:off x="4270424" y="3515267"/>
            <a:ext cx="7921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6040" name="Google Shape;6040;p58"/>
          <p:cNvSpPr txBox="1"/>
          <p:nvPr>
            <p:ph idx="1" type="subTitle"/>
          </p:nvPr>
        </p:nvSpPr>
        <p:spPr>
          <a:xfrm>
            <a:off x="4270433" y="4351667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6041" name="Google Shape;6041;p58"/>
          <p:cNvSpPr txBox="1"/>
          <p:nvPr>
            <p:ph idx="3" type="title"/>
          </p:nvPr>
        </p:nvSpPr>
        <p:spPr>
          <a:xfrm>
            <a:off x="4270000" y="9476933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6042" name="Google Shape;6042;p58"/>
          <p:cNvSpPr txBox="1"/>
          <p:nvPr>
            <p:ph idx="4" type="subTitle"/>
          </p:nvPr>
        </p:nvSpPr>
        <p:spPr>
          <a:xfrm>
            <a:off x="4270033" y="10313333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6043" name="Google Shape;6043;p58"/>
          <p:cNvSpPr txBox="1"/>
          <p:nvPr>
            <p:ph idx="5" type="title"/>
          </p:nvPr>
        </p:nvSpPr>
        <p:spPr>
          <a:xfrm>
            <a:off x="4270518" y="6496067"/>
            <a:ext cx="9157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6044" name="Google Shape;6044;p58"/>
          <p:cNvSpPr txBox="1"/>
          <p:nvPr>
            <p:ph idx="6" type="subTitle"/>
          </p:nvPr>
        </p:nvSpPr>
        <p:spPr>
          <a:xfrm>
            <a:off x="4270433" y="7332467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6045" name="Google Shape;6045;p58"/>
          <p:cNvSpPr txBox="1"/>
          <p:nvPr>
            <p:ph idx="7" type="title"/>
          </p:nvPr>
        </p:nvSpPr>
        <p:spPr>
          <a:xfrm>
            <a:off x="15333595" y="3565400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6046" name="Google Shape;6046;p58"/>
          <p:cNvSpPr txBox="1"/>
          <p:nvPr>
            <p:ph idx="8" type="subTitle"/>
          </p:nvPr>
        </p:nvSpPr>
        <p:spPr>
          <a:xfrm>
            <a:off x="15333601" y="4414880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6047" name="Google Shape;6047;p58"/>
          <p:cNvSpPr txBox="1"/>
          <p:nvPr>
            <p:ph idx="9" type="title"/>
          </p:nvPr>
        </p:nvSpPr>
        <p:spPr>
          <a:xfrm>
            <a:off x="2046000" y="39500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6048" name="Google Shape;6048;p58"/>
          <p:cNvSpPr txBox="1"/>
          <p:nvPr>
            <p:ph idx="13" type="title"/>
          </p:nvPr>
        </p:nvSpPr>
        <p:spPr>
          <a:xfrm>
            <a:off x="2046000" y="9911733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6049" name="Google Shape;6049;p58"/>
          <p:cNvSpPr txBox="1"/>
          <p:nvPr>
            <p:ph idx="14" type="title"/>
          </p:nvPr>
        </p:nvSpPr>
        <p:spPr>
          <a:xfrm>
            <a:off x="2046000" y="69308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6050" name="Google Shape;6050;p58"/>
          <p:cNvSpPr txBox="1"/>
          <p:nvPr>
            <p:ph idx="15" type="title"/>
          </p:nvPr>
        </p:nvSpPr>
        <p:spPr>
          <a:xfrm>
            <a:off x="13109567" y="40001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6051" name="Google Shape;6051;p58"/>
          <p:cNvSpPr txBox="1"/>
          <p:nvPr>
            <p:ph idx="16" type="title"/>
          </p:nvPr>
        </p:nvSpPr>
        <p:spPr>
          <a:xfrm>
            <a:off x="15333595" y="9476935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6052" name="Google Shape;6052;p58"/>
          <p:cNvSpPr txBox="1"/>
          <p:nvPr>
            <p:ph idx="17" type="subTitle"/>
          </p:nvPr>
        </p:nvSpPr>
        <p:spPr>
          <a:xfrm>
            <a:off x="15333600" y="10313333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6053" name="Google Shape;6053;p58"/>
          <p:cNvSpPr txBox="1"/>
          <p:nvPr>
            <p:ph idx="18" type="title"/>
          </p:nvPr>
        </p:nvSpPr>
        <p:spPr>
          <a:xfrm>
            <a:off x="15333966" y="6496084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6054" name="Google Shape;6054;p58"/>
          <p:cNvSpPr txBox="1"/>
          <p:nvPr>
            <p:ph idx="19" type="subTitle"/>
          </p:nvPr>
        </p:nvSpPr>
        <p:spPr>
          <a:xfrm>
            <a:off x="15334000" y="7332467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6055" name="Google Shape;6055;p58"/>
          <p:cNvSpPr txBox="1"/>
          <p:nvPr>
            <p:ph idx="20" type="title"/>
          </p:nvPr>
        </p:nvSpPr>
        <p:spPr>
          <a:xfrm>
            <a:off x="13109567" y="9911733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6056" name="Google Shape;6056;p58"/>
          <p:cNvSpPr txBox="1"/>
          <p:nvPr>
            <p:ph idx="21" type="title"/>
          </p:nvPr>
        </p:nvSpPr>
        <p:spPr>
          <a:xfrm>
            <a:off x="13109567" y="69308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1">
    <p:spTree>
      <p:nvGrpSpPr>
        <p:cNvPr id="6057" name="Shape 6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58" name="Google Shape;6058;p59"/>
          <p:cNvGrpSpPr/>
          <p:nvPr/>
        </p:nvGrpSpPr>
        <p:grpSpPr>
          <a:xfrm rot="5400000">
            <a:off x="1743750" y="4589712"/>
            <a:ext cx="7382564" cy="10870595"/>
            <a:chOff x="2525900" y="1699450"/>
            <a:chExt cx="1076050" cy="1584450"/>
          </a:xfrm>
        </p:grpSpPr>
        <p:sp>
          <p:nvSpPr>
            <p:cNvPr id="6059" name="Google Shape;6059;p59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0" name="Google Shape;6060;p59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1" name="Google Shape;6061;p59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2" name="Google Shape;6062;p59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3" name="Google Shape;6063;p59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4" name="Google Shape;6064;p59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5" name="Google Shape;6065;p59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6" name="Google Shape;6066;p59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7" name="Google Shape;6067;p59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8" name="Google Shape;6068;p59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9" name="Google Shape;6069;p59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0" name="Google Shape;6070;p59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1" name="Google Shape;6071;p59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2" name="Google Shape;6072;p59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3" name="Google Shape;6073;p59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4" name="Google Shape;6074;p59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5" name="Google Shape;6075;p59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6" name="Google Shape;6076;p59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7" name="Google Shape;6077;p59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8" name="Google Shape;6078;p59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9" name="Google Shape;6079;p59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0" name="Google Shape;6080;p59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1" name="Google Shape;6081;p59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2" name="Google Shape;6082;p59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3" name="Google Shape;6083;p59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4" name="Google Shape;6084;p59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5" name="Google Shape;6085;p59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6" name="Google Shape;6086;p59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7" name="Google Shape;6087;p59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8" name="Google Shape;6088;p59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9" name="Google Shape;6089;p59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0" name="Google Shape;6090;p59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1" name="Google Shape;6091;p59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2" name="Google Shape;6092;p59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3" name="Google Shape;6093;p59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4" name="Google Shape;6094;p59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5" name="Google Shape;6095;p59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6" name="Google Shape;6096;p59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7" name="Google Shape;6097;p59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8" name="Google Shape;6098;p59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9" name="Google Shape;6099;p59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0" name="Google Shape;6100;p59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1" name="Google Shape;6101;p59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2" name="Google Shape;6102;p59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3" name="Google Shape;6103;p59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4" name="Google Shape;6104;p59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5" name="Google Shape;6105;p59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6" name="Google Shape;6106;p59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7" name="Google Shape;6107;p59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8" name="Google Shape;6108;p59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9" name="Google Shape;6109;p59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0" name="Google Shape;6110;p59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1" name="Google Shape;6111;p59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2" name="Google Shape;6112;p59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3" name="Google Shape;6113;p59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4" name="Google Shape;6114;p59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5" name="Google Shape;6115;p59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6" name="Google Shape;6116;p59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7" name="Google Shape;6117;p59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8" name="Google Shape;6118;p59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9" name="Google Shape;6119;p59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0" name="Google Shape;6120;p59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1" name="Google Shape;6121;p59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2" name="Google Shape;6122;p59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3" name="Google Shape;6123;p59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4" name="Google Shape;6124;p59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5" name="Google Shape;6125;p59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6" name="Google Shape;6126;p59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27" name="Google Shape;6127;p59"/>
          <p:cNvGrpSpPr/>
          <p:nvPr/>
        </p:nvGrpSpPr>
        <p:grpSpPr>
          <a:xfrm>
            <a:off x="8368932" y="141"/>
            <a:ext cx="16015949" cy="3895226"/>
            <a:chOff x="3877250" y="939525"/>
            <a:chExt cx="2541125" cy="618025"/>
          </a:xfrm>
        </p:grpSpPr>
        <p:sp>
          <p:nvSpPr>
            <p:cNvPr id="6128" name="Google Shape;6128;p59"/>
            <p:cNvSpPr/>
            <p:nvPr/>
          </p:nvSpPr>
          <p:spPr>
            <a:xfrm>
              <a:off x="4697300" y="939825"/>
              <a:ext cx="57475" cy="13725"/>
            </a:xfrm>
            <a:custGeom>
              <a:rect b="b" l="l" r="r" t="t"/>
              <a:pathLst>
                <a:path extrusionOk="0" h="549" w="2299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9" name="Google Shape;6129;p59"/>
            <p:cNvSpPr/>
            <p:nvPr/>
          </p:nvSpPr>
          <p:spPr>
            <a:xfrm>
              <a:off x="4760400" y="947875"/>
              <a:ext cx="126525" cy="36025"/>
            </a:xfrm>
            <a:custGeom>
              <a:rect b="b" l="l" r="r" t="t"/>
              <a:pathLst>
                <a:path extrusionOk="0" h="1441" w="5061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0" name="Google Shape;6130;p59"/>
            <p:cNvSpPr/>
            <p:nvPr/>
          </p:nvSpPr>
          <p:spPr>
            <a:xfrm>
              <a:off x="3888875" y="939825"/>
              <a:ext cx="51500" cy="75925"/>
            </a:xfrm>
            <a:custGeom>
              <a:rect b="b" l="l" r="r" t="t"/>
              <a:pathLst>
                <a:path extrusionOk="0" h="3037" w="206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1" name="Google Shape;6131;p59"/>
            <p:cNvSpPr/>
            <p:nvPr/>
          </p:nvSpPr>
          <p:spPr>
            <a:xfrm>
              <a:off x="4222250" y="939825"/>
              <a:ext cx="22050" cy="8950"/>
            </a:xfrm>
            <a:custGeom>
              <a:rect b="b" l="l" r="r" t="t"/>
              <a:pathLst>
                <a:path extrusionOk="0" h="358" w="882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2" name="Google Shape;6132;p59"/>
            <p:cNvSpPr/>
            <p:nvPr/>
          </p:nvSpPr>
          <p:spPr>
            <a:xfrm>
              <a:off x="3894225" y="942800"/>
              <a:ext cx="103300" cy="77725"/>
            </a:xfrm>
            <a:custGeom>
              <a:rect b="b" l="l" r="r" t="t"/>
              <a:pathLst>
                <a:path extrusionOk="0" h="3109" w="4132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3" name="Google Shape;6133;p59"/>
            <p:cNvSpPr/>
            <p:nvPr/>
          </p:nvSpPr>
          <p:spPr>
            <a:xfrm>
              <a:off x="4006450" y="946075"/>
              <a:ext cx="190525" cy="100350"/>
            </a:xfrm>
            <a:custGeom>
              <a:rect b="b" l="l" r="r" t="t"/>
              <a:pathLst>
                <a:path extrusionOk="0" h="4014" w="7621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4" name="Google Shape;6134;p59"/>
            <p:cNvSpPr/>
            <p:nvPr/>
          </p:nvSpPr>
          <p:spPr>
            <a:xfrm>
              <a:off x="3987100" y="939825"/>
              <a:ext cx="8350" cy="4500"/>
            </a:xfrm>
            <a:custGeom>
              <a:rect b="b" l="l" r="r" t="t"/>
              <a:pathLst>
                <a:path extrusionOk="0" h="180" w="334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5" name="Google Shape;6135;p59"/>
            <p:cNvSpPr/>
            <p:nvPr/>
          </p:nvSpPr>
          <p:spPr>
            <a:xfrm>
              <a:off x="4215100" y="1051750"/>
              <a:ext cx="184275" cy="282800"/>
            </a:xfrm>
            <a:custGeom>
              <a:rect b="b" l="l" r="r" t="t"/>
              <a:pathLst>
                <a:path extrusionOk="0" h="11312" w="7371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6" name="Google Shape;6136;p59"/>
            <p:cNvSpPr/>
            <p:nvPr/>
          </p:nvSpPr>
          <p:spPr>
            <a:xfrm>
              <a:off x="4399650" y="1275000"/>
              <a:ext cx="125925" cy="62825"/>
            </a:xfrm>
            <a:custGeom>
              <a:rect b="b" l="l" r="r" t="t"/>
              <a:pathLst>
                <a:path extrusionOk="0" h="2513" w="5037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7" name="Google Shape;6137;p59"/>
            <p:cNvSpPr/>
            <p:nvPr/>
          </p:nvSpPr>
          <p:spPr>
            <a:xfrm>
              <a:off x="4213300" y="950850"/>
              <a:ext cx="37250" cy="77700"/>
            </a:xfrm>
            <a:custGeom>
              <a:rect b="b" l="l" r="r" t="t"/>
              <a:pathLst>
                <a:path extrusionOk="0" h="3108" w="149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8" name="Google Shape;6138;p59"/>
            <p:cNvSpPr/>
            <p:nvPr/>
          </p:nvSpPr>
          <p:spPr>
            <a:xfrm>
              <a:off x="4248425" y="939825"/>
              <a:ext cx="7475" cy="3600"/>
            </a:xfrm>
            <a:custGeom>
              <a:rect b="b" l="l" r="r" t="t"/>
              <a:pathLst>
                <a:path extrusionOk="0" h="144" w="299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9" name="Google Shape;6139;p59"/>
            <p:cNvSpPr/>
            <p:nvPr/>
          </p:nvSpPr>
          <p:spPr>
            <a:xfrm>
              <a:off x="4253500" y="942650"/>
              <a:ext cx="181900" cy="74600"/>
            </a:xfrm>
            <a:custGeom>
              <a:rect b="b" l="l" r="r" t="t"/>
              <a:pathLst>
                <a:path extrusionOk="0" h="2984" w="7276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0" name="Google Shape;6140;p59"/>
            <p:cNvSpPr/>
            <p:nvPr/>
          </p:nvSpPr>
          <p:spPr>
            <a:xfrm>
              <a:off x="4459775" y="1021675"/>
              <a:ext cx="198850" cy="82475"/>
            </a:xfrm>
            <a:custGeom>
              <a:rect b="b" l="l" r="r" t="t"/>
              <a:pathLst>
                <a:path extrusionOk="0" h="3299" w="7954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1" name="Google Shape;6141;p59"/>
            <p:cNvSpPr/>
            <p:nvPr/>
          </p:nvSpPr>
          <p:spPr>
            <a:xfrm>
              <a:off x="4418400" y="939825"/>
              <a:ext cx="27100" cy="67300"/>
            </a:xfrm>
            <a:custGeom>
              <a:rect b="b" l="l" r="r" t="t"/>
              <a:pathLst>
                <a:path extrusionOk="0" h="2692" w="1084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2" name="Google Shape;6142;p59"/>
            <p:cNvSpPr/>
            <p:nvPr/>
          </p:nvSpPr>
          <p:spPr>
            <a:xfrm>
              <a:off x="4448750" y="1033600"/>
              <a:ext cx="82475" cy="232175"/>
            </a:xfrm>
            <a:custGeom>
              <a:rect b="b" l="l" r="r" t="t"/>
              <a:pathLst>
                <a:path extrusionOk="0" h="9287" w="3299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3" name="Google Shape;6143;p59"/>
            <p:cNvSpPr/>
            <p:nvPr/>
          </p:nvSpPr>
          <p:spPr>
            <a:xfrm>
              <a:off x="4530625" y="1282125"/>
              <a:ext cx="42875" cy="110750"/>
            </a:xfrm>
            <a:custGeom>
              <a:rect b="b" l="l" r="r" t="t"/>
              <a:pathLst>
                <a:path extrusionOk="0" h="4430" w="1715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4" name="Google Shape;6144;p59"/>
            <p:cNvSpPr/>
            <p:nvPr/>
          </p:nvSpPr>
          <p:spPr>
            <a:xfrm>
              <a:off x="4539550" y="1228550"/>
              <a:ext cx="81275" cy="44675"/>
            </a:xfrm>
            <a:custGeom>
              <a:rect b="b" l="l" r="r" t="t"/>
              <a:pathLst>
                <a:path extrusionOk="0" h="1787" w="3251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5" name="Google Shape;6145;p59"/>
            <p:cNvSpPr/>
            <p:nvPr/>
          </p:nvSpPr>
          <p:spPr>
            <a:xfrm>
              <a:off x="4665450" y="1102950"/>
              <a:ext cx="99750" cy="35750"/>
            </a:xfrm>
            <a:custGeom>
              <a:rect b="b" l="l" r="r" t="t"/>
              <a:pathLst>
                <a:path extrusionOk="0" h="1430" w="399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6" name="Google Shape;6146;p59"/>
            <p:cNvSpPr/>
            <p:nvPr/>
          </p:nvSpPr>
          <p:spPr>
            <a:xfrm>
              <a:off x="4576150" y="1236000"/>
              <a:ext cx="52125" cy="157775"/>
            </a:xfrm>
            <a:custGeom>
              <a:rect b="b" l="l" r="r" t="t"/>
              <a:pathLst>
                <a:path extrusionOk="0" h="6311" w="2085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7" name="Google Shape;6147;p59"/>
            <p:cNvSpPr/>
            <p:nvPr/>
          </p:nvSpPr>
          <p:spPr>
            <a:xfrm>
              <a:off x="4627050" y="1106525"/>
              <a:ext cx="36050" cy="112225"/>
            </a:xfrm>
            <a:custGeom>
              <a:rect b="b" l="l" r="r" t="t"/>
              <a:pathLst>
                <a:path extrusionOk="0" h="4489" w="1442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8" name="Google Shape;6148;p59"/>
            <p:cNvSpPr/>
            <p:nvPr/>
          </p:nvSpPr>
          <p:spPr>
            <a:xfrm>
              <a:off x="4658600" y="939825"/>
              <a:ext cx="18475" cy="159275"/>
            </a:xfrm>
            <a:custGeom>
              <a:rect b="b" l="l" r="r" t="t"/>
              <a:pathLst>
                <a:path extrusionOk="0" h="6371" w="739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9" name="Google Shape;6149;p59"/>
            <p:cNvSpPr/>
            <p:nvPr/>
          </p:nvSpPr>
          <p:spPr>
            <a:xfrm>
              <a:off x="4752075" y="939825"/>
              <a:ext cx="37225" cy="176550"/>
            </a:xfrm>
            <a:custGeom>
              <a:rect b="b" l="l" r="r" t="t"/>
              <a:pathLst>
                <a:path extrusionOk="0" h="7062" w="1489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0" name="Google Shape;6150;p59"/>
            <p:cNvSpPr/>
            <p:nvPr/>
          </p:nvSpPr>
          <p:spPr>
            <a:xfrm>
              <a:off x="4804450" y="989825"/>
              <a:ext cx="88725" cy="131000"/>
            </a:xfrm>
            <a:custGeom>
              <a:rect b="b" l="l" r="r" t="t"/>
              <a:pathLst>
                <a:path extrusionOk="0" h="5240" w="3549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1" name="Google Shape;6151;p59"/>
            <p:cNvSpPr/>
            <p:nvPr/>
          </p:nvSpPr>
          <p:spPr>
            <a:xfrm>
              <a:off x="4897925" y="939825"/>
              <a:ext cx="29775" cy="37525"/>
            </a:xfrm>
            <a:custGeom>
              <a:rect b="b" l="l" r="r" t="t"/>
              <a:pathLst>
                <a:path extrusionOk="0" h="1501" w="1191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2" name="Google Shape;6152;p59"/>
            <p:cNvSpPr/>
            <p:nvPr/>
          </p:nvSpPr>
          <p:spPr>
            <a:xfrm>
              <a:off x="4904775" y="979125"/>
              <a:ext cx="209875" cy="36925"/>
            </a:xfrm>
            <a:custGeom>
              <a:rect b="b" l="l" r="r" t="t"/>
              <a:pathLst>
                <a:path extrusionOk="0" h="1477" w="8395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3" name="Google Shape;6153;p59"/>
            <p:cNvSpPr/>
            <p:nvPr/>
          </p:nvSpPr>
          <p:spPr>
            <a:xfrm>
              <a:off x="5115500" y="939825"/>
              <a:ext cx="73850" cy="73250"/>
            </a:xfrm>
            <a:custGeom>
              <a:rect b="b" l="l" r="r" t="t"/>
              <a:pathLst>
                <a:path extrusionOk="0" h="2930" w="2954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4" name="Google Shape;6154;p59"/>
            <p:cNvSpPr/>
            <p:nvPr/>
          </p:nvSpPr>
          <p:spPr>
            <a:xfrm>
              <a:off x="4996450" y="939825"/>
              <a:ext cx="347975" cy="224175"/>
            </a:xfrm>
            <a:custGeom>
              <a:rect b="b" l="l" r="r" t="t"/>
              <a:pathLst>
                <a:path extrusionOk="0" h="8967" w="13919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5" name="Google Shape;6155;p59"/>
            <p:cNvSpPr/>
            <p:nvPr/>
          </p:nvSpPr>
          <p:spPr>
            <a:xfrm>
              <a:off x="5192300" y="939825"/>
              <a:ext cx="157775" cy="220900"/>
            </a:xfrm>
            <a:custGeom>
              <a:rect b="b" l="l" r="r" t="t"/>
              <a:pathLst>
                <a:path extrusionOk="0" h="8836" w="6311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6" name="Google Shape;6156;p59"/>
            <p:cNvSpPr/>
            <p:nvPr/>
          </p:nvSpPr>
          <p:spPr>
            <a:xfrm>
              <a:off x="5357500" y="995500"/>
              <a:ext cx="208675" cy="168500"/>
            </a:xfrm>
            <a:custGeom>
              <a:rect b="b" l="l" r="r" t="t"/>
              <a:pathLst>
                <a:path extrusionOk="0" h="6740" w="8347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7" name="Google Shape;6157;p59"/>
            <p:cNvSpPr/>
            <p:nvPr/>
          </p:nvSpPr>
          <p:spPr>
            <a:xfrm>
              <a:off x="5531925" y="939825"/>
              <a:ext cx="36650" cy="39025"/>
            </a:xfrm>
            <a:custGeom>
              <a:rect b="b" l="l" r="r" t="t"/>
              <a:pathLst>
                <a:path extrusionOk="0" h="1561" w="1466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8" name="Google Shape;6158;p59"/>
            <p:cNvSpPr/>
            <p:nvPr/>
          </p:nvSpPr>
          <p:spPr>
            <a:xfrm>
              <a:off x="5412275" y="940125"/>
              <a:ext cx="30075" cy="14900"/>
            </a:xfrm>
            <a:custGeom>
              <a:rect b="b" l="l" r="r" t="t"/>
              <a:pathLst>
                <a:path extrusionOk="0" h="596" w="1203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9" name="Google Shape;6159;p59"/>
            <p:cNvSpPr/>
            <p:nvPr/>
          </p:nvSpPr>
          <p:spPr>
            <a:xfrm>
              <a:off x="5448000" y="940125"/>
              <a:ext cx="7750" cy="6575"/>
            </a:xfrm>
            <a:custGeom>
              <a:rect b="b" l="l" r="r" t="t"/>
              <a:pathLst>
                <a:path extrusionOk="0" h="263" w="31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0" name="Google Shape;6160;p59"/>
            <p:cNvSpPr/>
            <p:nvPr/>
          </p:nvSpPr>
          <p:spPr>
            <a:xfrm>
              <a:off x="5654850" y="939825"/>
              <a:ext cx="128625" cy="201250"/>
            </a:xfrm>
            <a:custGeom>
              <a:rect b="b" l="l" r="r" t="t"/>
              <a:pathLst>
                <a:path extrusionOk="0" h="8050" w="5145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1" name="Google Shape;6161;p59"/>
            <p:cNvSpPr/>
            <p:nvPr/>
          </p:nvSpPr>
          <p:spPr>
            <a:xfrm>
              <a:off x="5575375" y="939825"/>
              <a:ext cx="14925" cy="36050"/>
            </a:xfrm>
            <a:custGeom>
              <a:rect b="b" l="l" r="r" t="t"/>
              <a:pathLst>
                <a:path extrusionOk="0" h="1442" w="597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2" name="Google Shape;6162;p59"/>
            <p:cNvSpPr/>
            <p:nvPr/>
          </p:nvSpPr>
          <p:spPr>
            <a:xfrm>
              <a:off x="5742075" y="939825"/>
              <a:ext cx="47350" cy="198275"/>
            </a:xfrm>
            <a:custGeom>
              <a:rect b="b" l="l" r="r" t="t"/>
              <a:pathLst>
                <a:path extrusionOk="0" h="7931" w="1894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3" name="Google Shape;6163;p59"/>
            <p:cNvSpPr/>
            <p:nvPr/>
          </p:nvSpPr>
          <p:spPr>
            <a:xfrm>
              <a:off x="5789400" y="1164550"/>
              <a:ext cx="90525" cy="353650"/>
            </a:xfrm>
            <a:custGeom>
              <a:rect b="b" l="l" r="r" t="t"/>
              <a:pathLst>
                <a:path extrusionOk="0" h="14146" w="3621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4" name="Google Shape;6164;p59"/>
            <p:cNvSpPr/>
            <p:nvPr/>
          </p:nvSpPr>
          <p:spPr>
            <a:xfrm>
              <a:off x="6017400" y="939525"/>
              <a:ext cx="8075" cy="4500"/>
            </a:xfrm>
            <a:custGeom>
              <a:rect b="b" l="l" r="r" t="t"/>
              <a:pathLst>
                <a:path extrusionOk="0" h="180" w="323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5" name="Google Shape;6165;p59"/>
            <p:cNvSpPr/>
            <p:nvPr/>
          </p:nvSpPr>
          <p:spPr>
            <a:xfrm>
              <a:off x="5798625" y="956500"/>
              <a:ext cx="225350" cy="187850"/>
            </a:xfrm>
            <a:custGeom>
              <a:rect b="b" l="l" r="r" t="t"/>
              <a:pathLst>
                <a:path extrusionOk="0" h="7514" w="9014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6" name="Google Shape;6166;p59"/>
            <p:cNvSpPr/>
            <p:nvPr/>
          </p:nvSpPr>
          <p:spPr>
            <a:xfrm>
              <a:off x="6031700" y="959775"/>
              <a:ext cx="71750" cy="111650"/>
            </a:xfrm>
            <a:custGeom>
              <a:rect b="b" l="l" r="r" t="t"/>
              <a:pathLst>
                <a:path extrusionOk="0" h="4466" w="287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7" name="Google Shape;6167;p59"/>
            <p:cNvSpPr/>
            <p:nvPr/>
          </p:nvSpPr>
          <p:spPr>
            <a:xfrm>
              <a:off x="6036450" y="939825"/>
              <a:ext cx="12825" cy="7475"/>
            </a:xfrm>
            <a:custGeom>
              <a:rect b="b" l="l" r="r" t="t"/>
              <a:pathLst>
                <a:path extrusionOk="0" h="299" w="513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8" name="Google Shape;6168;p59"/>
            <p:cNvSpPr/>
            <p:nvPr/>
          </p:nvSpPr>
          <p:spPr>
            <a:xfrm>
              <a:off x="5965325" y="1184200"/>
              <a:ext cx="453050" cy="198075"/>
            </a:xfrm>
            <a:custGeom>
              <a:rect b="b" l="l" r="r" t="t"/>
              <a:pathLst>
                <a:path extrusionOk="0" h="7923" w="18122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9" name="Google Shape;6169;p59"/>
            <p:cNvSpPr/>
            <p:nvPr/>
          </p:nvSpPr>
          <p:spPr>
            <a:xfrm>
              <a:off x="6126650" y="939825"/>
              <a:ext cx="68775" cy="119975"/>
            </a:xfrm>
            <a:custGeom>
              <a:rect b="b" l="l" r="r" t="t"/>
              <a:pathLst>
                <a:path extrusionOk="0" h="4799" w="2751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0" name="Google Shape;6170;p59"/>
            <p:cNvSpPr/>
            <p:nvPr/>
          </p:nvSpPr>
          <p:spPr>
            <a:xfrm>
              <a:off x="5887625" y="1106525"/>
              <a:ext cx="218800" cy="414050"/>
            </a:xfrm>
            <a:custGeom>
              <a:rect b="b" l="l" r="r" t="t"/>
              <a:pathLst>
                <a:path extrusionOk="0" h="16562" w="8752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1" name="Google Shape;6171;p59"/>
            <p:cNvSpPr/>
            <p:nvPr/>
          </p:nvSpPr>
          <p:spPr>
            <a:xfrm>
              <a:off x="4762775" y="1114700"/>
              <a:ext cx="59275" cy="58100"/>
            </a:xfrm>
            <a:custGeom>
              <a:rect b="b" l="l" r="r" t="t"/>
              <a:pathLst>
                <a:path extrusionOk="0" h="2324" w="2371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2" name="Google Shape;6172;p59"/>
            <p:cNvSpPr/>
            <p:nvPr/>
          </p:nvSpPr>
          <p:spPr>
            <a:xfrm>
              <a:off x="4558600" y="1391375"/>
              <a:ext cx="30975" cy="29875"/>
            </a:xfrm>
            <a:custGeom>
              <a:rect b="b" l="l" r="r" t="t"/>
              <a:pathLst>
                <a:path extrusionOk="0" h="1195" w="1239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3" name="Google Shape;6173;p59"/>
            <p:cNvSpPr/>
            <p:nvPr/>
          </p:nvSpPr>
          <p:spPr>
            <a:xfrm>
              <a:off x="4196350" y="1025325"/>
              <a:ext cx="30075" cy="30150"/>
            </a:xfrm>
            <a:custGeom>
              <a:rect b="b" l="l" r="r" t="t"/>
              <a:pathLst>
                <a:path extrusionOk="0" h="1206" w="1203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4" name="Google Shape;6174;p59"/>
            <p:cNvSpPr/>
            <p:nvPr/>
          </p:nvSpPr>
          <p:spPr>
            <a:xfrm>
              <a:off x="4432100" y="1005225"/>
              <a:ext cx="30075" cy="29900"/>
            </a:xfrm>
            <a:custGeom>
              <a:rect b="b" l="l" r="r" t="t"/>
              <a:pathLst>
                <a:path extrusionOk="0" h="1196" w="1203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5" name="Google Shape;6175;p59"/>
            <p:cNvSpPr/>
            <p:nvPr/>
          </p:nvSpPr>
          <p:spPr>
            <a:xfrm>
              <a:off x="4392800" y="1332150"/>
              <a:ext cx="9850" cy="10525"/>
            </a:xfrm>
            <a:custGeom>
              <a:rect b="b" l="l" r="r" t="t"/>
              <a:pathLst>
                <a:path extrusionOk="0" h="421" w="394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6" name="Google Shape;6176;p59"/>
            <p:cNvSpPr/>
            <p:nvPr/>
          </p:nvSpPr>
          <p:spPr>
            <a:xfrm>
              <a:off x="5860550" y="1516575"/>
              <a:ext cx="42275" cy="40975"/>
            </a:xfrm>
            <a:custGeom>
              <a:rect b="b" l="l" r="r" t="t"/>
              <a:pathLst>
                <a:path extrusionOk="0" h="1639" w="1691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7" name="Google Shape;6177;p59"/>
            <p:cNvSpPr/>
            <p:nvPr/>
          </p:nvSpPr>
          <p:spPr>
            <a:xfrm>
              <a:off x="5775700" y="1136275"/>
              <a:ext cx="29800" cy="28900"/>
            </a:xfrm>
            <a:custGeom>
              <a:rect b="b" l="l" r="r" t="t"/>
              <a:pathLst>
                <a:path extrusionOk="0" h="1156" w="1192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8" name="Google Shape;6178;p59"/>
            <p:cNvSpPr/>
            <p:nvPr/>
          </p:nvSpPr>
          <p:spPr>
            <a:xfrm>
              <a:off x="5559325" y="973750"/>
              <a:ext cx="30375" cy="28950"/>
            </a:xfrm>
            <a:custGeom>
              <a:rect b="b" l="l" r="r" t="t"/>
              <a:pathLst>
                <a:path extrusionOk="0" h="1158" w="1215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9" name="Google Shape;6179;p59"/>
            <p:cNvSpPr/>
            <p:nvPr/>
          </p:nvSpPr>
          <p:spPr>
            <a:xfrm>
              <a:off x="4618425" y="1217425"/>
              <a:ext cx="22050" cy="20375"/>
            </a:xfrm>
            <a:custGeom>
              <a:rect b="b" l="l" r="r" t="t"/>
              <a:pathLst>
                <a:path extrusionOk="0" h="815" w="882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0" name="Google Shape;6180;p59"/>
            <p:cNvSpPr/>
            <p:nvPr/>
          </p:nvSpPr>
          <p:spPr>
            <a:xfrm>
              <a:off x="5439650" y="946275"/>
              <a:ext cx="21175" cy="20375"/>
            </a:xfrm>
            <a:custGeom>
              <a:rect b="b" l="l" r="r" t="t"/>
              <a:pathLst>
                <a:path extrusionOk="0" h="815" w="847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1" name="Google Shape;6181;p59"/>
            <p:cNvSpPr/>
            <p:nvPr/>
          </p:nvSpPr>
          <p:spPr>
            <a:xfrm>
              <a:off x="5341125" y="1157350"/>
              <a:ext cx="21450" cy="20100"/>
            </a:xfrm>
            <a:custGeom>
              <a:rect b="b" l="l" r="r" t="t"/>
              <a:pathLst>
                <a:path extrusionOk="0" h="804" w="858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2" name="Google Shape;6182;p59"/>
            <p:cNvSpPr/>
            <p:nvPr/>
          </p:nvSpPr>
          <p:spPr>
            <a:xfrm>
              <a:off x="4884825" y="973175"/>
              <a:ext cx="20850" cy="20850"/>
            </a:xfrm>
            <a:custGeom>
              <a:rect b="b" l="l" r="r" t="t"/>
              <a:pathLst>
                <a:path extrusionOk="0" h="834" w="834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3" name="Google Shape;6183;p59"/>
            <p:cNvSpPr/>
            <p:nvPr/>
          </p:nvSpPr>
          <p:spPr>
            <a:xfrm>
              <a:off x="3994525" y="940125"/>
              <a:ext cx="20575" cy="10200"/>
            </a:xfrm>
            <a:custGeom>
              <a:rect b="b" l="l" r="r" t="t"/>
              <a:pathLst>
                <a:path extrusionOk="0" h="408" w="823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4" name="Google Shape;6184;p59"/>
            <p:cNvSpPr/>
            <p:nvPr/>
          </p:nvSpPr>
          <p:spPr>
            <a:xfrm>
              <a:off x="4521100" y="1262650"/>
              <a:ext cx="21150" cy="20400"/>
            </a:xfrm>
            <a:custGeom>
              <a:rect b="b" l="l" r="r" t="t"/>
              <a:pathLst>
                <a:path extrusionOk="0" h="816" w="846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5" name="Google Shape;6185;p59"/>
            <p:cNvSpPr/>
            <p:nvPr/>
          </p:nvSpPr>
          <p:spPr>
            <a:xfrm>
              <a:off x="3877250" y="1014750"/>
              <a:ext cx="22050" cy="20675"/>
            </a:xfrm>
            <a:custGeom>
              <a:rect b="b" l="l" r="r" t="t"/>
              <a:pathLst>
                <a:path extrusionOk="0" h="827" w="882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6" name="Google Shape;6186;p59"/>
            <p:cNvSpPr/>
            <p:nvPr/>
          </p:nvSpPr>
          <p:spPr>
            <a:xfrm>
              <a:off x="6017400" y="939525"/>
              <a:ext cx="25025" cy="23025"/>
            </a:xfrm>
            <a:custGeom>
              <a:rect b="b" l="l" r="r" t="t"/>
              <a:pathLst>
                <a:path extrusionOk="0" h="921" w="1001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7" name="Google Shape;6187;p59"/>
            <p:cNvSpPr/>
            <p:nvPr/>
          </p:nvSpPr>
          <p:spPr>
            <a:xfrm>
              <a:off x="4869650" y="949325"/>
              <a:ext cx="12825" cy="12000"/>
            </a:xfrm>
            <a:custGeom>
              <a:rect b="b" l="l" r="r" t="t"/>
              <a:pathLst>
                <a:path extrusionOk="0" h="480" w="513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8" name="Google Shape;6188;p59"/>
            <p:cNvSpPr/>
            <p:nvPr/>
          </p:nvSpPr>
          <p:spPr>
            <a:xfrm>
              <a:off x="4743150" y="1107375"/>
              <a:ext cx="12225" cy="12000"/>
            </a:xfrm>
            <a:custGeom>
              <a:rect b="b" l="l" r="r" t="t"/>
              <a:pathLst>
                <a:path extrusionOk="0" h="480" w="489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9" name="Google Shape;6189;p59"/>
            <p:cNvSpPr/>
            <p:nvPr/>
          </p:nvSpPr>
          <p:spPr>
            <a:xfrm>
              <a:off x="4242175" y="940725"/>
              <a:ext cx="12525" cy="11700"/>
            </a:xfrm>
            <a:custGeom>
              <a:rect b="b" l="l" r="r" t="t"/>
              <a:pathLst>
                <a:path extrusionOk="0" h="468" w="501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0" name="Google Shape;6190;p59"/>
            <p:cNvSpPr/>
            <p:nvPr/>
          </p:nvSpPr>
          <p:spPr>
            <a:xfrm>
              <a:off x="4657125" y="1097575"/>
              <a:ext cx="11925" cy="11350"/>
            </a:xfrm>
            <a:custGeom>
              <a:rect b="b" l="l" r="r" t="t"/>
              <a:pathLst>
                <a:path extrusionOk="0" h="454" w="477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1" name="Google Shape;6191;p59"/>
            <p:cNvSpPr/>
            <p:nvPr/>
          </p:nvSpPr>
          <p:spPr>
            <a:xfrm>
              <a:off x="5125025" y="1028500"/>
              <a:ext cx="12525" cy="12050"/>
            </a:xfrm>
            <a:custGeom>
              <a:rect b="b" l="l" r="r" t="t"/>
              <a:pathLst>
                <a:path extrusionOk="0" h="482" w="501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2" name="Google Shape;6192;p59"/>
            <p:cNvSpPr/>
            <p:nvPr/>
          </p:nvSpPr>
          <p:spPr>
            <a:xfrm>
              <a:off x="6093300" y="1058450"/>
              <a:ext cx="60150" cy="57725"/>
            </a:xfrm>
            <a:custGeom>
              <a:rect b="b" l="l" r="r" t="t"/>
              <a:pathLst>
                <a:path extrusionOk="0" h="2309" w="2406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193" name="Google Shape;6193;p59"/>
          <p:cNvSpPr txBox="1"/>
          <p:nvPr>
            <p:ph type="title"/>
          </p:nvPr>
        </p:nvSpPr>
        <p:spPr>
          <a:xfrm>
            <a:off x="11902533" y="4619503"/>
            <a:ext cx="10165500" cy="19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6194" name="Google Shape;6194;p59"/>
          <p:cNvSpPr txBox="1"/>
          <p:nvPr>
            <p:ph idx="1" type="subTitle"/>
          </p:nvPr>
        </p:nvSpPr>
        <p:spPr>
          <a:xfrm>
            <a:off x="11902533" y="6659732"/>
            <a:ext cx="10165500" cy="31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1_1">
    <p:spTree>
      <p:nvGrpSpPr>
        <p:cNvPr id="6195" name="Shape 6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96" name="Google Shape;6196;p60"/>
          <p:cNvGrpSpPr/>
          <p:nvPr/>
        </p:nvGrpSpPr>
        <p:grpSpPr>
          <a:xfrm>
            <a:off x="136" y="10941750"/>
            <a:ext cx="10701074" cy="2774507"/>
            <a:chOff x="2582150" y="3714800"/>
            <a:chExt cx="2689050" cy="697200"/>
          </a:xfrm>
        </p:grpSpPr>
        <p:sp>
          <p:nvSpPr>
            <p:cNvPr id="6197" name="Google Shape;6197;p60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8" name="Google Shape;6198;p60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9" name="Google Shape;6199;p60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0" name="Google Shape;6200;p60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1" name="Google Shape;6201;p60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2" name="Google Shape;6202;p60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3" name="Google Shape;6203;p60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4" name="Google Shape;6204;p60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5" name="Google Shape;6205;p60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6" name="Google Shape;6206;p60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7" name="Google Shape;6207;p60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8" name="Google Shape;6208;p60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9" name="Google Shape;6209;p60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0" name="Google Shape;6210;p60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1" name="Google Shape;6211;p60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2" name="Google Shape;6212;p60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3" name="Google Shape;6213;p60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4" name="Google Shape;6214;p60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5" name="Google Shape;6215;p60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6" name="Google Shape;6216;p60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7" name="Google Shape;6217;p60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8" name="Google Shape;6218;p60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9" name="Google Shape;6219;p60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0" name="Google Shape;6220;p60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1" name="Google Shape;6221;p60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2" name="Google Shape;6222;p60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3" name="Google Shape;6223;p60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4" name="Google Shape;6224;p60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5" name="Google Shape;6225;p60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6" name="Google Shape;6226;p60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7" name="Google Shape;6227;p60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8" name="Google Shape;6228;p60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9" name="Google Shape;6229;p60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0" name="Google Shape;6230;p60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1" name="Google Shape;6231;p60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2" name="Google Shape;6232;p60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3" name="Google Shape;6233;p60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4" name="Google Shape;6234;p60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5" name="Google Shape;6235;p60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6" name="Google Shape;6236;p60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7" name="Google Shape;6237;p60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8" name="Google Shape;6238;p60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9" name="Google Shape;6239;p60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0" name="Google Shape;6240;p60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1" name="Google Shape;6241;p60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2" name="Google Shape;6242;p60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3" name="Google Shape;6243;p60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4" name="Google Shape;6244;p60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5" name="Google Shape;6245;p60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6" name="Google Shape;6246;p60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7" name="Google Shape;6247;p60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8" name="Google Shape;6248;p60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9" name="Google Shape;6249;p60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0" name="Google Shape;6250;p60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1" name="Google Shape;6251;p60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2" name="Google Shape;6252;p60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3" name="Google Shape;6253;p60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4" name="Google Shape;6254;p60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5" name="Google Shape;6255;p60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6" name="Google Shape;6256;p60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257" name="Google Shape;6257;p60"/>
          <p:cNvGrpSpPr/>
          <p:nvPr/>
        </p:nvGrpSpPr>
        <p:grpSpPr>
          <a:xfrm>
            <a:off x="13305257" y="67"/>
            <a:ext cx="11151301" cy="3384482"/>
            <a:chOff x="4846107" y="26"/>
            <a:chExt cx="4325395" cy="1312782"/>
          </a:xfrm>
        </p:grpSpPr>
        <p:sp>
          <p:nvSpPr>
            <p:cNvPr id="6258" name="Google Shape;6258;p60"/>
            <p:cNvSpPr/>
            <p:nvPr/>
          </p:nvSpPr>
          <p:spPr>
            <a:xfrm>
              <a:off x="6903427" y="1643"/>
              <a:ext cx="354163" cy="123640"/>
            </a:xfrm>
            <a:custGeom>
              <a:rect b="b" l="l" r="r" t="t"/>
              <a:pathLst>
                <a:path extrusionOk="0" h="2752" w="7883">
                  <a:moveTo>
                    <a:pt x="7704" y="1"/>
                  </a:moveTo>
                  <a:lnTo>
                    <a:pt x="0" y="2358"/>
                  </a:lnTo>
                  <a:cubicBezTo>
                    <a:pt x="84" y="2465"/>
                    <a:pt x="131" y="2608"/>
                    <a:pt x="131" y="2751"/>
                  </a:cubicBezTo>
                  <a:lnTo>
                    <a:pt x="7847" y="382"/>
                  </a:lnTo>
                  <a:lnTo>
                    <a:pt x="7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9" name="Google Shape;6259;p60"/>
            <p:cNvSpPr/>
            <p:nvPr/>
          </p:nvSpPr>
          <p:spPr>
            <a:xfrm>
              <a:off x="7275202" y="1643"/>
              <a:ext cx="36930" cy="11277"/>
            </a:xfrm>
            <a:custGeom>
              <a:rect b="b" l="l" r="r" t="t"/>
              <a:pathLst>
                <a:path extrusionOk="0" h="251" w="822">
                  <a:moveTo>
                    <a:pt x="24" y="1"/>
                  </a:moveTo>
                  <a:lnTo>
                    <a:pt x="0" y="251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0" name="Google Shape;6260;p60"/>
            <p:cNvSpPr/>
            <p:nvPr/>
          </p:nvSpPr>
          <p:spPr>
            <a:xfrm>
              <a:off x="8882618" y="26"/>
              <a:ext cx="288884" cy="170365"/>
            </a:xfrm>
            <a:custGeom>
              <a:rect b="b" l="l" r="r" t="t"/>
              <a:pathLst>
                <a:path extrusionOk="0" h="3792" w="6430">
                  <a:moveTo>
                    <a:pt x="5620" y="1"/>
                  </a:moveTo>
                  <a:lnTo>
                    <a:pt x="24" y="3370"/>
                  </a:lnTo>
                  <a:cubicBezTo>
                    <a:pt x="48" y="3430"/>
                    <a:pt x="48" y="3490"/>
                    <a:pt x="48" y="3537"/>
                  </a:cubicBezTo>
                  <a:cubicBezTo>
                    <a:pt x="48" y="3620"/>
                    <a:pt x="24" y="3716"/>
                    <a:pt x="1" y="3787"/>
                  </a:cubicBezTo>
                  <a:cubicBezTo>
                    <a:pt x="12" y="3790"/>
                    <a:pt x="25" y="3792"/>
                    <a:pt x="38" y="3792"/>
                  </a:cubicBezTo>
                  <a:cubicBezTo>
                    <a:pt x="76" y="3792"/>
                    <a:pt x="117" y="3778"/>
                    <a:pt x="143" y="3751"/>
                  </a:cubicBezTo>
                  <a:lnTo>
                    <a:pt x="6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1" name="Google Shape;6261;p60"/>
            <p:cNvSpPr/>
            <p:nvPr/>
          </p:nvSpPr>
          <p:spPr>
            <a:xfrm>
              <a:off x="8360561" y="191552"/>
              <a:ext cx="471829" cy="839875"/>
            </a:xfrm>
            <a:custGeom>
              <a:rect b="b" l="l" r="r" t="t"/>
              <a:pathLst>
                <a:path extrusionOk="0" h="18694" w="10502">
                  <a:moveTo>
                    <a:pt x="10132" y="0"/>
                  </a:moveTo>
                  <a:lnTo>
                    <a:pt x="0" y="18586"/>
                  </a:lnTo>
                  <a:cubicBezTo>
                    <a:pt x="36" y="18574"/>
                    <a:pt x="95" y="18562"/>
                    <a:pt x="143" y="18562"/>
                  </a:cubicBezTo>
                  <a:cubicBezTo>
                    <a:pt x="250" y="18562"/>
                    <a:pt x="333" y="18622"/>
                    <a:pt x="393" y="18693"/>
                  </a:cubicBezTo>
                  <a:lnTo>
                    <a:pt x="10501" y="179"/>
                  </a:lnTo>
                  <a:cubicBezTo>
                    <a:pt x="10370" y="143"/>
                    <a:pt x="10239" y="84"/>
                    <a:pt x="1013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2" name="Google Shape;6262;p60"/>
            <p:cNvSpPr/>
            <p:nvPr/>
          </p:nvSpPr>
          <p:spPr>
            <a:xfrm>
              <a:off x="7991975" y="886940"/>
              <a:ext cx="368630" cy="156258"/>
            </a:xfrm>
            <a:custGeom>
              <a:rect b="b" l="l" r="r" t="t"/>
              <a:pathLst>
                <a:path extrusionOk="0" h="3478" w="8205">
                  <a:moveTo>
                    <a:pt x="191" y="1"/>
                  </a:moveTo>
                  <a:cubicBezTo>
                    <a:pt x="167" y="143"/>
                    <a:pt x="108" y="262"/>
                    <a:pt x="1" y="370"/>
                  </a:cubicBezTo>
                  <a:lnTo>
                    <a:pt x="8002" y="3477"/>
                  </a:lnTo>
                  <a:cubicBezTo>
                    <a:pt x="8002" y="3453"/>
                    <a:pt x="7990" y="3441"/>
                    <a:pt x="7990" y="3406"/>
                  </a:cubicBezTo>
                  <a:cubicBezTo>
                    <a:pt x="8002" y="3263"/>
                    <a:pt x="8097" y="3156"/>
                    <a:pt x="8204" y="3108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3" name="Google Shape;6263;p60"/>
            <p:cNvSpPr/>
            <p:nvPr/>
          </p:nvSpPr>
          <p:spPr>
            <a:xfrm>
              <a:off x="8754754" y="1643"/>
              <a:ext cx="76017" cy="123101"/>
            </a:xfrm>
            <a:custGeom>
              <a:rect b="b" l="l" r="r" t="t"/>
              <a:pathLst>
                <a:path extrusionOk="0" h="2740" w="1692">
                  <a:moveTo>
                    <a:pt x="1" y="1"/>
                  </a:moveTo>
                  <a:lnTo>
                    <a:pt x="1323" y="2739"/>
                  </a:lnTo>
                  <a:cubicBezTo>
                    <a:pt x="1430" y="2644"/>
                    <a:pt x="1561" y="2584"/>
                    <a:pt x="1692" y="2561"/>
                  </a:cubicBezTo>
                  <a:lnTo>
                    <a:pt x="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4" name="Google Shape;6264;p60"/>
            <p:cNvSpPr/>
            <p:nvPr/>
          </p:nvSpPr>
          <p:spPr>
            <a:xfrm>
              <a:off x="8196845" y="1643"/>
              <a:ext cx="296387" cy="132177"/>
            </a:xfrm>
            <a:custGeom>
              <a:rect b="b" l="l" r="r" t="t"/>
              <a:pathLst>
                <a:path extrusionOk="0" h="2942" w="6597">
                  <a:moveTo>
                    <a:pt x="5620" y="1"/>
                  </a:moveTo>
                  <a:lnTo>
                    <a:pt x="1" y="2572"/>
                  </a:lnTo>
                  <a:cubicBezTo>
                    <a:pt x="96" y="2680"/>
                    <a:pt x="156" y="2799"/>
                    <a:pt x="191" y="2942"/>
                  </a:cubicBezTo>
                  <a:lnTo>
                    <a:pt x="659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5" name="Google Shape;6265;p60"/>
            <p:cNvSpPr/>
            <p:nvPr/>
          </p:nvSpPr>
          <p:spPr>
            <a:xfrm>
              <a:off x="7575812" y="151971"/>
              <a:ext cx="554226" cy="272306"/>
            </a:xfrm>
            <a:custGeom>
              <a:rect b="b" l="l" r="r" t="t"/>
              <a:pathLst>
                <a:path extrusionOk="0" h="6061" w="12336">
                  <a:moveTo>
                    <a:pt x="12181" y="0"/>
                  </a:moveTo>
                  <a:lnTo>
                    <a:pt x="24" y="5668"/>
                  </a:lnTo>
                  <a:cubicBezTo>
                    <a:pt x="24" y="5703"/>
                    <a:pt x="24" y="5727"/>
                    <a:pt x="1" y="5763"/>
                  </a:cubicBezTo>
                  <a:cubicBezTo>
                    <a:pt x="96" y="5834"/>
                    <a:pt x="155" y="5942"/>
                    <a:pt x="155" y="6061"/>
                  </a:cubicBezTo>
                  <a:lnTo>
                    <a:pt x="12335" y="369"/>
                  </a:lnTo>
                  <a:cubicBezTo>
                    <a:pt x="12264" y="262"/>
                    <a:pt x="12204" y="131"/>
                    <a:pt x="1218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6" name="Google Shape;6266;p60"/>
            <p:cNvSpPr/>
            <p:nvPr/>
          </p:nvSpPr>
          <p:spPr>
            <a:xfrm>
              <a:off x="8166878" y="1643"/>
              <a:ext cx="42861" cy="104906"/>
            </a:xfrm>
            <a:custGeom>
              <a:rect b="b" l="l" r="r" t="t"/>
              <a:pathLst>
                <a:path extrusionOk="0" h="2335" w="954">
                  <a:moveTo>
                    <a:pt x="537" y="1"/>
                  </a:moveTo>
                  <a:lnTo>
                    <a:pt x="1" y="2227"/>
                  </a:lnTo>
                  <a:cubicBezTo>
                    <a:pt x="156" y="2227"/>
                    <a:pt x="287" y="2275"/>
                    <a:pt x="406" y="2334"/>
                  </a:cubicBezTo>
                  <a:lnTo>
                    <a:pt x="95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7" name="Google Shape;6267;p60"/>
            <p:cNvSpPr/>
            <p:nvPr/>
          </p:nvSpPr>
          <p:spPr>
            <a:xfrm>
              <a:off x="7972746" y="182971"/>
              <a:ext cx="191526" cy="675665"/>
            </a:xfrm>
            <a:custGeom>
              <a:rect b="b" l="l" r="r" t="t"/>
              <a:pathLst>
                <a:path extrusionOk="0" h="15039" w="4263">
                  <a:moveTo>
                    <a:pt x="3870" y="1"/>
                  </a:moveTo>
                  <a:lnTo>
                    <a:pt x="0" y="14919"/>
                  </a:lnTo>
                  <a:lnTo>
                    <a:pt x="12" y="14919"/>
                  </a:lnTo>
                  <a:cubicBezTo>
                    <a:pt x="143" y="14919"/>
                    <a:pt x="274" y="14967"/>
                    <a:pt x="381" y="15038"/>
                  </a:cubicBezTo>
                  <a:lnTo>
                    <a:pt x="4262" y="84"/>
                  </a:lnTo>
                  <a:lnTo>
                    <a:pt x="4251" y="84"/>
                  </a:lnTo>
                  <a:cubicBezTo>
                    <a:pt x="4096" y="84"/>
                    <a:pt x="3989" y="60"/>
                    <a:pt x="38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8" name="Google Shape;6268;p60"/>
            <p:cNvSpPr/>
            <p:nvPr/>
          </p:nvSpPr>
          <p:spPr>
            <a:xfrm>
              <a:off x="7874849" y="908325"/>
              <a:ext cx="101671" cy="323164"/>
            </a:xfrm>
            <a:custGeom>
              <a:rect b="b" l="l" r="r" t="t"/>
              <a:pathLst>
                <a:path extrusionOk="0" h="7193" w="2263">
                  <a:moveTo>
                    <a:pt x="1846" y="1"/>
                  </a:moveTo>
                  <a:lnTo>
                    <a:pt x="0" y="7109"/>
                  </a:lnTo>
                  <a:lnTo>
                    <a:pt x="72" y="7109"/>
                  </a:lnTo>
                  <a:cubicBezTo>
                    <a:pt x="191" y="7109"/>
                    <a:pt x="310" y="7144"/>
                    <a:pt x="417" y="7192"/>
                  </a:cubicBezTo>
                  <a:lnTo>
                    <a:pt x="2262" y="72"/>
                  </a:lnTo>
                  <a:cubicBezTo>
                    <a:pt x="2227" y="72"/>
                    <a:pt x="2191" y="84"/>
                    <a:pt x="2155" y="84"/>
                  </a:cubicBezTo>
                  <a:cubicBezTo>
                    <a:pt x="2036" y="72"/>
                    <a:pt x="1941" y="48"/>
                    <a:pt x="1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9" name="Google Shape;6269;p60"/>
            <p:cNvSpPr/>
            <p:nvPr/>
          </p:nvSpPr>
          <p:spPr>
            <a:xfrm>
              <a:off x="7710594" y="770308"/>
              <a:ext cx="237577" cy="113487"/>
            </a:xfrm>
            <a:custGeom>
              <a:rect b="b" l="l" r="r" t="t"/>
              <a:pathLst>
                <a:path extrusionOk="0" h="2526" w="5288">
                  <a:moveTo>
                    <a:pt x="108" y="1"/>
                  </a:moveTo>
                  <a:cubicBezTo>
                    <a:pt x="96" y="25"/>
                    <a:pt x="108" y="37"/>
                    <a:pt x="108" y="60"/>
                  </a:cubicBezTo>
                  <a:cubicBezTo>
                    <a:pt x="108" y="203"/>
                    <a:pt x="72" y="322"/>
                    <a:pt x="1" y="406"/>
                  </a:cubicBezTo>
                  <a:lnTo>
                    <a:pt x="5168" y="2525"/>
                  </a:lnTo>
                  <a:lnTo>
                    <a:pt x="5168" y="2477"/>
                  </a:lnTo>
                  <a:cubicBezTo>
                    <a:pt x="5168" y="2346"/>
                    <a:pt x="5216" y="2227"/>
                    <a:pt x="5287" y="2120"/>
                  </a:cubicBezTo>
                  <a:lnTo>
                    <a:pt x="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0" name="Google Shape;6270;p60"/>
            <p:cNvSpPr/>
            <p:nvPr/>
          </p:nvSpPr>
          <p:spPr>
            <a:xfrm>
              <a:off x="7278931" y="423692"/>
              <a:ext cx="279808" cy="120406"/>
            </a:xfrm>
            <a:custGeom>
              <a:rect b="b" l="l" r="r" t="t"/>
              <a:pathLst>
                <a:path extrusionOk="0" h="2680" w="6228">
                  <a:moveTo>
                    <a:pt x="6001" y="1"/>
                  </a:moveTo>
                  <a:lnTo>
                    <a:pt x="1" y="2287"/>
                  </a:lnTo>
                  <a:cubicBezTo>
                    <a:pt x="60" y="2406"/>
                    <a:pt x="108" y="2537"/>
                    <a:pt x="132" y="2680"/>
                  </a:cubicBezTo>
                  <a:lnTo>
                    <a:pt x="6228" y="358"/>
                  </a:lnTo>
                  <a:cubicBezTo>
                    <a:pt x="6097" y="298"/>
                    <a:pt x="6001" y="155"/>
                    <a:pt x="60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1" name="Google Shape;6271;p60"/>
            <p:cNvSpPr/>
            <p:nvPr/>
          </p:nvSpPr>
          <p:spPr>
            <a:xfrm>
              <a:off x="7689748" y="793311"/>
              <a:ext cx="177643" cy="443524"/>
            </a:xfrm>
            <a:custGeom>
              <a:rect b="b" l="l" r="r" t="t"/>
              <a:pathLst>
                <a:path extrusionOk="0" h="9872" w="3954">
                  <a:moveTo>
                    <a:pt x="370" y="1"/>
                  </a:moveTo>
                  <a:cubicBezTo>
                    <a:pt x="263" y="84"/>
                    <a:pt x="143" y="168"/>
                    <a:pt x="1" y="180"/>
                  </a:cubicBezTo>
                  <a:lnTo>
                    <a:pt x="3584" y="9871"/>
                  </a:lnTo>
                  <a:cubicBezTo>
                    <a:pt x="3692" y="9788"/>
                    <a:pt x="3823" y="9728"/>
                    <a:pt x="3953" y="9704"/>
                  </a:cubicBezTo>
                  <a:lnTo>
                    <a:pt x="3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2" name="Google Shape;6272;p60"/>
            <p:cNvSpPr/>
            <p:nvPr/>
          </p:nvSpPr>
          <p:spPr>
            <a:xfrm>
              <a:off x="7564041" y="431195"/>
              <a:ext cx="124135" cy="315661"/>
            </a:xfrm>
            <a:custGeom>
              <a:rect b="b" l="l" r="r" t="t"/>
              <a:pathLst>
                <a:path extrusionOk="0" h="7026" w="2763">
                  <a:moveTo>
                    <a:pt x="370" y="0"/>
                  </a:moveTo>
                  <a:cubicBezTo>
                    <a:pt x="310" y="143"/>
                    <a:pt x="179" y="215"/>
                    <a:pt x="13" y="215"/>
                  </a:cubicBezTo>
                  <a:lnTo>
                    <a:pt x="1" y="215"/>
                  </a:lnTo>
                  <a:lnTo>
                    <a:pt x="2370" y="7025"/>
                  </a:lnTo>
                  <a:cubicBezTo>
                    <a:pt x="2453" y="6973"/>
                    <a:pt x="2572" y="6939"/>
                    <a:pt x="2688" y="6939"/>
                  </a:cubicBezTo>
                  <a:cubicBezTo>
                    <a:pt x="2705" y="6939"/>
                    <a:pt x="2722" y="6940"/>
                    <a:pt x="2739" y="6942"/>
                  </a:cubicBezTo>
                  <a:cubicBezTo>
                    <a:pt x="2743" y="6938"/>
                    <a:pt x="2747" y="6936"/>
                    <a:pt x="2751" y="6936"/>
                  </a:cubicBezTo>
                  <a:cubicBezTo>
                    <a:pt x="2758" y="6936"/>
                    <a:pt x="2763" y="6942"/>
                    <a:pt x="2763" y="6942"/>
                  </a:cubicBez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3" name="Google Shape;6273;p60"/>
            <p:cNvSpPr/>
            <p:nvPr/>
          </p:nvSpPr>
          <p:spPr>
            <a:xfrm>
              <a:off x="7500379" y="1643"/>
              <a:ext cx="77096" cy="409245"/>
            </a:xfrm>
            <a:custGeom>
              <a:rect b="b" l="l" r="r" t="t"/>
              <a:pathLst>
                <a:path extrusionOk="0" h="9109" w="1716">
                  <a:moveTo>
                    <a:pt x="1" y="1"/>
                  </a:moveTo>
                  <a:lnTo>
                    <a:pt x="1310" y="9049"/>
                  </a:lnTo>
                  <a:cubicBezTo>
                    <a:pt x="1358" y="9026"/>
                    <a:pt x="1418" y="9014"/>
                    <a:pt x="1477" y="9014"/>
                  </a:cubicBezTo>
                  <a:cubicBezTo>
                    <a:pt x="1549" y="9014"/>
                    <a:pt x="1644" y="9049"/>
                    <a:pt x="1703" y="9109"/>
                  </a:cubicBezTo>
                  <a:cubicBezTo>
                    <a:pt x="1715" y="9073"/>
                    <a:pt x="1715" y="9049"/>
                    <a:pt x="1715" y="9014"/>
                  </a:cubicBezTo>
                  <a:lnTo>
                    <a:pt x="1715" y="9002"/>
                  </a:lnTo>
                  <a:lnTo>
                    <a:pt x="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4" name="Google Shape;6274;p60"/>
            <p:cNvSpPr/>
            <p:nvPr/>
          </p:nvSpPr>
          <p:spPr>
            <a:xfrm>
              <a:off x="7207811" y="1643"/>
              <a:ext cx="68514" cy="481488"/>
            </a:xfrm>
            <a:custGeom>
              <a:rect b="b" l="l" r="r" t="t"/>
              <a:pathLst>
                <a:path extrusionOk="0" h="10717" w="1525">
                  <a:moveTo>
                    <a:pt x="1107" y="1"/>
                  </a:moveTo>
                  <a:lnTo>
                    <a:pt x="1072" y="382"/>
                  </a:lnTo>
                  <a:lnTo>
                    <a:pt x="0" y="10657"/>
                  </a:lnTo>
                  <a:lnTo>
                    <a:pt x="12" y="10657"/>
                  </a:lnTo>
                  <a:cubicBezTo>
                    <a:pt x="143" y="10657"/>
                    <a:pt x="274" y="10681"/>
                    <a:pt x="393" y="10716"/>
                  </a:cubicBezTo>
                  <a:lnTo>
                    <a:pt x="1500" y="251"/>
                  </a:lnTo>
                  <a:lnTo>
                    <a:pt x="15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5" name="Google Shape;6275;p60"/>
            <p:cNvSpPr/>
            <p:nvPr/>
          </p:nvSpPr>
          <p:spPr>
            <a:xfrm>
              <a:off x="6888466" y="143390"/>
              <a:ext cx="276574" cy="358477"/>
            </a:xfrm>
            <a:custGeom>
              <a:rect b="b" l="l" r="r" t="t"/>
              <a:pathLst>
                <a:path extrusionOk="0" h="7979" w="6156">
                  <a:moveTo>
                    <a:pt x="333" y="1"/>
                  </a:moveTo>
                  <a:cubicBezTo>
                    <a:pt x="238" y="120"/>
                    <a:pt x="143" y="191"/>
                    <a:pt x="0" y="239"/>
                  </a:cubicBezTo>
                  <a:lnTo>
                    <a:pt x="5822" y="7978"/>
                  </a:lnTo>
                  <a:cubicBezTo>
                    <a:pt x="5929" y="7883"/>
                    <a:pt x="6037" y="7811"/>
                    <a:pt x="6156" y="7740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6" name="Google Shape;6276;p60"/>
            <p:cNvSpPr/>
            <p:nvPr/>
          </p:nvSpPr>
          <p:spPr>
            <a:xfrm>
              <a:off x="6775024" y="1643"/>
              <a:ext cx="94752" cy="108096"/>
            </a:xfrm>
            <a:custGeom>
              <a:rect b="b" l="l" r="r" t="t"/>
              <a:pathLst>
                <a:path extrusionOk="0" h="2406" w="2109">
                  <a:moveTo>
                    <a:pt x="1" y="1"/>
                  </a:moveTo>
                  <a:lnTo>
                    <a:pt x="1787" y="2406"/>
                  </a:lnTo>
                  <a:cubicBezTo>
                    <a:pt x="1858" y="2287"/>
                    <a:pt x="1977" y="2203"/>
                    <a:pt x="2108" y="2156"/>
                  </a:cubicBezTo>
                  <a:lnTo>
                    <a:pt x="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7" name="Google Shape;6277;p60"/>
            <p:cNvSpPr/>
            <p:nvPr/>
          </p:nvSpPr>
          <p:spPr>
            <a:xfrm>
              <a:off x="6261009" y="116119"/>
              <a:ext cx="591650" cy="145565"/>
            </a:xfrm>
            <a:custGeom>
              <a:rect b="b" l="l" r="r" t="t"/>
              <a:pathLst>
                <a:path extrusionOk="0" h="3240" w="13169">
                  <a:moveTo>
                    <a:pt x="13097" y="1"/>
                  </a:moveTo>
                  <a:lnTo>
                    <a:pt x="786" y="2644"/>
                  </a:lnTo>
                  <a:lnTo>
                    <a:pt x="0" y="3239"/>
                  </a:lnTo>
                  <a:lnTo>
                    <a:pt x="13133" y="394"/>
                  </a:lnTo>
                  <a:cubicBezTo>
                    <a:pt x="13121" y="334"/>
                    <a:pt x="13109" y="274"/>
                    <a:pt x="13121" y="203"/>
                  </a:cubicBezTo>
                  <a:cubicBezTo>
                    <a:pt x="13121" y="132"/>
                    <a:pt x="13133" y="60"/>
                    <a:pt x="131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8" name="Google Shape;6278;p60"/>
            <p:cNvSpPr/>
            <p:nvPr/>
          </p:nvSpPr>
          <p:spPr>
            <a:xfrm>
              <a:off x="5973203" y="1643"/>
              <a:ext cx="50319" cy="38054"/>
            </a:xfrm>
            <a:custGeom>
              <a:rect b="b" l="l" r="r" t="t"/>
              <a:pathLst>
                <a:path extrusionOk="0" h="847" w="1120">
                  <a:moveTo>
                    <a:pt x="0" y="1"/>
                  </a:moveTo>
                  <a:lnTo>
                    <a:pt x="905" y="846"/>
                  </a:lnTo>
                  <a:lnTo>
                    <a:pt x="1120" y="489"/>
                  </a:ln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9" name="Google Shape;6279;p60"/>
            <p:cNvSpPr/>
            <p:nvPr/>
          </p:nvSpPr>
          <p:spPr>
            <a:xfrm>
              <a:off x="6027745" y="36417"/>
              <a:ext cx="228995" cy="216685"/>
            </a:xfrm>
            <a:custGeom>
              <a:rect b="b" l="l" r="r" t="t"/>
              <a:pathLst>
                <a:path extrusionOk="0" h="4823" w="5097">
                  <a:moveTo>
                    <a:pt x="215" y="1"/>
                  </a:moveTo>
                  <a:lnTo>
                    <a:pt x="1" y="358"/>
                  </a:lnTo>
                  <a:lnTo>
                    <a:pt x="4763" y="4823"/>
                  </a:lnTo>
                  <a:lnTo>
                    <a:pt x="5097" y="456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0" name="Google Shape;6280;p60"/>
            <p:cNvSpPr/>
            <p:nvPr/>
          </p:nvSpPr>
          <p:spPr>
            <a:xfrm>
              <a:off x="5634045" y="1643"/>
              <a:ext cx="973624" cy="724860"/>
            </a:xfrm>
            <a:custGeom>
              <a:rect b="b" l="l" r="r" t="t"/>
              <a:pathLst>
                <a:path extrusionOk="0" h="16134" w="21671">
                  <a:moveTo>
                    <a:pt x="20992" y="1"/>
                  </a:moveTo>
                  <a:lnTo>
                    <a:pt x="13860" y="5335"/>
                  </a:lnTo>
                  <a:lnTo>
                    <a:pt x="13538" y="5597"/>
                  </a:lnTo>
                  <a:lnTo>
                    <a:pt x="203" y="15586"/>
                  </a:lnTo>
                  <a:lnTo>
                    <a:pt x="1" y="15919"/>
                  </a:lnTo>
                  <a:cubicBezTo>
                    <a:pt x="60" y="15979"/>
                    <a:pt x="120" y="16062"/>
                    <a:pt x="156" y="16134"/>
                  </a:cubicBezTo>
                  <a:lnTo>
                    <a:pt x="13979" y="5787"/>
                  </a:lnTo>
                  <a:lnTo>
                    <a:pt x="14765" y="5192"/>
                  </a:lnTo>
                  <a:lnTo>
                    <a:pt x="216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1" name="Google Shape;6281;p60"/>
            <p:cNvSpPr/>
            <p:nvPr/>
          </p:nvSpPr>
          <p:spPr>
            <a:xfrm>
              <a:off x="5616389" y="1643"/>
              <a:ext cx="441368" cy="715246"/>
            </a:xfrm>
            <a:custGeom>
              <a:rect b="b" l="l" r="r" t="t"/>
              <a:pathLst>
                <a:path extrusionOk="0" h="15920" w="9824">
                  <a:moveTo>
                    <a:pt x="9347" y="1"/>
                  </a:moveTo>
                  <a:lnTo>
                    <a:pt x="9050" y="489"/>
                  </a:lnTo>
                  <a:lnTo>
                    <a:pt x="8835" y="846"/>
                  </a:lnTo>
                  <a:lnTo>
                    <a:pt x="1" y="15741"/>
                  </a:lnTo>
                  <a:cubicBezTo>
                    <a:pt x="144" y="15765"/>
                    <a:pt x="263" y="15824"/>
                    <a:pt x="370" y="15919"/>
                  </a:cubicBezTo>
                  <a:lnTo>
                    <a:pt x="572" y="15586"/>
                  </a:lnTo>
                  <a:lnTo>
                    <a:pt x="9145" y="1132"/>
                  </a:lnTo>
                  <a:lnTo>
                    <a:pt x="9359" y="775"/>
                  </a:lnTo>
                  <a:lnTo>
                    <a:pt x="98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2" name="Google Shape;6282;p60"/>
            <p:cNvSpPr/>
            <p:nvPr/>
          </p:nvSpPr>
          <p:spPr>
            <a:xfrm>
              <a:off x="4969702" y="287292"/>
              <a:ext cx="625346" cy="441907"/>
            </a:xfrm>
            <a:custGeom>
              <a:rect b="b" l="l" r="r" t="t"/>
              <a:pathLst>
                <a:path extrusionOk="0" h="9836" w="13919">
                  <a:moveTo>
                    <a:pt x="250" y="1"/>
                  </a:moveTo>
                  <a:cubicBezTo>
                    <a:pt x="191" y="120"/>
                    <a:pt x="107" y="239"/>
                    <a:pt x="0" y="310"/>
                  </a:cubicBezTo>
                  <a:lnTo>
                    <a:pt x="13693" y="9835"/>
                  </a:lnTo>
                  <a:cubicBezTo>
                    <a:pt x="13740" y="9716"/>
                    <a:pt x="13812" y="9597"/>
                    <a:pt x="13919" y="950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3" name="Google Shape;6283;p60"/>
            <p:cNvSpPr/>
            <p:nvPr/>
          </p:nvSpPr>
          <p:spPr>
            <a:xfrm>
              <a:off x="4959549" y="1643"/>
              <a:ext cx="181372" cy="238610"/>
            </a:xfrm>
            <a:custGeom>
              <a:rect b="b" l="l" r="r" t="t"/>
              <a:pathLst>
                <a:path extrusionOk="0" h="5311" w="4037">
                  <a:moveTo>
                    <a:pt x="3536" y="1"/>
                  </a:moveTo>
                  <a:lnTo>
                    <a:pt x="0" y="5085"/>
                  </a:lnTo>
                  <a:cubicBezTo>
                    <a:pt x="131" y="5132"/>
                    <a:pt x="250" y="5204"/>
                    <a:pt x="345" y="5311"/>
                  </a:cubicBezTo>
                  <a:lnTo>
                    <a:pt x="40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4" name="Google Shape;6284;p60"/>
            <p:cNvSpPr/>
            <p:nvPr/>
          </p:nvSpPr>
          <p:spPr>
            <a:xfrm>
              <a:off x="5312589" y="2183"/>
              <a:ext cx="238610" cy="146598"/>
            </a:xfrm>
            <a:custGeom>
              <a:rect b="b" l="l" r="r" t="t"/>
              <a:pathLst>
                <a:path extrusionOk="0" h="3263" w="5311">
                  <a:moveTo>
                    <a:pt x="4560" y="1"/>
                  </a:moveTo>
                  <a:lnTo>
                    <a:pt x="0" y="2906"/>
                  </a:lnTo>
                  <a:cubicBezTo>
                    <a:pt x="107" y="2989"/>
                    <a:pt x="179" y="3120"/>
                    <a:pt x="215" y="3263"/>
                  </a:cubicBezTo>
                  <a:lnTo>
                    <a:pt x="4417" y="560"/>
                  </a:lnTo>
                  <a:cubicBezTo>
                    <a:pt x="4406" y="524"/>
                    <a:pt x="4394" y="465"/>
                    <a:pt x="4394" y="405"/>
                  </a:cubicBezTo>
                  <a:cubicBezTo>
                    <a:pt x="4394" y="205"/>
                    <a:pt x="4550" y="46"/>
                    <a:pt x="4736" y="46"/>
                  </a:cubicBezTo>
                  <a:cubicBezTo>
                    <a:pt x="4749" y="46"/>
                    <a:pt x="4762" y="47"/>
                    <a:pt x="4775" y="48"/>
                  </a:cubicBezTo>
                  <a:cubicBezTo>
                    <a:pt x="4894" y="48"/>
                    <a:pt x="4989" y="108"/>
                    <a:pt x="5048" y="179"/>
                  </a:cubicBezTo>
                  <a:lnTo>
                    <a:pt x="5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5" name="Google Shape;6285;p60"/>
            <p:cNvSpPr/>
            <p:nvPr/>
          </p:nvSpPr>
          <p:spPr>
            <a:xfrm>
              <a:off x="5243580" y="1643"/>
              <a:ext cx="53509" cy="125752"/>
            </a:xfrm>
            <a:custGeom>
              <a:rect b="b" l="l" r="r" t="t"/>
              <a:pathLst>
                <a:path extrusionOk="0" h="2799" w="1191">
                  <a:moveTo>
                    <a:pt x="0" y="1"/>
                  </a:moveTo>
                  <a:lnTo>
                    <a:pt x="798" y="2799"/>
                  </a:lnTo>
                  <a:cubicBezTo>
                    <a:pt x="881" y="2751"/>
                    <a:pt x="1000" y="2727"/>
                    <a:pt x="1120" y="2727"/>
                  </a:cubicBezTo>
                  <a:cubicBezTo>
                    <a:pt x="1155" y="2727"/>
                    <a:pt x="1167" y="2727"/>
                    <a:pt x="1191" y="2739"/>
                  </a:cubicBez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6" name="Google Shape;6286;p60"/>
            <p:cNvSpPr/>
            <p:nvPr/>
          </p:nvSpPr>
          <p:spPr>
            <a:xfrm>
              <a:off x="4846107" y="1643"/>
              <a:ext cx="92056" cy="233803"/>
            </a:xfrm>
            <a:custGeom>
              <a:rect b="b" l="l" r="r" t="t"/>
              <a:pathLst>
                <a:path extrusionOk="0" h="5204" w="2049">
                  <a:moveTo>
                    <a:pt x="1" y="1"/>
                  </a:moveTo>
                  <a:lnTo>
                    <a:pt x="1656" y="5204"/>
                  </a:lnTo>
                  <a:cubicBezTo>
                    <a:pt x="1787" y="5132"/>
                    <a:pt x="1894" y="5073"/>
                    <a:pt x="2049" y="5061"/>
                  </a:cubicBezTo>
                  <a:lnTo>
                    <a:pt x="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7" name="Google Shape;6287;p60"/>
            <p:cNvSpPr/>
            <p:nvPr/>
          </p:nvSpPr>
          <p:spPr>
            <a:xfrm>
              <a:off x="7120606" y="480346"/>
              <a:ext cx="166951" cy="165423"/>
            </a:xfrm>
            <a:custGeom>
              <a:rect b="b" l="l" r="r" t="t"/>
              <a:pathLst>
                <a:path extrusionOk="0" h="3682" w="3716">
                  <a:moveTo>
                    <a:pt x="1866" y="1"/>
                  </a:moveTo>
                  <a:cubicBezTo>
                    <a:pt x="1554" y="1"/>
                    <a:pt x="1245" y="84"/>
                    <a:pt x="989" y="240"/>
                  </a:cubicBezTo>
                  <a:cubicBezTo>
                    <a:pt x="870" y="311"/>
                    <a:pt x="739" y="383"/>
                    <a:pt x="655" y="478"/>
                  </a:cubicBezTo>
                  <a:cubicBezTo>
                    <a:pt x="298" y="799"/>
                    <a:pt x="60" y="1252"/>
                    <a:pt x="48" y="1776"/>
                  </a:cubicBezTo>
                  <a:cubicBezTo>
                    <a:pt x="0" y="2788"/>
                    <a:pt x="810" y="3633"/>
                    <a:pt x="1810" y="3681"/>
                  </a:cubicBezTo>
                  <a:cubicBezTo>
                    <a:pt x="1832" y="3682"/>
                    <a:pt x="1854" y="3682"/>
                    <a:pt x="1875" y="3682"/>
                  </a:cubicBezTo>
                  <a:cubicBezTo>
                    <a:pt x="2859" y="3682"/>
                    <a:pt x="3680" y="2897"/>
                    <a:pt x="3715" y="1907"/>
                  </a:cubicBezTo>
                  <a:cubicBezTo>
                    <a:pt x="3715" y="1728"/>
                    <a:pt x="3703" y="1561"/>
                    <a:pt x="3679" y="1395"/>
                  </a:cubicBezTo>
                  <a:cubicBezTo>
                    <a:pt x="3644" y="1264"/>
                    <a:pt x="3596" y="1133"/>
                    <a:pt x="3548" y="1014"/>
                  </a:cubicBezTo>
                  <a:cubicBezTo>
                    <a:pt x="3286" y="549"/>
                    <a:pt x="2858" y="192"/>
                    <a:pt x="2334" y="61"/>
                  </a:cubicBezTo>
                  <a:cubicBezTo>
                    <a:pt x="2215" y="26"/>
                    <a:pt x="2084" y="2"/>
                    <a:pt x="1953" y="2"/>
                  </a:cubicBezTo>
                  <a:lnTo>
                    <a:pt x="1929" y="2"/>
                  </a:lnTo>
                  <a:cubicBezTo>
                    <a:pt x="1908" y="1"/>
                    <a:pt x="1887" y="1"/>
                    <a:pt x="18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8" name="Google Shape;6288;p60"/>
            <p:cNvSpPr/>
            <p:nvPr/>
          </p:nvSpPr>
          <p:spPr>
            <a:xfrm>
              <a:off x="7833651" y="1227131"/>
              <a:ext cx="86710" cy="85677"/>
            </a:xfrm>
            <a:custGeom>
              <a:rect b="b" l="l" r="r" t="t"/>
              <a:pathLst>
                <a:path extrusionOk="0" h="1907" w="1930">
                  <a:moveTo>
                    <a:pt x="989" y="1"/>
                  </a:moveTo>
                  <a:cubicBezTo>
                    <a:pt x="965" y="1"/>
                    <a:pt x="941" y="1"/>
                    <a:pt x="917" y="13"/>
                  </a:cubicBezTo>
                  <a:cubicBezTo>
                    <a:pt x="858" y="13"/>
                    <a:pt x="810" y="37"/>
                    <a:pt x="750" y="37"/>
                  </a:cubicBezTo>
                  <a:cubicBezTo>
                    <a:pt x="620" y="60"/>
                    <a:pt x="489" y="120"/>
                    <a:pt x="381" y="191"/>
                  </a:cubicBezTo>
                  <a:cubicBezTo>
                    <a:pt x="155" y="358"/>
                    <a:pt x="12" y="608"/>
                    <a:pt x="12" y="930"/>
                  </a:cubicBezTo>
                  <a:cubicBezTo>
                    <a:pt x="0" y="1442"/>
                    <a:pt x="393" y="1894"/>
                    <a:pt x="929" y="1906"/>
                  </a:cubicBezTo>
                  <a:cubicBezTo>
                    <a:pt x="937" y="1906"/>
                    <a:pt x="945" y="1906"/>
                    <a:pt x="952" y="1906"/>
                  </a:cubicBezTo>
                  <a:cubicBezTo>
                    <a:pt x="1466" y="1906"/>
                    <a:pt x="1882" y="1517"/>
                    <a:pt x="1917" y="989"/>
                  </a:cubicBezTo>
                  <a:cubicBezTo>
                    <a:pt x="1929" y="584"/>
                    <a:pt x="1691" y="227"/>
                    <a:pt x="1334" y="72"/>
                  </a:cubicBezTo>
                  <a:cubicBezTo>
                    <a:pt x="1227" y="37"/>
                    <a:pt x="1108" y="1"/>
                    <a:pt x="9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9" name="Google Shape;6289;p60"/>
            <p:cNvSpPr/>
            <p:nvPr/>
          </p:nvSpPr>
          <p:spPr>
            <a:xfrm>
              <a:off x="8798109" y="115040"/>
              <a:ext cx="86710" cy="85722"/>
            </a:xfrm>
            <a:custGeom>
              <a:rect b="b" l="l" r="r" t="t"/>
              <a:pathLst>
                <a:path extrusionOk="0" h="1908" w="1930">
                  <a:moveTo>
                    <a:pt x="1000" y="1"/>
                  </a:moveTo>
                  <a:cubicBezTo>
                    <a:pt x="917" y="1"/>
                    <a:pt x="822" y="25"/>
                    <a:pt x="750" y="37"/>
                  </a:cubicBezTo>
                  <a:cubicBezTo>
                    <a:pt x="619" y="60"/>
                    <a:pt x="477" y="120"/>
                    <a:pt x="381" y="215"/>
                  </a:cubicBezTo>
                  <a:cubicBezTo>
                    <a:pt x="167" y="382"/>
                    <a:pt x="36" y="632"/>
                    <a:pt x="24" y="930"/>
                  </a:cubicBezTo>
                  <a:cubicBezTo>
                    <a:pt x="0" y="1239"/>
                    <a:pt x="155" y="1537"/>
                    <a:pt x="393" y="1715"/>
                  </a:cubicBezTo>
                  <a:cubicBezTo>
                    <a:pt x="500" y="1811"/>
                    <a:pt x="631" y="1870"/>
                    <a:pt x="762" y="1894"/>
                  </a:cubicBezTo>
                  <a:cubicBezTo>
                    <a:pt x="822" y="1906"/>
                    <a:pt x="870" y="1906"/>
                    <a:pt x="929" y="1906"/>
                  </a:cubicBezTo>
                  <a:cubicBezTo>
                    <a:pt x="946" y="1907"/>
                    <a:pt x="962" y="1907"/>
                    <a:pt x="979" y="1907"/>
                  </a:cubicBezTo>
                  <a:cubicBezTo>
                    <a:pt x="1386" y="1907"/>
                    <a:pt x="1732" y="1629"/>
                    <a:pt x="1870" y="1251"/>
                  </a:cubicBezTo>
                  <a:cubicBezTo>
                    <a:pt x="1893" y="1168"/>
                    <a:pt x="1905" y="1096"/>
                    <a:pt x="1905" y="1001"/>
                  </a:cubicBezTo>
                  <a:cubicBezTo>
                    <a:pt x="1929" y="930"/>
                    <a:pt x="1905" y="870"/>
                    <a:pt x="1905" y="810"/>
                  </a:cubicBezTo>
                  <a:cubicBezTo>
                    <a:pt x="1834" y="358"/>
                    <a:pt x="1477" y="25"/>
                    <a:pt x="10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0" name="Google Shape;6290;p60"/>
            <p:cNvSpPr/>
            <p:nvPr/>
          </p:nvSpPr>
          <p:spPr>
            <a:xfrm>
              <a:off x="8121951" y="101158"/>
              <a:ext cx="86171" cy="85632"/>
            </a:xfrm>
            <a:custGeom>
              <a:rect b="b" l="l" r="r" t="t"/>
              <a:pathLst>
                <a:path extrusionOk="0" h="1906" w="1918">
                  <a:moveTo>
                    <a:pt x="967" y="0"/>
                  </a:moveTo>
                  <a:cubicBezTo>
                    <a:pt x="453" y="0"/>
                    <a:pt x="24" y="401"/>
                    <a:pt x="1" y="929"/>
                  </a:cubicBezTo>
                  <a:cubicBezTo>
                    <a:pt x="1" y="1000"/>
                    <a:pt x="1" y="1060"/>
                    <a:pt x="25" y="1131"/>
                  </a:cubicBezTo>
                  <a:cubicBezTo>
                    <a:pt x="48" y="1262"/>
                    <a:pt x="108" y="1393"/>
                    <a:pt x="179" y="1500"/>
                  </a:cubicBezTo>
                  <a:cubicBezTo>
                    <a:pt x="275" y="1631"/>
                    <a:pt x="394" y="1739"/>
                    <a:pt x="549" y="1822"/>
                  </a:cubicBezTo>
                  <a:cubicBezTo>
                    <a:pt x="668" y="1881"/>
                    <a:pt x="787" y="1905"/>
                    <a:pt x="930" y="1905"/>
                  </a:cubicBezTo>
                  <a:lnTo>
                    <a:pt x="941" y="1905"/>
                  </a:lnTo>
                  <a:cubicBezTo>
                    <a:pt x="1465" y="1893"/>
                    <a:pt x="1882" y="1489"/>
                    <a:pt x="1918" y="988"/>
                  </a:cubicBezTo>
                  <a:cubicBezTo>
                    <a:pt x="1918" y="893"/>
                    <a:pt x="1894" y="798"/>
                    <a:pt x="1882" y="715"/>
                  </a:cubicBezTo>
                  <a:cubicBezTo>
                    <a:pt x="1858" y="584"/>
                    <a:pt x="1775" y="465"/>
                    <a:pt x="1703" y="346"/>
                  </a:cubicBezTo>
                  <a:cubicBezTo>
                    <a:pt x="1632" y="238"/>
                    <a:pt x="1525" y="167"/>
                    <a:pt x="1406" y="107"/>
                  </a:cubicBezTo>
                  <a:cubicBezTo>
                    <a:pt x="1287" y="48"/>
                    <a:pt x="1156" y="0"/>
                    <a:pt x="1001" y="0"/>
                  </a:cubicBezTo>
                  <a:lnTo>
                    <a:pt x="989" y="0"/>
                  </a:lnTo>
                  <a:cubicBezTo>
                    <a:pt x="982" y="0"/>
                    <a:pt x="974" y="0"/>
                    <a:pt x="9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1" name="Google Shape;6291;p60"/>
            <p:cNvSpPr/>
            <p:nvPr/>
          </p:nvSpPr>
          <p:spPr>
            <a:xfrm>
              <a:off x="8352519" y="1025496"/>
              <a:ext cx="30012" cy="28394"/>
            </a:xfrm>
            <a:custGeom>
              <a:rect b="b" l="l" r="r" t="t"/>
              <a:pathLst>
                <a:path extrusionOk="0" h="632" w="668">
                  <a:moveTo>
                    <a:pt x="322" y="0"/>
                  </a:moveTo>
                  <a:cubicBezTo>
                    <a:pt x="274" y="0"/>
                    <a:pt x="215" y="12"/>
                    <a:pt x="191" y="24"/>
                  </a:cubicBezTo>
                  <a:cubicBezTo>
                    <a:pt x="72" y="72"/>
                    <a:pt x="0" y="179"/>
                    <a:pt x="0" y="310"/>
                  </a:cubicBezTo>
                  <a:cubicBezTo>
                    <a:pt x="0" y="334"/>
                    <a:pt x="0" y="369"/>
                    <a:pt x="12" y="381"/>
                  </a:cubicBezTo>
                  <a:cubicBezTo>
                    <a:pt x="36" y="536"/>
                    <a:pt x="155" y="631"/>
                    <a:pt x="322" y="631"/>
                  </a:cubicBezTo>
                  <a:cubicBezTo>
                    <a:pt x="501" y="631"/>
                    <a:pt x="655" y="500"/>
                    <a:pt x="667" y="322"/>
                  </a:cubicBezTo>
                  <a:cubicBezTo>
                    <a:pt x="667" y="250"/>
                    <a:pt x="655" y="179"/>
                    <a:pt x="608" y="131"/>
                  </a:cubicBezTo>
                  <a:cubicBezTo>
                    <a:pt x="512" y="60"/>
                    <a:pt x="429" y="0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2" name="Google Shape;6292;p60"/>
            <p:cNvSpPr/>
            <p:nvPr/>
          </p:nvSpPr>
          <p:spPr>
            <a:xfrm>
              <a:off x="4902311" y="228437"/>
              <a:ext cx="84014" cy="83026"/>
            </a:xfrm>
            <a:custGeom>
              <a:rect b="b" l="l" r="r" t="t"/>
              <a:pathLst>
                <a:path extrusionOk="0" h="1848" w="1870">
                  <a:moveTo>
                    <a:pt x="976" y="1"/>
                  </a:moveTo>
                  <a:cubicBezTo>
                    <a:pt x="917" y="1"/>
                    <a:pt x="857" y="1"/>
                    <a:pt x="798" y="13"/>
                  </a:cubicBezTo>
                  <a:cubicBezTo>
                    <a:pt x="667" y="25"/>
                    <a:pt x="536" y="84"/>
                    <a:pt x="417" y="156"/>
                  </a:cubicBezTo>
                  <a:cubicBezTo>
                    <a:pt x="179" y="322"/>
                    <a:pt x="24" y="596"/>
                    <a:pt x="24" y="894"/>
                  </a:cubicBezTo>
                  <a:cubicBezTo>
                    <a:pt x="0" y="1394"/>
                    <a:pt x="417" y="1823"/>
                    <a:pt x="917" y="1846"/>
                  </a:cubicBezTo>
                  <a:cubicBezTo>
                    <a:pt x="930" y="1847"/>
                    <a:pt x="943" y="1847"/>
                    <a:pt x="955" y="1847"/>
                  </a:cubicBezTo>
                  <a:cubicBezTo>
                    <a:pt x="1166" y="1847"/>
                    <a:pt x="1355" y="1756"/>
                    <a:pt x="1512" y="1644"/>
                  </a:cubicBezTo>
                  <a:cubicBezTo>
                    <a:pt x="1619" y="1549"/>
                    <a:pt x="1703" y="1442"/>
                    <a:pt x="1762" y="1323"/>
                  </a:cubicBezTo>
                  <a:cubicBezTo>
                    <a:pt x="1822" y="1203"/>
                    <a:pt x="1858" y="1084"/>
                    <a:pt x="1858" y="953"/>
                  </a:cubicBezTo>
                  <a:cubicBezTo>
                    <a:pt x="1869" y="680"/>
                    <a:pt x="1762" y="441"/>
                    <a:pt x="1607" y="275"/>
                  </a:cubicBezTo>
                  <a:cubicBezTo>
                    <a:pt x="1512" y="180"/>
                    <a:pt x="1393" y="96"/>
                    <a:pt x="1262" y="60"/>
                  </a:cubicBezTo>
                  <a:cubicBezTo>
                    <a:pt x="1167" y="25"/>
                    <a:pt x="1060" y="13"/>
                    <a:pt x="9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3" name="Google Shape;6293;p60"/>
            <p:cNvSpPr/>
            <p:nvPr/>
          </p:nvSpPr>
          <p:spPr>
            <a:xfrm>
              <a:off x="7656052" y="742947"/>
              <a:ext cx="59439" cy="58451"/>
            </a:xfrm>
            <a:custGeom>
              <a:rect b="b" l="l" r="r" t="t"/>
              <a:pathLst>
                <a:path extrusionOk="0" h="1301" w="1323">
                  <a:moveTo>
                    <a:pt x="662" y="1"/>
                  </a:moveTo>
                  <a:cubicBezTo>
                    <a:pt x="543" y="1"/>
                    <a:pt x="419" y="45"/>
                    <a:pt x="334" y="98"/>
                  </a:cubicBezTo>
                  <a:cubicBezTo>
                    <a:pt x="155" y="193"/>
                    <a:pt x="36" y="408"/>
                    <a:pt x="12" y="634"/>
                  </a:cubicBezTo>
                  <a:cubicBezTo>
                    <a:pt x="1" y="991"/>
                    <a:pt x="286" y="1301"/>
                    <a:pt x="643" y="1301"/>
                  </a:cubicBezTo>
                  <a:cubicBezTo>
                    <a:pt x="679" y="1301"/>
                    <a:pt x="715" y="1301"/>
                    <a:pt x="751" y="1289"/>
                  </a:cubicBezTo>
                  <a:cubicBezTo>
                    <a:pt x="893" y="1265"/>
                    <a:pt x="1013" y="1205"/>
                    <a:pt x="1120" y="1110"/>
                  </a:cubicBezTo>
                  <a:cubicBezTo>
                    <a:pt x="1167" y="1086"/>
                    <a:pt x="1179" y="1050"/>
                    <a:pt x="1215" y="1015"/>
                  </a:cubicBezTo>
                  <a:cubicBezTo>
                    <a:pt x="1286" y="908"/>
                    <a:pt x="1310" y="789"/>
                    <a:pt x="1322" y="669"/>
                  </a:cubicBezTo>
                  <a:lnTo>
                    <a:pt x="1322" y="634"/>
                  </a:lnTo>
                  <a:cubicBezTo>
                    <a:pt x="1322" y="300"/>
                    <a:pt x="1060" y="38"/>
                    <a:pt x="727" y="3"/>
                  </a:cubicBezTo>
                  <a:lnTo>
                    <a:pt x="703" y="3"/>
                  </a:lnTo>
                  <a:cubicBezTo>
                    <a:pt x="689" y="1"/>
                    <a:pt x="676" y="1"/>
                    <a:pt x="6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4" name="Google Shape;6294;p60"/>
            <p:cNvSpPr/>
            <p:nvPr/>
          </p:nvSpPr>
          <p:spPr>
            <a:xfrm>
              <a:off x="5263349" y="123082"/>
              <a:ext cx="58900" cy="58900"/>
            </a:xfrm>
            <a:custGeom>
              <a:rect b="b" l="l" r="r" t="t"/>
              <a:pathLst>
                <a:path extrusionOk="0" h="1311" w="1311">
                  <a:moveTo>
                    <a:pt x="668" y="0"/>
                  </a:moveTo>
                  <a:cubicBezTo>
                    <a:pt x="560" y="24"/>
                    <a:pt x="441" y="48"/>
                    <a:pt x="358" y="96"/>
                  </a:cubicBezTo>
                  <a:cubicBezTo>
                    <a:pt x="156" y="203"/>
                    <a:pt x="25" y="405"/>
                    <a:pt x="13" y="643"/>
                  </a:cubicBezTo>
                  <a:cubicBezTo>
                    <a:pt x="1" y="1001"/>
                    <a:pt x="275" y="1310"/>
                    <a:pt x="632" y="1310"/>
                  </a:cubicBezTo>
                  <a:cubicBezTo>
                    <a:pt x="989" y="1310"/>
                    <a:pt x="1287" y="1036"/>
                    <a:pt x="1311" y="691"/>
                  </a:cubicBezTo>
                  <a:cubicBezTo>
                    <a:pt x="1311" y="643"/>
                    <a:pt x="1311" y="584"/>
                    <a:pt x="1287" y="536"/>
                  </a:cubicBezTo>
                  <a:cubicBezTo>
                    <a:pt x="1263" y="405"/>
                    <a:pt x="1191" y="274"/>
                    <a:pt x="1084" y="179"/>
                  </a:cubicBezTo>
                  <a:cubicBezTo>
                    <a:pt x="989" y="96"/>
                    <a:pt x="870" y="36"/>
                    <a:pt x="739" y="24"/>
                  </a:cubicBezTo>
                  <a:cubicBezTo>
                    <a:pt x="715" y="24"/>
                    <a:pt x="691" y="0"/>
                    <a:pt x="6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5" name="Google Shape;6295;p60"/>
            <p:cNvSpPr/>
            <p:nvPr/>
          </p:nvSpPr>
          <p:spPr>
            <a:xfrm>
              <a:off x="5583232" y="708218"/>
              <a:ext cx="58900" cy="58945"/>
            </a:xfrm>
            <a:custGeom>
              <a:rect b="b" l="l" r="r" t="t"/>
              <a:pathLst>
                <a:path extrusionOk="0" h="1312" w="1311">
                  <a:moveTo>
                    <a:pt x="649" y="0"/>
                  </a:moveTo>
                  <a:cubicBezTo>
                    <a:pt x="502" y="0"/>
                    <a:pt x="383" y="57"/>
                    <a:pt x="275" y="133"/>
                  </a:cubicBezTo>
                  <a:cubicBezTo>
                    <a:pt x="167" y="228"/>
                    <a:pt x="72" y="347"/>
                    <a:pt x="48" y="478"/>
                  </a:cubicBezTo>
                  <a:cubicBezTo>
                    <a:pt x="37" y="526"/>
                    <a:pt x="25" y="585"/>
                    <a:pt x="25" y="645"/>
                  </a:cubicBezTo>
                  <a:cubicBezTo>
                    <a:pt x="1" y="1002"/>
                    <a:pt x="287" y="1312"/>
                    <a:pt x="644" y="1312"/>
                  </a:cubicBezTo>
                  <a:cubicBezTo>
                    <a:pt x="1001" y="1312"/>
                    <a:pt x="1299" y="1026"/>
                    <a:pt x="1310" y="692"/>
                  </a:cubicBezTo>
                  <a:cubicBezTo>
                    <a:pt x="1310" y="585"/>
                    <a:pt x="1299" y="490"/>
                    <a:pt x="1263" y="407"/>
                  </a:cubicBezTo>
                  <a:cubicBezTo>
                    <a:pt x="1239" y="335"/>
                    <a:pt x="1180" y="252"/>
                    <a:pt x="1120" y="192"/>
                  </a:cubicBezTo>
                  <a:cubicBezTo>
                    <a:pt x="1013" y="97"/>
                    <a:pt x="882" y="38"/>
                    <a:pt x="751" y="14"/>
                  </a:cubicBezTo>
                  <a:cubicBezTo>
                    <a:pt x="739" y="14"/>
                    <a:pt x="703" y="14"/>
                    <a:pt x="691" y="2"/>
                  </a:cubicBezTo>
                  <a:cubicBezTo>
                    <a:pt x="677" y="1"/>
                    <a:pt x="663" y="0"/>
                    <a:pt x="64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6" name="Google Shape;6296;p60"/>
            <p:cNvSpPr/>
            <p:nvPr/>
          </p:nvSpPr>
          <p:spPr>
            <a:xfrm>
              <a:off x="6850457" y="96351"/>
              <a:ext cx="58900" cy="58316"/>
            </a:xfrm>
            <a:custGeom>
              <a:rect b="b" l="l" r="r" t="t"/>
              <a:pathLst>
                <a:path extrusionOk="0" h="1298" w="1311">
                  <a:moveTo>
                    <a:pt x="691" y="0"/>
                  </a:moveTo>
                  <a:cubicBezTo>
                    <a:pt x="596" y="0"/>
                    <a:pt x="525" y="24"/>
                    <a:pt x="429" y="36"/>
                  </a:cubicBezTo>
                  <a:cubicBezTo>
                    <a:pt x="298" y="83"/>
                    <a:pt x="191" y="167"/>
                    <a:pt x="108" y="286"/>
                  </a:cubicBezTo>
                  <a:cubicBezTo>
                    <a:pt x="72" y="333"/>
                    <a:pt x="60" y="381"/>
                    <a:pt x="48" y="417"/>
                  </a:cubicBezTo>
                  <a:cubicBezTo>
                    <a:pt x="13" y="476"/>
                    <a:pt x="1" y="560"/>
                    <a:pt x="1" y="631"/>
                  </a:cubicBezTo>
                  <a:cubicBezTo>
                    <a:pt x="1" y="703"/>
                    <a:pt x="1" y="762"/>
                    <a:pt x="13" y="822"/>
                  </a:cubicBezTo>
                  <a:cubicBezTo>
                    <a:pt x="96" y="1095"/>
                    <a:pt x="334" y="1298"/>
                    <a:pt x="632" y="1298"/>
                  </a:cubicBezTo>
                  <a:cubicBezTo>
                    <a:pt x="703" y="1298"/>
                    <a:pt x="775" y="1286"/>
                    <a:pt x="834" y="1274"/>
                  </a:cubicBezTo>
                  <a:cubicBezTo>
                    <a:pt x="965" y="1238"/>
                    <a:pt x="1084" y="1167"/>
                    <a:pt x="1179" y="1048"/>
                  </a:cubicBezTo>
                  <a:cubicBezTo>
                    <a:pt x="1251" y="941"/>
                    <a:pt x="1298" y="822"/>
                    <a:pt x="1310" y="691"/>
                  </a:cubicBezTo>
                  <a:lnTo>
                    <a:pt x="1310" y="643"/>
                  </a:lnTo>
                  <a:cubicBezTo>
                    <a:pt x="1310" y="500"/>
                    <a:pt x="1263" y="357"/>
                    <a:pt x="1179" y="262"/>
                  </a:cubicBezTo>
                  <a:cubicBezTo>
                    <a:pt x="1060" y="107"/>
                    <a:pt x="882" y="24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7" name="Google Shape;6297;p60"/>
            <p:cNvSpPr/>
            <p:nvPr/>
          </p:nvSpPr>
          <p:spPr>
            <a:xfrm>
              <a:off x="7942241" y="853244"/>
              <a:ext cx="59933" cy="58900"/>
            </a:xfrm>
            <a:custGeom>
              <a:rect b="b" l="l" r="r" t="t"/>
              <a:pathLst>
                <a:path extrusionOk="0" h="1311" w="1334">
                  <a:moveTo>
                    <a:pt x="655" y="0"/>
                  </a:moveTo>
                  <a:cubicBezTo>
                    <a:pt x="441" y="0"/>
                    <a:pt x="238" y="108"/>
                    <a:pt x="119" y="286"/>
                  </a:cubicBezTo>
                  <a:cubicBezTo>
                    <a:pt x="48" y="393"/>
                    <a:pt x="0" y="512"/>
                    <a:pt x="0" y="643"/>
                  </a:cubicBezTo>
                  <a:lnTo>
                    <a:pt x="0" y="691"/>
                  </a:lnTo>
                  <a:cubicBezTo>
                    <a:pt x="0" y="929"/>
                    <a:pt x="143" y="1132"/>
                    <a:pt x="334" y="1239"/>
                  </a:cubicBezTo>
                  <a:cubicBezTo>
                    <a:pt x="417" y="1286"/>
                    <a:pt x="524" y="1310"/>
                    <a:pt x="631" y="1310"/>
                  </a:cubicBezTo>
                  <a:cubicBezTo>
                    <a:pt x="655" y="1310"/>
                    <a:pt x="703" y="1310"/>
                    <a:pt x="739" y="1298"/>
                  </a:cubicBezTo>
                  <a:cubicBezTo>
                    <a:pt x="870" y="1286"/>
                    <a:pt x="1000" y="1203"/>
                    <a:pt x="1108" y="1120"/>
                  </a:cubicBezTo>
                  <a:cubicBezTo>
                    <a:pt x="1215" y="1024"/>
                    <a:pt x="1274" y="893"/>
                    <a:pt x="1298" y="751"/>
                  </a:cubicBezTo>
                  <a:cubicBezTo>
                    <a:pt x="1310" y="715"/>
                    <a:pt x="1310" y="703"/>
                    <a:pt x="1310" y="679"/>
                  </a:cubicBezTo>
                  <a:cubicBezTo>
                    <a:pt x="1334" y="453"/>
                    <a:pt x="1227" y="239"/>
                    <a:pt x="1048" y="119"/>
                  </a:cubicBezTo>
                  <a:cubicBezTo>
                    <a:pt x="941" y="48"/>
                    <a:pt x="8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8" name="Google Shape;6298;p60"/>
            <p:cNvSpPr/>
            <p:nvPr/>
          </p:nvSpPr>
          <p:spPr>
            <a:xfrm>
              <a:off x="5509416" y="2722"/>
              <a:ext cx="33201" cy="34280"/>
            </a:xfrm>
            <a:custGeom>
              <a:rect b="b" l="l" r="r" t="t"/>
              <a:pathLst>
                <a:path extrusionOk="0" h="763" w="739">
                  <a:moveTo>
                    <a:pt x="382" y="1"/>
                  </a:moveTo>
                  <a:cubicBezTo>
                    <a:pt x="179" y="24"/>
                    <a:pt x="13" y="167"/>
                    <a:pt x="1" y="382"/>
                  </a:cubicBezTo>
                  <a:cubicBezTo>
                    <a:pt x="1" y="441"/>
                    <a:pt x="13" y="501"/>
                    <a:pt x="25" y="536"/>
                  </a:cubicBezTo>
                  <a:cubicBezTo>
                    <a:pt x="84" y="679"/>
                    <a:pt x="203" y="763"/>
                    <a:pt x="358" y="763"/>
                  </a:cubicBezTo>
                  <a:cubicBezTo>
                    <a:pt x="560" y="763"/>
                    <a:pt x="739" y="596"/>
                    <a:pt x="739" y="405"/>
                  </a:cubicBezTo>
                  <a:cubicBezTo>
                    <a:pt x="739" y="298"/>
                    <a:pt x="715" y="215"/>
                    <a:pt x="656" y="143"/>
                  </a:cubicBezTo>
                  <a:cubicBezTo>
                    <a:pt x="596" y="60"/>
                    <a:pt x="489" y="1"/>
                    <a:pt x="38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9" name="Google Shape;6299;p60"/>
            <p:cNvSpPr/>
            <p:nvPr/>
          </p:nvSpPr>
          <p:spPr>
            <a:xfrm>
              <a:off x="6911963" y="26264"/>
              <a:ext cx="33741" cy="33741"/>
            </a:xfrm>
            <a:custGeom>
              <a:rect b="b" l="l" r="r" t="t"/>
              <a:pathLst>
                <a:path extrusionOk="0" h="751" w="751">
                  <a:moveTo>
                    <a:pt x="394" y="0"/>
                  </a:moveTo>
                  <a:cubicBezTo>
                    <a:pt x="180" y="0"/>
                    <a:pt x="1" y="155"/>
                    <a:pt x="1" y="358"/>
                  </a:cubicBezTo>
                  <a:cubicBezTo>
                    <a:pt x="1" y="572"/>
                    <a:pt x="156" y="727"/>
                    <a:pt x="358" y="750"/>
                  </a:cubicBezTo>
                  <a:cubicBezTo>
                    <a:pt x="572" y="750"/>
                    <a:pt x="751" y="596"/>
                    <a:pt x="751" y="393"/>
                  </a:cubicBezTo>
                  <a:cubicBezTo>
                    <a:pt x="751" y="179"/>
                    <a:pt x="596" y="0"/>
                    <a:pt x="3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0" name="Google Shape;6300;p60"/>
            <p:cNvSpPr/>
            <p:nvPr/>
          </p:nvSpPr>
          <p:spPr>
            <a:xfrm>
              <a:off x="7304090" y="451503"/>
              <a:ext cx="33201" cy="33741"/>
            </a:xfrm>
            <a:custGeom>
              <a:rect b="b" l="l" r="r" t="t"/>
              <a:pathLst>
                <a:path extrusionOk="0" h="751" w="739">
                  <a:moveTo>
                    <a:pt x="358" y="0"/>
                  </a:moveTo>
                  <a:cubicBezTo>
                    <a:pt x="165" y="0"/>
                    <a:pt x="0" y="141"/>
                    <a:pt x="0" y="358"/>
                  </a:cubicBezTo>
                  <a:cubicBezTo>
                    <a:pt x="0" y="572"/>
                    <a:pt x="143" y="751"/>
                    <a:pt x="357" y="751"/>
                  </a:cubicBezTo>
                  <a:cubicBezTo>
                    <a:pt x="560" y="751"/>
                    <a:pt x="738" y="584"/>
                    <a:pt x="738" y="394"/>
                  </a:cubicBezTo>
                  <a:cubicBezTo>
                    <a:pt x="738" y="179"/>
                    <a:pt x="596" y="1"/>
                    <a:pt x="381" y="1"/>
                  </a:cubicBezTo>
                  <a:cubicBezTo>
                    <a:pt x="373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1" name="Google Shape;6301;p60"/>
            <p:cNvSpPr/>
            <p:nvPr/>
          </p:nvSpPr>
          <p:spPr>
            <a:xfrm>
              <a:off x="7549080" y="406575"/>
              <a:ext cx="33741" cy="34280"/>
            </a:xfrm>
            <a:custGeom>
              <a:rect b="b" l="l" r="r" t="t"/>
              <a:pathLst>
                <a:path extrusionOk="0" h="763" w="751">
                  <a:moveTo>
                    <a:pt x="393" y="1"/>
                  </a:moveTo>
                  <a:cubicBezTo>
                    <a:pt x="334" y="1"/>
                    <a:pt x="274" y="25"/>
                    <a:pt x="226" y="36"/>
                  </a:cubicBezTo>
                  <a:cubicBezTo>
                    <a:pt x="96" y="96"/>
                    <a:pt x="0" y="215"/>
                    <a:pt x="0" y="358"/>
                  </a:cubicBezTo>
                  <a:lnTo>
                    <a:pt x="0" y="382"/>
                  </a:lnTo>
                  <a:cubicBezTo>
                    <a:pt x="0" y="536"/>
                    <a:pt x="96" y="679"/>
                    <a:pt x="226" y="739"/>
                  </a:cubicBezTo>
                  <a:cubicBezTo>
                    <a:pt x="274" y="751"/>
                    <a:pt x="298" y="763"/>
                    <a:pt x="346" y="763"/>
                  </a:cubicBezTo>
                  <a:lnTo>
                    <a:pt x="357" y="763"/>
                  </a:lnTo>
                  <a:cubicBezTo>
                    <a:pt x="512" y="763"/>
                    <a:pt x="643" y="679"/>
                    <a:pt x="703" y="560"/>
                  </a:cubicBezTo>
                  <a:cubicBezTo>
                    <a:pt x="738" y="513"/>
                    <a:pt x="750" y="453"/>
                    <a:pt x="750" y="406"/>
                  </a:cubicBezTo>
                  <a:cubicBezTo>
                    <a:pt x="750" y="286"/>
                    <a:pt x="703" y="167"/>
                    <a:pt x="619" y="96"/>
                  </a:cubicBezTo>
                  <a:cubicBezTo>
                    <a:pt x="560" y="48"/>
                    <a:pt x="477" y="1"/>
                    <a:pt x="39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2" name="Google Shape;6302;p60"/>
            <p:cNvSpPr/>
            <p:nvPr/>
          </p:nvSpPr>
          <p:spPr>
            <a:xfrm>
              <a:off x="6200536" y="299064"/>
              <a:ext cx="34280" cy="33785"/>
            </a:xfrm>
            <a:custGeom>
              <a:rect b="b" l="l" r="r" t="t"/>
              <a:pathLst>
                <a:path extrusionOk="0" h="752" w="763">
                  <a:moveTo>
                    <a:pt x="394" y="1"/>
                  </a:moveTo>
                  <a:cubicBezTo>
                    <a:pt x="179" y="1"/>
                    <a:pt x="1" y="155"/>
                    <a:pt x="1" y="358"/>
                  </a:cubicBezTo>
                  <a:cubicBezTo>
                    <a:pt x="1" y="560"/>
                    <a:pt x="155" y="751"/>
                    <a:pt x="358" y="751"/>
                  </a:cubicBezTo>
                  <a:cubicBezTo>
                    <a:pt x="365" y="751"/>
                    <a:pt x="371" y="751"/>
                    <a:pt x="378" y="751"/>
                  </a:cubicBezTo>
                  <a:cubicBezTo>
                    <a:pt x="573" y="751"/>
                    <a:pt x="751" y="589"/>
                    <a:pt x="751" y="393"/>
                  </a:cubicBezTo>
                  <a:cubicBezTo>
                    <a:pt x="763" y="179"/>
                    <a:pt x="596" y="1"/>
                    <a:pt x="3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03" name="Google Shape;6303;p60"/>
          <p:cNvSpPr txBox="1"/>
          <p:nvPr>
            <p:ph type="title"/>
          </p:nvPr>
        </p:nvSpPr>
        <p:spPr>
          <a:xfrm>
            <a:off x="1800100" y="2997267"/>
            <a:ext cx="12643200" cy="43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6304" name="Google Shape;6304;p60"/>
          <p:cNvSpPr txBox="1"/>
          <p:nvPr>
            <p:ph idx="1" type="subTitle"/>
          </p:nvPr>
        </p:nvSpPr>
        <p:spPr>
          <a:xfrm>
            <a:off x="1800100" y="8157267"/>
            <a:ext cx="12643200" cy="26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6305" name="Shape 6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6" name="Google Shape;6306;p61"/>
          <p:cNvGrpSpPr/>
          <p:nvPr/>
        </p:nvGrpSpPr>
        <p:grpSpPr>
          <a:xfrm rot="-5400000">
            <a:off x="161952" y="8591072"/>
            <a:ext cx="4819951" cy="5144021"/>
            <a:chOff x="4060900" y="1586625"/>
            <a:chExt cx="982000" cy="1048025"/>
          </a:xfrm>
        </p:grpSpPr>
        <p:sp>
          <p:nvSpPr>
            <p:cNvPr id="6307" name="Google Shape;6307;p61"/>
            <p:cNvSpPr/>
            <p:nvPr/>
          </p:nvSpPr>
          <p:spPr>
            <a:xfrm>
              <a:off x="4535675" y="1586625"/>
              <a:ext cx="155700" cy="223875"/>
            </a:xfrm>
            <a:custGeom>
              <a:rect b="b" l="l" r="r" t="t"/>
              <a:pathLst>
                <a:path extrusionOk="0" h="8955" w="6228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8" name="Google Shape;6308;p61"/>
            <p:cNvSpPr/>
            <p:nvPr/>
          </p:nvSpPr>
          <p:spPr>
            <a:xfrm>
              <a:off x="4392200" y="1586625"/>
              <a:ext cx="25025" cy="13125"/>
            </a:xfrm>
            <a:custGeom>
              <a:rect b="b" l="l" r="r" t="t"/>
              <a:pathLst>
                <a:path extrusionOk="0" h="525" w="1001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9" name="Google Shape;6309;p61"/>
            <p:cNvSpPr/>
            <p:nvPr/>
          </p:nvSpPr>
          <p:spPr>
            <a:xfrm>
              <a:off x="4244875" y="1599725"/>
              <a:ext cx="147950" cy="103625"/>
            </a:xfrm>
            <a:custGeom>
              <a:rect b="b" l="l" r="r" t="t"/>
              <a:pathLst>
                <a:path extrusionOk="0" h="4145" w="5918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0" name="Google Shape;6310;p61"/>
            <p:cNvSpPr/>
            <p:nvPr/>
          </p:nvSpPr>
          <p:spPr>
            <a:xfrm>
              <a:off x="4368975" y="1586625"/>
              <a:ext cx="317625" cy="228925"/>
            </a:xfrm>
            <a:custGeom>
              <a:rect b="b" l="l" r="r" t="t"/>
              <a:pathLst>
                <a:path extrusionOk="0" h="9157" w="12705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1" name="Google Shape;6311;p61"/>
            <p:cNvSpPr/>
            <p:nvPr/>
          </p:nvSpPr>
          <p:spPr>
            <a:xfrm>
              <a:off x="4224025" y="1586625"/>
              <a:ext cx="14025" cy="106900"/>
            </a:xfrm>
            <a:custGeom>
              <a:rect b="b" l="l" r="r" t="t"/>
              <a:pathLst>
                <a:path extrusionOk="0" h="4276" w="561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2" name="Google Shape;6312;p61"/>
            <p:cNvSpPr/>
            <p:nvPr/>
          </p:nvSpPr>
          <p:spPr>
            <a:xfrm>
              <a:off x="4149025" y="1586625"/>
              <a:ext cx="80975" cy="110475"/>
            </a:xfrm>
            <a:custGeom>
              <a:rect b="b" l="l" r="r" t="t"/>
              <a:pathLst>
                <a:path extrusionOk="0" h="4419" w="3239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3" name="Google Shape;6313;p61"/>
            <p:cNvSpPr/>
            <p:nvPr/>
          </p:nvSpPr>
          <p:spPr>
            <a:xfrm>
              <a:off x="4705925" y="1827450"/>
              <a:ext cx="298275" cy="234875"/>
            </a:xfrm>
            <a:custGeom>
              <a:rect b="b" l="l" r="r" t="t"/>
              <a:pathLst>
                <a:path extrusionOk="0" h="9395" w="11931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4" name="Google Shape;6314;p61"/>
            <p:cNvSpPr/>
            <p:nvPr/>
          </p:nvSpPr>
          <p:spPr>
            <a:xfrm>
              <a:off x="4240700" y="1717600"/>
              <a:ext cx="163125" cy="235475"/>
            </a:xfrm>
            <a:custGeom>
              <a:rect b="b" l="l" r="r" t="t"/>
              <a:pathLst>
                <a:path extrusionOk="0" h="9419" w="6525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5" name="Google Shape;6315;p61"/>
            <p:cNvSpPr/>
            <p:nvPr/>
          </p:nvSpPr>
          <p:spPr>
            <a:xfrm>
              <a:off x="4165400" y="1884000"/>
              <a:ext cx="124725" cy="117300"/>
            </a:xfrm>
            <a:custGeom>
              <a:rect b="b" l="l" r="r" t="t"/>
              <a:pathLst>
                <a:path extrusionOk="0" h="4692" w="4989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6" name="Google Shape;6316;p61"/>
            <p:cNvSpPr/>
            <p:nvPr/>
          </p:nvSpPr>
          <p:spPr>
            <a:xfrm>
              <a:off x="4415725" y="1825350"/>
              <a:ext cx="268800" cy="134875"/>
            </a:xfrm>
            <a:custGeom>
              <a:rect b="b" l="l" r="r" t="t"/>
              <a:pathLst>
                <a:path extrusionOk="0" h="5395" w="10752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7" name="Google Shape;6317;p61"/>
            <p:cNvSpPr/>
            <p:nvPr/>
          </p:nvSpPr>
          <p:spPr>
            <a:xfrm>
              <a:off x="4410950" y="1967925"/>
              <a:ext cx="78325" cy="111950"/>
            </a:xfrm>
            <a:custGeom>
              <a:rect b="b" l="l" r="r" t="t"/>
              <a:pathLst>
                <a:path extrusionOk="0" h="4478" w="3133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8" name="Google Shape;6318;p61"/>
            <p:cNvSpPr/>
            <p:nvPr/>
          </p:nvSpPr>
          <p:spPr>
            <a:xfrm>
              <a:off x="4061200" y="2123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9" name="Google Shape;6319;p61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0" name="Google Shape;6320;p61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1" name="Google Shape;6321;p61"/>
            <p:cNvSpPr/>
            <p:nvPr/>
          </p:nvSpPr>
          <p:spPr>
            <a:xfrm>
              <a:off x="4313325" y="1964350"/>
              <a:ext cx="84550" cy="44675"/>
            </a:xfrm>
            <a:custGeom>
              <a:rect b="b" l="l" r="r" t="t"/>
              <a:pathLst>
                <a:path extrusionOk="0" h="1787" w="3382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2" name="Google Shape;6322;p61"/>
            <p:cNvSpPr/>
            <p:nvPr/>
          </p:nvSpPr>
          <p:spPr>
            <a:xfrm>
              <a:off x="4068650" y="2015250"/>
              <a:ext cx="221775" cy="104225"/>
            </a:xfrm>
            <a:custGeom>
              <a:rect b="b" l="l" r="r" t="t"/>
              <a:pathLst>
                <a:path extrusionOk="0" h="4169" w="8871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3" name="Google Shape;6323;p61"/>
            <p:cNvSpPr/>
            <p:nvPr/>
          </p:nvSpPr>
          <p:spPr>
            <a:xfrm>
              <a:off x="4060900" y="2122125"/>
              <a:ext cx="25" cy="900"/>
            </a:xfrm>
            <a:custGeom>
              <a:rect b="b" l="l" r="r" t="t"/>
              <a:pathLst>
                <a:path extrusionOk="0" h="36" w="1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4" name="Google Shape;6324;p61"/>
            <p:cNvSpPr/>
            <p:nvPr/>
          </p:nvSpPr>
          <p:spPr>
            <a:xfrm>
              <a:off x="4060900" y="21233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5" name="Google Shape;6325;p61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6" name="Google Shape;6326;p61"/>
            <p:cNvSpPr/>
            <p:nvPr/>
          </p:nvSpPr>
          <p:spPr>
            <a:xfrm>
              <a:off x="4060900" y="1888450"/>
              <a:ext cx="92900" cy="233400"/>
            </a:xfrm>
            <a:custGeom>
              <a:rect b="b" l="l" r="r" t="t"/>
              <a:pathLst>
                <a:path extrusionOk="0" h="9336" w="3716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7" name="Google Shape;6327;p61"/>
            <p:cNvSpPr/>
            <p:nvPr/>
          </p:nvSpPr>
          <p:spPr>
            <a:xfrm>
              <a:off x="4060900" y="21236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8" name="Google Shape;6328;p61"/>
            <p:cNvSpPr/>
            <p:nvPr/>
          </p:nvSpPr>
          <p:spPr>
            <a:xfrm>
              <a:off x="4061200" y="2124500"/>
              <a:ext cx="217925" cy="393825"/>
            </a:xfrm>
            <a:custGeom>
              <a:rect b="b" l="l" r="r" t="t"/>
              <a:pathLst>
                <a:path extrusionOk="0" h="15753" w="8717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9" name="Google Shape;6329;p61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0" name="Google Shape;6330;p61"/>
            <p:cNvSpPr/>
            <p:nvPr/>
          </p:nvSpPr>
          <p:spPr>
            <a:xfrm>
              <a:off x="4060900" y="2123000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1" name="Google Shape;6331;p61"/>
            <p:cNvSpPr/>
            <p:nvPr/>
          </p:nvSpPr>
          <p:spPr>
            <a:xfrm>
              <a:off x="4062400" y="2119775"/>
              <a:ext cx="325" cy="275"/>
            </a:xfrm>
            <a:custGeom>
              <a:rect b="b" l="l" r="r" t="t"/>
              <a:pathLst>
                <a:path extrusionOk="0" h="11" w="13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2" name="Google Shape;6332;p61"/>
            <p:cNvSpPr/>
            <p:nvPr/>
          </p:nvSpPr>
          <p:spPr>
            <a:xfrm>
              <a:off x="4061200" y="21206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3" name="Google Shape;6333;p61"/>
            <p:cNvSpPr/>
            <p:nvPr/>
          </p:nvSpPr>
          <p:spPr>
            <a:xfrm>
              <a:off x="4062400" y="212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4" name="Google Shape;6334;p61"/>
            <p:cNvSpPr/>
            <p:nvPr/>
          </p:nvSpPr>
          <p:spPr>
            <a:xfrm>
              <a:off x="4063000" y="21194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5" name="Google Shape;6335;p61"/>
            <p:cNvSpPr/>
            <p:nvPr/>
          </p:nvSpPr>
          <p:spPr>
            <a:xfrm>
              <a:off x="4348750" y="2085200"/>
              <a:ext cx="488175" cy="446225"/>
            </a:xfrm>
            <a:custGeom>
              <a:rect b="b" l="l" r="r" t="t"/>
              <a:pathLst>
                <a:path extrusionOk="0" h="17849" w="19527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6" name="Google Shape;6336;p61"/>
            <p:cNvSpPr/>
            <p:nvPr/>
          </p:nvSpPr>
          <p:spPr>
            <a:xfrm>
              <a:off x="4521375" y="2069725"/>
              <a:ext cx="477175" cy="31875"/>
            </a:xfrm>
            <a:custGeom>
              <a:rect b="b" l="l" r="r" t="t"/>
              <a:pathLst>
                <a:path extrusionOk="0" h="1275" w="19087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7" name="Google Shape;6337;p61"/>
            <p:cNvSpPr/>
            <p:nvPr/>
          </p:nvSpPr>
          <p:spPr>
            <a:xfrm>
              <a:off x="4060900" y="2098000"/>
              <a:ext cx="405150" cy="28075"/>
            </a:xfrm>
            <a:custGeom>
              <a:rect b="b" l="l" r="r" t="t"/>
              <a:pathLst>
                <a:path extrusionOk="0" h="1123" w="16206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8" name="Google Shape;6338;p61"/>
            <p:cNvSpPr/>
            <p:nvPr/>
          </p:nvSpPr>
          <p:spPr>
            <a:xfrm>
              <a:off x="4238325" y="2509150"/>
              <a:ext cx="136050" cy="125500"/>
            </a:xfrm>
            <a:custGeom>
              <a:rect b="b" l="l" r="r" t="t"/>
              <a:pathLst>
                <a:path extrusionOk="0" h="5020" w="5442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9" name="Google Shape;6339;p61"/>
            <p:cNvSpPr/>
            <p:nvPr/>
          </p:nvSpPr>
          <p:spPr>
            <a:xfrm>
              <a:off x="4463650" y="2077450"/>
              <a:ext cx="61025" cy="59300"/>
            </a:xfrm>
            <a:custGeom>
              <a:rect b="b" l="l" r="r" t="t"/>
              <a:pathLst>
                <a:path extrusionOk="0" h="2372" w="2441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0" name="Google Shape;6340;p61"/>
            <p:cNvSpPr/>
            <p:nvPr/>
          </p:nvSpPr>
          <p:spPr>
            <a:xfrm>
              <a:off x="4997625" y="2051475"/>
              <a:ext cx="45275" cy="42075"/>
            </a:xfrm>
            <a:custGeom>
              <a:rect b="b" l="l" r="r" t="t"/>
              <a:pathLst>
                <a:path extrusionOk="0" h="1683" w="1811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1" name="Google Shape;6341;p61"/>
            <p:cNvSpPr/>
            <p:nvPr/>
          </p:nvSpPr>
          <p:spPr>
            <a:xfrm>
              <a:off x="4680925" y="1807100"/>
              <a:ext cx="31875" cy="29875"/>
            </a:xfrm>
            <a:custGeom>
              <a:rect b="b" l="l" r="r" t="t"/>
              <a:pathLst>
                <a:path extrusionOk="0" h="1195" w="1275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2" name="Google Shape;6342;p61"/>
            <p:cNvSpPr/>
            <p:nvPr/>
          </p:nvSpPr>
          <p:spPr>
            <a:xfrm>
              <a:off x="4217475" y="1692975"/>
              <a:ext cx="32775" cy="29775"/>
            </a:xfrm>
            <a:custGeom>
              <a:rect b="b" l="l" r="r" t="t"/>
              <a:pathLst>
                <a:path extrusionOk="0" h="1191" w="1311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3" name="Google Shape;6343;p61"/>
            <p:cNvSpPr/>
            <p:nvPr/>
          </p:nvSpPr>
          <p:spPr>
            <a:xfrm>
              <a:off x="4181750" y="2480200"/>
              <a:ext cx="48250" cy="41975"/>
            </a:xfrm>
            <a:custGeom>
              <a:rect b="b" l="l" r="r" t="t"/>
              <a:pathLst>
                <a:path extrusionOk="0" h="1679" w="193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4" name="Google Shape;6344;p61"/>
            <p:cNvSpPr/>
            <p:nvPr/>
          </p:nvSpPr>
          <p:spPr>
            <a:xfrm>
              <a:off x="4137400" y="1857875"/>
              <a:ext cx="38125" cy="33450"/>
            </a:xfrm>
            <a:custGeom>
              <a:rect b="b" l="l" r="r" t="t"/>
              <a:pathLst>
                <a:path extrusionOk="0" h="1338" w="1525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5" name="Google Shape;6345;p61"/>
            <p:cNvSpPr/>
            <p:nvPr/>
          </p:nvSpPr>
          <p:spPr>
            <a:xfrm>
              <a:off x="4394275" y="1948925"/>
              <a:ext cx="24450" cy="24450"/>
            </a:xfrm>
            <a:custGeom>
              <a:rect b="b" l="l" r="r" t="t"/>
              <a:pathLst>
                <a:path extrusionOk="0" h="978" w="978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6" name="Google Shape;6346;p61"/>
            <p:cNvSpPr/>
            <p:nvPr/>
          </p:nvSpPr>
          <p:spPr>
            <a:xfrm>
              <a:off x="4283550" y="1992300"/>
              <a:ext cx="31000" cy="30675"/>
            </a:xfrm>
            <a:custGeom>
              <a:rect b="b" l="l" r="r" t="t"/>
              <a:pathLst>
                <a:path extrusionOk="0" h="1227" w="124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347" name="Google Shape;6347;p61"/>
          <p:cNvGrpSpPr/>
          <p:nvPr/>
        </p:nvGrpSpPr>
        <p:grpSpPr>
          <a:xfrm flipH="1" rot="5400000">
            <a:off x="19256746" y="8454545"/>
            <a:ext cx="4819951" cy="5144021"/>
            <a:chOff x="4060900" y="1586625"/>
            <a:chExt cx="982000" cy="1048025"/>
          </a:xfrm>
        </p:grpSpPr>
        <p:sp>
          <p:nvSpPr>
            <p:cNvPr id="6348" name="Google Shape;6348;p61"/>
            <p:cNvSpPr/>
            <p:nvPr/>
          </p:nvSpPr>
          <p:spPr>
            <a:xfrm>
              <a:off x="4535675" y="1586625"/>
              <a:ext cx="155700" cy="223875"/>
            </a:xfrm>
            <a:custGeom>
              <a:rect b="b" l="l" r="r" t="t"/>
              <a:pathLst>
                <a:path extrusionOk="0" h="8955" w="6228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9" name="Google Shape;6349;p61"/>
            <p:cNvSpPr/>
            <p:nvPr/>
          </p:nvSpPr>
          <p:spPr>
            <a:xfrm>
              <a:off x="4392200" y="1586625"/>
              <a:ext cx="25025" cy="13125"/>
            </a:xfrm>
            <a:custGeom>
              <a:rect b="b" l="l" r="r" t="t"/>
              <a:pathLst>
                <a:path extrusionOk="0" h="525" w="1001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0" name="Google Shape;6350;p61"/>
            <p:cNvSpPr/>
            <p:nvPr/>
          </p:nvSpPr>
          <p:spPr>
            <a:xfrm>
              <a:off x="4244875" y="1599725"/>
              <a:ext cx="147950" cy="103625"/>
            </a:xfrm>
            <a:custGeom>
              <a:rect b="b" l="l" r="r" t="t"/>
              <a:pathLst>
                <a:path extrusionOk="0" h="4145" w="5918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1" name="Google Shape;6351;p61"/>
            <p:cNvSpPr/>
            <p:nvPr/>
          </p:nvSpPr>
          <p:spPr>
            <a:xfrm>
              <a:off x="4368975" y="1586625"/>
              <a:ext cx="317625" cy="228925"/>
            </a:xfrm>
            <a:custGeom>
              <a:rect b="b" l="l" r="r" t="t"/>
              <a:pathLst>
                <a:path extrusionOk="0" h="9157" w="12705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2" name="Google Shape;6352;p61"/>
            <p:cNvSpPr/>
            <p:nvPr/>
          </p:nvSpPr>
          <p:spPr>
            <a:xfrm>
              <a:off x="4224025" y="1586625"/>
              <a:ext cx="14025" cy="106900"/>
            </a:xfrm>
            <a:custGeom>
              <a:rect b="b" l="l" r="r" t="t"/>
              <a:pathLst>
                <a:path extrusionOk="0" h="4276" w="561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3" name="Google Shape;6353;p61"/>
            <p:cNvSpPr/>
            <p:nvPr/>
          </p:nvSpPr>
          <p:spPr>
            <a:xfrm>
              <a:off x="4149025" y="1586625"/>
              <a:ext cx="80975" cy="110475"/>
            </a:xfrm>
            <a:custGeom>
              <a:rect b="b" l="l" r="r" t="t"/>
              <a:pathLst>
                <a:path extrusionOk="0" h="4419" w="3239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4" name="Google Shape;6354;p61"/>
            <p:cNvSpPr/>
            <p:nvPr/>
          </p:nvSpPr>
          <p:spPr>
            <a:xfrm>
              <a:off x="4705925" y="1827450"/>
              <a:ext cx="298275" cy="234875"/>
            </a:xfrm>
            <a:custGeom>
              <a:rect b="b" l="l" r="r" t="t"/>
              <a:pathLst>
                <a:path extrusionOk="0" h="9395" w="11931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5" name="Google Shape;6355;p61"/>
            <p:cNvSpPr/>
            <p:nvPr/>
          </p:nvSpPr>
          <p:spPr>
            <a:xfrm>
              <a:off x="4240700" y="1717600"/>
              <a:ext cx="163125" cy="235475"/>
            </a:xfrm>
            <a:custGeom>
              <a:rect b="b" l="l" r="r" t="t"/>
              <a:pathLst>
                <a:path extrusionOk="0" h="9419" w="6525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6" name="Google Shape;6356;p61"/>
            <p:cNvSpPr/>
            <p:nvPr/>
          </p:nvSpPr>
          <p:spPr>
            <a:xfrm>
              <a:off x="4165400" y="1884000"/>
              <a:ext cx="124725" cy="117300"/>
            </a:xfrm>
            <a:custGeom>
              <a:rect b="b" l="l" r="r" t="t"/>
              <a:pathLst>
                <a:path extrusionOk="0" h="4692" w="4989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7" name="Google Shape;6357;p61"/>
            <p:cNvSpPr/>
            <p:nvPr/>
          </p:nvSpPr>
          <p:spPr>
            <a:xfrm>
              <a:off x="4415725" y="1825350"/>
              <a:ext cx="268800" cy="134875"/>
            </a:xfrm>
            <a:custGeom>
              <a:rect b="b" l="l" r="r" t="t"/>
              <a:pathLst>
                <a:path extrusionOk="0" h="5395" w="10752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8" name="Google Shape;6358;p61"/>
            <p:cNvSpPr/>
            <p:nvPr/>
          </p:nvSpPr>
          <p:spPr>
            <a:xfrm>
              <a:off x="4410950" y="1967925"/>
              <a:ext cx="78325" cy="111950"/>
            </a:xfrm>
            <a:custGeom>
              <a:rect b="b" l="l" r="r" t="t"/>
              <a:pathLst>
                <a:path extrusionOk="0" h="4478" w="3133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9" name="Google Shape;6359;p61"/>
            <p:cNvSpPr/>
            <p:nvPr/>
          </p:nvSpPr>
          <p:spPr>
            <a:xfrm>
              <a:off x="4061200" y="2123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0" name="Google Shape;6360;p61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1" name="Google Shape;6361;p61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2" name="Google Shape;6362;p61"/>
            <p:cNvSpPr/>
            <p:nvPr/>
          </p:nvSpPr>
          <p:spPr>
            <a:xfrm>
              <a:off x="4313325" y="1964350"/>
              <a:ext cx="84550" cy="44675"/>
            </a:xfrm>
            <a:custGeom>
              <a:rect b="b" l="l" r="r" t="t"/>
              <a:pathLst>
                <a:path extrusionOk="0" h="1787" w="3382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3" name="Google Shape;6363;p61"/>
            <p:cNvSpPr/>
            <p:nvPr/>
          </p:nvSpPr>
          <p:spPr>
            <a:xfrm>
              <a:off x="4068650" y="2015250"/>
              <a:ext cx="221775" cy="104225"/>
            </a:xfrm>
            <a:custGeom>
              <a:rect b="b" l="l" r="r" t="t"/>
              <a:pathLst>
                <a:path extrusionOk="0" h="4169" w="8871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4" name="Google Shape;6364;p61"/>
            <p:cNvSpPr/>
            <p:nvPr/>
          </p:nvSpPr>
          <p:spPr>
            <a:xfrm>
              <a:off x="4060900" y="2122125"/>
              <a:ext cx="25" cy="900"/>
            </a:xfrm>
            <a:custGeom>
              <a:rect b="b" l="l" r="r" t="t"/>
              <a:pathLst>
                <a:path extrusionOk="0" h="36" w="1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5" name="Google Shape;6365;p61"/>
            <p:cNvSpPr/>
            <p:nvPr/>
          </p:nvSpPr>
          <p:spPr>
            <a:xfrm>
              <a:off x="4060900" y="21233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6" name="Google Shape;6366;p61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7" name="Google Shape;6367;p61"/>
            <p:cNvSpPr/>
            <p:nvPr/>
          </p:nvSpPr>
          <p:spPr>
            <a:xfrm>
              <a:off x="4060900" y="1888450"/>
              <a:ext cx="92900" cy="233400"/>
            </a:xfrm>
            <a:custGeom>
              <a:rect b="b" l="l" r="r" t="t"/>
              <a:pathLst>
                <a:path extrusionOk="0" h="9336" w="3716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8" name="Google Shape;6368;p61"/>
            <p:cNvSpPr/>
            <p:nvPr/>
          </p:nvSpPr>
          <p:spPr>
            <a:xfrm>
              <a:off x="4060900" y="21236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9" name="Google Shape;6369;p61"/>
            <p:cNvSpPr/>
            <p:nvPr/>
          </p:nvSpPr>
          <p:spPr>
            <a:xfrm>
              <a:off x="4061200" y="2124500"/>
              <a:ext cx="217925" cy="393825"/>
            </a:xfrm>
            <a:custGeom>
              <a:rect b="b" l="l" r="r" t="t"/>
              <a:pathLst>
                <a:path extrusionOk="0" h="15753" w="8717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0" name="Google Shape;6370;p61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1" name="Google Shape;6371;p61"/>
            <p:cNvSpPr/>
            <p:nvPr/>
          </p:nvSpPr>
          <p:spPr>
            <a:xfrm>
              <a:off x="4060900" y="2123000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2" name="Google Shape;6372;p61"/>
            <p:cNvSpPr/>
            <p:nvPr/>
          </p:nvSpPr>
          <p:spPr>
            <a:xfrm>
              <a:off x="4062400" y="2119775"/>
              <a:ext cx="325" cy="275"/>
            </a:xfrm>
            <a:custGeom>
              <a:rect b="b" l="l" r="r" t="t"/>
              <a:pathLst>
                <a:path extrusionOk="0" h="11" w="13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3" name="Google Shape;6373;p61"/>
            <p:cNvSpPr/>
            <p:nvPr/>
          </p:nvSpPr>
          <p:spPr>
            <a:xfrm>
              <a:off x="4061200" y="21206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4" name="Google Shape;6374;p61"/>
            <p:cNvSpPr/>
            <p:nvPr/>
          </p:nvSpPr>
          <p:spPr>
            <a:xfrm>
              <a:off x="4062400" y="212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5" name="Google Shape;6375;p61"/>
            <p:cNvSpPr/>
            <p:nvPr/>
          </p:nvSpPr>
          <p:spPr>
            <a:xfrm>
              <a:off x="4063000" y="21194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6" name="Google Shape;6376;p61"/>
            <p:cNvSpPr/>
            <p:nvPr/>
          </p:nvSpPr>
          <p:spPr>
            <a:xfrm>
              <a:off x="4348750" y="2085200"/>
              <a:ext cx="488175" cy="446225"/>
            </a:xfrm>
            <a:custGeom>
              <a:rect b="b" l="l" r="r" t="t"/>
              <a:pathLst>
                <a:path extrusionOk="0" h="17849" w="19527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7" name="Google Shape;6377;p61"/>
            <p:cNvSpPr/>
            <p:nvPr/>
          </p:nvSpPr>
          <p:spPr>
            <a:xfrm>
              <a:off x="4521375" y="2069725"/>
              <a:ext cx="477175" cy="31875"/>
            </a:xfrm>
            <a:custGeom>
              <a:rect b="b" l="l" r="r" t="t"/>
              <a:pathLst>
                <a:path extrusionOk="0" h="1275" w="19087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8" name="Google Shape;6378;p61"/>
            <p:cNvSpPr/>
            <p:nvPr/>
          </p:nvSpPr>
          <p:spPr>
            <a:xfrm>
              <a:off x="4060900" y="2098000"/>
              <a:ext cx="405150" cy="28075"/>
            </a:xfrm>
            <a:custGeom>
              <a:rect b="b" l="l" r="r" t="t"/>
              <a:pathLst>
                <a:path extrusionOk="0" h="1123" w="16206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9" name="Google Shape;6379;p61"/>
            <p:cNvSpPr/>
            <p:nvPr/>
          </p:nvSpPr>
          <p:spPr>
            <a:xfrm>
              <a:off x="4238325" y="2509150"/>
              <a:ext cx="136050" cy="125500"/>
            </a:xfrm>
            <a:custGeom>
              <a:rect b="b" l="l" r="r" t="t"/>
              <a:pathLst>
                <a:path extrusionOk="0" h="5020" w="5442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0" name="Google Shape;6380;p61"/>
            <p:cNvSpPr/>
            <p:nvPr/>
          </p:nvSpPr>
          <p:spPr>
            <a:xfrm>
              <a:off x="4463650" y="2077450"/>
              <a:ext cx="61025" cy="59300"/>
            </a:xfrm>
            <a:custGeom>
              <a:rect b="b" l="l" r="r" t="t"/>
              <a:pathLst>
                <a:path extrusionOk="0" h="2372" w="2441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1" name="Google Shape;6381;p61"/>
            <p:cNvSpPr/>
            <p:nvPr/>
          </p:nvSpPr>
          <p:spPr>
            <a:xfrm>
              <a:off x="4997625" y="2051475"/>
              <a:ext cx="45275" cy="42075"/>
            </a:xfrm>
            <a:custGeom>
              <a:rect b="b" l="l" r="r" t="t"/>
              <a:pathLst>
                <a:path extrusionOk="0" h="1683" w="1811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2" name="Google Shape;6382;p61"/>
            <p:cNvSpPr/>
            <p:nvPr/>
          </p:nvSpPr>
          <p:spPr>
            <a:xfrm>
              <a:off x="4680925" y="1807100"/>
              <a:ext cx="31875" cy="29875"/>
            </a:xfrm>
            <a:custGeom>
              <a:rect b="b" l="l" r="r" t="t"/>
              <a:pathLst>
                <a:path extrusionOk="0" h="1195" w="1275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3" name="Google Shape;6383;p61"/>
            <p:cNvSpPr/>
            <p:nvPr/>
          </p:nvSpPr>
          <p:spPr>
            <a:xfrm>
              <a:off x="4217475" y="1692975"/>
              <a:ext cx="32775" cy="29775"/>
            </a:xfrm>
            <a:custGeom>
              <a:rect b="b" l="l" r="r" t="t"/>
              <a:pathLst>
                <a:path extrusionOk="0" h="1191" w="1311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4" name="Google Shape;6384;p61"/>
            <p:cNvSpPr/>
            <p:nvPr/>
          </p:nvSpPr>
          <p:spPr>
            <a:xfrm>
              <a:off x="4181750" y="2480200"/>
              <a:ext cx="48250" cy="41975"/>
            </a:xfrm>
            <a:custGeom>
              <a:rect b="b" l="l" r="r" t="t"/>
              <a:pathLst>
                <a:path extrusionOk="0" h="1679" w="193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5" name="Google Shape;6385;p61"/>
            <p:cNvSpPr/>
            <p:nvPr/>
          </p:nvSpPr>
          <p:spPr>
            <a:xfrm>
              <a:off x="4137400" y="1857875"/>
              <a:ext cx="38125" cy="33450"/>
            </a:xfrm>
            <a:custGeom>
              <a:rect b="b" l="l" r="r" t="t"/>
              <a:pathLst>
                <a:path extrusionOk="0" h="1338" w="1525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6" name="Google Shape;6386;p61"/>
            <p:cNvSpPr/>
            <p:nvPr/>
          </p:nvSpPr>
          <p:spPr>
            <a:xfrm>
              <a:off x="4394275" y="1948925"/>
              <a:ext cx="24450" cy="24450"/>
            </a:xfrm>
            <a:custGeom>
              <a:rect b="b" l="l" r="r" t="t"/>
              <a:pathLst>
                <a:path extrusionOk="0" h="978" w="978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7" name="Google Shape;6387;p61"/>
            <p:cNvSpPr/>
            <p:nvPr/>
          </p:nvSpPr>
          <p:spPr>
            <a:xfrm>
              <a:off x="4283550" y="1992300"/>
              <a:ext cx="31000" cy="30675"/>
            </a:xfrm>
            <a:custGeom>
              <a:rect b="b" l="l" r="r" t="t"/>
              <a:pathLst>
                <a:path extrusionOk="0" h="1227" w="124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88" name="Google Shape;6388;p61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9" name="Google Shape;6389;p61"/>
          <p:cNvSpPr txBox="1"/>
          <p:nvPr>
            <p:ph type="title"/>
          </p:nvPr>
        </p:nvSpPr>
        <p:spPr>
          <a:xfrm>
            <a:off x="5431667" y="8267467"/>
            <a:ext cx="13520700" cy="14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6390" name="Google Shape;6390;p61"/>
          <p:cNvSpPr txBox="1"/>
          <p:nvPr>
            <p:ph idx="1" type="subTitle"/>
          </p:nvPr>
        </p:nvSpPr>
        <p:spPr>
          <a:xfrm>
            <a:off x="2813533" y="4030200"/>
            <a:ext cx="18756900" cy="39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8000"/>
              <a:buNone/>
              <a:defRPr sz="8000"/>
            </a:lvl9pPr>
          </a:lstStyle>
          <a:p/>
        </p:txBody>
      </p:sp>
      <p:grpSp>
        <p:nvGrpSpPr>
          <p:cNvPr id="6391" name="Google Shape;6391;p61"/>
          <p:cNvGrpSpPr/>
          <p:nvPr/>
        </p:nvGrpSpPr>
        <p:grpSpPr>
          <a:xfrm flipH="1" rot="10800000">
            <a:off x="381" y="-562"/>
            <a:ext cx="11099592" cy="2877693"/>
            <a:chOff x="2582150" y="3714800"/>
            <a:chExt cx="2689050" cy="697200"/>
          </a:xfrm>
        </p:grpSpPr>
        <p:sp>
          <p:nvSpPr>
            <p:cNvPr id="6392" name="Google Shape;6392;p61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3" name="Google Shape;6393;p61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4" name="Google Shape;6394;p61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5" name="Google Shape;6395;p61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6" name="Google Shape;6396;p61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7" name="Google Shape;6397;p61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8" name="Google Shape;6398;p61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9" name="Google Shape;6399;p61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0" name="Google Shape;6400;p61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1" name="Google Shape;6401;p61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2" name="Google Shape;6402;p61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3" name="Google Shape;6403;p61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4" name="Google Shape;6404;p61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5" name="Google Shape;6405;p61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6" name="Google Shape;6406;p61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7" name="Google Shape;6407;p61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8" name="Google Shape;6408;p61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9" name="Google Shape;6409;p61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0" name="Google Shape;6410;p61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1" name="Google Shape;6411;p61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2" name="Google Shape;6412;p61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3" name="Google Shape;6413;p61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4" name="Google Shape;6414;p61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5" name="Google Shape;6415;p61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6" name="Google Shape;6416;p61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7" name="Google Shape;6417;p61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8" name="Google Shape;6418;p61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9" name="Google Shape;6419;p61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0" name="Google Shape;6420;p61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1" name="Google Shape;6421;p61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2" name="Google Shape;6422;p61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3" name="Google Shape;6423;p61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4" name="Google Shape;6424;p61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5" name="Google Shape;6425;p61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6" name="Google Shape;6426;p61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7" name="Google Shape;6427;p61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8" name="Google Shape;6428;p61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9" name="Google Shape;6429;p61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0" name="Google Shape;6430;p61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1" name="Google Shape;6431;p61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2" name="Google Shape;6432;p61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3" name="Google Shape;6433;p61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4" name="Google Shape;6434;p61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5" name="Google Shape;6435;p61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6" name="Google Shape;6436;p61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7" name="Google Shape;6437;p61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8" name="Google Shape;6438;p61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9" name="Google Shape;6439;p61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0" name="Google Shape;6440;p61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1" name="Google Shape;6441;p61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2" name="Google Shape;6442;p61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3" name="Google Shape;6443;p61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4" name="Google Shape;6444;p61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5" name="Google Shape;6445;p61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6" name="Google Shape;6446;p61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7" name="Google Shape;6447;p61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8" name="Google Shape;6448;p61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9" name="Google Shape;6449;p61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0" name="Google Shape;6450;p61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1" name="Google Shape;6451;p61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52" name="Google Shape;6452;p61"/>
          <p:cNvGrpSpPr/>
          <p:nvPr/>
        </p:nvGrpSpPr>
        <p:grpSpPr>
          <a:xfrm rot="10800000">
            <a:off x="13284509" y="-562"/>
            <a:ext cx="11099592" cy="2877693"/>
            <a:chOff x="2582150" y="3714800"/>
            <a:chExt cx="2689050" cy="697200"/>
          </a:xfrm>
        </p:grpSpPr>
        <p:sp>
          <p:nvSpPr>
            <p:cNvPr id="6453" name="Google Shape;6453;p61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4" name="Google Shape;6454;p61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5" name="Google Shape;6455;p61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6" name="Google Shape;6456;p61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7" name="Google Shape;6457;p61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8" name="Google Shape;6458;p61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9" name="Google Shape;6459;p61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0" name="Google Shape;6460;p61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1" name="Google Shape;6461;p61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2" name="Google Shape;6462;p61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3" name="Google Shape;6463;p61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4" name="Google Shape;6464;p61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5" name="Google Shape;6465;p61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6" name="Google Shape;6466;p61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7" name="Google Shape;6467;p61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8" name="Google Shape;6468;p61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9" name="Google Shape;6469;p61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0" name="Google Shape;6470;p61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1" name="Google Shape;6471;p61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2" name="Google Shape;6472;p61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3" name="Google Shape;6473;p61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4" name="Google Shape;6474;p61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5" name="Google Shape;6475;p61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6" name="Google Shape;6476;p61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7" name="Google Shape;6477;p61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8" name="Google Shape;6478;p61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9" name="Google Shape;6479;p61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0" name="Google Shape;6480;p61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1" name="Google Shape;6481;p61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2" name="Google Shape;6482;p61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3" name="Google Shape;6483;p61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4" name="Google Shape;6484;p61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5" name="Google Shape;6485;p61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6" name="Google Shape;6486;p61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7" name="Google Shape;6487;p61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8" name="Google Shape;6488;p61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9" name="Google Shape;6489;p61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0" name="Google Shape;6490;p61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1" name="Google Shape;6491;p61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2" name="Google Shape;6492;p61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3" name="Google Shape;6493;p61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4" name="Google Shape;6494;p61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5" name="Google Shape;6495;p61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6" name="Google Shape;6496;p61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7" name="Google Shape;6497;p61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8" name="Google Shape;6498;p61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9" name="Google Shape;6499;p61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0" name="Google Shape;6500;p61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1" name="Google Shape;6501;p61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2" name="Google Shape;6502;p61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3" name="Google Shape;6503;p61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4" name="Google Shape;6504;p61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5" name="Google Shape;6505;p61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6" name="Google Shape;6506;p61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7" name="Google Shape;6507;p61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8" name="Google Shape;6508;p61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9" name="Google Shape;6509;p61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0" name="Google Shape;6510;p61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1" name="Google Shape;6511;p61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2" name="Google Shape;6512;p61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0">
    <p:spTree>
      <p:nvGrpSpPr>
        <p:cNvPr id="6513" name="Shape 6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14" name="Google Shape;6514;p62"/>
          <p:cNvGrpSpPr/>
          <p:nvPr/>
        </p:nvGrpSpPr>
        <p:grpSpPr>
          <a:xfrm flipH="1">
            <a:off x="-445" y="10125519"/>
            <a:ext cx="8675209" cy="3590523"/>
            <a:chOff x="4145150" y="2643900"/>
            <a:chExt cx="1914550" cy="792400"/>
          </a:xfrm>
        </p:grpSpPr>
        <p:sp>
          <p:nvSpPr>
            <p:cNvPr id="6515" name="Google Shape;6515;p62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6" name="Google Shape;6516;p62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7" name="Google Shape;6517;p62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8" name="Google Shape;6518;p62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9" name="Google Shape;6519;p62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0" name="Google Shape;6520;p62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1" name="Google Shape;6521;p62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2" name="Google Shape;6522;p62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3" name="Google Shape;6523;p62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4" name="Google Shape;6524;p62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5" name="Google Shape;6525;p62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6" name="Google Shape;6526;p62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7" name="Google Shape;6527;p62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8" name="Google Shape;6528;p62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9" name="Google Shape;6529;p62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0" name="Google Shape;6530;p62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1" name="Google Shape;6531;p62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2" name="Google Shape;6532;p62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3" name="Google Shape;6533;p62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4" name="Google Shape;6534;p62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5" name="Google Shape;6535;p62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6" name="Google Shape;6536;p62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7" name="Google Shape;6537;p62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8" name="Google Shape;6538;p62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9" name="Google Shape;6539;p62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0" name="Google Shape;6540;p62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1" name="Google Shape;6541;p62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2" name="Google Shape;6542;p62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3" name="Google Shape;6543;p62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4" name="Google Shape;6544;p62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5" name="Google Shape;6545;p62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6" name="Google Shape;6546;p62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7" name="Google Shape;6547;p62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8" name="Google Shape;6548;p62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9" name="Google Shape;6549;p62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0" name="Google Shape;6550;p62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1" name="Google Shape;6551;p62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2" name="Google Shape;6552;p62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3" name="Google Shape;6553;p62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4" name="Google Shape;6554;p62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5" name="Google Shape;6555;p62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6" name="Google Shape;6556;p62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7" name="Google Shape;6557;p62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8" name="Google Shape;6558;p62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9" name="Google Shape;6559;p62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0" name="Google Shape;6560;p62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1" name="Google Shape;6561;p62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2" name="Google Shape;6562;p62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3" name="Google Shape;6563;p62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4" name="Google Shape;6564;p62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5" name="Google Shape;6565;p62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6" name="Google Shape;6566;p62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7" name="Google Shape;6567;p62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8" name="Google Shape;6568;p62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9" name="Google Shape;6569;p62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0" name="Google Shape;6570;p62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1" name="Google Shape;6571;p62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2" name="Google Shape;6572;p62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3" name="Google Shape;6573;p62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4" name="Google Shape;6574;p62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5" name="Google Shape;6575;p62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6" name="Google Shape;6576;p62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577" name="Google Shape;6577;p62"/>
          <p:cNvGrpSpPr/>
          <p:nvPr/>
        </p:nvGrpSpPr>
        <p:grpSpPr>
          <a:xfrm>
            <a:off x="11" y="-87"/>
            <a:ext cx="3366939" cy="5861582"/>
            <a:chOff x="1083450" y="1318750"/>
            <a:chExt cx="624525" cy="1087250"/>
          </a:xfrm>
        </p:grpSpPr>
        <p:sp>
          <p:nvSpPr>
            <p:cNvPr id="6578" name="Google Shape;6578;p62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9" name="Google Shape;6579;p62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0" name="Google Shape;6580;p62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1" name="Google Shape;6581;p62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2" name="Google Shape;6582;p62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3" name="Google Shape;6583;p62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4" name="Google Shape;6584;p62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5" name="Google Shape;6585;p62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6" name="Google Shape;6586;p62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7" name="Google Shape;6587;p62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8" name="Google Shape;6588;p62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9" name="Google Shape;6589;p62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0" name="Google Shape;6590;p62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1" name="Google Shape;6591;p62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2" name="Google Shape;6592;p62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3" name="Google Shape;6593;p62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4" name="Google Shape;6594;p62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5" name="Google Shape;6595;p62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6" name="Google Shape;6596;p62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7" name="Google Shape;6597;p62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8" name="Google Shape;6598;p62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9" name="Google Shape;6599;p62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0" name="Google Shape;6600;p62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1" name="Google Shape;6601;p62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2" name="Google Shape;6602;p62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3" name="Google Shape;6603;p62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4" name="Google Shape;6604;p62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5" name="Google Shape;6605;p62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6" name="Google Shape;6606;p62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7" name="Google Shape;6607;p62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8" name="Google Shape;6608;p62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9" name="Google Shape;6609;p62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0" name="Google Shape;6610;p62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1" name="Google Shape;6611;p62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2" name="Google Shape;6612;p62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3" name="Google Shape;6613;p62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4" name="Google Shape;6614;p62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615" name="Google Shape;6615;p62"/>
          <p:cNvGrpSpPr/>
          <p:nvPr/>
        </p:nvGrpSpPr>
        <p:grpSpPr>
          <a:xfrm flipH="1">
            <a:off x="21017078" y="-87"/>
            <a:ext cx="3366939" cy="5861582"/>
            <a:chOff x="1083450" y="1318750"/>
            <a:chExt cx="624525" cy="1087250"/>
          </a:xfrm>
        </p:grpSpPr>
        <p:sp>
          <p:nvSpPr>
            <p:cNvPr id="6616" name="Google Shape;6616;p62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7" name="Google Shape;6617;p62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8" name="Google Shape;6618;p62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9" name="Google Shape;6619;p62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0" name="Google Shape;6620;p62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1" name="Google Shape;6621;p62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2" name="Google Shape;6622;p62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3" name="Google Shape;6623;p62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4" name="Google Shape;6624;p62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5" name="Google Shape;6625;p62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6" name="Google Shape;6626;p62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7" name="Google Shape;6627;p62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8" name="Google Shape;6628;p62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9" name="Google Shape;6629;p62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0" name="Google Shape;6630;p62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1" name="Google Shape;6631;p62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2" name="Google Shape;6632;p62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3" name="Google Shape;6633;p62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4" name="Google Shape;6634;p62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5" name="Google Shape;6635;p62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6" name="Google Shape;6636;p62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7" name="Google Shape;6637;p62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8" name="Google Shape;6638;p62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9" name="Google Shape;6639;p62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0" name="Google Shape;6640;p62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1" name="Google Shape;6641;p62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2" name="Google Shape;6642;p62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3" name="Google Shape;6643;p62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4" name="Google Shape;6644;p62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5" name="Google Shape;6645;p62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6" name="Google Shape;6646;p62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7" name="Google Shape;6647;p62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8" name="Google Shape;6648;p62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9" name="Google Shape;6649;p62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0" name="Google Shape;6650;p62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1" name="Google Shape;6651;p62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2" name="Google Shape;6652;p62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653" name="Google Shape;6653;p62"/>
          <p:cNvGrpSpPr/>
          <p:nvPr/>
        </p:nvGrpSpPr>
        <p:grpSpPr>
          <a:xfrm>
            <a:off x="15708425" y="10125358"/>
            <a:ext cx="8675209" cy="3590523"/>
            <a:chOff x="4145150" y="2643900"/>
            <a:chExt cx="1914550" cy="792400"/>
          </a:xfrm>
        </p:grpSpPr>
        <p:sp>
          <p:nvSpPr>
            <p:cNvPr id="6654" name="Google Shape;6654;p62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5" name="Google Shape;6655;p62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6" name="Google Shape;6656;p62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7" name="Google Shape;6657;p62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8" name="Google Shape;6658;p62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9" name="Google Shape;6659;p62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0" name="Google Shape;6660;p62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1" name="Google Shape;6661;p62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2" name="Google Shape;6662;p62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3" name="Google Shape;6663;p62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4" name="Google Shape;6664;p62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5" name="Google Shape;6665;p62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6" name="Google Shape;6666;p62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7" name="Google Shape;6667;p62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8" name="Google Shape;6668;p62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9" name="Google Shape;6669;p62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0" name="Google Shape;6670;p62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1" name="Google Shape;6671;p62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2" name="Google Shape;6672;p62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3" name="Google Shape;6673;p62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4" name="Google Shape;6674;p62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5" name="Google Shape;6675;p62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6" name="Google Shape;6676;p62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7" name="Google Shape;6677;p62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8" name="Google Shape;6678;p62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9" name="Google Shape;6679;p62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0" name="Google Shape;6680;p62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1" name="Google Shape;6681;p62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2" name="Google Shape;6682;p62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3" name="Google Shape;6683;p62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4" name="Google Shape;6684;p62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5" name="Google Shape;6685;p62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6" name="Google Shape;6686;p62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7" name="Google Shape;6687;p62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8" name="Google Shape;6688;p62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9" name="Google Shape;6689;p62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0" name="Google Shape;6690;p62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1" name="Google Shape;6691;p62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2" name="Google Shape;6692;p62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3" name="Google Shape;6693;p62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4" name="Google Shape;6694;p62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5" name="Google Shape;6695;p62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6" name="Google Shape;6696;p62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7" name="Google Shape;6697;p62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8" name="Google Shape;6698;p62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9" name="Google Shape;6699;p62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0" name="Google Shape;6700;p62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1" name="Google Shape;6701;p62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2" name="Google Shape;6702;p62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3" name="Google Shape;6703;p62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4" name="Google Shape;6704;p62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5" name="Google Shape;6705;p62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6" name="Google Shape;6706;p62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7" name="Google Shape;6707;p62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8" name="Google Shape;6708;p62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9" name="Google Shape;6709;p62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0" name="Google Shape;6710;p62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1" name="Google Shape;6711;p62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2" name="Google Shape;6712;p62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3" name="Google Shape;6713;p62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4" name="Google Shape;6714;p62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5" name="Google Shape;6715;p62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716" name="Google Shape;6716;p62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">
    <p:spTree>
      <p:nvGrpSpPr>
        <p:cNvPr id="6717" name="Shape 6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18" name="Google Shape;6718;p63"/>
          <p:cNvGrpSpPr/>
          <p:nvPr/>
        </p:nvGrpSpPr>
        <p:grpSpPr>
          <a:xfrm flipH="1" rot="-5400000">
            <a:off x="16012281" y="5409082"/>
            <a:ext cx="4890743" cy="11852864"/>
            <a:chOff x="5728375" y="1492875"/>
            <a:chExt cx="1308525" cy="3171250"/>
          </a:xfrm>
        </p:grpSpPr>
        <p:sp>
          <p:nvSpPr>
            <p:cNvPr id="6719" name="Google Shape;6719;p63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0" name="Google Shape;6720;p63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1" name="Google Shape;6721;p63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2" name="Google Shape;6722;p63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3" name="Google Shape;6723;p63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4" name="Google Shape;6724;p63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5" name="Google Shape;6725;p63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6" name="Google Shape;6726;p63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7" name="Google Shape;6727;p63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8" name="Google Shape;6728;p63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9" name="Google Shape;6729;p63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0" name="Google Shape;6730;p63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1" name="Google Shape;6731;p63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2" name="Google Shape;6732;p63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3" name="Google Shape;6733;p63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4" name="Google Shape;6734;p63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5" name="Google Shape;6735;p63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6" name="Google Shape;6736;p63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7" name="Google Shape;6737;p63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8" name="Google Shape;6738;p63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9" name="Google Shape;6739;p63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0" name="Google Shape;6740;p63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1" name="Google Shape;6741;p63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2" name="Google Shape;6742;p63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3" name="Google Shape;6743;p63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4" name="Google Shape;6744;p63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5" name="Google Shape;6745;p63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6" name="Google Shape;6746;p63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7" name="Google Shape;6747;p63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8" name="Google Shape;6748;p63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9" name="Google Shape;6749;p63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0" name="Google Shape;6750;p63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1" name="Google Shape;6751;p63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2" name="Google Shape;6752;p63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3" name="Google Shape;6753;p63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4" name="Google Shape;6754;p63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5" name="Google Shape;6755;p63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6" name="Google Shape;6756;p63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7" name="Google Shape;6757;p63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8" name="Google Shape;6758;p63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9" name="Google Shape;6759;p63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0" name="Google Shape;6760;p63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1" name="Google Shape;6761;p63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2" name="Google Shape;6762;p63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3" name="Google Shape;6763;p63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4" name="Google Shape;6764;p63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5" name="Google Shape;6765;p63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6" name="Google Shape;6766;p63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7" name="Google Shape;6767;p63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8" name="Google Shape;6768;p63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9" name="Google Shape;6769;p63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0" name="Google Shape;6770;p63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1" name="Google Shape;6771;p63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2" name="Google Shape;6772;p63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3" name="Google Shape;6773;p63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4" name="Google Shape;6774;p63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5" name="Google Shape;6775;p63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6" name="Google Shape;6776;p63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7" name="Google Shape;6777;p63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8" name="Google Shape;6778;p63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9" name="Google Shape;6779;p63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0" name="Google Shape;6780;p63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1" name="Google Shape;6781;p63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2" name="Google Shape;6782;p63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3" name="Google Shape;6783;p63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4" name="Google Shape;6784;p63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5" name="Google Shape;6785;p63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6" name="Google Shape;6786;p63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7" name="Google Shape;6787;p63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8" name="Google Shape;6788;p63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9" name="Google Shape;6789;p63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0" name="Google Shape;6790;p63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1" name="Google Shape;6791;p63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2" name="Google Shape;6792;p63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3" name="Google Shape;6793;p63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94" name="Google Shape;6794;p63"/>
          <p:cNvGrpSpPr/>
          <p:nvPr/>
        </p:nvGrpSpPr>
        <p:grpSpPr>
          <a:xfrm flipH="1" rot="5400000">
            <a:off x="3481081" y="-3481085"/>
            <a:ext cx="4890743" cy="11852864"/>
            <a:chOff x="5728375" y="1492875"/>
            <a:chExt cx="1308525" cy="3171250"/>
          </a:xfrm>
        </p:grpSpPr>
        <p:sp>
          <p:nvSpPr>
            <p:cNvPr id="6795" name="Google Shape;6795;p63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6" name="Google Shape;6796;p63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7" name="Google Shape;6797;p63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8" name="Google Shape;6798;p63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9" name="Google Shape;6799;p63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0" name="Google Shape;6800;p63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1" name="Google Shape;6801;p63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2" name="Google Shape;6802;p63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3" name="Google Shape;6803;p63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4" name="Google Shape;6804;p63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5" name="Google Shape;6805;p63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6" name="Google Shape;6806;p63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7" name="Google Shape;6807;p63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8" name="Google Shape;6808;p63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9" name="Google Shape;6809;p63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0" name="Google Shape;6810;p63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1" name="Google Shape;6811;p63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2" name="Google Shape;6812;p63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3" name="Google Shape;6813;p63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4" name="Google Shape;6814;p63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5" name="Google Shape;6815;p63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6" name="Google Shape;6816;p63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7" name="Google Shape;6817;p63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8" name="Google Shape;6818;p63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9" name="Google Shape;6819;p63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0" name="Google Shape;6820;p63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1" name="Google Shape;6821;p63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2" name="Google Shape;6822;p63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3" name="Google Shape;6823;p63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4" name="Google Shape;6824;p63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5" name="Google Shape;6825;p63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6" name="Google Shape;6826;p63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7" name="Google Shape;6827;p63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8" name="Google Shape;6828;p63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9" name="Google Shape;6829;p63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0" name="Google Shape;6830;p63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1" name="Google Shape;6831;p63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2" name="Google Shape;6832;p63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3" name="Google Shape;6833;p63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4" name="Google Shape;6834;p63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5" name="Google Shape;6835;p63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6" name="Google Shape;6836;p63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7" name="Google Shape;6837;p63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8" name="Google Shape;6838;p63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9" name="Google Shape;6839;p63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0" name="Google Shape;6840;p63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1" name="Google Shape;6841;p63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2" name="Google Shape;6842;p63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3" name="Google Shape;6843;p63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4" name="Google Shape;6844;p63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5" name="Google Shape;6845;p63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6" name="Google Shape;6846;p63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7" name="Google Shape;6847;p63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8" name="Google Shape;6848;p63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9" name="Google Shape;6849;p63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0" name="Google Shape;6850;p63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1" name="Google Shape;6851;p63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2" name="Google Shape;6852;p63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3" name="Google Shape;6853;p63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4" name="Google Shape;6854;p63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5" name="Google Shape;6855;p63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6" name="Google Shape;6856;p63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7" name="Google Shape;6857;p63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8" name="Google Shape;6858;p63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9" name="Google Shape;6859;p63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0" name="Google Shape;6860;p63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1" name="Google Shape;6861;p63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2" name="Google Shape;6862;p63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3" name="Google Shape;6863;p63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4" name="Google Shape;6864;p63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5" name="Google Shape;6865;p63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6" name="Google Shape;6866;p63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7" name="Google Shape;6867;p63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8" name="Google Shape;6868;p63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9" name="Google Shape;6869;p63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870" name="Google Shape;6870;p63"/>
          <p:cNvSpPr txBox="1"/>
          <p:nvPr>
            <p:ph type="title"/>
          </p:nvPr>
        </p:nvSpPr>
        <p:spPr>
          <a:xfrm>
            <a:off x="1920000" y="4379600"/>
            <a:ext cx="92991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6871" name="Google Shape;6871;p63"/>
          <p:cNvSpPr txBox="1"/>
          <p:nvPr>
            <p:ph idx="1" type="subTitle"/>
          </p:nvPr>
        </p:nvSpPr>
        <p:spPr>
          <a:xfrm>
            <a:off x="1920000" y="5906800"/>
            <a:ext cx="9299100" cy="28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1">
    <p:spTree>
      <p:nvGrpSpPr>
        <p:cNvPr id="6872" name="Shape 6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73" name="Google Shape;6873;p64"/>
          <p:cNvGrpSpPr/>
          <p:nvPr/>
        </p:nvGrpSpPr>
        <p:grpSpPr>
          <a:xfrm rot="10800000">
            <a:off x="-24" y="19"/>
            <a:ext cx="2537685" cy="3017634"/>
            <a:chOff x="3048875" y="2669025"/>
            <a:chExt cx="504550" cy="599975"/>
          </a:xfrm>
        </p:grpSpPr>
        <p:sp>
          <p:nvSpPr>
            <p:cNvPr id="6874" name="Google Shape;6874;p64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5" name="Google Shape;6875;p64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6" name="Google Shape;6876;p64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7" name="Google Shape;6877;p64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8" name="Google Shape;6878;p64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9" name="Google Shape;6879;p64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0" name="Google Shape;6880;p64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1" name="Google Shape;6881;p64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2" name="Google Shape;6882;p64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3" name="Google Shape;6883;p64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4" name="Google Shape;6884;p64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5" name="Google Shape;6885;p64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6" name="Google Shape;6886;p64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7" name="Google Shape;6887;p64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8" name="Google Shape;6888;p64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9" name="Google Shape;6889;p64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0" name="Google Shape;6890;p64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1" name="Google Shape;6891;p64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2" name="Google Shape;6892;p64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3" name="Google Shape;6893;p64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4" name="Google Shape;6894;p64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5" name="Google Shape;6895;p64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896" name="Google Shape;6896;p64"/>
          <p:cNvGrpSpPr/>
          <p:nvPr/>
        </p:nvGrpSpPr>
        <p:grpSpPr>
          <a:xfrm flipH="1" rot="10800000">
            <a:off x="21846309" y="19"/>
            <a:ext cx="2537685" cy="3017634"/>
            <a:chOff x="3048875" y="2669025"/>
            <a:chExt cx="504550" cy="599975"/>
          </a:xfrm>
        </p:grpSpPr>
        <p:sp>
          <p:nvSpPr>
            <p:cNvPr id="6897" name="Google Shape;6897;p64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8" name="Google Shape;6898;p64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9" name="Google Shape;6899;p64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0" name="Google Shape;6900;p64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1" name="Google Shape;6901;p64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2" name="Google Shape;6902;p64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3" name="Google Shape;6903;p64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4" name="Google Shape;6904;p64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5" name="Google Shape;6905;p64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6" name="Google Shape;6906;p64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7" name="Google Shape;6907;p64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8" name="Google Shape;6908;p64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9" name="Google Shape;6909;p64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0" name="Google Shape;6910;p64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1" name="Google Shape;6911;p64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2" name="Google Shape;6912;p64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3" name="Google Shape;6913;p64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4" name="Google Shape;6914;p64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5" name="Google Shape;6915;p64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6" name="Google Shape;6916;p64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7" name="Google Shape;6917;p64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8" name="Google Shape;6918;p64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19" name="Google Shape;6919;p64"/>
          <p:cNvSpPr txBox="1"/>
          <p:nvPr>
            <p:ph idx="1" type="subTitle"/>
          </p:nvPr>
        </p:nvSpPr>
        <p:spPr>
          <a:xfrm>
            <a:off x="1920000" y="2945067"/>
            <a:ext cx="20544000" cy="90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Char char="■"/>
              <a:defRPr/>
            </a:lvl9pPr>
          </a:lstStyle>
          <a:p/>
        </p:txBody>
      </p:sp>
      <p:sp>
        <p:nvSpPr>
          <p:cNvPr id="6920" name="Google Shape;6920;p64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6921" name="Shape 6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22" name="Google Shape;6922;p65"/>
          <p:cNvGrpSpPr/>
          <p:nvPr/>
        </p:nvGrpSpPr>
        <p:grpSpPr>
          <a:xfrm>
            <a:off x="11" y="44"/>
            <a:ext cx="3673206" cy="6394770"/>
            <a:chOff x="1083450" y="1318750"/>
            <a:chExt cx="624525" cy="1087250"/>
          </a:xfrm>
        </p:grpSpPr>
        <p:sp>
          <p:nvSpPr>
            <p:cNvPr id="6923" name="Google Shape;6923;p65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4" name="Google Shape;6924;p65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5" name="Google Shape;6925;p65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6" name="Google Shape;6926;p65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7" name="Google Shape;6927;p65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8" name="Google Shape;6928;p65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9" name="Google Shape;6929;p65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0" name="Google Shape;6930;p65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1" name="Google Shape;6931;p65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2" name="Google Shape;6932;p65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3" name="Google Shape;6933;p65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4" name="Google Shape;6934;p65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5" name="Google Shape;6935;p65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6" name="Google Shape;6936;p65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7" name="Google Shape;6937;p65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8" name="Google Shape;6938;p65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9" name="Google Shape;6939;p65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0" name="Google Shape;6940;p65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1" name="Google Shape;6941;p65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2" name="Google Shape;6942;p65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3" name="Google Shape;6943;p65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4" name="Google Shape;6944;p65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5" name="Google Shape;6945;p65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6" name="Google Shape;6946;p65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7" name="Google Shape;6947;p65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8" name="Google Shape;6948;p65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9" name="Google Shape;6949;p65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0" name="Google Shape;6950;p65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1" name="Google Shape;6951;p65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2" name="Google Shape;6952;p65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3" name="Google Shape;6953;p65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4" name="Google Shape;6954;p65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5" name="Google Shape;6955;p65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6" name="Google Shape;6956;p65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7" name="Google Shape;6957;p65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8" name="Google Shape;6958;p65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9" name="Google Shape;6959;p65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960" name="Google Shape;6960;p65"/>
          <p:cNvGrpSpPr/>
          <p:nvPr/>
        </p:nvGrpSpPr>
        <p:grpSpPr>
          <a:xfrm flipH="1">
            <a:off x="20711211" y="44"/>
            <a:ext cx="3673206" cy="6394770"/>
            <a:chOff x="1083450" y="1318750"/>
            <a:chExt cx="624525" cy="1087250"/>
          </a:xfrm>
        </p:grpSpPr>
        <p:sp>
          <p:nvSpPr>
            <p:cNvPr id="6961" name="Google Shape;6961;p65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2" name="Google Shape;6962;p65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3" name="Google Shape;6963;p65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4" name="Google Shape;6964;p65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5" name="Google Shape;6965;p65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6" name="Google Shape;6966;p65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7" name="Google Shape;6967;p65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8" name="Google Shape;6968;p65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9" name="Google Shape;6969;p65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0" name="Google Shape;6970;p65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1" name="Google Shape;6971;p65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2" name="Google Shape;6972;p65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3" name="Google Shape;6973;p65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4" name="Google Shape;6974;p65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5" name="Google Shape;6975;p65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6" name="Google Shape;6976;p65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7" name="Google Shape;6977;p65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8" name="Google Shape;6978;p65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9" name="Google Shape;6979;p65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0" name="Google Shape;6980;p65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1" name="Google Shape;6981;p65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2" name="Google Shape;6982;p65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3" name="Google Shape;6983;p65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4" name="Google Shape;6984;p65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5" name="Google Shape;6985;p65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6" name="Google Shape;6986;p65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7" name="Google Shape;6987;p65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8" name="Google Shape;6988;p65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9" name="Google Shape;6989;p65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0" name="Google Shape;6990;p65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1" name="Google Shape;6991;p65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2" name="Google Shape;6992;p65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3" name="Google Shape;6993;p65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4" name="Google Shape;6994;p65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5" name="Google Shape;6995;p65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6" name="Google Shape;6996;p65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7" name="Google Shape;6997;p65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998" name="Google Shape;6998;p65"/>
          <p:cNvGrpSpPr/>
          <p:nvPr/>
        </p:nvGrpSpPr>
        <p:grpSpPr>
          <a:xfrm>
            <a:off x="-3" y="11397596"/>
            <a:ext cx="8941898" cy="2318399"/>
            <a:chOff x="2582150" y="3714800"/>
            <a:chExt cx="2689050" cy="697200"/>
          </a:xfrm>
        </p:grpSpPr>
        <p:sp>
          <p:nvSpPr>
            <p:cNvPr id="6999" name="Google Shape;6999;p65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0" name="Google Shape;7000;p65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1" name="Google Shape;7001;p65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2" name="Google Shape;7002;p65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3" name="Google Shape;7003;p65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4" name="Google Shape;7004;p65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5" name="Google Shape;7005;p65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6" name="Google Shape;7006;p65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7" name="Google Shape;7007;p65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8" name="Google Shape;7008;p65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9" name="Google Shape;7009;p65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0" name="Google Shape;7010;p65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1" name="Google Shape;7011;p65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2" name="Google Shape;7012;p65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3" name="Google Shape;7013;p65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4" name="Google Shape;7014;p65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5" name="Google Shape;7015;p65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6" name="Google Shape;7016;p65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7" name="Google Shape;7017;p65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8" name="Google Shape;7018;p65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9" name="Google Shape;7019;p65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0" name="Google Shape;7020;p65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1" name="Google Shape;7021;p65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2" name="Google Shape;7022;p65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3" name="Google Shape;7023;p65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4" name="Google Shape;7024;p65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5" name="Google Shape;7025;p65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6" name="Google Shape;7026;p65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7" name="Google Shape;7027;p65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8" name="Google Shape;7028;p65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9" name="Google Shape;7029;p65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0" name="Google Shape;7030;p65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1" name="Google Shape;7031;p65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2" name="Google Shape;7032;p65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3" name="Google Shape;7033;p65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4" name="Google Shape;7034;p65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5" name="Google Shape;7035;p65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6" name="Google Shape;7036;p65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7" name="Google Shape;7037;p65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8" name="Google Shape;7038;p65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9" name="Google Shape;7039;p65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0" name="Google Shape;7040;p65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1" name="Google Shape;7041;p65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2" name="Google Shape;7042;p65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3" name="Google Shape;7043;p65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4" name="Google Shape;7044;p65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5" name="Google Shape;7045;p65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6" name="Google Shape;7046;p65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7" name="Google Shape;7047;p65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8" name="Google Shape;7048;p65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9" name="Google Shape;7049;p65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0" name="Google Shape;7050;p65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1" name="Google Shape;7051;p65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2" name="Google Shape;7052;p65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3" name="Google Shape;7053;p65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4" name="Google Shape;7054;p65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5" name="Google Shape;7055;p65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6" name="Google Shape;7056;p65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7" name="Google Shape;7057;p65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8" name="Google Shape;7058;p65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059" name="Google Shape;7059;p65"/>
          <p:cNvGrpSpPr/>
          <p:nvPr/>
        </p:nvGrpSpPr>
        <p:grpSpPr>
          <a:xfrm flipH="1">
            <a:off x="15442592" y="11397596"/>
            <a:ext cx="8941898" cy="2318399"/>
            <a:chOff x="2582150" y="3714800"/>
            <a:chExt cx="2689050" cy="697200"/>
          </a:xfrm>
        </p:grpSpPr>
        <p:sp>
          <p:nvSpPr>
            <p:cNvPr id="7060" name="Google Shape;7060;p65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1" name="Google Shape;7061;p65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2" name="Google Shape;7062;p65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3" name="Google Shape;7063;p65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4" name="Google Shape;7064;p65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5" name="Google Shape;7065;p65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6" name="Google Shape;7066;p65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7" name="Google Shape;7067;p65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8" name="Google Shape;7068;p65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9" name="Google Shape;7069;p65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0" name="Google Shape;7070;p65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1" name="Google Shape;7071;p65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2" name="Google Shape;7072;p65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3" name="Google Shape;7073;p65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4" name="Google Shape;7074;p65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5" name="Google Shape;7075;p65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6" name="Google Shape;7076;p65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7" name="Google Shape;7077;p65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8" name="Google Shape;7078;p65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9" name="Google Shape;7079;p65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0" name="Google Shape;7080;p65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1" name="Google Shape;7081;p65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2" name="Google Shape;7082;p65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3" name="Google Shape;7083;p65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4" name="Google Shape;7084;p65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5" name="Google Shape;7085;p65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6" name="Google Shape;7086;p65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7" name="Google Shape;7087;p65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8" name="Google Shape;7088;p65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9" name="Google Shape;7089;p65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0" name="Google Shape;7090;p65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1" name="Google Shape;7091;p65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2" name="Google Shape;7092;p65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3" name="Google Shape;7093;p65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4" name="Google Shape;7094;p65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5" name="Google Shape;7095;p65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6" name="Google Shape;7096;p65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7" name="Google Shape;7097;p65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8" name="Google Shape;7098;p65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9" name="Google Shape;7099;p65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0" name="Google Shape;7100;p65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1" name="Google Shape;7101;p65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2" name="Google Shape;7102;p65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3" name="Google Shape;7103;p65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4" name="Google Shape;7104;p65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5" name="Google Shape;7105;p65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6" name="Google Shape;7106;p65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7" name="Google Shape;7107;p65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8" name="Google Shape;7108;p65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9" name="Google Shape;7109;p65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0" name="Google Shape;7110;p65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1" name="Google Shape;7111;p65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2" name="Google Shape;7112;p65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3" name="Google Shape;7113;p65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4" name="Google Shape;7114;p65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5" name="Google Shape;7115;p65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6" name="Google Shape;7116;p65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7" name="Google Shape;7117;p65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8" name="Google Shape;7118;p65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9" name="Google Shape;7119;p65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120" name="Google Shape;7120;p65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7121" name="Google Shape;7121;p65"/>
          <p:cNvSpPr txBox="1"/>
          <p:nvPr>
            <p:ph idx="2" type="title"/>
          </p:nvPr>
        </p:nvSpPr>
        <p:spPr>
          <a:xfrm>
            <a:off x="2251600" y="69927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122" name="Google Shape;7122;p65"/>
          <p:cNvSpPr txBox="1"/>
          <p:nvPr>
            <p:ph idx="1" type="subTitle"/>
          </p:nvPr>
        </p:nvSpPr>
        <p:spPr>
          <a:xfrm>
            <a:off x="2251467" y="78597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123" name="Google Shape;7123;p65"/>
          <p:cNvSpPr txBox="1"/>
          <p:nvPr>
            <p:ph idx="3" type="title"/>
          </p:nvPr>
        </p:nvSpPr>
        <p:spPr>
          <a:xfrm>
            <a:off x="9043001" y="69927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124" name="Google Shape;7124;p65"/>
          <p:cNvSpPr txBox="1"/>
          <p:nvPr>
            <p:ph idx="4" type="subTitle"/>
          </p:nvPr>
        </p:nvSpPr>
        <p:spPr>
          <a:xfrm>
            <a:off x="9042805" y="78597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125" name="Google Shape;7125;p65"/>
          <p:cNvSpPr txBox="1"/>
          <p:nvPr>
            <p:ph idx="5" type="title"/>
          </p:nvPr>
        </p:nvSpPr>
        <p:spPr>
          <a:xfrm>
            <a:off x="15834267" y="69927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126" name="Google Shape;7126;p65"/>
          <p:cNvSpPr txBox="1"/>
          <p:nvPr>
            <p:ph idx="6" type="subTitle"/>
          </p:nvPr>
        </p:nvSpPr>
        <p:spPr>
          <a:xfrm>
            <a:off x="15834143" y="78597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6_1">
    <p:spTree>
      <p:nvGrpSpPr>
        <p:cNvPr id="7127" name="Shape 7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28" name="Google Shape;7128;p66"/>
          <p:cNvGrpSpPr/>
          <p:nvPr/>
        </p:nvGrpSpPr>
        <p:grpSpPr>
          <a:xfrm>
            <a:off x="14850473" y="-168"/>
            <a:ext cx="9532268" cy="2318335"/>
            <a:chOff x="3877250" y="939525"/>
            <a:chExt cx="2541125" cy="618025"/>
          </a:xfrm>
        </p:grpSpPr>
        <p:sp>
          <p:nvSpPr>
            <p:cNvPr id="7129" name="Google Shape;7129;p66"/>
            <p:cNvSpPr/>
            <p:nvPr/>
          </p:nvSpPr>
          <p:spPr>
            <a:xfrm>
              <a:off x="4697300" y="939825"/>
              <a:ext cx="57475" cy="13725"/>
            </a:xfrm>
            <a:custGeom>
              <a:rect b="b" l="l" r="r" t="t"/>
              <a:pathLst>
                <a:path extrusionOk="0" h="549" w="2299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0" name="Google Shape;7130;p66"/>
            <p:cNvSpPr/>
            <p:nvPr/>
          </p:nvSpPr>
          <p:spPr>
            <a:xfrm>
              <a:off x="4760400" y="947875"/>
              <a:ext cx="126525" cy="36025"/>
            </a:xfrm>
            <a:custGeom>
              <a:rect b="b" l="l" r="r" t="t"/>
              <a:pathLst>
                <a:path extrusionOk="0" h="1441" w="5061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1" name="Google Shape;7131;p66"/>
            <p:cNvSpPr/>
            <p:nvPr/>
          </p:nvSpPr>
          <p:spPr>
            <a:xfrm>
              <a:off x="3888875" y="939825"/>
              <a:ext cx="51500" cy="75925"/>
            </a:xfrm>
            <a:custGeom>
              <a:rect b="b" l="l" r="r" t="t"/>
              <a:pathLst>
                <a:path extrusionOk="0" h="3037" w="206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2" name="Google Shape;7132;p66"/>
            <p:cNvSpPr/>
            <p:nvPr/>
          </p:nvSpPr>
          <p:spPr>
            <a:xfrm>
              <a:off x="4222250" y="939825"/>
              <a:ext cx="22050" cy="8950"/>
            </a:xfrm>
            <a:custGeom>
              <a:rect b="b" l="l" r="r" t="t"/>
              <a:pathLst>
                <a:path extrusionOk="0" h="358" w="882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3" name="Google Shape;7133;p66"/>
            <p:cNvSpPr/>
            <p:nvPr/>
          </p:nvSpPr>
          <p:spPr>
            <a:xfrm>
              <a:off x="3894225" y="942800"/>
              <a:ext cx="103300" cy="77725"/>
            </a:xfrm>
            <a:custGeom>
              <a:rect b="b" l="l" r="r" t="t"/>
              <a:pathLst>
                <a:path extrusionOk="0" h="3109" w="4132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4" name="Google Shape;7134;p66"/>
            <p:cNvSpPr/>
            <p:nvPr/>
          </p:nvSpPr>
          <p:spPr>
            <a:xfrm>
              <a:off x="4006450" y="946075"/>
              <a:ext cx="190525" cy="100350"/>
            </a:xfrm>
            <a:custGeom>
              <a:rect b="b" l="l" r="r" t="t"/>
              <a:pathLst>
                <a:path extrusionOk="0" h="4014" w="7621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5" name="Google Shape;7135;p66"/>
            <p:cNvSpPr/>
            <p:nvPr/>
          </p:nvSpPr>
          <p:spPr>
            <a:xfrm>
              <a:off x="3987100" y="939825"/>
              <a:ext cx="8350" cy="4500"/>
            </a:xfrm>
            <a:custGeom>
              <a:rect b="b" l="l" r="r" t="t"/>
              <a:pathLst>
                <a:path extrusionOk="0" h="180" w="334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6" name="Google Shape;7136;p66"/>
            <p:cNvSpPr/>
            <p:nvPr/>
          </p:nvSpPr>
          <p:spPr>
            <a:xfrm>
              <a:off x="4215100" y="1051750"/>
              <a:ext cx="184275" cy="282800"/>
            </a:xfrm>
            <a:custGeom>
              <a:rect b="b" l="l" r="r" t="t"/>
              <a:pathLst>
                <a:path extrusionOk="0" h="11312" w="7371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7" name="Google Shape;7137;p66"/>
            <p:cNvSpPr/>
            <p:nvPr/>
          </p:nvSpPr>
          <p:spPr>
            <a:xfrm>
              <a:off x="4399650" y="1275000"/>
              <a:ext cx="125925" cy="62825"/>
            </a:xfrm>
            <a:custGeom>
              <a:rect b="b" l="l" r="r" t="t"/>
              <a:pathLst>
                <a:path extrusionOk="0" h="2513" w="5037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8" name="Google Shape;7138;p66"/>
            <p:cNvSpPr/>
            <p:nvPr/>
          </p:nvSpPr>
          <p:spPr>
            <a:xfrm>
              <a:off x="4213300" y="950850"/>
              <a:ext cx="37250" cy="77700"/>
            </a:xfrm>
            <a:custGeom>
              <a:rect b="b" l="l" r="r" t="t"/>
              <a:pathLst>
                <a:path extrusionOk="0" h="3108" w="149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9" name="Google Shape;7139;p66"/>
            <p:cNvSpPr/>
            <p:nvPr/>
          </p:nvSpPr>
          <p:spPr>
            <a:xfrm>
              <a:off x="4248425" y="939825"/>
              <a:ext cx="7475" cy="3600"/>
            </a:xfrm>
            <a:custGeom>
              <a:rect b="b" l="l" r="r" t="t"/>
              <a:pathLst>
                <a:path extrusionOk="0" h="144" w="299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0" name="Google Shape;7140;p66"/>
            <p:cNvSpPr/>
            <p:nvPr/>
          </p:nvSpPr>
          <p:spPr>
            <a:xfrm>
              <a:off x="4253500" y="942650"/>
              <a:ext cx="181900" cy="74600"/>
            </a:xfrm>
            <a:custGeom>
              <a:rect b="b" l="l" r="r" t="t"/>
              <a:pathLst>
                <a:path extrusionOk="0" h="2984" w="7276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1" name="Google Shape;7141;p66"/>
            <p:cNvSpPr/>
            <p:nvPr/>
          </p:nvSpPr>
          <p:spPr>
            <a:xfrm>
              <a:off x="4459775" y="1021675"/>
              <a:ext cx="198850" cy="82475"/>
            </a:xfrm>
            <a:custGeom>
              <a:rect b="b" l="l" r="r" t="t"/>
              <a:pathLst>
                <a:path extrusionOk="0" h="3299" w="7954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2" name="Google Shape;7142;p66"/>
            <p:cNvSpPr/>
            <p:nvPr/>
          </p:nvSpPr>
          <p:spPr>
            <a:xfrm>
              <a:off x="4418400" y="939825"/>
              <a:ext cx="27100" cy="67300"/>
            </a:xfrm>
            <a:custGeom>
              <a:rect b="b" l="l" r="r" t="t"/>
              <a:pathLst>
                <a:path extrusionOk="0" h="2692" w="1084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3" name="Google Shape;7143;p66"/>
            <p:cNvSpPr/>
            <p:nvPr/>
          </p:nvSpPr>
          <p:spPr>
            <a:xfrm>
              <a:off x="4448750" y="1033600"/>
              <a:ext cx="82475" cy="232175"/>
            </a:xfrm>
            <a:custGeom>
              <a:rect b="b" l="l" r="r" t="t"/>
              <a:pathLst>
                <a:path extrusionOk="0" h="9287" w="3299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4" name="Google Shape;7144;p66"/>
            <p:cNvSpPr/>
            <p:nvPr/>
          </p:nvSpPr>
          <p:spPr>
            <a:xfrm>
              <a:off x="4530625" y="1282125"/>
              <a:ext cx="42875" cy="110750"/>
            </a:xfrm>
            <a:custGeom>
              <a:rect b="b" l="l" r="r" t="t"/>
              <a:pathLst>
                <a:path extrusionOk="0" h="4430" w="1715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5" name="Google Shape;7145;p66"/>
            <p:cNvSpPr/>
            <p:nvPr/>
          </p:nvSpPr>
          <p:spPr>
            <a:xfrm>
              <a:off x="4539550" y="1228550"/>
              <a:ext cx="81275" cy="44675"/>
            </a:xfrm>
            <a:custGeom>
              <a:rect b="b" l="l" r="r" t="t"/>
              <a:pathLst>
                <a:path extrusionOk="0" h="1787" w="3251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6" name="Google Shape;7146;p66"/>
            <p:cNvSpPr/>
            <p:nvPr/>
          </p:nvSpPr>
          <p:spPr>
            <a:xfrm>
              <a:off x="4665450" y="1102950"/>
              <a:ext cx="99750" cy="35750"/>
            </a:xfrm>
            <a:custGeom>
              <a:rect b="b" l="l" r="r" t="t"/>
              <a:pathLst>
                <a:path extrusionOk="0" h="1430" w="399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7" name="Google Shape;7147;p66"/>
            <p:cNvSpPr/>
            <p:nvPr/>
          </p:nvSpPr>
          <p:spPr>
            <a:xfrm>
              <a:off x="4576150" y="1236000"/>
              <a:ext cx="52125" cy="157775"/>
            </a:xfrm>
            <a:custGeom>
              <a:rect b="b" l="l" r="r" t="t"/>
              <a:pathLst>
                <a:path extrusionOk="0" h="6311" w="2085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8" name="Google Shape;7148;p66"/>
            <p:cNvSpPr/>
            <p:nvPr/>
          </p:nvSpPr>
          <p:spPr>
            <a:xfrm>
              <a:off x="4627050" y="1106525"/>
              <a:ext cx="36050" cy="112225"/>
            </a:xfrm>
            <a:custGeom>
              <a:rect b="b" l="l" r="r" t="t"/>
              <a:pathLst>
                <a:path extrusionOk="0" h="4489" w="1442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9" name="Google Shape;7149;p66"/>
            <p:cNvSpPr/>
            <p:nvPr/>
          </p:nvSpPr>
          <p:spPr>
            <a:xfrm>
              <a:off x="4658600" y="939825"/>
              <a:ext cx="18475" cy="159275"/>
            </a:xfrm>
            <a:custGeom>
              <a:rect b="b" l="l" r="r" t="t"/>
              <a:pathLst>
                <a:path extrusionOk="0" h="6371" w="739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0" name="Google Shape;7150;p66"/>
            <p:cNvSpPr/>
            <p:nvPr/>
          </p:nvSpPr>
          <p:spPr>
            <a:xfrm>
              <a:off x="4752075" y="939825"/>
              <a:ext cx="37225" cy="176550"/>
            </a:xfrm>
            <a:custGeom>
              <a:rect b="b" l="l" r="r" t="t"/>
              <a:pathLst>
                <a:path extrusionOk="0" h="7062" w="1489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1" name="Google Shape;7151;p66"/>
            <p:cNvSpPr/>
            <p:nvPr/>
          </p:nvSpPr>
          <p:spPr>
            <a:xfrm>
              <a:off x="4804450" y="989825"/>
              <a:ext cx="88725" cy="131000"/>
            </a:xfrm>
            <a:custGeom>
              <a:rect b="b" l="l" r="r" t="t"/>
              <a:pathLst>
                <a:path extrusionOk="0" h="5240" w="3549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2" name="Google Shape;7152;p66"/>
            <p:cNvSpPr/>
            <p:nvPr/>
          </p:nvSpPr>
          <p:spPr>
            <a:xfrm>
              <a:off x="4897925" y="939825"/>
              <a:ext cx="29775" cy="37525"/>
            </a:xfrm>
            <a:custGeom>
              <a:rect b="b" l="l" r="r" t="t"/>
              <a:pathLst>
                <a:path extrusionOk="0" h="1501" w="1191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3" name="Google Shape;7153;p66"/>
            <p:cNvSpPr/>
            <p:nvPr/>
          </p:nvSpPr>
          <p:spPr>
            <a:xfrm>
              <a:off x="4904775" y="979125"/>
              <a:ext cx="209875" cy="36925"/>
            </a:xfrm>
            <a:custGeom>
              <a:rect b="b" l="l" r="r" t="t"/>
              <a:pathLst>
                <a:path extrusionOk="0" h="1477" w="8395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4" name="Google Shape;7154;p66"/>
            <p:cNvSpPr/>
            <p:nvPr/>
          </p:nvSpPr>
          <p:spPr>
            <a:xfrm>
              <a:off x="5115500" y="939825"/>
              <a:ext cx="73850" cy="73250"/>
            </a:xfrm>
            <a:custGeom>
              <a:rect b="b" l="l" r="r" t="t"/>
              <a:pathLst>
                <a:path extrusionOk="0" h="2930" w="2954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5" name="Google Shape;7155;p66"/>
            <p:cNvSpPr/>
            <p:nvPr/>
          </p:nvSpPr>
          <p:spPr>
            <a:xfrm>
              <a:off x="4996450" y="939825"/>
              <a:ext cx="347975" cy="224175"/>
            </a:xfrm>
            <a:custGeom>
              <a:rect b="b" l="l" r="r" t="t"/>
              <a:pathLst>
                <a:path extrusionOk="0" h="8967" w="13919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6" name="Google Shape;7156;p66"/>
            <p:cNvSpPr/>
            <p:nvPr/>
          </p:nvSpPr>
          <p:spPr>
            <a:xfrm>
              <a:off x="5192300" y="939825"/>
              <a:ext cx="157775" cy="220900"/>
            </a:xfrm>
            <a:custGeom>
              <a:rect b="b" l="l" r="r" t="t"/>
              <a:pathLst>
                <a:path extrusionOk="0" h="8836" w="6311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7" name="Google Shape;7157;p66"/>
            <p:cNvSpPr/>
            <p:nvPr/>
          </p:nvSpPr>
          <p:spPr>
            <a:xfrm>
              <a:off x="5357500" y="995500"/>
              <a:ext cx="208675" cy="168500"/>
            </a:xfrm>
            <a:custGeom>
              <a:rect b="b" l="l" r="r" t="t"/>
              <a:pathLst>
                <a:path extrusionOk="0" h="6740" w="8347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8" name="Google Shape;7158;p66"/>
            <p:cNvSpPr/>
            <p:nvPr/>
          </p:nvSpPr>
          <p:spPr>
            <a:xfrm>
              <a:off x="5531925" y="939825"/>
              <a:ext cx="36650" cy="39025"/>
            </a:xfrm>
            <a:custGeom>
              <a:rect b="b" l="l" r="r" t="t"/>
              <a:pathLst>
                <a:path extrusionOk="0" h="1561" w="1466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9" name="Google Shape;7159;p66"/>
            <p:cNvSpPr/>
            <p:nvPr/>
          </p:nvSpPr>
          <p:spPr>
            <a:xfrm>
              <a:off x="5412275" y="940125"/>
              <a:ext cx="30075" cy="14900"/>
            </a:xfrm>
            <a:custGeom>
              <a:rect b="b" l="l" r="r" t="t"/>
              <a:pathLst>
                <a:path extrusionOk="0" h="596" w="1203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0" name="Google Shape;7160;p66"/>
            <p:cNvSpPr/>
            <p:nvPr/>
          </p:nvSpPr>
          <p:spPr>
            <a:xfrm>
              <a:off x="5448000" y="940125"/>
              <a:ext cx="7750" cy="6575"/>
            </a:xfrm>
            <a:custGeom>
              <a:rect b="b" l="l" r="r" t="t"/>
              <a:pathLst>
                <a:path extrusionOk="0" h="263" w="31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1" name="Google Shape;7161;p66"/>
            <p:cNvSpPr/>
            <p:nvPr/>
          </p:nvSpPr>
          <p:spPr>
            <a:xfrm>
              <a:off x="5654850" y="939825"/>
              <a:ext cx="128625" cy="201250"/>
            </a:xfrm>
            <a:custGeom>
              <a:rect b="b" l="l" r="r" t="t"/>
              <a:pathLst>
                <a:path extrusionOk="0" h="8050" w="5145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2" name="Google Shape;7162;p66"/>
            <p:cNvSpPr/>
            <p:nvPr/>
          </p:nvSpPr>
          <p:spPr>
            <a:xfrm>
              <a:off x="5575375" y="939825"/>
              <a:ext cx="14925" cy="36050"/>
            </a:xfrm>
            <a:custGeom>
              <a:rect b="b" l="l" r="r" t="t"/>
              <a:pathLst>
                <a:path extrusionOk="0" h="1442" w="597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3" name="Google Shape;7163;p66"/>
            <p:cNvSpPr/>
            <p:nvPr/>
          </p:nvSpPr>
          <p:spPr>
            <a:xfrm>
              <a:off x="5742075" y="939825"/>
              <a:ext cx="47350" cy="198275"/>
            </a:xfrm>
            <a:custGeom>
              <a:rect b="b" l="l" r="r" t="t"/>
              <a:pathLst>
                <a:path extrusionOk="0" h="7931" w="1894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4" name="Google Shape;7164;p66"/>
            <p:cNvSpPr/>
            <p:nvPr/>
          </p:nvSpPr>
          <p:spPr>
            <a:xfrm>
              <a:off x="5789400" y="1164550"/>
              <a:ext cx="90525" cy="353650"/>
            </a:xfrm>
            <a:custGeom>
              <a:rect b="b" l="l" r="r" t="t"/>
              <a:pathLst>
                <a:path extrusionOk="0" h="14146" w="3621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5" name="Google Shape;7165;p66"/>
            <p:cNvSpPr/>
            <p:nvPr/>
          </p:nvSpPr>
          <p:spPr>
            <a:xfrm>
              <a:off x="6017400" y="939525"/>
              <a:ext cx="8075" cy="4500"/>
            </a:xfrm>
            <a:custGeom>
              <a:rect b="b" l="l" r="r" t="t"/>
              <a:pathLst>
                <a:path extrusionOk="0" h="180" w="323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6" name="Google Shape;7166;p66"/>
            <p:cNvSpPr/>
            <p:nvPr/>
          </p:nvSpPr>
          <p:spPr>
            <a:xfrm>
              <a:off x="5798625" y="956500"/>
              <a:ext cx="225350" cy="187850"/>
            </a:xfrm>
            <a:custGeom>
              <a:rect b="b" l="l" r="r" t="t"/>
              <a:pathLst>
                <a:path extrusionOk="0" h="7514" w="9014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7" name="Google Shape;7167;p66"/>
            <p:cNvSpPr/>
            <p:nvPr/>
          </p:nvSpPr>
          <p:spPr>
            <a:xfrm>
              <a:off x="6031700" y="959775"/>
              <a:ext cx="71750" cy="111650"/>
            </a:xfrm>
            <a:custGeom>
              <a:rect b="b" l="l" r="r" t="t"/>
              <a:pathLst>
                <a:path extrusionOk="0" h="4466" w="287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8" name="Google Shape;7168;p66"/>
            <p:cNvSpPr/>
            <p:nvPr/>
          </p:nvSpPr>
          <p:spPr>
            <a:xfrm>
              <a:off x="6036450" y="939825"/>
              <a:ext cx="12825" cy="7475"/>
            </a:xfrm>
            <a:custGeom>
              <a:rect b="b" l="l" r="r" t="t"/>
              <a:pathLst>
                <a:path extrusionOk="0" h="299" w="513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9" name="Google Shape;7169;p66"/>
            <p:cNvSpPr/>
            <p:nvPr/>
          </p:nvSpPr>
          <p:spPr>
            <a:xfrm>
              <a:off x="5965325" y="1184200"/>
              <a:ext cx="453050" cy="198075"/>
            </a:xfrm>
            <a:custGeom>
              <a:rect b="b" l="l" r="r" t="t"/>
              <a:pathLst>
                <a:path extrusionOk="0" h="7923" w="18122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0" name="Google Shape;7170;p66"/>
            <p:cNvSpPr/>
            <p:nvPr/>
          </p:nvSpPr>
          <p:spPr>
            <a:xfrm>
              <a:off x="6126650" y="939825"/>
              <a:ext cx="68775" cy="119975"/>
            </a:xfrm>
            <a:custGeom>
              <a:rect b="b" l="l" r="r" t="t"/>
              <a:pathLst>
                <a:path extrusionOk="0" h="4799" w="2751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1" name="Google Shape;7171;p66"/>
            <p:cNvSpPr/>
            <p:nvPr/>
          </p:nvSpPr>
          <p:spPr>
            <a:xfrm>
              <a:off x="5887625" y="1106525"/>
              <a:ext cx="218800" cy="414050"/>
            </a:xfrm>
            <a:custGeom>
              <a:rect b="b" l="l" r="r" t="t"/>
              <a:pathLst>
                <a:path extrusionOk="0" h="16562" w="8752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2" name="Google Shape;7172;p66"/>
            <p:cNvSpPr/>
            <p:nvPr/>
          </p:nvSpPr>
          <p:spPr>
            <a:xfrm>
              <a:off x="4762775" y="1114700"/>
              <a:ext cx="59275" cy="58100"/>
            </a:xfrm>
            <a:custGeom>
              <a:rect b="b" l="l" r="r" t="t"/>
              <a:pathLst>
                <a:path extrusionOk="0" h="2324" w="2371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3" name="Google Shape;7173;p66"/>
            <p:cNvSpPr/>
            <p:nvPr/>
          </p:nvSpPr>
          <p:spPr>
            <a:xfrm>
              <a:off x="4558600" y="1391375"/>
              <a:ext cx="30975" cy="29875"/>
            </a:xfrm>
            <a:custGeom>
              <a:rect b="b" l="l" r="r" t="t"/>
              <a:pathLst>
                <a:path extrusionOk="0" h="1195" w="1239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4" name="Google Shape;7174;p66"/>
            <p:cNvSpPr/>
            <p:nvPr/>
          </p:nvSpPr>
          <p:spPr>
            <a:xfrm>
              <a:off x="4196350" y="1025325"/>
              <a:ext cx="30075" cy="30150"/>
            </a:xfrm>
            <a:custGeom>
              <a:rect b="b" l="l" r="r" t="t"/>
              <a:pathLst>
                <a:path extrusionOk="0" h="1206" w="1203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5" name="Google Shape;7175;p66"/>
            <p:cNvSpPr/>
            <p:nvPr/>
          </p:nvSpPr>
          <p:spPr>
            <a:xfrm>
              <a:off x="4432100" y="1005225"/>
              <a:ext cx="30075" cy="29900"/>
            </a:xfrm>
            <a:custGeom>
              <a:rect b="b" l="l" r="r" t="t"/>
              <a:pathLst>
                <a:path extrusionOk="0" h="1196" w="1203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6" name="Google Shape;7176;p66"/>
            <p:cNvSpPr/>
            <p:nvPr/>
          </p:nvSpPr>
          <p:spPr>
            <a:xfrm>
              <a:off x="4392800" y="1332150"/>
              <a:ext cx="9850" cy="10525"/>
            </a:xfrm>
            <a:custGeom>
              <a:rect b="b" l="l" r="r" t="t"/>
              <a:pathLst>
                <a:path extrusionOk="0" h="421" w="394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7" name="Google Shape;7177;p66"/>
            <p:cNvSpPr/>
            <p:nvPr/>
          </p:nvSpPr>
          <p:spPr>
            <a:xfrm>
              <a:off x="5860550" y="1516575"/>
              <a:ext cx="42275" cy="40975"/>
            </a:xfrm>
            <a:custGeom>
              <a:rect b="b" l="l" r="r" t="t"/>
              <a:pathLst>
                <a:path extrusionOk="0" h="1639" w="1691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8" name="Google Shape;7178;p66"/>
            <p:cNvSpPr/>
            <p:nvPr/>
          </p:nvSpPr>
          <p:spPr>
            <a:xfrm>
              <a:off x="5775700" y="1136275"/>
              <a:ext cx="29800" cy="28900"/>
            </a:xfrm>
            <a:custGeom>
              <a:rect b="b" l="l" r="r" t="t"/>
              <a:pathLst>
                <a:path extrusionOk="0" h="1156" w="1192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9" name="Google Shape;7179;p66"/>
            <p:cNvSpPr/>
            <p:nvPr/>
          </p:nvSpPr>
          <p:spPr>
            <a:xfrm>
              <a:off x="5559325" y="973750"/>
              <a:ext cx="30375" cy="28950"/>
            </a:xfrm>
            <a:custGeom>
              <a:rect b="b" l="l" r="r" t="t"/>
              <a:pathLst>
                <a:path extrusionOk="0" h="1158" w="1215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0" name="Google Shape;7180;p66"/>
            <p:cNvSpPr/>
            <p:nvPr/>
          </p:nvSpPr>
          <p:spPr>
            <a:xfrm>
              <a:off x="4618425" y="1217425"/>
              <a:ext cx="22050" cy="20375"/>
            </a:xfrm>
            <a:custGeom>
              <a:rect b="b" l="l" r="r" t="t"/>
              <a:pathLst>
                <a:path extrusionOk="0" h="815" w="882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1" name="Google Shape;7181;p66"/>
            <p:cNvSpPr/>
            <p:nvPr/>
          </p:nvSpPr>
          <p:spPr>
            <a:xfrm>
              <a:off x="5439650" y="946275"/>
              <a:ext cx="21175" cy="20375"/>
            </a:xfrm>
            <a:custGeom>
              <a:rect b="b" l="l" r="r" t="t"/>
              <a:pathLst>
                <a:path extrusionOk="0" h="815" w="847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2" name="Google Shape;7182;p66"/>
            <p:cNvSpPr/>
            <p:nvPr/>
          </p:nvSpPr>
          <p:spPr>
            <a:xfrm>
              <a:off x="5341125" y="1157350"/>
              <a:ext cx="21450" cy="20100"/>
            </a:xfrm>
            <a:custGeom>
              <a:rect b="b" l="l" r="r" t="t"/>
              <a:pathLst>
                <a:path extrusionOk="0" h="804" w="858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3" name="Google Shape;7183;p66"/>
            <p:cNvSpPr/>
            <p:nvPr/>
          </p:nvSpPr>
          <p:spPr>
            <a:xfrm>
              <a:off x="4884825" y="973175"/>
              <a:ext cx="20850" cy="20850"/>
            </a:xfrm>
            <a:custGeom>
              <a:rect b="b" l="l" r="r" t="t"/>
              <a:pathLst>
                <a:path extrusionOk="0" h="834" w="834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4" name="Google Shape;7184;p66"/>
            <p:cNvSpPr/>
            <p:nvPr/>
          </p:nvSpPr>
          <p:spPr>
            <a:xfrm>
              <a:off x="3994525" y="940125"/>
              <a:ext cx="20575" cy="10200"/>
            </a:xfrm>
            <a:custGeom>
              <a:rect b="b" l="l" r="r" t="t"/>
              <a:pathLst>
                <a:path extrusionOk="0" h="408" w="823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5" name="Google Shape;7185;p66"/>
            <p:cNvSpPr/>
            <p:nvPr/>
          </p:nvSpPr>
          <p:spPr>
            <a:xfrm>
              <a:off x="4521100" y="1262650"/>
              <a:ext cx="21150" cy="20400"/>
            </a:xfrm>
            <a:custGeom>
              <a:rect b="b" l="l" r="r" t="t"/>
              <a:pathLst>
                <a:path extrusionOk="0" h="816" w="846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6" name="Google Shape;7186;p66"/>
            <p:cNvSpPr/>
            <p:nvPr/>
          </p:nvSpPr>
          <p:spPr>
            <a:xfrm>
              <a:off x="3877250" y="1014750"/>
              <a:ext cx="22050" cy="20675"/>
            </a:xfrm>
            <a:custGeom>
              <a:rect b="b" l="l" r="r" t="t"/>
              <a:pathLst>
                <a:path extrusionOk="0" h="827" w="882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7" name="Google Shape;7187;p66"/>
            <p:cNvSpPr/>
            <p:nvPr/>
          </p:nvSpPr>
          <p:spPr>
            <a:xfrm>
              <a:off x="6017400" y="939525"/>
              <a:ext cx="25025" cy="23025"/>
            </a:xfrm>
            <a:custGeom>
              <a:rect b="b" l="l" r="r" t="t"/>
              <a:pathLst>
                <a:path extrusionOk="0" h="921" w="1001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8" name="Google Shape;7188;p66"/>
            <p:cNvSpPr/>
            <p:nvPr/>
          </p:nvSpPr>
          <p:spPr>
            <a:xfrm>
              <a:off x="4869650" y="949325"/>
              <a:ext cx="12825" cy="12000"/>
            </a:xfrm>
            <a:custGeom>
              <a:rect b="b" l="l" r="r" t="t"/>
              <a:pathLst>
                <a:path extrusionOk="0" h="480" w="513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9" name="Google Shape;7189;p66"/>
            <p:cNvSpPr/>
            <p:nvPr/>
          </p:nvSpPr>
          <p:spPr>
            <a:xfrm>
              <a:off x="4743150" y="1107375"/>
              <a:ext cx="12225" cy="12000"/>
            </a:xfrm>
            <a:custGeom>
              <a:rect b="b" l="l" r="r" t="t"/>
              <a:pathLst>
                <a:path extrusionOk="0" h="480" w="489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0" name="Google Shape;7190;p66"/>
            <p:cNvSpPr/>
            <p:nvPr/>
          </p:nvSpPr>
          <p:spPr>
            <a:xfrm>
              <a:off x="4242175" y="940725"/>
              <a:ext cx="12525" cy="11700"/>
            </a:xfrm>
            <a:custGeom>
              <a:rect b="b" l="l" r="r" t="t"/>
              <a:pathLst>
                <a:path extrusionOk="0" h="468" w="501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1" name="Google Shape;7191;p66"/>
            <p:cNvSpPr/>
            <p:nvPr/>
          </p:nvSpPr>
          <p:spPr>
            <a:xfrm>
              <a:off x="4657125" y="1097575"/>
              <a:ext cx="11925" cy="11350"/>
            </a:xfrm>
            <a:custGeom>
              <a:rect b="b" l="l" r="r" t="t"/>
              <a:pathLst>
                <a:path extrusionOk="0" h="454" w="477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2" name="Google Shape;7192;p66"/>
            <p:cNvSpPr/>
            <p:nvPr/>
          </p:nvSpPr>
          <p:spPr>
            <a:xfrm>
              <a:off x="5125025" y="1028500"/>
              <a:ext cx="12525" cy="12050"/>
            </a:xfrm>
            <a:custGeom>
              <a:rect b="b" l="l" r="r" t="t"/>
              <a:pathLst>
                <a:path extrusionOk="0" h="482" w="501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3" name="Google Shape;7193;p66"/>
            <p:cNvSpPr/>
            <p:nvPr/>
          </p:nvSpPr>
          <p:spPr>
            <a:xfrm>
              <a:off x="6093300" y="1058450"/>
              <a:ext cx="60150" cy="57725"/>
            </a:xfrm>
            <a:custGeom>
              <a:rect b="b" l="l" r="r" t="t"/>
              <a:pathLst>
                <a:path extrusionOk="0" h="2309" w="2406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194" name="Google Shape;7194;p66"/>
          <p:cNvGrpSpPr/>
          <p:nvPr/>
        </p:nvGrpSpPr>
        <p:grpSpPr>
          <a:xfrm flipH="1">
            <a:off x="7" y="-168"/>
            <a:ext cx="9532268" cy="2318335"/>
            <a:chOff x="3877250" y="939525"/>
            <a:chExt cx="2541125" cy="618025"/>
          </a:xfrm>
        </p:grpSpPr>
        <p:sp>
          <p:nvSpPr>
            <p:cNvPr id="7195" name="Google Shape;7195;p66"/>
            <p:cNvSpPr/>
            <p:nvPr/>
          </p:nvSpPr>
          <p:spPr>
            <a:xfrm>
              <a:off x="4697300" y="939825"/>
              <a:ext cx="57475" cy="13725"/>
            </a:xfrm>
            <a:custGeom>
              <a:rect b="b" l="l" r="r" t="t"/>
              <a:pathLst>
                <a:path extrusionOk="0" h="549" w="2299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6" name="Google Shape;7196;p66"/>
            <p:cNvSpPr/>
            <p:nvPr/>
          </p:nvSpPr>
          <p:spPr>
            <a:xfrm>
              <a:off x="4760400" y="947875"/>
              <a:ext cx="126525" cy="36025"/>
            </a:xfrm>
            <a:custGeom>
              <a:rect b="b" l="l" r="r" t="t"/>
              <a:pathLst>
                <a:path extrusionOk="0" h="1441" w="5061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7" name="Google Shape;7197;p66"/>
            <p:cNvSpPr/>
            <p:nvPr/>
          </p:nvSpPr>
          <p:spPr>
            <a:xfrm>
              <a:off x="3888875" y="939825"/>
              <a:ext cx="51500" cy="75925"/>
            </a:xfrm>
            <a:custGeom>
              <a:rect b="b" l="l" r="r" t="t"/>
              <a:pathLst>
                <a:path extrusionOk="0" h="3037" w="206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8" name="Google Shape;7198;p66"/>
            <p:cNvSpPr/>
            <p:nvPr/>
          </p:nvSpPr>
          <p:spPr>
            <a:xfrm>
              <a:off x="4222250" y="939825"/>
              <a:ext cx="22050" cy="8950"/>
            </a:xfrm>
            <a:custGeom>
              <a:rect b="b" l="l" r="r" t="t"/>
              <a:pathLst>
                <a:path extrusionOk="0" h="358" w="882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9" name="Google Shape;7199;p66"/>
            <p:cNvSpPr/>
            <p:nvPr/>
          </p:nvSpPr>
          <p:spPr>
            <a:xfrm>
              <a:off x="3894225" y="942800"/>
              <a:ext cx="103300" cy="77725"/>
            </a:xfrm>
            <a:custGeom>
              <a:rect b="b" l="l" r="r" t="t"/>
              <a:pathLst>
                <a:path extrusionOk="0" h="3109" w="4132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0" name="Google Shape;7200;p66"/>
            <p:cNvSpPr/>
            <p:nvPr/>
          </p:nvSpPr>
          <p:spPr>
            <a:xfrm>
              <a:off x="4006450" y="946075"/>
              <a:ext cx="190525" cy="100350"/>
            </a:xfrm>
            <a:custGeom>
              <a:rect b="b" l="l" r="r" t="t"/>
              <a:pathLst>
                <a:path extrusionOk="0" h="4014" w="7621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1" name="Google Shape;7201;p66"/>
            <p:cNvSpPr/>
            <p:nvPr/>
          </p:nvSpPr>
          <p:spPr>
            <a:xfrm>
              <a:off x="3987100" y="939825"/>
              <a:ext cx="8350" cy="4500"/>
            </a:xfrm>
            <a:custGeom>
              <a:rect b="b" l="l" r="r" t="t"/>
              <a:pathLst>
                <a:path extrusionOk="0" h="180" w="334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2" name="Google Shape;7202;p66"/>
            <p:cNvSpPr/>
            <p:nvPr/>
          </p:nvSpPr>
          <p:spPr>
            <a:xfrm>
              <a:off x="4215100" y="1051750"/>
              <a:ext cx="184275" cy="282800"/>
            </a:xfrm>
            <a:custGeom>
              <a:rect b="b" l="l" r="r" t="t"/>
              <a:pathLst>
                <a:path extrusionOk="0" h="11312" w="7371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3" name="Google Shape;7203;p66"/>
            <p:cNvSpPr/>
            <p:nvPr/>
          </p:nvSpPr>
          <p:spPr>
            <a:xfrm>
              <a:off x="4399650" y="1275000"/>
              <a:ext cx="125925" cy="62825"/>
            </a:xfrm>
            <a:custGeom>
              <a:rect b="b" l="l" r="r" t="t"/>
              <a:pathLst>
                <a:path extrusionOk="0" h="2513" w="5037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4" name="Google Shape;7204;p66"/>
            <p:cNvSpPr/>
            <p:nvPr/>
          </p:nvSpPr>
          <p:spPr>
            <a:xfrm>
              <a:off x="4213300" y="950850"/>
              <a:ext cx="37250" cy="77700"/>
            </a:xfrm>
            <a:custGeom>
              <a:rect b="b" l="l" r="r" t="t"/>
              <a:pathLst>
                <a:path extrusionOk="0" h="3108" w="149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5" name="Google Shape;7205;p66"/>
            <p:cNvSpPr/>
            <p:nvPr/>
          </p:nvSpPr>
          <p:spPr>
            <a:xfrm>
              <a:off x="4248425" y="939825"/>
              <a:ext cx="7475" cy="3600"/>
            </a:xfrm>
            <a:custGeom>
              <a:rect b="b" l="l" r="r" t="t"/>
              <a:pathLst>
                <a:path extrusionOk="0" h="144" w="299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6" name="Google Shape;7206;p66"/>
            <p:cNvSpPr/>
            <p:nvPr/>
          </p:nvSpPr>
          <p:spPr>
            <a:xfrm>
              <a:off x="4253500" y="942650"/>
              <a:ext cx="181900" cy="74600"/>
            </a:xfrm>
            <a:custGeom>
              <a:rect b="b" l="l" r="r" t="t"/>
              <a:pathLst>
                <a:path extrusionOk="0" h="2984" w="7276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7" name="Google Shape;7207;p66"/>
            <p:cNvSpPr/>
            <p:nvPr/>
          </p:nvSpPr>
          <p:spPr>
            <a:xfrm>
              <a:off x="4459775" y="1021675"/>
              <a:ext cx="198850" cy="82475"/>
            </a:xfrm>
            <a:custGeom>
              <a:rect b="b" l="l" r="r" t="t"/>
              <a:pathLst>
                <a:path extrusionOk="0" h="3299" w="7954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8" name="Google Shape;7208;p66"/>
            <p:cNvSpPr/>
            <p:nvPr/>
          </p:nvSpPr>
          <p:spPr>
            <a:xfrm>
              <a:off x="4418400" y="939825"/>
              <a:ext cx="27100" cy="67300"/>
            </a:xfrm>
            <a:custGeom>
              <a:rect b="b" l="l" r="r" t="t"/>
              <a:pathLst>
                <a:path extrusionOk="0" h="2692" w="1084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9" name="Google Shape;7209;p66"/>
            <p:cNvSpPr/>
            <p:nvPr/>
          </p:nvSpPr>
          <p:spPr>
            <a:xfrm>
              <a:off x="4448750" y="1033600"/>
              <a:ext cx="82475" cy="232175"/>
            </a:xfrm>
            <a:custGeom>
              <a:rect b="b" l="l" r="r" t="t"/>
              <a:pathLst>
                <a:path extrusionOk="0" h="9287" w="3299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0" name="Google Shape;7210;p66"/>
            <p:cNvSpPr/>
            <p:nvPr/>
          </p:nvSpPr>
          <p:spPr>
            <a:xfrm>
              <a:off x="4530625" y="1282125"/>
              <a:ext cx="42875" cy="110750"/>
            </a:xfrm>
            <a:custGeom>
              <a:rect b="b" l="l" r="r" t="t"/>
              <a:pathLst>
                <a:path extrusionOk="0" h="4430" w="1715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1" name="Google Shape;7211;p66"/>
            <p:cNvSpPr/>
            <p:nvPr/>
          </p:nvSpPr>
          <p:spPr>
            <a:xfrm>
              <a:off x="4539550" y="1228550"/>
              <a:ext cx="81275" cy="44675"/>
            </a:xfrm>
            <a:custGeom>
              <a:rect b="b" l="l" r="r" t="t"/>
              <a:pathLst>
                <a:path extrusionOk="0" h="1787" w="3251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2" name="Google Shape;7212;p66"/>
            <p:cNvSpPr/>
            <p:nvPr/>
          </p:nvSpPr>
          <p:spPr>
            <a:xfrm>
              <a:off x="4665450" y="1102950"/>
              <a:ext cx="99750" cy="35750"/>
            </a:xfrm>
            <a:custGeom>
              <a:rect b="b" l="l" r="r" t="t"/>
              <a:pathLst>
                <a:path extrusionOk="0" h="1430" w="399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3" name="Google Shape;7213;p66"/>
            <p:cNvSpPr/>
            <p:nvPr/>
          </p:nvSpPr>
          <p:spPr>
            <a:xfrm>
              <a:off x="4576150" y="1236000"/>
              <a:ext cx="52125" cy="157775"/>
            </a:xfrm>
            <a:custGeom>
              <a:rect b="b" l="l" r="r" t="t"/>
              <a:pathLst>
                <a:path extrusionOk="0" h="6311" w="2085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4" name="Google Shape;7214;p66"/>
            <p:cNvSpPr/>
            <p:nvPr/>
          </p:nvSpPr>
          <p:spPr>
            <a:xfrm>
              <a:off x="4627050" y="1106525"/>
              <a:ext cx="36050" cy="112225"/>
            </a:xfrm>
            <a:custGeom>
              <a:rect b="b" l="l" r="r" t="t"/>
              <a:pathLst>
                <a:path extrusionOk="0" h="4489" w="1442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5" name="Google Shape;7215;p66"/>
            <p:cNvSpPr/>
            <p:nvPr/>
          </p:nvSpPr>
          <p:spPr>
            <a:xfrm>
              <a:off x="4658600" y="939825"/>
              <a:ext cx="18475" cy="159275"/>
            </a:xfrm>
            <a:custGeom>
              <a:rect b="b" l="l" r="r" t="t"/>
              <a:pathLst>
                <a:path extrusionOk="0" h="6371" w="739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6" name="Google Shape;7216;p66"/>
            <p:cNvSpPr/>
            <p:nvPr/>
          </p:nvSpPr>
          <p:spPr>
            <a:xfrm>
              <a:off x="4752075" y="939825"/>
              <a:ext cx="37225" cy="176550"/>
            </a:xfrm>
            <a:custGeom>
              <a:rect b="b" l="l" r="r" t="t"/>
              <a:pathLst>
                <a:path extrusionOk="0" h="7062" w="1489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7" name="Google Shape;7217;p66"/>
            <p:cNvSpPr/>
            <p:nvPr/>
          </p:nvSpPr>
          <p:spPr>
            <a:xfrm>
              <a:off x="4804450" y="989825"/>
              <a:ext cx="88725" cy="131000"/>
            </a:xfrm>
            <a:custGeom>
              <a:rect b="b" l="l" r="r" t="t"/>
              <a:pathLst>
                <a:path extrusionOk="0" h="5240" w="3549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8" name="Google Shape;7218;p66"/>
            <p:cNvSpPr/>
            <p:nvPr/>
          </p:nvSpPr>
          <p:spPr>
            <a:xfrm>
              <a:off x="4897925" y="939825"/>
              <a:ext cx="29775" cy="37525"/>
            </a:xfrm>
            <a:custGeom>
              <a:rect b="b" l="l" r="r" t="t"/>
              <a:pathLst>
                <a:path extrusionOk="0" h="1501" w="1191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9" name="Google Shape;7219;p66"/>
            <p:cNvSpPr/>
            <p:nvPr/>
          </p:nvSpPr>
          <p:spPr>
            <a:xfrm>
              <a:off x="4904775" y="979125"/>
              <a:ext cx="209875" cy="36925"/>
            </a:xfrm>
            <a:custGeom>
              <a:rect b="b" l="l" r="r" t="t"/>
              <a:pathLst>
                <a:path extrusionOk="0" h="1477" w="8395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0" name="Google Shape;7220;p66"/>
            <p:cNvSpPr/>
            <p:nvPr/>
          </p:nvSpPr>
          <p:spPr>
            <a:xfrm>
              <a:off x="5115500" y="939825"/>
              <a:ext cx="73850" cy="73250"/>
            </a:xfrm>
            <a:custGeom>
              <a:rect b="b" l="l" r="r" t="t"/>
              <a:pathLst>
                <a:path extrusionOk="0" h="2930" w="2954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1" name="Google Shape;7221;p66"/>
            <p:cNvSpPr/>
            <p:nvPr/>
          </p:nvSpPr>
          <p:spPr>
            <a:xfrm>
              <a:off x="4996450" y="939825"/>
              <a:ext cx="347975" cy="224175"/>
            </a:xfrm>
            <a:custGeom>
              <a:rect b="b" l="l" r="r" t="t"/>
              <a:pathLst>
                <a:path extrusionOk="0" h="8967" w="13919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2" name="Google Shape;7222;p66"/>
            <p:cNvSpPr/>
            <p:nvPr/>
          </p:nvSpPr>
          <p:spPr>
            <a:xfrm>
              <a:off x="5192300" y="939825"/>
              <a:ext cx="157775" cy="220900"/>
            </a:xfrm>
            <a:custGeom>
              <a:rect b="b" l="l" r="r" t="t"/>
              <a:pathLst>
                <a:path extrusionOk="0" h="8836" w="6311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3" name="Google Shape;7223;p66"/>
            <p:cNvSpPr/>
            <p:nvPr/>
          </p:nvSpPr>
          <p:spPr>
            <a:xfrm>
              <a:off x="5357500" y="995500"/>
              <a:ext cx="208675" cy="168500"/>
            </a:xfrm>
            <a:custGeom>
              <a:rect b="b" l="l" r="r" t="t"/>
              <a:pathLst>
                <a:path extrusionOk="0" h="6740" w="8347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4" name="Google Shape;7224;p66"/>
            <p:cNvSpPr/>
            <p:nvPr/>
          </p:nvSpPr>
          <p:spPr>
            <a:xfrm>
              <a:off x="5531925" y="939825"/>
              <a:ext cx="36650" cy="39025"/>
            </a:xfrm>
            <a:custGeom>
              <a:rect b="b" l="l" r="r" t="t"/>
              <a:pathLst>
                <a:path extrusionOk="0" h="1561" w="1466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5" name="Google Shape;7225;p66"/>
            <p:cNvSpPr/>
            <p:nvPr/>
          </p:nvSpPr>
          <p:spPr>
            <a:xfrm>
              <a:off x="5412275" y="940125"/>
              <a:ext cx="30075" cy="14900"/>
            </a:xfrm>
            <a:custGeom>
              <a:rect b="b" l="l" r="r" t="t"/>
              <a:pathLst>
                <a:path extrusionOk="0" h="596" w="1203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6" name="Google Shape;7226;p66"/>
            <p:cNvSpPr/>
            <p:nvPr/>
          </p:nvSpPr>
          <p:spPr>
            <a:xfrm>
              <a:off x="5448000" y="940125"/>
              <a:ext cx="7750" cy="6575"/>
            </a:xfrm>
            <a:custGeom>
              <a:rect b="b" l="l" r="r" t="t"/>
              <a:pathLst>
                <a:path extrusionOk="0" h="263" w="31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7" name="Google Shape;7227;p66"/>
            <p:cNvSpPr/>
            <p:nvPr/>
          </p:nvSpPr>
          <p:spPr>
            <a:xfrm>
              <a:off x="5654850" y="939825"/>
              <a:ext cx="128625" cy="201250"/>
            </a:xfrm>
            <a:custGeom>
              <a:rect b="b" l="l" r="r" t="t"/>
              <a:pathLst>
                <a:path extrusionOk="0" h="8050" w="5145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8" name="Google Shape;7228;p66"/>
            <p:cNvSpPr/>
            <p:nvPr/>
          </p:nvSpPr>
          <p:spPr>
            <a:xfrm>
              <a:off x="5575375" y="939825"/>
              <a:ext cx="14925" cy="36050"/>
            </a:xfrm>
            <a:custGeom>
              <a:rect b="b" l="l" r="r" t="t"/>
              <a:pathLst>
                <a:path extrusionOk="0" h="1442" w="597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9" name="Google Shape;7229;p66"/>
            <p:cNvSpPr/>
            <p:nvPr/>
          </p:nvSpPr>
          <p:spPr>
            <a:xfrm>
              <a:off x="5742075" y="939825"/>
              <a:ext cx="47350" cy="198275"/>
            </a:xfrm>
            <a:custGeom>
              <a:rect b="b" l="l" r="r" t="t"/>
              <a:pathLst>
                <a:path extrusionOk="0" h="7931" w="1894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0" name="Google Shape;7230;p66"/>
            <p:cNvSpPr/>
            <p:nvPr/>
          </p:nvSpPr>
          <p:spPr>
            <a:xfrm>
              <a:off x="5789400" y="1164550"/>
              <a:ext cx="90525" cy="353650"/>
            </a:xfrm>
            <a:custGeom>
              <a:rect b="b" l="l" r="r" t="t"/>
              <a:pathLst>
                <a:path extrusionOk="0" h="14146" w="3621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1" name="Google Shape;7231;p66"/>
            <p:cNvSpPr/>
            <p:nvPr/>
          </p:nvSpPr>
          <p:spPr>
            <a:xfrm>
              <a:off x="6017400" y="939525"/>
              <a:ext cx="8075" cy="4500"/>
            </a:xfrm>
            <a:custGeom>
              <a:rect b="b" l="l" r="r" t="t"/>
              <a:pathLst>
                <a:path extrusionOk="0" h="180" w="323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2" name="Google Shape;7232;p66"/>
            <p:cNvSpPr/>
            <p:nvPr/>
          </p:nvSpPr>
          <p:spPr>
            <a:xfrm>
              <a:off x="5798625" y="956500"/>
              <a:ext cx="225350" cy="187850"/>
            </a:xfrm>
            <a:custGeom>
              <a:rect b="b" l="l" r="r" t="t"/>
              <a:pathLst>
                <a:path extrusionOk="0" h="7514" w="9014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3" name="Google Shape;7233;p66"/>
            <p:cNvSpPr/>
            <p:nvPr/>
          </p:nvSpPr>
          <p:spPr>
            <a:xfrm>
              <a:off x="6031700" y="959775"/>
              <a:ext cx="71750" cy="111650"/>
            </a:xfrm>
            <a:custGeom>
              <a:rect b="b" l="l" r="r" t="t"/>
              <a:pathLst>
                <a:path extrusionOk="0" h="4466" w="287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4" name="Google Shape;7234;p66"/>
            <p:cNvSpPr/>
            <p:nvPr/>
          </p:nvSpPr>
          <p:spPr>
            <a:xfrm>
              <a:off x="6036450" y="939825"/>
              <a:ext cx="12825" cy="7475"/>
            </a:xfrm>
            <a:custGeom>
              <a:rect b="b" l="l" r="r" t="t"/>
              <a:pathLst>
                <a:path extrusionOk="0" h="299" w="513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5" name="Google Shape;7235;p66"/>
            <p:cNvSpPr/>
            <p:nvPr/>
          </p:nvSpPr>
          <p:spPr>
            <a:xfrm>
              <a:off x="5965325" y="1184200"/>
              <a:ext cx="453050" cy="198075"/>
            </a:xfrm>
            <a:custGeom>
              <a:rect b="b" l="l" r="r" t="t"/>
              <a:pathLst>
                <a:path extrusionOk="0" h="7923" w="18122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6" name="Google Shape;7236;p66"/>
            <p:cNvSpPr/>
            <p:nvPr/>
          </p:nvSpPr>
          <p:spPr>
            <a:xfrm>
              <a:off x="6126650" y="939825"/>
              <a:ext cx="68775" cy="119975"/>
            </a:xfrm>
            <a:custGeom>
              <a:rect b="b" l="l" r="r" t="t"/>
              <a:pathLst>
                <a:path extrusionOk="0" h="4799" w="2751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7" name="Google Shape;7237;p66"/>
            <p:cNvSpPr/>
            <p:nvPr/>
          </p:nvSpPr>
          <p:spPr>
            <a:xfrm>
              <a:off x="5887625" y="1106525"/>
              <a:ext cx="218800" cy="414050"/>
            </a:xfrm>
            <a:custGeom>
              <a:rect b="b" l="l" r="r" t="t"/>
              <a:pathLst>
                <a:path extrusionOk="0" h="16562" w="8752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8" name="Google Shape;7238;p66"/>
            <p:cNvSpPr/>
            <p:nvPr/>
          </p:nvSpPr>
          <p:spPr>
            <a:xfrm>
              <a:off x="4762775" y="1114700"/>
              <a:ext cx="59275" cy="58100"/>
            </a:xfrm>
            <a:custGeom>
              <a:rect b="b" l="l" r="r" t="t"/>
              <a:pathLst>
                <a:path extrusionOk="0" h="2324" w="2371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9" name="Google Shape;7239;p66"/>
            <p:cNvSpPr/>
            <p:nvPr/>
          </p:nvSpPr>
          <p:spPr>
            <a:xfrm>
              <a:off x="4558600" y="1391375"/>
              <a:ext cx="30975" cy="29875"/>
            </a:xfrm>
            <a:custGeom>
              <a:rect b="b" l="l" r="r" t="t"/>
              <a:pathLst>
                <a:path extrusionOk="0" h="1195" w="1239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0" name="Google Shape;7240;p66"/>
            <p:cNvSpPr/>
            <p:nvPr/>
          </p:nvSpPr>
          <p:spPr>
            <a:xfrm>
              <a:off x="4196350" y="1025325"/>
              <a:ext cx="30075" cy="30150"/>
            </a:xfrm>
            <a:custGeom>
              <a:rect b="b" l="l" r="r" t="t"/>
              <a:pathLst>
                <a:path extrusionOk="0" h="1206" w="1203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1" name="Google Shape;7241;p66"/>
            <p:cNvSpPr/>
            <p:nvPr/>
          </p:nvSpPr>
          <p:spPr>
            <a:xfrm>
              <a:off x="4432100" y="1005225"/>
              <a:ext cx="30075" cy="29900"/>
            </a:xfrm>
            <a:custGeom>
              <a:rect b="b" l="l" r="r" t="t"/>
              <a:pathLst>
                <a:path extrusionOk="0" h="1196" w="1203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2" name="Google Shape;7242;p66"/>
            <p:cNvSpPr/>
            <p:nvPr/>
          </p:nvSpPr>
          <p:spPr>
            <a:xfrm>
              <a:off x="4392800" y="1332150"/>
              <a:ext cx="9850" cy="10525"/>
            </a:xfrm>
            <a:custGeom>
              <a:rect b="b" l="l" r="r" t="t"/>
              <a:pathLst>
                <a:path extrusionOk="0" h="421" w="394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3" name="Google Shape;7243;p66"/>
            <p:cNvSpPr/>
            <p:nvPr/>
          </p:nvSpPr>
          <p:spPr>
            <a:xfrm>
              <a:off x="5860550" y="1516575"/>
              <a:ext cx="42275" cy="40975"/>
            </a:xfrm>
            <a:custGeom>
              <a:rect b="b" l="l" r="r" t="t"/>
              <a:pathLst>
                <a:path extrusionOk="0" h="1639" w="1691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4" name="Google Shape;7244;p66"/>
            <p:cNvSpPr/>
            <p:nvPr/>
          </p:nvSpPr>
          <p:spPr>
            <a:xfrm>
              <a:off x="5775700" y="1136275"/>
              <a:ext cx="29800" cy="28900"/>
            </a:xfrm>
            <a:custGeom>
              <a:rect b="b" l="l" r="r" t="t"/>
              <a:pathLst>
                <a:path extrusionOk="0" h="1156" w="1192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5" name="Google Shape;7245;p66"/>
            <p:cNvSpPr/>
            <p:nvPr/>
          </p:nvSpPr>
          <p:spPr>
            <a:xfrm>
              <a:off x="5559325" y="973750"/>
              <a:ext cx="30375" cy="28950"/>
            </a:xfrm>
            <a:custGeom>
              <a:rect b="b" l="l" r="r" t="t"/>
              <a:pathLst>
                <a:path extrusionOk="0" h="1158" w="1215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6" name="Google Shape;7246;p66"/>
            <p:cNvSpPr/>
            <p:nvPr/>
          </p:nvSpPr>
          <p:spPr>
            <a:xfrm>
              <a:off x="4618425" y="1217425"/>
              <a:ext cx="22050" cy="20375"/>
            </a:xfrm>
            <a:custGeom>
              <a:rect b="b" l="l" r="r" t="t"/>
              <a:pathLst>
                <a:path extrusionOk="0" h="815" w="882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7" name="Google Shape;7247;p66"/>
            <p:cNvSpPr/>
            <p:nvPr/>
          </p:nvSpPr>
          <p:spPr>
            <a:xfrm>
              <a:off x="5439650" y="946275"/>
              <a:ext cx="21175" cy="20375"/>
            </a:xfrm>
            <a:custGeom>
              <a:rect b="b" l="l" r="r" t="t"/>
              <a:pathLst>
                <a:path extrusionOk="0" h="815" w="847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8" name="Google Shape;7248;p66"/>
            <p:cNvSpPr/>
            <p:nvPr/>
          </p:nvSpPr>
          <p:spPr>
            <a:xfrm>
              <a:off x="5341125" y="1157350"/>
              <a:ext cx="21450" cy="20100"/>
            </a:xfrm>
            <a:custGeom>
              <a:rect b="b" l="l" r="r" t="t"/>
              <a:pathLst>
                <a:path extrusionOk="0" h="804" w="858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9" name="Google Shape;7249;p66"/>
            <p:cNvSpPr/>
            <p:nvPr/>
          </p:nvSpPr>
          <p:spPr>
            <a:xfrm>
              <a:off x="4884825" y="973175"/>
              <a:ext cx="20850" cy="20850"/>
            </a:xfrm>
            <a:custGeom>
              <a:rect b="b" l="l" r="r" t="t"/>
              <a:pathLst>
                <a:path extrusionOk="0" h="834" w="834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0" name="Google Shape;7250;p66"/>
            <p:cNvSpPr/>
            <p:nvPr/>
          </p:nvSpPr>
          <p:spPr>
            <a:xfrm>
              <a:off x="3994525" y="940125"/>
              <a:ext cx="20575" cy="10200"/>
            </a:xfrm>
            <a:custGeom>
              <a:rect b="b" l="l" r="r" t="t"/>
              <a:pathLst>
                <a:path extrusionOk="0" h="408" w="823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1" name="Google Shape;7251;p66"/>
            <p:cNvSpPr/>
            <p:nvPr/>
          </p:nvSpPr>
          <p:spPr>
            <a:xfrm>
              <a:off x="4521100" y="1262650"/>
              <a:ext cx="21150" cy="20400"/>
            </a:xfrm>
            <a:custGeom>
              <a:rect b="b" l="l" r="r" t="t"/>
              <a:pathLst>
                <a:path extrusionOk="0" h="816" w="846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2" name="Google Shape;7252;p66"/>
            <p:cNvSpPr/>
            <p:nvPr/>
          </p:nvSpPr>
          <p:spPr>
            <a:xfrm>
              <a:off x="3877250" y="1014750"/>
              <a:ext cx="22050" cy="20675"/>
            </a:xfrm>
            <a:custGeom>
              <a:rect b="b" l="l" r="r" t="t"/>
              <a:pathLst>
                <a:path extrusionOk="0" h="827" w="882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3" name="Google Shape;7253;p66"/>
            <p:cNvSpPr/>
            <p:nvPr/>
          </p:nvSpPr>
          <p:spPr>
            <a:xfrm>
              <a:off x="6017400" y="939525"/>
              <a:ext cx="25025" cy="23025"/>
            </a:xfrm>
            <a:custGeom>
              <a:rect b="b" l="l" r="r" t="t"/>
              <a:pathLst>
                <a:path extrusionOk="0" h="921" w="1001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4" name="Google Shape;7254;p66"/>
            <p:cNvSpPr/>
            <p:nvPr/>
          </p:nvSpPr>
          <p:spPr>
            <a:xfrm>
              <a:off x="4869650" y="949325"/>
              <a:ext cx="12825" cy="12000"/>
            </a:xfrm>
            <a:custGeom>
              <a:rect b="b" l="l" r="r" t="t"/>
              <a:pathLst>
                <a:path extrusionOk="0" h="480" w="513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5" name="Google Shape;7255;p66"/>
            <p:cNvSpPr/>
            <p:nvPr/>
          </p:nvSpPr>
          <p:spPr>
            <a:xfrm>
              <a:off x="4743150" y="1107375"/>
              <a:ext cx="12225" cy="12000"/>
            </a:xfrm>
            <a:custGeom>
              <a:rect b="b" l="l" r="r" t="t"/>
              <a:pathLst>
                <a:path extrusionOk="0" h="480" w="489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6" name="Google Shape;7256;p66"/>
            <p:cNvSpPr/>
            <p:nvPr/>
          </p:nvSpPr>
          <p:spPr>
            <a:xfrm>
              <a:off x="4242175" y="940725"/>
              <a:ext cx="12525" cy="11700"/>
            </a:xfrm>
            <a:custGeom>
              <a:rect b="b" l="l" r="r" t="t"/>
              <a:pathLst>
                <a:path extrusionOk="0" h="468" w="501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7" name="Google Shape;7257;p66"/>
            <p:cNvSpPr/>
            <p:nvPr/>
          </p:nvSpPr>
          <p:spPr>
            <a:xfrm>
              <a:off x="4657125" y="1097575"/>
              <a:ext cx="11925" cy="11350"/>
            </a:xfrm>
            <a:custGeom>
              <a:rect b="b" l="l" r="r" t="t"/>
              <a:pathLst>
                <a:path extrusionOk="0" h="454" w="477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8" name="Google Shape;7258;p66"/>
            <p:cNvSpPr/>
            <p:nvPr/>
          </p:nvSpPr>
          <p:spPr>
            <a:xfrm>
              <a:off x="5125025" y="1028500"/>
              <a:ext cx="12525" cy="12050"/>
            </a:xfrm>
            <a:custGeom>
              <a:rect b="b" l="l" r="r" t="t"/>
              <a:pathLst>
                <a:path extrusionOk="0" h="482" w="501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9" name="Google Shape;7259;p66"/>
            <p:cNvSpPr/>
            <p:nvPr/>
          </p:nvSpPr>
          <p:spPr>
            <a:xfrm>
              <a:off x="6093300" y="1058450"/>
              <a:ext cx="60150" cy="57725"/>
            </a:xfrm>
            <a:custGeom>
              <a:rect b="b" l="l" r="r" t="t"/>
              <a:pathLst>
                <a:path extrusionOk="0" h="2309" w="2406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60" name="Google Shape;7260;p66"/>
          <p:cNvGrpSpPr/>
          <p:nvPr/>
        </p:nvGrpSpPr>
        <p:grpSpPr>
          <a:xfrm>
            <a:off x="15548360" y="9349000"/>
            <a:ext cx="8833925" cy="3656213"/>
            <a:chOff x="4145150" y="2643900"/>
            <a:chExt cx="1914550" cy="792400"/>
          </a:xfrm>
        </p:grpSpPr>
        <p:sp>
          <p:nvSpPr>
            <p:cNvPr id="7261" name="Google Shape;7261;p66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2" name="Google Shape;7262;p66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3" name="Google Shape;7263;p66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4" name="Google Shape;7264;p66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5" name="Google Shape;7265;p66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6" name="Google Shape;7266;p66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7" name="Google Shape;7267;p66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8" name="Google Shape;7268;p66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9" name="Google Shape;7269;p66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0" name="Google Shape;7270;p66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1" name="Google Shape;7271;p66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2" name="Google Shape;7272;p66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3" name="Google Shape;7273;p66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4" name="Google Shape;7274;p66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5" name="Google Shape;7275;p66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6" name="Google Shape;7276;p66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7" name="Google Shape;7277;p66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8" name="Google Shape;7278;p66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9" name="Google Shape;7279;p66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0" name="Google Shape;7280;p66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1" name="Google Shape;7281;p66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2" name="Google Shape;7282;p66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3" name="Google Shape;7283;p66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4" name="Google Shape;7284;p66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5" name="Google Shape;7285;p66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6" name="Google Shape;7286;p66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7" name="Google Shape;7287;p66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8" name="Google Shape;7288;p66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9" name="Google Shape;7289;p66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0" name="Google Shape;7290;p66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1" name="Google Shape;7291;p66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2" name="Google Shape;7292;p66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3" name="Google Shape;7293;p66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4" name="Google Shape;7294;p66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5" name="Google Shape;7295;p66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6" name="Google Shape;7296;p66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7" name="Google Shape;7297;p66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8" name="Google Shape;7298;p66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9" name="Google Shape;7299;p66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0" name="Google Shape;7300;p66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1" name="Google Shape;7301;p66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2" name="Google Shape;7302;p66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3" name="Google Shape;7303;p66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4" name="Google Shape;7304;p66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5" name="Google Shape;7305;p66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6" name="Google Shape;7306;p66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7" name="Google Shape;7307;p66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8" name="Google Shape;7308;p66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9" name="Google Shape;7309;p66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0" name="Google Shape;7310;p66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1" name="Google Shape;7311;p66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2" name="Google Shape;7312;p66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3" name="Google Shape;7313;p66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4" name="Google Shape;7314;p66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5" name="Google Shape;7315;p66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6" name="Google Shape;7316;p66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7" name="Google Shape;7317;p66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8" name="Google Shape;7318;p66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9" name="Google Shape;7319;p66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0" name="Google Shape;7320;p66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1" name="Google Shape;7321;p66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2" name="Google Shape;7322;p66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323" name="Google Shape;7323;p66"/>
          <p:cNvGrpSpPr/>
          <p:nvPr/>
        </p:nvGrpSpPr>
        <p:grpSpPr>
          <a:xfrm flipH="1">
            <a:off x="234" y="9349000"/>
            <a:ext cx="8833925" cy="3656213"/>
            <a:chOff x="4145150" y="2643900"/>
            <a:chExt cx="1914550" cy="792400"/>
          </a:xfrm>
        </p:grpSpPr>
        <p:sp>
          <p:nvSpPr>
            <p:cNvPr id="7324" name="Google Shape;7324;p66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5" name="Google Shape;7325;p66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6" name="Google Shape;7326;p66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7" name="Google Shape;7327;p66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8" name="Google Shape;7328;p66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9" name="Google Shape;7329;p66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0" name="Google Shape;7330;p66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1" name="Google Shape;7331;p66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2" name="Google Shape;7332;p66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3" name="Google Shape;7333;p66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4" name="Google Shape;7334;p66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5" name="Google Shape;7335;p66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6" name="Google Shape;7336;p66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7" name="Google Shape;7337;p66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8" name="Google Shape;7338;p66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9" name="Google Shape;7339;p66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0" name="Google Shape;7340;p66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1" name="Google Shape;7341;p66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2" name="Google Shape;7342;p66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3" name="Google Shape;7343;p66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4" name="Google Shape;7344;p66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5" name="Google Shape;7345;p66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6" name="Google Shape;7346;p66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7" name="Google Shape;7347;p66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8" name="Google Shape;7348;p66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9" name="Google Shape;7349;p66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0" name="Google Shape;7350;p66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1" name="Google Shape;7351;p66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2" name="Google Shape;7352;p66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3" name="Google Shape;7353;p66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4" name="Google Shape;7354;p66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5" name="Google Shape;7355;p66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6" name="Google Shape;7356;p66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7" name="Google Shape;7357;p66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8" name="Google Shape;7358;p66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9" name="Google Shape;7359;p66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0" name="Google Shape;7360;p66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1" name="Google Shape;7361;p66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2" name="Google Shape;7362;p66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3" name="Google Shape;7363;p66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4" name="Google Shape;7364;p66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5" name="Google Shape;7365;p66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6" name="Google Shape;7366;p66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7" name="Google Shape;7367;p66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8" name="Google Shape;7368;p66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9" name="Google Shape;7369;p66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0" name="Google Shape;7370;p66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1" name="Google Shape;7371;p66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2" name="Google Shape;7372;p66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3" name="Google Shape;7373;p66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4" name="Google Shape;7374;p66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5" name="Google Shape;7375;p66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6" name="Google Shape;7376;p66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7" name="Google Shape;7377;p66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8" name="Google Shape;7378;p66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9" name="Google Shape;7379;p66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0" name="Google Shape;7380;p66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1" name="Google Shape;7381;p66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2" name="Google Shape;7382;p66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3" name="Google Shape;7383;p66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4" name="Google Shape;7384;p66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5" name="Google Shape;7385;p66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86" name="Google Shape;7386;p66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7" name="Google Shape;7387;p66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7388" name="Google Shape;7388;p66"/>
          <p:cNvSpPr txBox="1"/>
          <p:nvPr>
            <p:ph idx="2" type="title"/>
          </p:nvPr>
        </p:nvSpPr>
        <p:spPr>
          <a:xfrm>
            <a:off x="1966133" y="7941867"/>
            <a:ext cx="68697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389" name="Google Shape;7389;p66"/>
          <p:cNvSpPr txBox="1"/>
          <p:nvPr>
            <p:ph idx="1" type="subTitle"/>
          </p:nvPr>
        </p:nvSpPr>
        <p:spPr>
          <a:xfrm>
            <a:off x="1966134" y="8802467"/>
            <a:ext cx="68697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390" name="Google Shape;7390;p66"/>
          <p:cNvSpPr txBox="1"/>
          <p:nvPr>
            <p:ph idx="3" type="title"/>
          </p:nvPr>
        </p:nvSpPr>
        <p:spPr>
          <a:xfrm>
            <a:off x="8757401" y="7941867"/>
            <a:ext cx="68697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391" name="Google Shape;7391;p66"/>
          <p:cNvSpPr txBox="1"/>
          <p:nvPr>
            <p:ph idx="4" type="subTitle"/>
          </p:nvPr>
        </p:nvSpPr>
        <p:spPr>
          <a:xfrm>
            <a:off x="8757406" y="8802467"/>
            <a:ext cx="68697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392" name="Google Shape;7392;p66"/>
          <p:cNvSpPr txBox="1"/>
          <p:nvPr>
            <p:ph idx="5" type="title"/>
          </p:nvPr>
        </p:nvSpPr>
        <p:spPr>
          <a:xfrm>
            <a:off x="15548668" y="7941867"/>
            <a:ext cx="68697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393" name="Google Shape;7393;p66"/>
          <p:cNvSpPr txBox="1"/>
          <p:nvPr>
            <p:ph idx="6" type="subTitle"/>
          </p:nvPr>
        </p:nvSpPr>
        <p:spPr>
          <a:xfrm>
            <a:off x="15548678" y="8802467"/>
            <a:ext cx="68697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7394" name="Shape 7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95" name="Google Shape;7395;p67"/>
          <p:cNvGrpSpPr/>
          <p:nvPr/>
        </p:nvGrpSpPr>
        <p:grpSpPr>
          <a:xfrm>
            <a:off x="-239" y="73"/>
            <a:ext cx="5083696" cy="13715692"/>
            <a:chOff x="5970375" y="1301775"/>
            <a:chExt cx="1053725" cy="2842925"/>
          </a:xfrm>
        </p:grpSpPr>
        <p:sp>
          <p:nvSpPr>
            <p:cNvPr id="7396" name="Google Shape;7396;p67"/>
            <p:cNvSpPr/>
            <p:nvPr/>
          </p:nvSpPr>
          <p:spPr>
            <a:xfrm>
              <a:off x="6219225" y="1995325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7" name="Google Shape;7397;p67"/>
            <p:cNvSpPr/>
            <p:nvPr/>
          </p:nvSpPr>
          <p:spPr>
            <a:xfrm>
              <a:off x="6136175" y="2102475"/>
              <a:ext cx="53900" cy="152425"/>
            </a:xfrm>
            <a:custGeom>
              <a:rect b="b" l="l" r="r" t="t"/>
              <a:pathLst>
                <a:path extrusionOk="0" h="6097" w="2156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8" name="Google Shape;7398;p67"/>
            <p:cNvSpPr/>
            <p:nvPr/>
          </p:nvSpPr>
          <p:spPr>
            <a:xfrm>
              <a:off x="6184700" y="2002450"/>
              <a:ext cx="34250" cy="92900"/>
            </a:xfrm>
            <a:custGeom>
              <a:rect b="b" l="l" r="r" t="t"/>
              <a:pathLst>
                <a:path extrusionOk="0" h="3716" w="137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9" name="Google Shape;7399;p67"/>
            <p:cNvSpPr/>
            <p:nvPr/>
          </p:nvSpPr>
          <p:spPr>
            <a:xfrm>
              <a:off x="6221900" y="1997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0" name="Google Shape;7400;p67"/>
            <p:cNvSpPr/>
            <p:nvPr/>
          </p:nvSpPr>
          <p:spPr>
            <a:xfrm>
              <a:off x="6312675" y="2223325"/>
              <a:ext cx="108075" cy="243800"/>
            </a:xfrm>
            <a:custGeom>
              <a:rect b="b" l="l" r="r" t="t"/>
              <a:pathLst>
                <a:path extrusionOk="0" h="9752" w="4323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1" name="Google Shape;7401;p67"/>
            <p:cNvSpPr/>
            <p:nvPr/>
          </p:nvSpPr>
          <p:spPr>
            <a:xfrm>
              <a:off x="6255225" y="2095025"/>
              <a:ext cx="59275" cy="127725"/>
            </a:xfrm>
            <a:custGeom>
              <a:rect b="b" l="l" r="r" t="t"/>
              <a:pathLst>
                <a:path extrusionOk="0" h="5109" w="2371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2" name="Google Shape;7402;p67"/>
            <p:cNvSpPr/>
            <p:nvPr/>
          </p:nvSpPr>
          <p:spPr>
            <a:xfrm>
              <a:off x="6215350" y="1997100"/>
              <a:ext cx="44675" cy="91100"/>
            </a:xfrm>
            <a:custGeom>
              <a:rect b="b" l="l" r="r" t="t"/>
              <a:pathLst>
                <a:path extrusionOk="0" h="3644" w="1787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3" name="Google Shape;7403;p67"/>
            <p:cNvSpPr/>
            <p:nvPr/>
          </p:nvSpPr>
          <p:spPr>
            <a:xfrm>
              <a:off x="6221300" y="1996500"/>
              <a:ext cx="625" cy="625"/>
            </a:xfrm>
            <a:custGeom>
              <a:rect b="b" l="l" r="r" t="t"/>
              <a:pathLst>
                <a:path extrusionOk="0" h="25" w="25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4" name="Google Shape;7404;p67"/>
            <p:cNvSpPr/>
            <p:nvPr/>
          </p:nvSpPr>
          <p:spPr>
            <a:xfrm>
              <a:off x="6220700" y="1995900"/>
              <a:ext cx="325" cy="625"/>
            </a:xfrm>
            <a:custGeom>
              <a:rect b="b" l="l" r="r" t="t"/>
              <a:pathLst>
                <a:path extrusionOk="0" h="25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5" name="Google Shape;7405;p67"/>
            <p:cNvSpPr/>
            <p:nvPr/>
          </p:nvSpPr>
          <p:spPr>
            <a:xfrm>
              <a:off x="6218925" y="1995325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6" name="Google Shape;7406;p67"/>
            <p:cNvSpPr/>
            <p:nvPr/>
          </p:nvSpPr>
          <p:spPr>
            <a:xfrm>
              <a:off x="6231425" y="1302075"/>
              <a:ext cx="94675" cy="169400"/>
            </a:xfrm>
            <a:custGeom>
              <a:rect b="b" l="l" r="r" t="t"/>
              <a:pathLst>
                <a:path extrusionOk="0" h="6776" w="3787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7" name="Google Shape;7407;p67"/>
            <p:cNvSpPr/>
            <p:nvPr/>
          </p:nvSpPr>
          <p:spPr>
            <a:xfrm>
              <a:off x="6115625" y="1301775"/>
              <a:ext cx="69975" cy="103900"/>
            </a:xfrm>
            <a:custGeom>
              <a:rect b="b" l="l" r="r" t="t"/>
              <a:pathLst>
                <a:path extrusionOk="0" h="4156" w="2799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8" name="Google Shape;7408;p67"/>
            <p:cNvSpPr/>
            <p:nvPr/>
          </p:nvSpPr>
          <p:spPr>
            <a:xfrm>
              <a:off x="5970675" y="1427100"/>
              <a:ext cx="136650" cy="81875"/>
            </a:xfrm>
            <a:custGeom>
              <a:rect b="b" l="l" r="r" t="t"/>
              <a:pathLst>
                <a:path extrusionOk="0" h="3275" w="5466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9" name="Google Shape;7409;p67"/>
            <p:cNvSpPr/>
            <p:nvPr/>
          </p:nvSpPr>
          <p:spPr>
            <a:xfrm>
              <a:off x="6136175" y="1427100"/>
              <a:ext cx="92600" cy="51500"/>
            </a:xfrm>
            <a:custGeom>
              <a:rect b="b" l="l" r="r" t="t"/>
              <a:pathLst>
                <a:path extrusionOk="0" h="2060" w="3704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0" name="Google Shape;7410;p67"/>
            <p:cNvSpPr/>
            <p:nvPr/>
          </p:nvSpPr>
          <p:spPr>
            <a:xfrm>
              <a:off x="6237075" y="1476500"/>
              <a:ext cx="274475" cy="138425"/>
            </a:xfrm>
            <a:custGeom>
              <a:rect b="b" l="l" r="r" t="t"/>
              <a:pathLst>
                <a:path extrusionOk="0" h="5537" w="10979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1" name="Google Shape;7411;p67"/>
            <p:cNvSpPr/>
            <p:nvPr/>
          </p:nvSpPr>
          <p:spPr>
            <a:xfrm>
              <a:off x="6132900" y="1482450"/>
              <a:ext cx="104800" cy="217325"/>
            </a:xfrm>
            <a:custGeom>
              <a:rect b="b" l="l" r="r" t="t"/>
              <a:pathLst>
                <a:path extrusionOk="0" h="8693" w="4192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2" name="Google Shape;7412;p67"/>
            <p:cNvSpPr/>
            <p:nvPr/>
          </p:nvSpPr>
          <p:spPr>
            <a:xfrm>
              <a:off x="6007575" y="1728325"/>
              <a:ext cx="116725" cy="237850"/>
            </a:xfrm>
            <a:custGeom>
              <a:rect b="b" l="l" r="r" t="t"/>
              <a:pathLst>
                <a:path extrusionOk="0" h="9514" w="4669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3" name="Google Shape;7413;p67"/>
            <p:cNvSpPr/>
            <p:nvPr/>
          </p:nvSpPr>
          <p:spPr>
            <a:xfrm>
              <a:off x="6143900" y="1616400"/>
              <a:ext cx="367050" cy="96175"/>
            </a:xfrm>
            <a:custGeom>
              <a:rect b="b" l="l" r="r" t="t"/>
              <a:pathLst>
                <a:path extrusionOk="0" h="3847" w="14682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4" name="Google Shape;7414;p67"/>
            <p:cNvSpPr/>
            <p:nvPr/>
          </p:nvSpPr>
          <p:spPr>
            <a:xfrm>
              <a:off x="5970375" y="1714025"/>
              <a:ext cx="140525" cy="44075"/>
            </a:xfrm>
            <a:custGeom>
              <a:rect b="b" l="l" r="r" t="t"/>
              <a:pathLst>
                <a:path extrusionOk="0" h="1763" w="5621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5" name="Google Shape;7415;p67"/>
            <p:cNvSpPr/>
            <p:nvPr/>
          </p:nvSpPr>
          <p:spPr>
            <a:xfrm>
              <a:off x="5970675" y="1973575"/>
              <a:ext cx="37525" cy="103625"/>
            </a:xfrm>
            <a:custGeom>
              <a:rect b="b" l="l" r="r" t="t"/>
              <a:pathLst>
                <a:path extrusionOk="0" h="4145" w="1501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6" name="Google Shape;7416;p67"/>
            <p:cNvSpPr/>
            <p:nvPr/>
          </p:nvSpPr>
          <p:spPr>
            <a:xfrm>
              <a:off x="5970675" y="1952450"/>
              <a:ext cx="34250" cy="18775"/>
            </a:xfrm>
            <a:custGeom>
              <a:rect b="b" l="l" r="r" t="t"/>
              <a:pathLst>
                <a:path extrusionOk="0" h="751" w="137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7" name="Google Shape;7417;p67"/>
            <p:cNvSpPr/>
            <p:nvPr/>
          </p:nvSpPr>
          <p:spPr>
            <a:xfrm>
              <a:off x="6014125" y="1966450"/>
              <a:ext cx="208100" cy="36925"/>
            </a:xfrm>
            <a:custGeom>
              <a:rect b="b" l="l" r="r" t="t"/>
              <a:pathLst>
                <a:path extrusionOk="0" h="1477" w="8324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8" name="Google Shape;7418;p67"/>
            <p:cNvSpPr/>
            <p:nvPr/>
          </p:nvSpPr>
          <p:spPr>
            <a:xfrm>
              <a:off x="5982875" y="2070275"/>
              <a:ext cx="442350" cy="54550"/>
            </a:xfrm>
            <a:custGeom>
              <a:rect b="b" l="l" r="r" t="t"/>
              <a:pathLst>
                <a:path extrusionOk="0" h="2182" w="17694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9" name="Google Shape;7419;p67"/>
            <p:cNvSpPr/>
            <p:nvPr/>
          </p:nvSpPr>
          <p:spPr>
            <a:xfrm>
              <a:off x="5975150" y="2142950"/>
              <a:ext cx="153600" cy="118500"/>
            </a:xfrm>
            <a:custGeom>
              <a:rect b="b" l="l" r="r" t="t"/>
              <a:pathLst>
                <a:path extrusionOk="0" h="4740" w="6144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0" name="Google Shape;7420;p67"/>
            <p:cNvSpPr/>
            <p:nvPr/>
          </p:nvSpPr>
          <p:spPr>
            <a:xfrm>
              <a:off x="6230825" y="2337325"/>
              <a:ext cx="183375" cy="136050"/>
            </a:xfrm>
            <a:custGeom>
              <a:rect b="b" l="l" r="r" t="t"/>
              <a:pathLst>
                <a:path extrusionOk="0" h="5442" w="7335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1" name="Google Shape;7421;p67"/>
            <p:cNvSpPr/>
            <p:nvPr/>
          </p:nvSpPr>
          <p:spPr>
            <a:xfrm>
              <a:off x="6143325" y="2269750"/>
              <a:ext cx="85750" cy="66400"/>
            </a:xfrm>
            <a:custGeom>
              <a:rect b="b" l="l" r="r" t="t"/>
              <a:pathLst>
                <a:path extrusionOk="0" h="2656" w="343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2" name="Google Shape;7422;p67"/>
            <p:cNvSpPr/>
            <p:nvPr/>
          </p:nvSpPr>
          <p:spPr>
            <a:xfrm>
              <a:off x="6078425" y="2276900"/>
              <a:ext cx="62225" cy="254225"/>
            </a:xfrm>
            <a:custGeom>
              <a:rect b="b" l="l" r="r" t="t"/>
              <a:pathLst>
                <a:path extrusionOk="0" h="10169" w="2489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3" name="Google Shape;7423;p67"/>
            <p:cNvSpPr/>
            <p:nvPr/>
          </p:nvSpPr>
          <p:spPr>
            <a:xfrm>
              <a:off x="6173375" y="2632600"/>
              <a:ext cx="89325" cy="90200"/>
            </a:xfrm>
            <a:custGeom>
              <a:rect b="b" l="l" r="r" t="t"/>
              <a:pathLst>
                <a:path extrusionOk="0" h="3608" w="3573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4" name="Google Shape;7424;p67"/>
            <p:cNvSpPr/>
            <p:nvPr/>
          </p:nvSpPr>
          <p:spPr>
            <a:xfrm>
              <a:off x="6264450" y="2726650"/>
              <a:ext cx="124750" cy="133975"/>
            </a:xfrm>
            <a:custGeom>
              <a:rect b="b" l="l" r="r" t="t"/>
              <a:pathLst>
                <a:path extrusionOk="0" h="5359" w="499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5" name="Google Shape;7425;p67"/>
            <p:cNvSpPr/>
            <p:nvPr/>
          </p:nvSpPr>
          <p:spPr>
            <a:xfrm>
              <a:off x="6082000" y="2532575"/>
              <a:ext cx="92900" cy="98250"/>
            </a:xfrm>
            <a:custGeom>
              <a:rect b="b" l="l" r="r" t="t"/>
              <a:pathLst>
                <a:path extrusionOk="0" h="3930" w="3716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6" name="Google Shape;7426;p67"/>
            <p:cNvSpPr/>
            <p:nvPr/>
          </p:nvSpPr>
          <p:spPr>
            <a:xfrm>
              <a:off x="5970975" y="2070325"/>
              <a:ext cx="455725" cy="618550"/>
            </a:xfrm>
            <a:custGeom>
              <a:rect b="b" l="l" r="r" t="t"/>
              <a:pathLst>
                <a:path extrusionOk="0" h="24742" w="18229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7" name="Google Shape;7427;p67"/>
            <p:cNvSpPr/>
            <p:nvPr/>
          </p:nvSpPr>
          <p:spPr>
            <a:xfrm>
              <a:off x="6432625" y="2473600"/>
              <a:ext cx="5700" cy="9000"/>
            </a:xfrm>
            <a:custGeom>
              <a:rect b="b" l="l" r="r" t="t"/>
              <a:pathLst>
                <a:path extrusionOk="0" h="360" w="228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8" name="Google Shape;7428;p67"/>
            <p:cNvSpPr/>
            <p:nvPr/>
          </p:nvSpPr>
          <p:spPr>
            <a:xfrm>
              <a:off x="5970675" y="2486150"/>
              <a:ext cx="441150" cy="271775"/>
            </a:xfrm>
            <a:custGeom>
              <a:rect b="b" l="l" r="r" t="t"/>
              <a:pathLst>
                <a:path extrusionOk="0" h="10871" w="17646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9" name="Google Shape;7429;p67"/>
            <p:cNvSpPr/>
            <p:nvPr/>
          </p:nvSpPr>
          <p:spPr>
            <a:xfrm>
              <a:off x="5970675" y="2940975"/>
              <a:ext cx="97050" cy="144075"/>
            </a:xfrm>
            <a:custGeom>
              <a:rect b="b" l="l" r="r" t="t"/>
              <a:pathLst>
                <a:path extrusionOk="0" h="5763" w="3882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0" name="Google Shape;7430;p67"/>
            <p:cNvSpPr/>
            <p:nvPr/>
          </p:nvSpPr>
          <p:spPr>
            <a:xfrm>
              <a:off x="6244225" y="2877875"/>
              <a:ext cx="142300" cy="98825"/>
            </a:xfrm>
            <a:custGeom>
              <a:rect b="b" l="l" r="r" t="t"/>
              <a:pathLst>
                <a:path extrusionOk="0" h="3953" w="5692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1" name="Google Shape;7431;p67"/>
            <p:cNvSpPr/>
            <p:nvPr/>
          </p:nvSpPr>
          <p:spPr>
            <a:xfrm>
              <a:off x="6087350" y="2980250"/>
              <a:ext cx="158375" cy="109575"/>
            </a:xfrm>
            <a:custGeom>
              <a:rect b="b" l="l" r="r" t="t"/>
              <a:pathLst>
                <a:path extrusionOk="0" h="4383" w="6335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2" name="Google Shape;7432;p67"/>
            <p:cNvSpPr/>
            <p:nvPr/>
          </p:nvSpPr>
          <p:spPr>
            <a:xfrm>
              <a:off x="6127250" y="2732300"/>
              <a:ext cx="137825" cy="205425"/>
            </a:xfrm>
            <a:custGeom>
              <a:rect b="b" l="l" r="r" t="t"/>
              <a:pathLst>
                <a:path extrusionOk="0" h="8217" w="5513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3" name="Google Shape;7433;p67"/>
            <p:cNvSpPr/>
            <p:nvPr/>
          </p:nvSpPr>
          <p:spPr>
            <a:xfrm>
              <a:off x="6263575" y="2486150"/>
              <a:ext cx="153900" cy="243500"/>
            </a:xfrm>
            <a:custGeom>
              <a:rect b="b" l="l" r="r" t="t"/>
              <a:pathLst>
                <a:path extrusionOk="0" h="9740" w="6156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4" name="Google Shape;7434;p67"/>
            <p:cNvSpPr/>
            <p:nvPr/>
          </p:nvSpPr>
          <p:spPr>
            <a:xfrm>
              <a:off x="6396025" y="2489125"/>
              <a:ext cx="29200" cy="364050"/>
            </a:xfrm>
            <a:custGeom>
              <a:rect b="b" l="l" r="r" t="t"/>
              <a:pathLst>
                <a:path extrusionOk="0" h="14562" w="1168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5" name="Google Shape;7435;p67"/>
            <p:cNvSpPr/>
            <p:nvPr/>
          </p:nvSpPr>
          <p:spPr>
            <a:xfrm>
              <a:off x="6426100" y="2483775"/>
              <a:ext cx="571225" cy="679875"/>
            </a:xfrm>
            <a:custGeom>
              <a:rect b="b" l="l" r="r" t="t"/>
              <a:pathLst>
                <a:path extrusionOk="0" h="27195" w="22849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6" name="Google Shape;7436;p67"/>
            <p:cNvSpPr/>
            <p:nvPr/>
          </p:nvSpPr>
          <p:spPr>
            <a:xfrm>
              <a:off x="6408525" y="2878750"/>
              <a:ext cx="217325" cy="182800"/>
            </a:xfrm>
            <a:custGeom>
              <a:rect b="b" l="l" r="r" t="t"/>
              <a:pathLst>
                <a:path extrusionOk="0" h="7312" w="8693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7" name="Google Shape;7437;p67"/>
            <p:cNvSpPr/>
            <p:nvPr/>
          </p:nvSpPr>
          <p:spPr>
            <a:xfrm>
              <a:off x="6323100" y="3003175"/>
              <a:ext cx="1800" cy="1525"/>
            </a:xfrm>
            <a:custGeom>
              <a:rect b="b" l="l" r="r" t="t"/>
              <a:pathLst>
                <a:path extrusionOk="0" h="61" w="72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8" name="Google Shape;7438;p67"/>
            <p:cNvSpPr/>
            <p:nvPr/>
          </p:nvSpPr>
          <p:spPr>
            <a:xfrm>
              <a:off x="6135275" y="2944250"/>
              <a:ext cx="183975" cy="57750"/>
            </a:xfrm>
            <a:custGeom>
              <a:rect b="b" l="l" r="r" t="t"/>
              <a:pathLst>
                <a:path extrusionOk="0" h="2310" w="7359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9" name="Google Shape;7439;p67"/>
            <p:cNvSpPr/>
            <p:nvPr/>
          </p:nvSpPr>
          <p:spPr>
            <a:xfrm>
              <a:off x="6331425" y="3000200"/>
              <a:ext cx="284000" cy="85150"/>
            </a:xfrm>
            <a:custGeom>
              <a:rect b="b" l="l" r="r" t="t"/>
              <a:pathLst>
                <a:path extrusionOk="0" h="3406" w="1136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0" name="Google Shape;7440;p67"/>
            <p:cNvSpPr/>
            <p:nvPr/>
          </p:nvSpPr>
          <p:spPr>
            <a:xfrm>
              <a:off x="6231125" y="2883825"/>
              <a:ext cx="162550" cy="263450"/>
            </a:xfrm>
            <a:custGeom>
              <a:rect b="b" l="l" r="r" t="t"/>
              <a:pathLst>
                <a:path extrusionOk="0" h="10538" w="6502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1" name="Google Shape;7441;p67"/>
            <p:cNvSpPr/>
            <p:nvPr/>
          </p:nvSpPr>
          <p:spPr>
            <a:xfrm>
              <a:off x="5970675" y="3148425"/>
              <a:ext cx="260175" cy="142325"/>
            </a:xfrm>
            <a:custGeom>
              <a:rect b="b" l="l" r="r" t="t"/>
              <a:pathLst>
                <a:path extrusionOk="0" h="5693" w="10407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2" name="Google Shape;7442;p67"/>
            <p:cNvSpPr/>
            <p:nvPr/>
          </p:nvSpPr>
          <p:spPr>
            <a:xfrm>
              <a:off x="6090025" y="3098425"/>
              <a:ext cx="143800" cy="51825"/>
            </a:xfrm>
            <a:custGeom>
              <a:rect b="b" l="l" r="r" t="t"/>
              <a:pathLst>
                <a:path extrusionOk="0" h="2073" w="5752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3" name="Google Shape;7443;p67"/>
            <p:cNvSpPr/>
            <p:nvPr/>
          </p:nvSpPr>
          <p:spPr>
            <a:xfrm>
              <a:off x="6300775" y="3287725"/>
              <a:ext cx="102125" cy="186675"/>
            </a:xfrm>
            <a:custGeom>
              <a:rect b="b" l="l" r="r" t="t"/>
              <a:pathLst>
                <a:path extrusionOk="0" h="7467" w="4085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4" name="Google Shape;7444;p67"/>
            <p:cNvSpPr/>
            <p:nvPr/>
          </p:nvSpPr>
          <p:spPr>
            <a:xfrm>
              <a:off x="6228150" y="3143850"/>
              <a:ext cx="77125" cy="138250"/>
            </a:xfrm>
            <a:custGeom>
              <a:rect b="b" l="l" r="r" t="t"/>
              <a:pathLst>
                <a:path extrusionOk="0" h="5530" w="3085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5" name="Google Shape;7445;p67"/>
            <p:cNvSpPr/>
            <p:nvPr/>
          </p:nvSpPr>
          <p:spPr>
            <a:xfrm>
              <a:off x="6586525" y="3246075"/>
              <a:ext cx="3000" cy="3300"/>
            </a:xfrm>
            <a:custGeom>
              <a:rect b="b" l="l" r="r" t="t"/>
              <a:pathLst>
                <a:path extrusionOk="0" h="132" w="12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6" name="Google Shape;7446;p67"/>
            <p:cNvSpPr/>
            <p:nvPr/>
          </p:nvSpPr>
          <p:spPr>
            <a:xfrm>
              <a:off x="5970675" y="3248450"/>
              <a:ext cx="567350" cy="86050"/>
            </a:xfrm>
            <a:custGeom>
              <a:rect b="b" l="l" r="r" t="t"/>
              <a:pathLst>
                <a:path extrusionOk="0" h="3442" w="22694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7" name="Google Shape;7447;p67"/>
            <p:cNvSpPr/>
            <p:nvPr/>
          </p:nvSpPr>
          <p:spPr>
            <a:xfrm>
              <a:off x="6683850" y="3085625"/>
              <a:ext cx="305425" cy="89325"/>
            </a:xfrm>
            <a:custGeom>
              <a:rect b="b" l="l" r="r" t="t"/>
              <a:pathLst>
                <a:path extrusionOk="0" h="3573" w="12217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8" name="Google Shape;7448;p67"/>
            <p:cNvSpPr/>
            <p:nvPr/>
          </p:nvSpPr>
          <p:spPr>
            <a:xfrm>
              <a:off x="6585025" y="3175825"/>
              <a:ext cx="403650" cy="70850"/>
            </a:xfrm>
            <a:custGeom>
              <a:rect b="b" l="l" r="r" t="t"/>
              <a:pathLst>
                <a:path extrusionOk="0" h="2834" w="16146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9" name="Google Shape;7449;p67"/>
            <p:cNvSpPr/>
            <p:nvPr/>
          </p:nvSpPr>
          <p:spPr>
            <a:xfrm>
              <a:off x="6566575" y="3113300"/>
              <a:ext cx="76525" cy="112850"/>
            </a:xfrm>
            <a:custGeom>
              <a:rect b="b" l="l" r="r" t="t"/>
              <a:pathLst>
                <a:path extrusionOk="0" h="4514" w="3061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0" name="Google Shape;7450;p67"/>
            <p:cNvSpPr/>
            <p:nvPr/>
          </p:nvSpPr>
          <p:spPr>
            <a:xfrm>
              <a:off x="6412700" y="3263025"/>
              <a:ext cx="135750" cy="210775"/>
            </a:xfrm>
            <a:custGeom>
              <a:rect b="b" l="l" r="r" t="t"/>
              <a:pathLst>
                <a:path extrusionOk="0" h="8431" w="543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1" name="Google Shape;7451;p67"/>
            <p:cNvSpPr/>
            <p:nvPr/>
          </p:nvSpPr>
          <p:spPr>
            <a:xfrm>
              <a:off x="6420425" y="3178800"/>
              <a:ext cx="572425" cy="303325"/>
            </a:xfrm>
            <a:custGeom>
              <a:rect b="b" l="l" r="r" t="t"/>
              <a:pathLst>
                <a:path extrusionOk="0" h="12133" w="22897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2" name="Google Shape;7452;p67"/>
            <p:cNvSpPr/>
            <p:nvPr/>
          </p:nvSpPr>
          <p:spPr>
            <a:xfrm>
              <a:off x="6093300" y="3491025"/>
              <a:ext cx="300075" cy="161375"/>
            </a:xfrm>
            <a:custGeom>
              <a:rect b="b" l="l" r="r" t="t"/>
              <a:pathLst>
                <a:path extrusionOk="0" h="6455" w="12003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3" name="Google Shape;7453;p67"/>
            <p:cNvSpPr/>
            <p:nvPr/>
          </p:nvSpPr>
          <p:spPr>
            <a:xfrm>
              <a:off x="6187075" y="3708325"/>
              <a:ext cx="191425" cy="58075"/>
            </a:xfrm>
            <a:custGeom>
              <a:rect b="b" l="l" r="r" t="t"/>
              <a:pathLst>
                <a:path extrusionOk="0" h="2323" w="7657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4" name="Google Shape;7454;p67"/>
            <p:cNvSpPr/>
            <p:nvPr/>
          </p:nvSpPr>
          <p:spPr>
            <a:xfrm>
              <a:off x="5970675" y="3494300"/>
              <a:ext cx="107775" cy="154525"/>
            </a:xfrm>
            <a:custGeom>
              <a:rect b="b" l="l" r="r" t="t"/>
              <a:pathLst>
                <a:path extrusionOk="0" h="6181" w="4311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5" name="Google Shape;7455;p67"/>
            <p:cNvSpPr/>
            <p:nvPr/>
          </p:nvSpPr>
          <p:spPr>
            <a:xfrm>
              <a:off x="5970675" y="3658025"/>
              <a:ext cx="102725" cy="61925"/>
            </a:xfrm>
            <a:custGeom>
              <a:rect b="b" l="l" r="r" t="t"/>
              <a:pathLst>
                <a:path extrusionOk="0" h="2477" w="4109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6" name="Google Shape;7456;p67"/>
            <p:cNvSpPr/>
            <p:nvPr/>
          </p:nvSpPr>
          <p:spPr>
            <a:xfrm>
              <a:off x="6172775" y="3780950"/>
              <a:ext cx="177425" cy="231600"/>
            </a:xfrm>
            <a:custGeom>
              <a:rect b="b" l="l" r="r" t="t"/>
              <a:pathLst>
                <a:path extrusionOk="0" h="9264" w="7097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7" name="Google Shape;7457;p67"/>
            <p:cNvSpPr/>
            <p:nvPr/>
          </p:nvSpPr>
          <p:spPr>
            <a:xfrm>
              <a:off x="6354950" y="4022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8" name="Google Shape;7458;p67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9" name="Google Shape;7459;p67"/>
            <p:cNvSpPr/>
            <p:nvPr/>
          </p:nvSpPr>
          <p:spPr>
            <a:xfrm>
              <a:off x="6088250" y="3665750"/>
              <a:ext cx="70275" cy="92900"/>
            </a:xfrm>
            <a:custGeom>
              <a:rect b="b" l="l" r="r" t="t"/>
              <a:pathLst>
                <a:path extrusionOk="0" h="3716" w="2811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0" name="Google Shape;7460;p67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1" name="Google Shape;7461;p67"/>
            <p:cNvSpPr/>
            <p:nvPr/>
          </p:nvSpPr>
          <p:spPr>
            <a:xfrm>
              <a:off x="6355850" y="40211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2" name="Google Shape;7462;p67"/>
            <p:cNvSpPr/>
            <p:nvPr/>
          </p:nvSpPr>
          <p:spPr>
            <a:xfrm>
              <a:off x="6349900" y="3725000"/>
              <a:ext cx="47650" cy="294700"/>
            </a:xfrm>
            <a:custGeom>
              <a:rect b="b" l="l" r="r" t="t"/>
              <a:pathLst>
                <a:path extrusionOk="0" h="11788" w="1906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3" name="Google Shape;7463;p67"/>
            <p:cNvSpPr/>
            <p:nvPr/>
          </p:nvSpPr>
          <p:spPr>
            <a:xfrm>
              <a:off x="6354950" y="402205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4" name="Google Shape;7464;p67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5" name="Google Shape;7465;p67"/>
            <p:cNvSpPr/>
            <p:nvPr/>
          </p:nvSpPr>
          <p:spPr>
            <a:xfrm>
              <a:off x="6355850" y="40164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6" name="Google Shape;7466;p67"/>
            <p:cNvSpPr/>
            <p:nvPr/>
          </p:nvSpPr>
          <p:spPr>
            <a:xfrm>
              <a:off x="6155225" y="4019075"/>
              <a:ext cx="199750" cy="125625"/>
            </a:xfrm>
            <a:custGeom>
              <a:rect b="b" l="l" r="r" t="t"/>
              <a:pathLst>
                <a:path extrusionOk="0" h="5025" w="799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7" name="Google Shape;7467;p67"/>
            <p:cNvSpPr/>
            <p:nvPr/>
          </p:nvSpPr>
          <p:spPr>
            <a:xfrm>
              <a:off x="6356150" y="40211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8" name="Google Shape;7468;p67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9" name="Google Shape;7469;p67"/>
            <p:cNvSpPr/>
            <p:nvPr/>
          </p:nvSpPr>
          <p:spPr>
            <a:xfrm>
              <a:off x="6356150" y="40170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0" name="Google Shape;7470;p67"/>
            <p:cNvSpPr/>
            <p:nvPr/>
          </p:nvSpPr>
          <p:spPr>
            <a:xfrm>
              <a:off x="5970975" y="3781850"/>
              <a:ext cx="385775" cy="240975"/>
            </a:xfrm>
            <a:custGeom>
              <a:rect b="b" l="l" r="r" t="t"/>
              <a:pathLst>
                <a:path extrusionOk="0" h="9639" w="15431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1" name="Google Shape;7471;p67"/>
            <p:cNvSpPr/>
            <p:nvPr/>
          </p:nvSpPr>
          <p:spPr>
            <a:xfrm>
              <a:off x="6535325" y="3221950"/>
              <a:ext cx="50625" cy="50675"/>
            </a:xfrm>
            <a:custGeom>
              <a:rect b="b" l="l" r="r" t="t"/>
              <a:pathLst>
                <a:path extrusionOk="0" h="2027" w="2025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2" name="Google Shape;7472;p67"/>
            <p:cNvSpPr/>
            <p:nvPr/>
          </p:nvSpPr>
          <p:spPr>
            <a:xfrm>
              <a:off x="6615100" y="3045125"/>
              <a:ext cx="70575" cy="71475"/>
            </a:xfrm>
            <a:custGeom>
              <a:rect b="b" l="l" r="r" t="t"/>
              <a:pathLst>
                <a:path extrusionOk="0" h="2859" w="2823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3" name="Google Shape;7473;p67"/>
            <p:cNvSpPr/>
            <p:nvPr/>
          </p:nvSpPr>
          <p:spPr>
            <a:xfrm>
              <a:off x="5970675" y="2098000"/>
              <a:ext cx="13425" cy="55400"/>
            </a:xfrm>
            <a:custGeom>
              <a:rect b="b" l="l" r="r" t="t"/>
              <a:pathLst>
                <a:path extrusionOk="0" h="2216" w="537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4" name="Google Shape;7474;p67"/>
            <p:cNvSpPr/>
            <p:nvPr/>
          </p:nvSpPr>
          <p:spPr>
            <a:xfrm>
              <a:off x="6103125" y="1404475"/>
              <a:ext cx="36950" cy="36050"/>
            </a:xfrm>
            <a:custGeom>
              <a:rect b="b" l="l" r="r" t="t"/>
              <a:pathLst>
                <a:path extrusionOk="0" h="1442" w="1478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5" name="Google Shape;7475;p67"/>
            <p:cNvSpPr/>
            <p:nvPr/>
          </p:nvSpPr>
          <p:spPr>
            <a:xfrm>
              <a:off x="6109075" y="1694975"/>
              <a:ext cx="37250" cy="36950"/>
            </a:xfrm>
            <a:custGeom>
              <a:rect b="b" l="l" r="r" t="t"/>
              <a:pathLst>
                <a:path extrusionOk="0" h="1478" w="149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6" name="Google Shape;7476;p67"/>
            <p:cNvSpPr/>
            <p:nvPr/>
          </p:nvSpPr>
          <p:spPr>
            <a:xfrm>
              <a:off x="6425200" y="2059300"/>
              <a:ext cx="25925" cy="25325"/>
            </a:xfrm>
            <a:custGeom>
              <a:rect b="b" l="l" r="r" t="t"/>
              <a:pathLst>
                <a:path extrusionOk="0" h="1013" w="1037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7" name="Google Shape;7477;p67"/>
            <p:cNvSpPr/>
            <p:nvPr/>
          </p:nvSpPr>
          <p:spPr>
            <a:xfrm>
              <a:off x="6057300" y="3078375"/>
              <a:ext cx="35725" cy="35300"/>
            </a:xfrm>
            <a:custGeom>
              <a:rect b="b" l="l" r="r" t="t"/>
              <a:pathLst>
                <a:path extrusionOk="0" h="1412" w="1429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8" name="Google Shape;7478;p67"/>
            <p:cNvSpPr/>
            <p:nvPr/>
          </p:nvSpPr>
          <p:spPr>
            <a:xfrm>
              <a:off x="6380550" y="2852850"/>
              <a:ext cx="35750" cy="35750"/>
            </a:xfrm>
            <a:custGeom>
              <a:rect b="b" l="l" r="r" t="t"/>
              <a:pathLst>
                <a:path extrusionOk="0" h="1430" w="143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9" name="Google Shape;7479;p67"/>
            <p:cNvSpPr/>
            <p:nvPr/>
          </p:nvSpPr>
          <p:spPr>
            <a:xfrm>
              <a:off x="6112050" y="2933525"/>
              <a:ext cx="25625" cy="25350"/>
            </a:xfrm>
            <a:custGeom>
              <a:rect b="b" l="l" r="r" t="t"/>
              <a:pathLst>
                <a:path extrusionOk="0" h="1014" w="1025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0" name="Google Shape;7480;p67"/>
            <p:cNvSpPr/>
            <p:nvPr/>
          </p:nvSpPr>
          <p:spPr>
            <a:xfrm>
              <a:off x="6306125" y="3104075"/>
              <a:ext cx="25925" cy="25350"/>
            </a:xfrm>
            <a:custGeom>
              <a:rect b="b" l="l" r="r" t="t"/>
              <a:pathLst>
                <a:path extrusionOk="0" h="1014" w="1037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1" name="Google Shape;7481;p67"/>
            <p:cNvSpPr/>
            <p:nvPr/>
          </p:nvSpPr>
          <p:spPr>
            <a:xfrm>
              <a:off x="6408525" y="2464700"/>
              <a:ext cx="25325" cy="25350"/>
            </a:xfrm>
            <a:custGeom>
              <a:rect b="b" l="l" r="r" t="t"/>
              <a:pathLst>
                <a:path extrusionOk="0" h="1014" w="1013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2" name="Google Shape;7482;p67"/>
            <p:cNvSpPr/>
            <p:nvPr/>
          </p:nvSpPr>
          <p:spPr>
            <a:xfrm>
              <a:off x="6123675" y="2252200"/>
              <a:ext cx="25325" cy="25625"/>
            </a:xfrm>
            <a:custGeom>
              <a:rect b="b" l="l" r="r" t="t"/>
              <a:pathLst>
                <a:path extrusionOk="0" h="1025" w="1013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3" name="Google Shape;7483;p67"/>
            <p:cNvSpPr/>
            <p:nvPr/>
          </p:nvSpPr>
          <p:spPr>
            <a:xfrm>
              <a:off x="6508250" y="1603550"/>
              <a:ext cx="25625" cy="25400"/>
            </a:xfrm>
            <a:custGeom>
              <a:rect b="b" l="l" r="r" t="t"/>
              <a:pathLst>
                <a:path extrusionOk="0" h="1016" w="1025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4" name="Google Shape;7484;p67"/>
            <p:cNvSpPr/>
            <p:nvPr/>
          </p:nvSpPr>
          <p:spPr>
            <a:xfrm>
              <a:off x="6389175" y="3469300"/>
              <a:ext cx="36650" cy="35450"/>
            </a:xfrm>
            <a:custGeom>
              <a:rect b="b" l="l" r="r" t="t"/>
              <a:pathLst>
                <a:path extrusionOk="0" h="1418" w="1466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5" name="Google Shape;7485;p67"/>
            <p:cNvSpPr/>
            <p:nvPr/>
          </p:nvSpPr>
          <p:spPr>
            <a:xfrm>
              <a:off x="6987775" y="3156175"/>
              <a:ext cx="36325" cy="35750"/>
            </a:xfrm>
            <a:custGeom>
              <a:rect b="b" l="l" r="r" t="t"/>
              <a:pathLst>
                <a:path extrusionOk="0" h="1430" w="1453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6" name="Google Shape;7486;p67"/>
            <p:cNvSpPr/>
            <p:nvPr/>
          </p:nvSpPr>
          <p:spPr>
            <a:xfrm>
              <a:off x="6376075" y="3686575"/>
              <a:ext cx="40225" cy="39625"/>
            </a:xfrm>
            <a:custGeom>
              <a:rect b="b" l="l" r="r" t="t"/>
              <a:pathLst>
                <a:path extrusionOk="0" h="1585" w="1609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7" name="Google Shape;7487;p67"/>
            <p:cNvSpPr/>
            <p:nvPr/>
          </p:nvSpPr>
          <p:spPr>
            <a:xfrm>
              <a:off x="6069500" y="3642400"/>
              <a:ext cx="29200" cy="28375"/>
            </a:xfrm>
            <a:custGeom>
              <a:rect b="b" l="l" r="r" t="t"/>
              <a:pathLst>
                <a:path extrusionOk="0" h="1135" w="1168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8" name="Google Shape;7488;p67"/>
            <p:cNvSpPr/>
            <p:nvPr/>
          </p:nvSpPr>
          <p:spPr>
            <a:xfrm>
              <a:off x="6322200" y="2992450"/>
              <a:ext cx="14925" cy="14025"/>
            </a:xfrm>
            <a:custGeom>
              <a:rect b="b" l="l" r="r" t="t"/>
              <a:pathLst>
                <a:path extrusionOk="0" h="561" w="597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9" name="Google Shape;7489;p67"/>
            <p:cNvSpPr/>
            <p:nvPr/>
          </p:nvSpPr>
          <p:spPr>
            <a:xfrm>
              <a:off x="6251950" y="2719800"/>
              <a:ext cx="14925" cy="14925"/>
            </a:xfrm>
            <a:custGeom>
              <a:rect b="b" l="l" r="r" t="t"/>
              <a:pathLst>
                <a:path extrusionOk="0" h="597" w="597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0" name="Google Shape;7490;p67"/>
            <p:cNvSpPr/>
            <p:nvPr/>
          </p:nvSpPr>
          <p:spPr>
            <a:xfrm>
              <a:off x="6174575" y="2838875"/>
              <a:ext cx="14900" cy="14300"/>
            </a:xfrm>
            <a:custGeom>
              <a:rect b="b" l="l" r="r" t="t"/>
              <a:pathLst>
                <a:path extrusionOk="0" h="572" w="596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1" name="Google Shape;7491;p67"/>
            <p:cNvSpPr/>
            <p:nvPr/>
          </p:nvSpPr>
          <p:spPr>
            <a:xfrm>
              <a:off x="6164450" y="2236725"/>
              <a:ext cx="14600" cy="14600"/>
            </a:xfrm>
            <a:custGeom>
              <a:rect b="b" l="l" r="r" t="t"/>
              <a:pathLst>
                <a:path extrusionOk="0" h="584" w="584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2" name="Google Shape;7492;p67"/>
            <p:cNvSpPr/>
            <p:nvPr/>
          </p:nvSpPr>
          <p:spPr>
            <a:xfrm>
              <a:off x="5982275" y="2068825"/>
              <a:ext cx="14325" cy="14625"/>
            </a:xfrm>
            <a:custGeom>
              <a:rect b="b" l="l" r="r" t="t"/>
              <a:pathLst>
                <a:path extrusionOk="0" h="585" w="573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3" name="Google Shape;7493;p67"/>
            <p:cNvSpPr/>
            <p:nvPr/>
          </p:nvSpPr>
          <p:spPr>
            <a:xfrm>
              <a:off x="6225775" y="1468775"/>
              <a:ext cx="14900" cy="14425"/>
            </a:xfrm>
            <a:custGeom>
              <a:rect b="b" l="l" r="r" t="t"/>
              <a:pathLst>
                <a:path extrusionOk="0" h="577" w="596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4" name="Google Shape;7494;p67"/>
            <p:cNvSpPr/>
            <p:nvPr/>
          </p:nvSpPr>
          <p:spPr>
            <a:xfrm>
              <a:off x="6000750" y="1963775"/>
              <a:ext cx="14600" cy="14300"/>
            </a:xfrm>
            <a:custGeom>
              <a:rect b="b" l="l" r="r" t="t"/>
              <a:pathLst>
                <a:path extrusionOk="0" h="572" w="584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5" name="Google Shape;7495;p67"/>
            <p:cNvSpPr/>
            <p:nvPr/>
          </p:nvSpPr>
          <p:spPr>
            <a:xfrm>
              <a:off x="6232600" y="2329000"/>
              <a:ext cx="14925" cy="14900"/>
            </a:xfrm>
            <a:custGeom>
              <a:rect b="b" l="l" r="r" t="t"/>
              <a:pathLst>
                <a:path extrusionOk="0" h="596" w="597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6" name="Google Shape;7496;p67"/>
            <p:cNvSpPr/>
            <p:nvPr/>
          </p:nvSpPr>
          <p:spPr>
            <a:xfrm>
              <a:off x="6047175" y="2542100"/>
              <a:ext cx="14900" cy="14625"/>
            </a:xfrm>
            <a:custGeom>
              <a:rect b="b" l="l" r="r" t="t"/>
              <a:pathLst>
                <a:path extrusionOk="0" h="585" w="596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7" name="Google Shape;7497;p67"/>
            <p:cNvSpPr/>
            <p:nvPr/>
          </p:nvSpPr>
          <p:spPr>
            <a:xfrm>
              <a:off x="6294225" y="2244150"/>
              <a:ext cx="14900" cy="14650"/>
            </a:xfrm>
            <a:custGeom>
              <a:rect b="b" l="l" r="r" t="t"/>
              <a:pathLst>
                <a:path extrusionOk="0" h="586" w="596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8" name="Google Shape;7498;p67"/>
            <p:cNvSpPr/>
            <p:nvPr/>
          </p:nvSpPr>
          <p:spPr>
            <a:xfrm>
              <a:off x="6151950" y="3747600"/>
              <a:ext cx="36625" cy="36350"/>
            </a:xfrm>
            <a:custGeom>
              <a:rect b="b" l="l" r="r" t="t"/>
              <a:pathLst>
                <a:path extrusionOk="0" h="1454" w="1465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499" name="Google Shape;7499;p67"/>
          <p:cNvGrpSpPr/>
          <p:nvPr/>
        </p:nvGrpSpPr>
        <p:grpSpPr>
          <a:xfrm flipH="1">
            <a:off x="19300528" y="73"/>
            <a:ext cx="5083696" cy="13715692"/>
            <a:chOff x="5970375" y="1301775"/>
            <a:chExt cx="1053725" cy="2842925"/>
          </a:xfrm>
        </p:grpSpPr>
        <p:sp>
          <p:nvSpPr>
            <p:cNvPr id="7500" name="Google Shape;7500;p67"/>
            <p:cNvSpPr/>
            <p:nvPr/>
          </p:nvSpPr>
          <p:spPr>
            <a:xfrm>
              <a:off x="6219225" y="1995325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1" name="Google Shape;7501;p67"/>
            <p:cNvSpPr/>
            <p:nvPr/>
          </p:nvSpPr>
          <p:spPr>
            <a:xfrm>
              <a:off x="6136175" y="2102475"/>
              <a:ext cx="53900" cy="152425"/>
            </a:xfrm>
            <a:custGeom>
              <a:rect b="b" l="l" r="r" t="t"/>
              <a:pathLst>
                <a:path extrusionOk="0" h="6097" w="2156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2" name="Google Shape;7502;p67"/>
            <p:cNvSpPr/>
            <p:nvPr/>
          </p:nvSpPr>
          <p:spPr>
            <a:xfrm>
              <a:off x="6184700" y="2002450"/>
              <a:ext cx="34250" cy="92900"/>
            </a:xfrm>
            <a:custGeom>
              <a:rect b="b" l="l" r="r" t="t"/>
              <a:pathLst>
                <a:path extrusionOk="0" h="3716" w="137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3" name="Google Shape;7503;p67"/>
            <p:cNvSpPr/>
            <p:nvPr/>
          </p:nvSpPr>
          <p:spPr>
            <a:xfrm>
              <a:off x="6221900" y="1997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4" name="Google Shape;7504;p67"/>
            <p:cNvSpPr/>
            <p:nvPr/>
          </p:nvSpPr>
          <p:spPr>
            <a:xfrm>
              <a:off x="6312675" y="2223325"/>
              <a:ext cx="108075" cy="243800"/>
            </a:xfrm>
            <a:custGeom>
              <a:rect b="b" l="l" r="r" t="t"/>
              <a:pathLst>
                <a:path extrusionOk="0" h="9752" w="4323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5" name="Google Shape;7505;p67"/>
            <p:cNvSpPr/>
            <p:nvPr/>
          </p:nvSpPr>
          <p:spPr>
            <a:xfrm>
              <a:off x="6255225" y="2095025"/>
              <a:ext cx="59275" cy="127725"/>
            </a:xfrm>
            <a:custGeom>
              <a:rect b="b" l="l" r="r" t="t"/>
              <a:pathLst>
                <a:path extrusionOk="0" h="5109" w="2371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6" name="Google Shape;7506;p67"/>
            <p:cNvSpPr/>
            <p:nvPr/>
          </p:nvSpPr>
          <p:spPr>
            <a:xfrm>
              <a:off x="6215350" y="1997100"/>
              <a:ext cx="44675" cy="91100"/>
            </a:xfrm>
            <a:custGeom>
              <a:rect b="b" l="l" r="r" t="t"/>
              <a:pathLst>
                <a:path extrusionOk="0" h="3644" w="1787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7" name="Google Shape;7507;p67"/>
            <p:cNvSpPr/>
            <p:nvPr/>
          </p:nvSpPr>
          <p:spPr>
            <a:xfrm>
              <a:off x="6221300" y="1996500"/>
              <a:ext cx="625" cy="625"/>
            </a:xfrm>
            <a:custGeom>
              <a:rect b="b" l="l" r="r" t="t"/>
              <a:pathLst>
                <a:path extrusionOk="0" h="25" w="25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8" name="Google Shape;7508;p67"/>
            <p:cNvSpPr/>
            <p:nvPr/>
          </p:nvSpPr>
          <p:spPr>
            <a:xfrm>
              <a:off x="6220700" y="1995900"/>
              <a:ext cx="325" cy="625"/>
            </a:xfrm>
            <a:custGeom>
              <a:rect b="b" l="l" r="r" t="t"/>
              <a:pathLst>
                <a:path extrusionOk="0" h="25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9" name="Google Shape;7509;p67"/>
            <p:cNvSpPr/>
            <p:nvPr/>
          </p:nvSpPr>
          <p:spPr>
            <a:xfrm>
              <a:off x="6218925" y="1995325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0" name="Google Shape;7510;p67"/>
            <p:cNvSpPr/>
            <p:nvPr/>
          </p:nvSpPr>
          <p:spPr>
            <a:xfrm>
              <a:off x="6231425" y="1302075"/>
              <a:ext cx="94675" cy="169400"/>
            </a:xfrm>
            <a:custGeom>
              <a:rect b="b" l="l" r="r" t="t"/>
              <a:pathLst>
                <a:path extrusionOk="0" h="6776" w="3787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1" name="Google Shape;7511;p67"/>
            <p:cNvSpPr/>
            <p:nvPr/>
          </p:nvSpPr>
          <p:spPr>
            <a:xfrm>
              <a:off x="6115625" y="1301775"/>
              <a:ext cx="69975" cy="103900"/>
            </a:xfrm>
            <a:custGeom>
              <a:rect b="b" l="l" r="r" t="t"/>
              <a:pathLst>
                <a:path extrusionOk="0" h="4156" w="2799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2" name="Google Shape;7512;p67"/>
            <p:cNvSpPr/>
            <p:nvPr/>
          </p:nvSpPr>
          <p:spPr>
            <a:xfrm>
              <a:off x="5970675" y="1427100"/>
              <a:ext cx="136650" cy="81875"/>
            </a:xfrm>
            <a:custGeom>
              <a:rect b="b" l="l" r="r" t="t"/>
              <a:pathLst>
                <a:path extrusionOk="0" h="3275" w="5466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3" name="Google Shape;7513;p67"/>
            <p:cNvSpPr/>
            <p:nvPr/>
          </p:nvSpPr>
          <p:spPr>
            <a:xfrm>
              <a:off x="6136175" y="1427100"/>
              <a:ext cx="92600" cy="51500"/>
            </a:xfrm>
            <a:custGeom>
              <a:rect b="b" l="l" r="r" t="t"/>
              <a:pathLst>
                <a:path extrusionOk="0" h="2060" w="3704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4" name="Google Shape;7514;p67"/>
            <p:cNvSpPr/>
            <p:nvPr/>
          </p:nvSpPr>
          <p:spPr>
            <a:xfrm>
              <a:off x="6237075" y="1476500"/>
              <a:ext cx="274475" cy="138425"/>
            </a:xfrm>
            <a:custGeom>
              <a:rect b="b" l="l" r="r" t="t"/>
              <a:pathLst>
                <a:path extrusionOk="0" h="5537" w="10979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5" name="Google Shape;7515;p67"/>
            <p:cNvSpPr/>
            <p:nvPr/>
          </p:nvSpPr>
          <p:spPr>
            <a:xfrm>
              <a:off x="6132900" y="1482450"/>
              <a:ext cx="104800" cy="217325"/>
            </a:xfrm>
            <a:custGeom>
              <a:rect b="b" l="l" r="r" t="t"/>
              <a:pathLst>
                <a:path extrusionOk="0" h="8693" w="4192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6" name="Google Shape;7516;p67"/>
            <p:cNvSpPr/>
            <p:nvPr/>
          </p:nvSpPr>
          <p:spPr>
            <a:xfrm>
              <a:off x="6007575" y="1728325"/>
              <a:ext cx="116725" cy="237850"/>
            </a:xfrm>
            <a:custGeom>
              <a:rect b="b" l="l" r="r" t="t"/>
              <a:pathLst>
                <a:path extrusionOk="0" h="9514" w="4669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7" name="Google Shape;7517;p67"/>
            <p:cNvSpPr/>
            <p:nvPr/>
          </p:nvSpPr>
          <p:spPr>
            <a:xfrm>
              <a:off x="6143900" y="1616400"/>
              <a:ext cx="367050" cy="96175"/>
            </a:xfrm>
            <a:custGeom>
              <a:rect b="b" l="l" r="r" t="t"/>
              <a:pathLst>
                <a:path extrusionOk="0" h="3847" w="14682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8" name="Google Shape;7518;p67"/>
            <p:cNvSpPr/>
            <p:nvPr/>
          </p:nvSpPr>
          <p:spPr>
            <a:xfrm>
              <a:off x="5970375" y="1714025"/>
              <a:ext cx="140525" cy="44075"/>
            </a:xfrm>
            <a:custGeom>
              <a:rect b="b" l="l" r="r" t="t"/>
              <a:pathLst>
                <a:path extrusionOk="0" h="1763" w="5621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9" name="Google Shape;7519;p67"/>
            <p:cNvSpPr/>
            <p:nvPr/>
          </p:nvSpPr>
          <p:spPr>
            <a:xfrm>
              <a:off x="5970675" y="1973575"/>
              <a:ext cx="37525" cy="103625"/>
            </a:xfrm>
            <a:custGeom>
              <a:rect b="b" l="l" r="r" t="t"/>
              <a:pathLst>
                <a:path extrusionOk="0" h="4145" w="1501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0" name="Google Shape;7520;p67"/>
            <p:cNvSpPr/>
            <p:nvPr/>
          </p:nvSpPr>
          <p:spPr>
            <a:xfrm>
              <a:off x="5970675" y="1952450"/>
              <a:ext cx="34250" cy="18775"/>
            </a:xfrm>
            <a:custGeom>
              <a:rect b="b" l="l" r="r" t="t"/>
              <a:pathLst>
                <a:path extrusionOk="0" h="751" w="137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1" name="Google Shape;7521;p67"/>
            <p:cNvSpPr/>
            <p:nvPr/>
          </p:nvSpPr>
          <p:spPr>
            <a:xfrm>
              <a:off x="6014125" y="1966450"/>
              <a:ext cx="208100" cy="36925"/>
            </a:xfrm>
            <a:custGeom>
              <a:rect b="b" l="l" r="r" t="t"/>
              <a:pathLst>
                <a:path extrusionOk="0" h="1477" w="8324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2" name="Google Shape;7522;p67"/>
            <p:cNvSpPr/>
            <p:nvPr/>
          </p:nvSpPr>
          <p:spPr>
            <a:xfrm>
              <a:off x="5982875" y="2070275"/>
              <a:ext cx="442350" cy="54550"/>
            </a:xfrm>
            <a:custGeom>
              <a:rect b="b" l="l" r="r" t="t"/>
              <a:pathLst>
                <a:path extrusionOk="0" h="2182" w="17694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3" name="Google Shape;7523;p67"/>
            <p:cNvSpPr/>
            <p:nvPr/>
          </p:nvSpPr>
          <p:spPr>
            <a:xfrm>
              <a:off x="5975150" y="2142950"/>
              <a:ext cx="153600" cy="118500"/>
            </a:xfrm>
            <a:custGeom>
              <a:rect b="b" l="l" r="r" t="t"/>
              <a:pathLst>
                <a:path extrusionOk="0" h="4740" w="6144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4" name="Google Shape;7524;p67"/>
            <p:cNvSpPr/>
            <p:nvPr/>
          </p:nvSpPr>
          <p:spPr>
            <a:xfrm>
              <a:off x="6230825" y="2337325"/>
              <a:ext cx="183375" cy="136050"/>
            </a:xfrm>
            <a:custGeom>
              <a:rect b="b" l="l" r="r" t="t"/>
              <a:pathLst>
                <a:path extrusionOk="0" h="5442" w="7335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5" name="Google Shape;7525;p67"/>
            <p:cNvSpPr/>
            <p:nvPr/>
          </p:nvSpPr>
          <p:spPr>
            <a:xfrm>
              <a:off x="6143325" y="2269750"/>
              <a:ext cx="85750" cy="66400"/>
            </a:xfrm>
            <a:custGeom>
              <a:rect b="b" l="l" r="r" t="t"/>
              <a:pathLst>
                <a:path extrusionOk="0" h="2656" w="343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6" name="Google Shape;7526;p67"/>
            <p:cNvSpPr/>
            <p:nvPr/>
          </p:nvSpPr>
          <p:spPr>
            <a:xfrm>
              <a:off x="6078425" y="2276900"/>
              <a:ext cx="62225" cy="254225"/>
            </a:xfrm>
            <a:custGeom>
              <a:rect b="b" l="l" r="r" t="t"/>
              <a:pathLst>
                <a:path extrusionOk="0" h="10169" w="2489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7" name="Google Shape;7527;p67"/>
            <p:cNvSpPr/>
            <p:nvPr/>
          </p:nvSpPr>
          <p:spPr>
            <a:xfrm>
              <a:off x="6173375" y="2632600"/>
              <a:ext cx="89325" cy="90200"/>
            </a:xfrm>
            <a:custGeom>
              <a:rect b="b" l="l" r="r" t="t"/>
              <a:pathLst>
                <a:path extrusionOk="0" h="3608" w="3573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8" name="Google Shape;7528;p67"/>
            <p:cNvSpPr/>
            <p:nvPr/>
          </p:nvSpPr>
          <p:spPr>
            <a:xfrm>
              <a:off x="6264450" y="2726650"/>
              <a:ext cx="124750" cy="133975"/>
            </a:xfrm>
            <a:custGeom>
              <a:rect b="b" l="l" r="r" t="t"/>
              <a:pathLst>
                <a:path extrusionOk="0" h="5359" w="499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9" name="Google Shape;7529;p67"/>
            <p:cNvSpPr/>
            <p:nvPr/>
          </p:nvSpPr>
          <p:spPr>
            <a:xfrm>
              <a:off x="6082000" y="2532575"/>
              <a:ext cx="92900" cy="98250"/>
            </a:xfrm>
            <a:custGeom>
              <a:rect b="b" l="l" r="r" t="t"/>
              <a:pathLst>
                <a:path extrusionOk="0" h="3930" w="3716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0" name="Google Shape;7530;p67"/>
            <p:cNvSpPr/>
            <p:nvPr/>
          </p:nvSpPr>
          <p:spPr>
            <a:xfrm>
              <a:off x="5970975" y="2070325"/>
              <a:ext cx="455725" cy="618550"/>
            </a:xfrm>
            <a:custGeom>
              <a:rect b="b" l="l" r="r" t="t"/>
              <a:pathLst>
                <a:path extrusionOk="0" h="24742" w="18229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1" name="Google Shape;7531;p67"/>
            <p:cNvSpPr/>
            <p:nvPr/>
          </p:nvSpPr>
          <p:spPr>
            <a:xfrm>
              <a:off x="6432625" y="2473600"/>
              <a:ext cx="5700" cy="9000"/>
            </a:xfrm>
            <a:custGeom>
              <a:rect b="b" l="l" r="r" t="t"/>
              <a:pathLst>
                <a:path extrusionOk="0" h="360" w="228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2" name="Google Shape;7532;p67"/>
            <p:cNvSpPr/>
            <p:nvPr/>
          </p:nvSpPr>
          <p:spPr>
            <a:xfrm>
              <a:off x="5970675" y="2486150"/>
              <a:ext cx="441150" cy="271775"/>
            </a:xfrm>
            <a:custGeom>
              <a:rect b="b" l="l" r="r" t="t"/>
              <a:pathLst>
                <a:path extrusionOk="0" h="10871" w="17646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3" name="Google Shape;7533;p67"/>
            <p:cNvSpPr/>
            <p:nvPr/>
          </p:nvSpPr>
          <p:spPr>
            <a:xfrm>
              <a:off x="5970675" y="2940975"/>
              <a:ext cx="97050" cy="144075"/>
            </a:xfrm>
            <a:custGeom>
              <a:rect b="b" l="l" r="r" t="t"/>
              <a:pathLst>
                <a:path extrusionOk="0" h="5763" w="3882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4" name="Google Shape;7534;p67"/>
            <p:cNvSpPr/>
            <p:nvPr/>
          </p:nvSpPr>
          <p:spPr>
            <a:xfrm>
              <a:off x="6244225" y="2877875"/>
              <a:ext cx="142300" cy="98825"/>
            </a:xfrm>
            <a:custGeom>
              <a:rect b="b" l="l" r="r" t="t"/>
              <a:pathLst>
                <a:path extrusionOk="0" h="3953" w="5692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5" name="Google Shape;7535;p67"/>
            <p:cNvSpPr/>
            <p:nvPr/>
          </p:nvSpPr>
          <p:spPr>
            <a:xfrm>
              <a:off x="6087350" y="2980250"/>
              <a:ext cx="158375" cy="109575"/>
            </a:xfrm>
            <a:custGeom>
              <a:rect b="b" l="l" r="r" t="t"/>
              <a:pathLst>
                <a:path extrusionOk="0" h="4383" w="6335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6" name="Google Shape;7536;p67"/>
            <p:cNvSpPr/>
            <p:nvPr/>
          </p:nvSpPr>
          <p:spPr>
            <a:xfrm>
              <a:off x="6127250" y="2732300"/>
              <a:ext cx="137825" cy="205425"/>
            </a:xfrm>
            <a:custGeom>
              <a:rect b="b" l="l" r="r" t="t"/>
              <a:pathLst>
                <a:path extrusionOk="0" h="8217" w="5513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7" name="Google Shape;7537;p67"/>
            <p:cNvSpPr/>
            <p:nvPr/>
          </p:nvSpPr>
          <p:spPr>
            <a:xfrm>
              <a:off x="6263575" y="2486150"/>
              <a:ext cx="153900" cy="243500"/>
            </a:xfrm>
            <a:custGeom>
              <a:rect b="b" l="l" r="r" t="t"/>
              <a:pathLst>
                <a:path extrusionOk="0" h="9740" w="6156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8" name="Google Shape;7538;p67"/>
            <p:cNvSpPr/>
            <p:nvPr/>
          </p:nvSpPr>
          <p:spPr>
            <a:xfrm>
              <a:off x="6396025" y="2489125"/>
              <a:ext cx="29200" cy="364050"/>
            </a:xfrm>
            <a:custGeom>
              <a:rect b="b" l="l" r="r" t="t"/>
              <a:pathLst>
                <a:path extrusionOk="0" h="14562" w="1168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9" name="Google Shape;7539;p67"/>
            <p:cNvSpPr/>
            <p:nvPr/>
          </p:nvSpPr>
          <p:spPr>
            <a:xfrm>
              <a:off x="6426100" y="2483775"/>
              <a:ext cx="571225" cy="679875"/>
            </a:xfrm>
            <a:custGeom>
              <a:rect b="b" l="l" r="r" t="t"/>
              <a:pathLst>
                <a:path extrusionOk="0" h="27195" w="22849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0" name="Google Shape;7540;p67"/>
            <p:cNvSpPr/>
            <p:nvPr/>
          </p:nvSpPr>
          <p:spPr>
            <a:xfrm>
              <a:off x="6408525" y="2878750"/>
              <a:ext cx="217325" cy="182800"/>
            </a:xfrm>
            <a:custGeom>
              <a:rect b="b" l="l" r="r" t="t"/>
              <a:pathLst>
                <a:path extrusionOk="0" h="7312" w="8693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1" name="Google Shape;7541;p67"/>
            <p:cNvSpPr/>
            <p:nvPr/>
          </p:nvSpPr>
          <p:spPr>
            <a:xfrm>
              <a:off x="6323100" y="3003175"/>
              <a:ext cx="1800" cy="1525"/>
            </a:xfrm>
            <a:custGeom>
              <a:rect b="b" l="l" r="r" t="t"/>
              <a:pathLst>
                <a:path extrusionOk="0" h="61" w="72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2" name="Google Shape;7542;p67"/>
            <p:cNvSpPr/>
            <p:nvPr/>
          </p:nvSpPr>
          <p:spPr>
            <a:xfrm>
              <a:off x="6135275" y="2944250"/>
              <a:ext cx="183975" cy="57750"/>
            </a:xfrm>
            <a:custGeom>
              <a:rect b="b" l="l" r="r" t="t"/>
              <a:pathLst>
                <a:path extrusionOk="0" h="2310" w="7359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3" name="Google Shape;7543;p67"/>
            <p:cNvSpPr/>
            <p:nvPr/>
          </p:nvSpPr>
          <p:spPr>
            <a:xfrm>
              <a:off x="6331425" y="3000200"/>
              <a:ext cx="284000" cy="85150"/>
            </a:xfrm>
            <a:custGeom>
              <a:rect b="b" l="l" r="r" t="t"/>
              <a:pathLst>
                <a:path extrusionOk="0" h="3406" w="1136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4" name="Google Shape;7544;p67"/>
            <p:cNvSpPr/>
            <p:nvPr/>
          </p:nvSpPr>
          <p:spPr>
            <a:xfrm>
              <a:off x="6231125" y="2883825"/>
              <a:ext cx="162550" cy="263450"/>
            </a:xfrm>
            <a:custGeom>
              <a:rect b="b" l="l" r="r" t="t"/>
              <a:pathLst>
                <a:path extrusionOk="0" h="10538" w="6502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5" name="Google Shape;7545;p67"/>
            <p:cNvSpPr/>
            <p:nvPr/>
          </p:nvSpPr>
          <p:spPr>
            <a:xfrm>
              <a:off x="5970675" y="3148425"/>
              <a:ext cx="260175" cy="142325"/>
            </a:xfrm>
            <a:custGeom>
              <a:rect b="b" l="l" r="r" t="t"/>
              <a:pathLst>
                <a:path extrusionOk="0" h="5693" w="10407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6" name="Google Shape;7546;p67"/>
            <p:cNvSpPr/>
            <p:nvPr/>
          </p:nvSpPr>
          <p:spPr>
            <a:xfrm>
              <a:off x="6090025" y="3098425"/>
              <a:ext cx="143800" cy="51825"/>
            </a:xfrm>
            <a:custGeom>
              <a:rect b="b" l="l" r="r" t="t"/>
              <a:pathLst>
                <a:path extrusionOk="0" h="2073" w="5752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7" name="Google Shape;7547;p67"/>
            <p:cNvSpPr/>
            <p:nvPr/>
          </p:nvSpPr>
          <p:spPr>
            <a:xfrm>
              <a:off x="6300775" y="3287725"/>
              <a:ext cx="102125" cy="186675"/>
            </a:xfrm>
            <a:custGeom>
              <a:rect b="b" l="l" r="r" t="t"/>
              <a:pathLst>
                <a:path extrusionOk="0" h="7467" w="4085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8" name="Google Shape;7548;p67"/>
            <p:cNvSpPr/>
            <p:nvPr/>
          </p:nvSpPr>
          <p:spPr>
            <a:xfrm>
              <a:off x="6228150" y="3143850"/>
              <a:ext cx="77125" cy="138250"/>
            </a:xfrm>
            <a:custGeom>
              <a:rect b="b" l="l" r="r" t="t"/>
              <a:pathLst>
                <a:path extrusionOk="0" h="5530" w="3085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9" name="Google Shape;7549;p67"/>
            <p:cNvSpPr/>
            <p:nvPr/>
          </p:nvSpPr>
          <p:spPr>
            <a:xfrm>
              <a:off x="6586525" y="3246075"/>
              <a:ext cx="3000" cy="3300"/>
            </a:xfrm>
            <a:custGeom>
              <a:rect b="b" l="l" r="r" t="t"/>
              <a:pathLst>
                <a:path extrusionOk="0" h="132" w="12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0" name="Google Shape;7550;p67"/>
            <p:cNvSpPr/>
            <p:nvPr/>
          </p:nvSpPr>
          <p:spPr>
            <a:xfrm>
              <a:off x="5970675" y="3248450"/>
              <a:ext cx="567350" cy="86050"/>
            </a:xfrm>
            <a:custGeom>
              <a:rect b="b" l="l" r="r" t="t"/>
              <a:pathLst>
                <a:path extrusionOk="0" h="3442" w="22694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1" name="Google Shape;7551;p67"/>
            <p:cNvSpPr/>
            <p:nvPr/>
          </p:nvSpPr>
          <p:spPr>
            <a:xfrm>
              <a:off x="6683850" y="3085625"/>
              <a:ext cx="305425" cy="89325"/>
            </a:xfrm>
            <a:custGeom>
              <a:rect b="b" l="l" r="r" t="t"/>
              <a:pathLst>
                <a:path extrusionOk="0" h="3573" w="12217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2" name="Google Shape;7552;p67"/>
            <p:cNvSpPr/>
            <p:nvPr/>
          </p:nvSpPr>
          <p:spPr>
            <a:xfrm>
              <a:off x="6585025" y="3175825"/>
              <a:ext cx="403650" cy="70850"/>
            </a:xfrm>
            <a:custGeom>
              <a:rect b="b" l="l" r="r" t="t"/>
              <a:pathLst>
                <a:path extrusionOk="0" h="2834" w="16146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3" name="Google Shape;7553;p67"/>
            <p:cNvSpPr/>
            <p:nvPr/>
          </p:nvSpPr>
          <p:spPr>
            <a:xfrm>
              <a:off x="6566575" y="3113300"/>
              <a:ext cx="76525" cy="112850"/>
            </a:xfrm>
            <a:custGeom>
              <a:rect b="b" l="l" r="r" t="t"/>
              <a:pathLst>
                <a:path extrusionOk="0" h="4514" w="3061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4" name="Google Shape;7554;p67"/>
            <p:cNvSpPr/>
            <p:nvPr/>
          </p:nvSpPr>
          <p:spPr>
            <a:xfrm>
              <a:off x="6412700" y="3263025"/>
              <a:ext cx="135750" cy="210775"/>
            </a:xfrm>
            <a:custGeom>
              <a:rect b="b" l="l" r="r" t="t"/>
              <a:pathLst>
                <a:path extrusionOk="0" h="8431" w="543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5" name="Google Shape;7555;p67"/>
            <p:cNvSpPr/>
            <p:nvPr/>
          </p:nvSpPr>
          <p:spPr>
            <a:xfrm>
              <a:off x="6420425" y="3178800"/>
              <a:ext cx="572425" cy="303325"/>
            </a:xfrm>
            <a:custGeom>
              <a:rect b="b" l="l" r="r" t="t"/>
              <a:pathLst>
                <a:path extrusionOk="0" h="12133" w="22897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6" name="Google Shape;7556;p67"/>
            <p:cNvSpPr/>
            <p:nvPr/>
          </p:nvSpPr>
          <p:spPr>
            <a:xfrm>
              <a:off x="6093300" y="3491025"/>
              <a:ext cx="300075" cy="161375"/>
            </a:xfrm>
            <a:custGeom>
              <a:rect b="b" l="l" r="r" t="t"/>
              <a:pathLst>
                <a:path extrusionOk="0" h="6455" w="12003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7" name="Google Shape;7557;p67"/>
            <p:cNvSpPr/>
            <p:nvPr/>
          </p:nvSpPr>
          <p:spPr>
            <a:xfrm>
              <a:off x="6187075" y="3708325"/>
              <a:ext cx="191425" cy="58075"/>
            </a:xfrm>
            <a:custGeom>
              <a:rect b="b" l="l" r="r" t="t"/>
              <a:pathLst>
                <a:path extrusionOk="0" h="2323" w="7657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8" name="Google Shape;7558;p67"/>
            <p:cNvSpPr/>
            <p:nvPr/>
          </p:nvSpPr>
          <p:spPr>
            <a:xfrm>
              <a:off x="5970675" y="3494300"/>
              <a:ext cx="107775" cy="154525"/>
            </a:xfrm>
            <a:custGeom>
              <a:rect b="b" l="l" r="r" t="t"/>
              <a:pathLst>
                <a:path extrusionOk="0" h="6181" w="4311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9" name="Google Shape;7559;p67"/>
            <p:cNvSpPr/>
            <p:nvPr/>
          </p:nvSpPr>
          <p:spPr>
            <a:xfrm>
              <a:off x="5970675" y="3658025"/>
              <a:ext cx="102725" cy="61925"/>
            </a:xfrm>
            <a:custGeom>
              <a:rect b="b" l="l" r="r" t="t"/>
              <a:pathLst>
                <a:path extrusionOk="0" h="2477" w="4109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0" name="Google Shape;7560;p67"/>
            <p:cNvSpPr/>
            <p:nvPr/>
          </p:nvSpPr>
          <p:spPr>
            <a:xfrm>
              <a:off x="6172775" y="3780950"/>
              <a:ext cx="177425" cy="231600"/>
            </a:xfrm>
            <a:custGeom>
              <a:rect b="b" l="l" r="r" t="t"/>
              <a:pathLst>
                <a:path extrusionOk="0" h="9264" w="7097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1" name="Google Shape;7561;p67"/>
            <p:cNvSpPr/>
            <p:nvPr/>
          </p:nvSpPr>
          <p:spPr>
            <a:xfrm>
              <a:off x="6354950" y="4022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2" name="Google Shape;7562;p67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3" name="Google Shape;7563;p67"/>
            <p:cNvSpPr/>
            <p:nvPr/>
          </p:nvSpPr>
          <p:spPr>
            <a:xfrm>
              <a:off x="6088250" y="3665750"/>
              <a:ext cx="70275" cy="92900"/>
            </a:xfrm>
            <a:custGeom>
              <a:rect b="b" l="l" r="r" t="t"/>
              <a:pathLst>
                <a:path extrusionOk="0" h="3716" w="2811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4" name="Google Shape;7564;p67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5" name="Google Shape;7565;p67"/>
            <p:cNvSpPr/>
            <p:nvPr/>
          </p:nvSpPr>
          <p:spPr>
            <a:xfrm>
              <a:off x="6355850" y="40211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6" name="Google Shape;7566;p67"/>
            <p:cNvSpPr/>
            <p:nvPr/>
          </p:nvSpPr>
          <p:spPr>
            <a:xfrm>
              <a:off x="6349900" y="3725000"/>
              <a:ext cx="47650" cy="294700"/>
            </a:xfrm>
            <a:custGeom>
              <a:rect b="b" l="l" r="r" t="t"/>
              <a:pathLst>
                <a:path extrusionOk="0" h="11788" w="1906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7" name="Google Shape;7567;p67"/>
            <p:cNvSpPr/>
            <p:nvPr/>
          </p:nvSpPr>
          <p:spPr>
            <a:xfrm>
              <a:off x="6354950" y="402205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8" name="Google Shape;7568;p67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9" name="Google Shape;7569;p67"/>
            <p:cNvSpPr/>
            <p:nvPr/>
          </p:nvSpPr>
          <p:spPr>
            <a:xfrm>
              <a:off x="6355850" y="40164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0" name="Google Shape;7570;p67"/>
            <p:cNvSpPr/>
            <p:nvPr/>
          </p:nvSpPr>
          <p:spPr>
            <a:xfrm>
              <a:off x="6155225" y="4019075"/>
              <a:ext cx="199750" cy="125625"/>
            </a:xfrm>
            <a:custGeom>
              <a:rect b="b" l="l" r="r" t="t"/>
              <a:pathLst>
                <a:path extrusionOk="0" h="5025" w="799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1" name="Google Shape;7571;p67"/>
            <p:cNvSpPr/>
            <p:nvPr/>
          </p:nvSpPr>
          <p:spPr>
            <a:xfrm>
              <a:off x="6356150" y="40211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2" name="Google Shape;7572;p67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3" name="Google Shape;7573;p67"/>
            <p:cNvSpPr/>
            <p:nvPr/>
          </p:nvSpPr>
          <p:spPr>
            <a:xfrm>
              <a:off x="6356150" y="40170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4" name="Google Shape;7574;p67"/>
            <p:cNvSpPr/>
            <p:nvPr/>
          </p:nvSpPr>
          <p:spPr>
            <a:xfrm>
              <a:off x="5970975" y="3781850"/>
              <a:ext cx="385775" cy="240975"/>
            </a:xfrm>
            <a:custGeom>
              <a:rect b="b" l="l" r="r" t="t"/>
              <a:pathLst>
                <a:path extrusionOk="0" h="9639" w="15431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5" name="Google Shape;7575;p67"/>
            <p:cNvSpPr/>
            <p:nvPr/>
          </p:nvSpPr>
          <p:spPr>
            <a:xfrm>
              <a:off x="6535325" y="3221950"/>
              <a:ext cx="50625" cy="50675"/>
            </a:xfrm>
            <a:custGeom>
              <a:rect b="b" l="l" r="r" t="t"/>
              <a:pathLst>
                <a:path extrusionOk="0" h="2027" w="2025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6" name="Google Shape;7576;p67"/>
            <p:cNvSpPr/>
            <p:nvPr/>
          </p:nvSpPr>
          <p:spPr>
            <a:xfrm>
              <a:off x="6615100" y="3045125"/>
              <a:ext cx="70575" cy="71475"/>
            </a:xfrm>
            <a:custGeom>
              <a:rect b="b" l="l" r="r" t="t"/>
              <a:pathLst>
                <a:path extrusionOk="0" h="2859" w="2823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7" name="Google Shape;7577;p67"/>
            <p:cNvSpPr/>
            <p:nvPr/>
          </p:nvSpPr>
          <p:spPr>
            <a:xfrm>
              <a:off x="5970675" y="2098000"/>
              <a:ext cx="13425" cy="55400"/>
            </a:xfrm>
            <a:custGeom>
              <a:rect b="b" l="l" r="r" t="t"/>
              <a:pathLst>
                <a:path extrusionOk="0" h="2216" w="537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8" name="Google Shape;7578;p67"/>
            <p:cNvSpPr/>
            <p:nvPr/>
          </p:nvSpPr>
          <p:spPr>
            <a:xfrm>
              <a:off x="6103125" y="1404475"/>
              <a:ext cx="36950" cy="36050"/>
            </a:xfrm>
            <a:custGeom>
              <a:rect b="b" l="l" r="r" t="t"/>
              <a:pathLst>
                <a:path extrusionOk="0" h="1442" w="1478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9" name="Google Shape;7579;p67"/>
            <p:cNvSpPr/>
            <p:nvPr/>
          </p:nvSpPr>
          <p:spPr>
            <a:xfrm>
              <a:off x="6109075" y="1694975"/>
              <a:ext cx="37250" cy="36950"/>
            </a:xfrm>
            <a:custGeom>
              <a:rect b="b" l="l" r="r" t="t"/>
              <a:pathLst>
                <a:path extrusionOk="0" h="1478" w="149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0" name="Google Shape;7580;p67"/>
            <p:cNvSpPr/>
            <p:nvPr/>
          </p:nvSpPr>
          <p:spPr>
            <a:xfrm>
              <a:off x="6425200" y="2059300"/>
              <a:ext cx="25925" cy="25325"/>
            </a:xfrm>
            <a:custGeom>
              <a:rect b="b" l="l" r="r" t="t"/>
              <a:pathLst>
                <a:path extrusionOk="0" h="1013" w="1037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1" name="Google Shape;7581;p67"/>
            <p:cNvSpPr/>
            <p:nvPr/>
          </p:nvSpPr>
          <p:spPr>
            <a:xfrm>
              <a:off x="6057300" y="3078375"/>
              <a:ext cx="35725" cy="35300"/>
            </a:xfrm>
            <a:custGeom>
              <a:rect b="b" l="l" r="r" t="t"/>
              <a:pathLst>
                <a:path extrusionOk="0" h="1412" w="1429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2" name="Google Shape;7582;p67"/>
            <p:cNvSpPr/>
            <p:nvPr/>
          </p:nvSpPr>
          <p:spPr>
            <a:xfrm>
              <a:off x="6380550" y="2852850"/>
              <a:ext cx="35750" cy="35750"/>
            </a:xfrm>
            <a:custGeom>
              <a:rect b="b" l="l" r="r" t="t"/>
              <a:pathLst>
                <a:path extrusionOk="0" h="1430" w="143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3" name="Google Shape;7583;p67"/>
            <p:cNvSpPr/>
            <p:nvPr/>
          </p:nvSpPr>
          <p:spPr>
            <a:xfrm>
              <a:off x="6112050" y="2933525"/>
              <a:ext cx="25625" cy="25350"/>
            </a:xfrm>
            <a:custGeom>
              <a:rect b="b" l="l" r="r" t="t"/>
              <a:pathLst>
                <a:path extrusionOk="0" h="1014" w="1025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4" name="Google Shape;7584;p67"/>
            <p:cNvSpPr/>
            <p:nvPr/>
          </p:nvSpPr>
          <p:spPr>
            <a:xfrm>
              <a:off x="6306125" y="3104075"/>
              <a:ext cx="25925" cy="25350"/>
            </a:xfrm>
            <a:custGeom>
              <a:rect b="b" l="l" r="r" t="t"/>
              <a:pathLst>
                <a:path extrusionOk="0" h="1014" w="1037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5" name="Google Shape;7585;p67"/>
            <p:cNvSpPr/>
            <p:nvPr/>
          </p:nvSpPr>
          <p:spPr>
            <a:xfrm>
              <a:off x="6408525" y="2464700"/>
              <a:ext cx="25325" cy="25350"/>
            </a:xfrm>
            <a:custGeom>
              <a:rect b="b" l="l" r="r" t="t"/>
              <a:pathLst>
                <a:path extrusionOk="0" h="1014" w="1013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6" name="Google Shape;7586;p67"/>
            <p:cNvSpPr/>
            <p:nvPr/>
          </p:nvSpPr>
          <p:spPr>
            <a:xfrm>
              <a:off x="6123675" y="2252200"/>
              <a:ext cx="25325" cy="25625"/>
            </a:xfrm>
            <a:custGeom>
              <a:rect b="b" l="l" r="r" t="t"/>
              <a:pathLst>
                <a:path extrusionOk="0" h="1025" w="1013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7" name="Google Shape;7587;p67"/>
            <p:cNvSpPr/>
            <p:nvPr/>
          </p:nvSpPr>
          <p:spPr>
            <a:xfrm>
              <a:off x="6508250" y="1603550"/>
              <a:ext cx="25625" cy="25400"/>
            </a:xfrm>
            <a:custGeom>
              <a:rect b="b" l="l" r="r" t="t"/>
              <a:pathLst>
                <a:path extrusionOk="0" h="1016" w="1025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8" name="Google Shape;7588;p67"/>
            <p:cNvSpPr/>
            <p:nvPr/>
          </p:nvSpPr>
          <p:spPr>
            <a:xfrm>
              <a:off x="6389175" y="3469300"/>
              <a:ext cx="36650" cy="35450"/>
            </a:xfrm>
            <a:custGeom>
              <a:rect b="b" l="l" r="r" t="t"/>
              <a:pathLst>
                <a:path extrusionOk="0" h="1418" w="1466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9" name="Google Shape;7589;p67"/>
            <p:cNvSpPr/>
            <p:nvPr/>
          </p:nvSpPr>
          <p:spPr>
            <a:xfrm>
              <a:off x="6987775" y="3156175"/>
              <a:ext cx="36325" cy="35750"/>
            </a:xfrm>
            <a:custGeom>
              <a:rect b="b" l="l" r="r" t="t"/>
              <a:pathLst>
                <a:path extrusionOk="0" h="1430" w="1453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0" name="Google Shape;7590;p67"/>
            <p:cNvSpPr/>
            <p:nvPr/>
          </p:nvSpPr>
          <p:spPr>
            <a:xfrm>
              <a:off x="6376075" y="3686575"/>
              <a:ext cx="40225" cy="39625"/>
            </a:xfrm>
            <a:custGeom>
              <a:rect b="b" l="l" r="r" t="t"/>
              <a:pathLst>
                <a:path extrusionOk="0" h="1585" w="1609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1" name="Google Shape;7591;p67"/>
            <p:cNvSpPr/>
            <p:nvPr/>
          </p:nvSpPr>
          <p:spPr>
            <a:xfrm>
              <a:off x="6069500" y="3642400"/>
              <a:ext cx="29200" cy="28375"/>
            </a:xfrm>
            <a:custGeom>
              <a:rect b="b" l="l" r="r" t="t"/>
              <a:pathLst>
                <a:path extrusionOk="0" h="1135" w="1168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2" name="Google Shape;7592;p67"/>
            <p:cNvSpPr/>
            <p:nvPr/>
          </p:nvSpPr>
          <p:spPr>
            <a:xfrm>
              <a:off x="6322200" y="2992450"/>
              <a:ext cx="14925" cy="14025"/>
            </a:xfrm>
            <a:custGeom>
              <a:rect b="b" l="l" r="r" t="t"/>
              <a:pathLst>
                <a:path extrusionOk="0" h="561" w="597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3" name="Google Shape;7593;p67"/>
            <p:cNvSpPr/>
            <p:nvPr/>
          </p:nvSpPr>
          <p:spPr>
            <a:xfrm>
              <a:off x="6251950" y="2719800"/>
              <a:ext cx="14925" cy="14925"/>
            </a:xfrm>
            <a:custGeom>
              <a:rect b="b" l="l" r="r" t="t"/>
              <a:pathLst>
                <a:path extrusionOk="0" h="597" w="597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4" name="Google Shape;7594;p67"/>
            <p:cNvSpPr/>
            <p:nvPr/>
          </p:nvSpPr>
          <p:spPr>
            <a:xfrm>
              <a:off x="6174575" y="2838875"/>
              <a:ext cx="14900" cy="14300"/>
            </a:xfrm>
            <a:custGeom>
              <a:rect b="b" l="l" r="r" t="t"/>
              <a:pathLst>
                <a:path extrusionOk="0" h="572" w="596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5" name="Google Shape;7595;p67"/>
            <p:cNvSpPr/>
            <p:nvPr/>
          </p:nvSpPr>
          <p:spPr>
            <a:xfrm>
              <a:off x="6164450" y="2236725"/>
              <a:ext cx="14600" cy="14600"/>
            </a:xfrm>
            <a:custGeom>
              <a:rect b="b" l="l" r="r" t="t"/>
              <a:pathLst>
                <a:path extrusionOk="0" h="584" w="584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6" name="Google Shape;7596;p67"/>
            <p:cNvSpPr/>
            <p:nvPr/>
          </p:nvSpPr>
          <p:spPr>
            <a:xfrm>
              <a:off x="5982275" y="2068825"/>
              <a:ext cx="14325" cy="14625"/>
            </a:xfrm>
            <a:custGeom>
              <a:rect b="b" l="l" r="r" t="t"/>
              <a:pathLst>
                <a:path extrusionOk="0" h="585" w="573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7" name="Google Shape;7597;p67"/>
            <p:cNvSpPr/>
            <p:nvPr/>
          </p:nvSpPr>
          <p:spPr>
            <a:xfrm>
              <a:off x="6225775" y="1468775"/>
              <a:ext cx="14900" cy="14425"/>
            </a:xfrm>
            <a:custGeom>
              <a:rect b="b" l="l" r="r" t="t"/>
              <a:pathLst>
                <a:path extrusionOk="0" h="577" w="596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8" name="Google Shape;7598;p67"/>
            <p:cNvSpPr/>
            <p:nvPr/>
          </p:nvSpPr>
          <p:spPr>
            <a:xfrm>
              <a:off x="6000750" y="1963775"/>
              <a:ext cx="14600" cy="14300"/>
            </a:xfrm>
            <a:custGeom>
              <a:rect b="b" l="l" r="r" t="t"/>
              <a:pathLst>
                <a:path extrusionOk="0" h="572" w="584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9" name="Google Shape;7599;p67"/>
            <p:cNvSpPr/>
            <p:nvPr/>
          </p:nvSpPr>
          <p:spPr>
            <a:xfrm>
              <a:off x="6232600" y="2329000"/>
              <a:ext cx="14925" cy="14900"/>
            </a:xfrm>
            <a:custGeom>
              <a:rect b="b" l="l" r="r" t="t"/>
              <a:pathLst>
                <a:path extrusionOk="0" h="596" w="597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0" name="Google Shape;7600;p67"/>
            <p:cNvSpPr/>
            <p:nvPr/>
          </p:nvSpPr>
          <p:spPr>
            <a:xfrm>
              <a:off x="6047175" y="2542100"/>
              <a:ext cx="14900" cy="14625"/>
            </a:xfrm>
            <a:custGeom>
              <a:rect b="b" l="l" r="r" t="t"/>
              <a:pathLst>
                <a:path extrusionOk="0" h="585" w="596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1" name="Google Shape;7601;p67"/>
            <p:cNvSpPr/>
            <p:nvPr/>
          </p:nvSpPr>
          <p:spPr>
            <a:xfrm>
              <a:off x="6294225" y="2244150"/>
              <a:ext cx="14900" cy="14650"/>
            </a:xfrm>
            <a:custGeom>
              <a:rect b="b" l="l" r="r" t="t"/>
              <a:pathLst>
                <a:path extrusionOk="0" h="586" w="596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2" name="Google Shape;7602;p67"/>
            <p:cNvSpPr/>
            <p:nvPr/>
          </p:nvSpPr>
          <p:spPr>
            <a:xfrm>
              <a:off x="6151950" y="3747600"/>
              <a:ext cx="36625" cy="36350"/>
            </a:xfrm>
            <a:custGeom>
              <a:rect b="b" l="l" r="r" t="t"/>
              <a:pathLst>
                <a:path extrusionOk="0" h="1454" w="1465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603" name="Google Shape;7603;p67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7604" name="Google Shape;7604;p67"/>
          <p:cNvSpPr txBox="1"/>
          <p:nvPr>
            <p:ph idx="2" type="title"/>
          </p:nvPr>
        </p:nvSpPr>
        <p:spPr>
          <a:xfrm>
            <a:off x="5606433" y="5057800"/>
            <a:ext cx="586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605" name="Google Shape;7605;p67"/>
          <p:cNvSpPr txBox="1"/>
          <p:nvPr>
            <p:ph idx="1" type="subTitle"/>
          </p:nvPr>
        </p:nvSpPr>
        <p:spPr>
          <a:xfrm>
            <a:off x="5606433" y="5888333"/>
            <a:ext cx="58641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606" name="Google Shape;7606;p67"/>
          <p:cNvSpPr txBox="1"/>
          <p:nvPr>
            <p:ph idx="3" type="title"/>
          </p:nvPr>
        </p:nvSpPr>
        <p:spPr>
          <a:xfrm>
            <a:off x="13074378" y="5057800"/>
            <a:ext cx="57033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607" name="Google Shape;7607;p67"/>
          <p:cNvSpPr txBox="1"/>
          <p:nvPr>
            <p:ph idx="4" type="subTitle"/>
          </p:nvPr>
        </p:nvSpPr>
        <p:spPr>
          <a:xfrm>
            <a:off x="13074365" y="5888333"/>
            <a:ext cx="57033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608" name="Google Shape;7608;p67"/>
          <p:cNvSpPr txBox="1"/>
          <p:nvPr>
            <p:ph idx="5" type="title"/>
          </p:nvPr>
        </p:nvSpPr>
        <p:spPr>
          <a:xfrm>
            <a:off x="5606433" y="9771400"/>
            <a:ext cx="586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609" name="Google Shape;7609;p67"/>
          <p:cNvSpPr txBox="1"/>
          <p:nvPr>
            <p:ph idx="6" type="subTitle"/>
          </p:nvPr>
        </p:nvSpPr>
        <p:spPr>
          <a:xfrm>
            <a:off x="5606433" y="10601933"/>
            <a:ext cx="58641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610" name="Google Shape;7610;p67"/>
          <p:cNvSpPr txBox="1"/>
          <p:nvPr>
            <p:ph idx="7" type="title"/>
          </p:nvPr>
        </p:nvSpPr>
        <p:spPr>
          <a:xfrm>
            <a:off x="13074311" y="9771400"/>
            <a:ext cx="57033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611" name="Google Shape;7611;p67"/>
          <p:cNvSpPr txBox="1"/>
          <p:nvPr>
            <p:ph idx="8" type="subTitle"/>
          </p:nvPr>
        </p:nvSpPr>
        <p:spPr>
          <a:xfrm>
            <a:off x="13074299" y="10601933"/>
            <a:ext cx="57033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11">
    <p:spTree>
      <p:nvGrpSpPr>
        <p:cNvPr id="7612" name="Shape 7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13" name="Google Shape;7613;p68"/>
          <p:cNvGrpSpPr/>
          <p:nvPr/>
        </p:nvGrpSpPr>
        <p:grpSpPr>
          <a:xfrm>
            <a:off x="18645906" y="5312084"/>
            <a:ext cx="5707046" cy="8403447"/>
            <a:chOff x="2525900" y="1699450"/>
            <a:chExt cx="1076050" cy="1584450"/>
          </a:xfrm>
        </p:grpSpPr>
        <p:sp>
          <p:nvSpPr>
            <p:cNvPr id="7614" name="Google Shape;7614;p68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5" name="Google Shape;7615;p68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6" name="Google Shape;7616;p68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7" name="Google Shape;7617;p68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8" name="Google Shape;7618;p68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9" name="Google Shape;7619;p68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0" name="Google Shape;7620;p68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1" name="Google Shape;7621;p68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2" name="Google Shape;7622;p68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3" name="Google Shape;7623;p68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4" name="Google Shape;7624;p68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5" name="Google Shape;7625;p68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6" name="Google Shape;7626;p68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7" name="Google Shape;7627;p68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8" name="Google Shape;7628;p68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9" name="Google Shape;7629;p68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0" name="Google Shape;7630;p68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1" name="Google Shape;7631;p68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2" name="Google Shape;7632;p68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3" name="Google Shape;7633;p68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4" name="Google Shape;7634;p68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5" name="Google Shape;7635;p68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6" name="Google Shape;7636;p68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7" name="Google Shape;7637;p68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8" name="Google Shape;7638;p68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9" name="Google Shape;7639;p68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0" name="Google Shape;7640;p68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1" name="Google Shape;7641;p68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2" name="Google Shape;7642;p68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3" name="Google Shape;7643;p68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4" name="Google Shape;7644;p68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5" name="Google Shape;7645;p68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6" name="Google Shape;7646;p68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7" name="Google Shape;7647;p68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8" name="Google Shape;7648;p68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9" name="Google Shape;7649;p68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0" name="Google Shape;7650;p68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1" name="Google Shape;7651;p68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2" name="Google Shape;7652;p68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3" name="Google Shape;7653;p68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4" name="Google Shape;7654;p68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5" name="Google Shape;7655;p68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6" name="Google Shape;7656;p68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7" name="Google Shape;7657;p68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8" name="Google Shape;7658;p68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9" name="Google Shape;7659;p68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0" name="Google Shape;7660;p68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1" name="Google Shape;7661;p68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2" name="Google Shape;7662;p68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3" name="Google Shape;7663;p68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4" name="Google Shape;7664;p68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5" name="Google Shape;7665;p68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6" name="Google Shape;7666;p68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7" name="Google Shape;7667;p68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8" name="Google Shape;7668;p68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9" name="Google Shape;7669;p68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0" name="Google Shape;7670;p68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1" name="Google Shape;7671;p68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2" name="Google Shape;7672;p68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3" name="Google Shape;7673;p68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4" name="Google Shape;7674;p68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5" name="Google Shape;7675;p68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6" name="Google Shape;7676;p68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7" name="Google Shape;7677;p68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8" name="Google Shape;7678;p68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9" name="Google Shape;7679;p68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0" name="Google Shape;7680;p68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1" name="Google Shape;7681;p68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682" name="Google Shape;7682;p68"/>
          <p:cNvGrpSpPr/>
          <p:nvPr/>
        </p:nvGrpSpPr>
        <p:grpSpPr>
          <a:xfrm flipH="1">
            <a:off x="110" y="5312084"/>
            <a:ext cx="5707046" cy="8403447"/>
            <a:chOff x="2525900" y="1699450"/>
            <a:chExt cx="1076050" cy="1584450"/>
          </a:xfrm>
        </p:grpSpPr>
        <p:sp>
          <p:nvSpPr>
            <p:cNvPr id="7683" name="Google Shape;7683;p68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4" name="Google Shape;7684;p68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5" name="Google Shape;7685;p68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6" name="Google Shape;7686;p68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7" name="Google Shape;7687;p68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8" name="Google Shape;7688;p68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9" name="Google Shape;7689;p68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0" name="Google Shape;7690;p68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1" name="Google Shape;7691;p68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2" name="Google Shape;7692;p68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3" name="Google Shape;7693;p68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4" name="Google Shape;7694;p68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5" name="Google Shape;7695;p68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6" name="Google Shape;7696;p68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7" name="Google Shape;7697;p68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8" name="Google Shape;7698;p68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9" name="Google Shape;7699;p68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0" name="Google Shape;7700;p68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1" name="Google Shape;7701;p68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2" name="Google Shape;7702;p68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3" name="Google Shape;7703;p68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4" name="Google Shape;7704;p68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5" name="Google Shape;7705;p68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6" name="Google Shape;7706;p68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7" name="Google Shape;7707;p68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8" name="Google Shape;7708;p68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9" name="Google Shape;7709;p68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0" name="Google Shape;7710;p68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1" name="Google Shape;7711;p68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2" name="Google Shape;7712;p68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3" name="Google Shape;7713;p68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4" name="Google Shape;7714;p68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5" name="Google Shape;7715;p68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6" name="Google Shape;7716;p68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7" name="Google Shape;7717;p68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8" name="Google Shape;7718;p68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9" name="Google Shape;7719;p68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0" name="Google Shape;7720;p68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1" name="Google Shape;7721;p68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2" name="Google Shape;7722;p68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3" name="Google Shape;7723;p68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4" name="Google Shape;7724;p68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5" name="Google Shape;7725;p68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6" name="Google Shape;7726;p68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7" name="Google Shape;7727;p68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8" name="Google Shape;7728;p68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9" name="Google Shape;7729;p68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0" name="Google Shape;7730;p68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1" name="Google Shape;7731;p68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2" name="Google Shape;7732;p68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3" name="Google Shape;7733;p68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4" name="Google Shape;7734;p68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5" name="Google Shape;7735;p68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6" name="Google Shape;7736;p68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7" name="Google Shape;7737;p68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8" name="Google Shape;7738;p68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9" name="Google Shape;7739;p68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0" name="Google Shape;7740;p68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1" name="Google Shape;7741;p68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2" name="Google Shape;7742;p68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3" name="Google Shape;7743;p68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4" name="Google Shape;7744;p68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5" name="Google Shape;7745;p68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6" name="Google Shape;7746;p68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7" name="Google Shape;7747;p68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8" name="Google Shape;7748;p68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9" name="Google Shape;7749;p68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0" name="Google Shape;7750;p68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51" name="Google Shape;7751;p68"/>
          <p:cNvGrpSpPr/>
          <p:nvPr/>
        </p:nvGrpSpPr>
        <p:grpSpPr>
          <a:xfrm rot="-5400000">
            <a:off x="20944935" y="-1016087"/>
            <a:ext cx="2422790" cy="4455244"/>
            <a:chOff x="6526400" y="1492875"/>
            <a:chExt cx="509900" cy="937650"/>
          </a:xfrm>
        </p:grpSpPr>
        <p:sp>
          <p:nvSpPr>
            <p:cNvPr id="7752" name="Google Shape;7752;p68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3" name="Google Shape;7753;p68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4" name="Google Shape;7754;p68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5" name="Google Shape;7755;p68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6" name="Google Shape;7756;p68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7" name="Google Shape;7757;p68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8" name="Google Shape;7758;p68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9" name="Google Shape;7759;p68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0" name="Google Shape;7760;p68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1" name="Google Shape;7761;p68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2" name="Google Shape;7762;p68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3" name="Google Shape;7763;p68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4" name="Google Shape;7764;p68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5" name="Google Shape;7765;p68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6" name="Google Shape;7766;p68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67" name="Google Shape;7767;p68"/>
          <p:cNvGrpSpPr/>
          <p:nvPr/>
        </p:nvGrpSpPr>
        <p:grpSpPr>
          <a:xfrm flipH="1" rot="5400000">
            <a:off x="1016137" y="-1016087"/>
            <a:ext cx="2422790" cy="4455244"/>
            <a:chOff x="6526400" y="1492875"/>
            <a:chExt cx="509900" cy="937650"/>
          </a:xfrm>
        </p:grpSpPr>
        <p:sp>
          <p:nvSpPr>
            <p:cNvPr id="7768" name="Google Shape;7768;p68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9" name="Google Shape;7769;p68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0" name="Google Shape;7770;p68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1" name="Google Shape;7771;p68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2" name="Google Shape;7772;p68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3" name="Google Shape;7773;p68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4" name="Google Shape;7774;p68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5" name="Google Shape;7775;p68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6" name="Google Shape;7776;p68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7" name="Google Shape;7777;p68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8" name="Google Shape;7778;p68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9" name="Google Shape;7779;p68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0" name="Google Shape;7780;p68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1" name="Google Shape;7781;p68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2" name="Google Shape;7782;p68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783" name="Google Shape;7783;p68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7784" name="Google Shape;7784;p68"/>
          <p:cNvSpPr txBox="1"/>
          <p:nvPr>
            <p:ph idx="2" type="title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785" name="Google Shape;7785;p68"/>
          <p:cNvSpPr txBox="1"/>
          <p:nvPr>
            <p:ph idx="1" type="subTitle"/>
          </p:nvPr>
        </p:nvSpPr>
        <p:spPr>
          <a:xfrm>
            <a:off x="2731000" y="5997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786" name="Google Shape;7786;p68"/>
          <p:cNvSpPr txBox="1"/>
          <p:nvPr>
            <p:ph idx="3" type="title"/>
          </p:nvPr>
        </p:nvSpPr>
        <p:spPr>
          <a:xfrm>
            <a:off x="9338266" y="5121633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787" name="Google Shape;7787;p68"/>
          <p:cNvSpPr txBox="1"/>
          <p:nvPr>
            <p:ph idx="4" type="subTitle"/>
          </p:nvPr>
        </p:nvSpPr>
        <p:spPr>
          <a:xfrm>
            <a:off x="9338400" y="5997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788" name="Google Shape;7788;p68"/>
          <p:cNvSpPr txBox="1"/>
          <p:nvPr>
            <p:ph idx="5" type="title"/>
          </p:nvPr>
        </p:nvSpPr>
        <p:spPr>
          <a:xfrm>
            <a:off x="6034567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789" name="Google Shape;7789;p68"/>
          <p:cNvSpPr txBox="1"/>
          <p:nvPr>
            <p:ph idx="6" type="subTitle"/>
          </p:nvPr>
        </p:nvSpPr>
        <p:spPr>
          <a:xfrm>
            <a:off x="6034700" y="10496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790" name="Google Shape;7790;p68"/>
          <p:cNvSpPr txBox="1"/>
          <p:nvPr>
            <p:ph idx="7" type="title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791" name="Google Shape;7791;p68"/>
          <p:cNvSpPr txBox="1"/>
          <p:nvPr>
            <p:ph idx="8" type="subTitle"/>
          </p:nvPr>
        </p:nvSpPr>
        <p:spPr>
          <a:xfrm>
            <a:off x="15945800" y="5997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792" name="Google Shape;7792;p68"/>
          <p:cNvSpPr txBox="1"/>
          <p:nvPr>
            <p:ph idx="9" type="title"/>
          </p:nvPr>
        </p:nvSpPr>
        <p:spPr>
          <a:xfrm>
            <a:off x="12641966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793" name="Google Shape;7793;p68"/>
          <p:cNvSpPr txBox="1"/>
          <p:nvPr>
            <p:ph idx="13" type="subTitle"/>
          </p:nvPr>
        </p:nvSpPr>
        <p:spPr>
          <a:xfrm>
            <a:off x="12642100" y="10496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7794" name="Shape 7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95" name="Google Shape;7795;p69"/>
          <p:cNvGrpSpPr/>
          <p:nvPr/>
        </p:nvGrpSpPr>
        <p:grpSpPr>
          <a:xfrm rot="10800000">
            <a:off x="-98" y="-28"/>
            <a:ext cx="6408631" cy="9436509"/>
            <a:chOff x="2525900" y="1699450"/>
            <a:chExt cx="1076050" cy="1584450"/>
          </a:xfrm>
        </p:grpSpPr>
        <p:sp>
          <p:nvSpPr>
            <p:cNvPr id="7796" name="Google Shape;7796;p69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7" name="Google Shape;7797;p69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8" name="Google Shape;7798;p69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9" name="Google Shape;7799;p69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0" name="Google Shape;7800;p69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1" name="Google Shape;7801;p69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2" name="Google Shape;7802;p69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3" name="Google Shape;7803;p69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4" name="Google Shape;7804;p69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5" name="Google Shape;7805;p69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6" name="Google Shape;7806;p69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7" name="Google Shape;7807;p69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8" name="Google Shape;7808;p69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9" name="Google Shape;7809;p69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0" name="Google Shape;7810;p69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1" name="Google Shape;7811;p69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2" name="Google Shape;7812;p69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3" name="Google Shape;7813;p69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4" name="Google Shape;7814;p69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5" name="Google Shape;7815;p69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6" name="Google Shape;7816;p69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7" name="Google Shape;7817;p69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8" name="Google Shape;7818;p69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9" name="Google Shape;7819;p69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0" name="Google Shape;7820;p69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1" name="Google Shape;7821;p69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2" name="Google Shape;7822;p69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3" name="Google Shape;7823;p69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4" name="Google Shape;7824;p69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5" name="Google Shape;7825;p69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6" name="Google Shape;7826;p69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7" name="Google Shape;7827;p69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8" name="Google Shape;7828;p69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9" name="Google Shape;7829;p69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0" name="Google Shape;7830;p69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1" name="Google Shape;7831;p69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2" name="Google Shape;7832;p69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3" name="Google Shape;7833;p69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4" name="Google Shape;7834;p69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5" name="Google Shape;7835;p69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6" name="Google Shape;7836;p69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7" name="Google Shape;7837;p69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8" name="Google Shape;7838;p69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9" name="Google Shape;7839;p69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0" name="Google Shape;7840;p69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1" name="Google Shape;7841;p69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2" name="Google Shape;7842;p69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3" name="Google Shape;7843;p69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4" name="Google Shape;7844;p69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5" name="Google Shape;7845;p69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6" name="Google Shape;7846;p69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7" name="Google Shape;7847;p69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8" name="Google Shape;7848;p69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9" name="Google Shape;7849;p69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0" name="Google Shape;7850;p69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1" name="Google Shape;7851;p69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2" name="Google Shape;7852;p69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3" name="Google Shape;7853;p69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4" name="Google Shape;7854;p69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5" name="Google Shape;7855;p69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6" name="Google Shape;7856;p69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7" name="Google Shape;7857;p69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8" name="Google Shape;7858;p69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9" name="Google Shape;7859;p69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0" name="Google Shape;7860;p69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1" name="Google Shape;7861;p69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2" name="Google Shape;7862;p69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3" name="Google Shape;7863;p69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864" name="Google Shape;7864;p69"/>
          <p:cNvGrpSpPr/>
          <p:nvPr/>
        </p:nvGrpSpPr>
        <p:grpSpPr>
          <a:xfrm flipH="1" rot="10800000">
            <a:off x="18003165" y="-28"/>
            <a:ext cx="6408631" cy="9436509"/>
            <a:chOff x="2525900" y="1699450"/>
            <a:chExt cx="1076050" cy="1584450"/>
          </a:xfrm>
        </p:grpSpPr>
        <p:sp>
          <p:nvSpPr>
            <p:cNvPr id="7865" name="Google Shape;7865;p69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6" name="Google Shape;7866;p69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7" name="Google Shape;7867;p69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8" name="Google Shape;7868;p69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9" name="Google Shape;7869;p69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0" name="Google Shape;7870;p69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1" name="Google Shape;7871;p69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2" name="Google Shape;7872;p69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3" name="Google Shape;7873;p69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4" name="Google Shape;7874;p69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5" name="Google Shape;7875;p69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6" name="Google Shape;7876;p69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7" name="Google Shape;7877;p69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8" name="Google Shape;7878;p69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9" name="Google Shape;7879;p69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0" name="Google Shape;7880;p69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1" name="Google Shape;7881;p69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2" name="Google Shape;7882;p69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3" name="Google Shape;7883;p69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4" name="Google Shape;7884;p69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5" name="Google Shape;7885;p69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6" name="Google Shape;7886;p69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7" name="Google Shape;7887;p69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8" name="Google Shape;7888;p69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9" name="Google Shape;7889;p69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0" name="Google Shape;7890;p69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1" name="Google Shape;7891;p69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2" name="Google Shape;7892;p69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3" name="Google Shape;7893;p69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4" name="Google Shape;7894;p69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5" name="Google Shape;7895;p69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6" name="Google Shape;7896;p69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7" name="Google Shape;7897;p69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8" name="Google Shape;7898;p69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9" name="Google Shape;7899;p69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0" name="Google Shape;7900;p69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1" name="Google Shape;7901;p69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2" name="Google Shape;7902;p69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3" name="Google Shape;7903;p69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4" name="Google Shape;7904;p69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5" name="Google Shape;7905;p69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6" name="Google Shape;7906;p69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7" name="Google Shape;7907;p69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8" name="Google Shape;7908;p69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9" name="Google Shape;7909;p69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0" name="Google Shape;7910;p69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1" name="Google Shape;7911;p69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2" name="Google Shape;7912;p69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3" name="Google Shape;7913;p69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4" name="Google Shape;7914;p69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5" name="Google Shape;7915;p69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6" name="Google Shape;7916;p69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7" name="Google Shape;7917;p69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8" name="Google Shape;7918;p69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9" name="Google Shape;7919;p69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0" name="Google Shape;7920;p69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1" name="Google Shape;7921;p69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2" name="Google Shape;7922;p69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3" name="Google Shape;7923;p69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4" name="Google Shape;7924;p69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5" name="Google Shape;7925;p69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6" name="Google Shape;7926;p69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7" name="Google Shape;7927;p69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8" name="Google Shape;7928;p69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9" name="Google Shape;7929;p69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0" name="Google Shape;7930;p69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1" name="Google Shape;7931;p69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2" name="Google Shape;7932;p69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33" name="Google Shape;7933;p69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7934" name="Google Shape;7934;p69"/>
          <p:cNvSpPr txBox="1"/>
          <p:nvPr>
            <p:ph idx="2" type="title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935" name="Google Shape;7935;p69"/>
          <p:cNvSpPr txBox="1"/>
          <p:nvPr>
            <p:ph idx="1" type="subTitle"/>
          </p:nvPr>
        </p:nvSpPr>
        <p:spPr>
          <a:xfrm>
            <a:off x="2730867" y="5998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936" name="Google Shape;7936;p69"/>
          <p:cNvSpPr txBox="1"/>
          <p:nvPr>
            <p:ph idx="3" type="title"/>
          </p:nvPr>
        </p:nvSpPr>
        <p:spPr>
          <a:xfrm>
            <a:off x="9352260" y="5121633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937" name="Google Shape;7937;p69"/>
          <p:cNvSpPr txBox="1"/>
          <p:nvPr>
            <p:ph idx="4" type="subTitle"/>
          </p:nvPr>
        </p:nvSpPr>
        <p:spPr>
          <a:xfrm>
            <a:off x="9338266" y="5998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938" name="Google Shape;7938;p69"/>
          <p:cNvSpPr txBox="1"/>
          <p:nvPr>
            <p:ph idx="5" type="title"/>
          </p:nvPr>
        </p:nvSpPr>
        <p:spPr>
          <a:xfrm>
            <a:off x="2730867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939" name="Google Shape;7939;p69"/>
          <p:cNvSpPr txBox="1"/>
          <p:nvPr>
            <p:ph idx="6" type="subTitle"/>
          </p:nvPr>
        </p:nvSpPr>
        <p:spPr>
          <a:xfrm>
            <a:off x="2730867" y="10497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940" name="Google Shape;7940;p69"/>
          <p:cNvSpPr txBox="1"/>
          <p:nvPr>
            <p:ph idx="7" type="title"/>
          </p:nvPr>
        </p:nvSpPr>
        <p:spPr>
          <a:xfrm>
            <a:off x="9352260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941" name="Google Shape;7941;p69"/>
          <p:cNvSpPr txBox="1"/>
          <p:nvPr>
            <p:ph idx="8" type="subTitle"/>
          </p:nvPr>
        </p:nvSpPr>
        <p:spPr>
          <a:xfrm>
            <a:off x="9352260" y="10497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942" name="Google Shape;7942;p69"/>
          <p:cNvSpPr txBox="1"/>
          <p:nvPr>
            <p:ph idx="9" type="title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943" name="Google Shape;7943;p69"/>
          <p:cNvSpPr txBox="1"/>
          <p:nvPr>
            <p:ph idx="13" type="subTitle"/>
          </p:nvPr>
        </p:nvSpPr>
        <p:spPr>
          <a:xfrm>
            <a:off x="15945666" y="5998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7944" name="Google Shape;7944;p69"/>
          <p:cNvSpPr txBox="1"/>
          <p:nvPr>
            <p:ph idx="14" type="title"/>
          </p:nvPr>
        </p:nvSpPr>
        <p:spPr>
          <a:xfrm>
            <a:off x="15945666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7945" name="Google Shape;7945;p69"/>
          <p:cNvSpPr txBox="1"/>
          <p:nvPr>
            <p:ph idx="15" type="subTitle"/>
          </p:nvPr>
        </p:nvSpPr>
        <p:spPr>
          <a:xfrm>
            <a:off x="15945666" y="10497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7946" name="Shape 7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47" name="Google Shape;7947;p70"/>
          <p:cNvGrpSpPr/>
          <p:nvPr/>
        </p:nvGrpSpPr>
        <p:grpSpPr>
          <a:xfrm rot="-5400000">
            <a:off x="16839396" y="4438196"/>
            <a:ext cx="11981600" cy="3106514"/>
            <a:chOff x="2582150" y="3714800"/>
            <a:chExt cx="2689050" cy="697200"/>
          </a:xfrm>
        </p:grpSpPr>
        <p:sp>
          <p:nvSpPr>
            <p:cNvPr id="7948" name="Google Shape;7948;p70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9" name="Google Shape;7949;p70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0" name="Google Shape;7950;p70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1" name="Google Shape;7951;p70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2" name="Google Shape;7952;p70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3" name="Google Shape;7953;p70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4" name="Google Shape;7954;p70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5" name="Google Shape;7955;p70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6" name="Google Shape;7956;p70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7" name="Google Shape;7957;p70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8" name="Google Shape;7958;p70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9" name="Google Shape;7959;p70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0" name="Google Shape;7960;p70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1" name="Google Shape;7961;p70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2" name="Google Shape;7962;p70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3" name="Google Shape;7963;p70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4" name="Google Shape;7964;p70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5" name="Google Shape;7965;p70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6" name="Google Shape;7966;p70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7" name="Google Shape;7967;p70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8" name="Google Shape;7968;p70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9" name="Google Shape;7969;p70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0" name="Google Shape;7970;p70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1" name="Google Shape;7971;p70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2" name="Google Shape;7972;p70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3" name="Google Shape;7973;p70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4" name="Google Shape;7974;p70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5" name="Google Shape;7975;p70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6" name="Google Shape;7976;p70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7" name="Google Shape;7977;p70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8" name="Google Shape;7978;p70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9" name="Google Shape;7979;p70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0" name="Google Shape;7980;p70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1" name="Google Shape;7981;p70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2" name="Google Shape;7982;p70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3" name="Google Shape;7983;p70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4" name="Google Shape;7984;p70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5" name="Google Shape;7985;p70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6" name="Google Shape;7986;p70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7" name="Google Shape;7987;p70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8" name="Google Shape;7988;p70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9" name="Google Shape;7989;p70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0" name="Google Shape;7990;p70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1" name="Google Shape;7991;p70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2" name="Google Shape;7992;p70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3" name="Google Shape;7993;p70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4" name="Google Shape;7994;p70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5" name="Google Shape;7995;p70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6" name="Google Shape;7996;p70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7" name="Google Shape;7997;p70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8" name="Google Shape;7998;p70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9" name="Google Shape;7999;p70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0" name="Google Shape;8000;p70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1" name="Google Shape;8001;p70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2" name="Google Shape;8002;p70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3" name="Google Shape;8003;p70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4" name="Google Shape;8004;p70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5" name="Google Shape;8005;p70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6" name="Google Shape;8006;p70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7" name="Google Shape;8007;p70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008" name="Google Shape;8008;p70"/>
          <p:cNvGrpSpPr/>
          <p:nvPr/>
        </p:nvGrpSpPr>
        <p:grpSpPr>
          <a:xfrm flipH="1" rot="5400000">
            <a:off x="-4437000" y="4438196"/>
            <a:ext cx="11981600" cy="3106514"/>
            <a:chOff x="2582150" y="3714800"/>
            <a:chExt cx="2689050" cy="697200"/>
          </a:xfrm>
        </p:grpSpPr>
        <p:sp>
          <p:nvSpPr>
            <p:cNvPr id="8009" name="Google Shape;8009;p70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0" name="Google Shape;8010;p70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1" name="Google Shape;8011;p70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2" name="Google Shape;8012;p70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3" name="Google Shape;8013;p70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4" name="Google Shape;8014;p70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5" name="Google Shape;8015;p70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6" name="Google Shape;8016;p70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7" name="Google Shape;8017;p70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8" name="Google Shape;8018;p70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9" name="Google Shape;8019;p70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0" name="Google Shape;8020;p70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1" name="Google Shape;8021;p70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2" name="Google Shape;8022;p70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3" name="Google Shape;8023;p70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4" name="Google Shape;8024;p70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5" name="Google Shape;8025;p70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6" name="Google Shape;8026;p70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7" name="Google Shape;8027;p70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8" name="Google Shape;8028;p70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9" name="Google Shape;8029;p70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0" name="Google Shape;8030;p70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1" name="Google Shape;8031;p70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2" name="Google Shape;8032;p70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3" name="Google Shape;8033;p70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4" name="Google Shape;8034;p70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5" name="Google Shape;8035;p70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6" name="Google Shape;8036;p70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7" name="Google Shape;8037;p70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8" name="Google Shape;8038;p70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9" name="Google Shape;8039;p70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0" name="Google Shape;8040;p70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1" name="Google Shape;8041;p70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2" name="Google Shape;8042;p70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3" name="Google Shape;8043;p70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4" name="Google Shape;8044;p70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5" name="Google Shape;8045;p70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6" name="Google Shape;8046;p70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7" name="Google Shape;8047;p70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8" name="Google Shape;8048;p70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9" name="Google Shape;8049;p70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0" name="Google Shape;8050;p70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1" name="Google Shape;8051;p70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2" name="Google Shape;8052;p70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3" name="Google Shape;8053;p70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4" name="Google Shape;8054;p70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5" name="Google Shape;8055;p70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6" name="Google Shape;8056;p70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7" name="Google Shape;8057;p70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8" name="Google Shape;8058;p70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9" name="Google Shape;8059;p70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0" name="Google Shape;8060;p70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1" name="Google Shape;8061;p70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2" name="Google Shape;8062;p70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3" name="Google Shape;8063;p70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4" name="Google Shape;8064;p70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5" name="Google Shape;8065;p70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6" name="Google Shape;8066;p70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7" name="Google Shape;8067;p70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8" name="Google Shape;8068;p70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069" name="Google Shape;8069;p70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0" name="Google Shape;8070;p70"/>
          <p:cNvSpPr txBox="1"/>
          <p:nvPr>
            <p:ph type="title"/>
          </p:nvPr>
        </p:nvSpPr>
        <p:spPr>
          <a:xfrm>
            <a:off x="1920000" y="4273000"/>
            <a:ext cx="101457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8071" name="Google Shape;8071;p70"/>
          <p:cNvSpPr txBox="1"/>
          <p:nvPr>
            <p:ph idx="1" type="subTitle"/>
          </p:nvPr>
        </p:nvSpPr>
        <p:spPr>
          <a:xfrm>
            <a:off x="1920000" y="5889000"/>
            <a:ext cx="101457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8072" name="Google Shape;8072;p70"/>
          <p:cNvSpPr txBox="1"/>
          <p:nvPr>
            <p:ph idx="2" type="title"/>
          </p:nvPr>
        </p:nvSpPr>
        <p:spPr>
          <a:xfrm>
            <a:off x="12318400" y="4273000"/>
            <a:ext cx="101457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8073" name="Google Shape;8073;p70"/>
          <p:cNvSpPr txBox="1"/>
          <p:nvPr>
            <p:ph idx="3" type="subTitle"/>
          </p:nvPr>
        </p:nvSpPr>
        <p:spPr>
          <a:xfrm>
            <a:off x="12318400" y="5934178"/>
            <a:ext cx="101457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8074" name="Google Shape;8074;p70"/>
          <p:cNvSpPr txBox="1"/>
          <p:nvPr>
            <p:ph idx="4" type="title"/>
          </p:nvPr>
        </p:nvSpPr>
        <p:spPr>
          <a:xfrm>
            <a:off x="5929600" y="8320967"/>
            <a:ext cx="125247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8075" name="Google Shape;8075;p70"/>
          <p:cNvSpPr txBox="1"/>
          <p:nvPr>
            <p:ph idx="5" type="subTitle"/>
          </p:nvPr>
        </p:nvSpPr>
        <p:spPr>
          <a:xfrm>
            <a:off x="5929600" y="10004767"/>
            <a:ext cx="125247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8076" name="Google Shape;8076;p70"/>
          <p:cNvSpPr txBox="1"/>
          <p:nvPr>
            <p:ph idx="6"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8_1">
    <p:spTree>
      <p:nvGrpSpPr>
        <p:cNvPr id="8077" name="Shape 8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78" name="Google Shape;8078;p71"/>
          <p:cNvGrpSpPr/>
          <p:nvPr/>
        </p:nvGrpSpPr>
        <p:grpSpPr>
          <a:xfrm>
            <a:off x="18085887" y="36"/>
            <a:ext cx="6298407" cy="4654278"/>
            <a:chOff x="2924750" y="1147900"/>
            <a:chExt cx="1220125" cy="901625"/>
          </a:xfrm>
        </p:grpSpPr>
        <p:sp>
          <p:nvSpPr>
            <p:cNvPr id="8079" name="Google Shape;8079;p71"/>
            <p:cNvSpPr/>
            <p:nvPr/>
          </p:nvSpPr>
          <p:spPr>
            <a:xfrm>
              <a:off x="2925350" y="1181225"/>
              <a:ext cx="175" cy="250"/>
            </a:xfrm>
            <a:custGeom>
              <a:rect b="b" l="l" r="r" t="t"/>
              <a:pathLst>
                <a:path extrusionOk="0" h="10" w="7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0" name="Google Shape;8080;p71"/>
            <p:cNvSpPr/>
            <p:nvPr/>
          </p:nvSpPr>
          <p:spPr>
            <a:xfrm>
              <a:off x="2925650" y="1181825"/>
              <a:ext cx="325" cy="400"/>
            </a:xfrm>
            <a:custGeom>
              <a:rect b="b" l="l" r="r" t="t"/>
              <a:pathLst>
                <a:path extrusionOk="0" h="16" w="13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1" name="Google Shape;8081;p71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2" name="Google Shape;8082;p71"/>
            <p:cNvSpPr/>
            <p:nvPr/>
          </p:nvSpPr>
          <p:spPr>
            <a:xfrm>
              <a:off x="2924750" y="1179750"/>
              <a:ext cx="25" cy="300"/>
            </a:xfrm>
            <a:custGeom>
              <a:rect b="b" l="l" r="r" t="t"/>
              <a:pathLst>
                <a:path extrusionOk="0" h="12" w="1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3" name="Google Shape;8083;p71"/>
            <p:cNvSpPr/>
            <p:nvPr/>
          </p:nvSpPr>
          <p:spPr>
            <a:xfrm>
              <a:off x="2925350" y="1181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4" name="Google Shape;8084;p71"/>
            <p:cNvSpPr/>
            <p:nvPr/>
          </p:nvSpPr>
          <p:spPr>
            <a:xfrm>
              <a:off x="2931900" y="1162175"/>
              <a:ext cx="86650" cy="19375"/>
            </a:xfrm>
            <a:custGeom>
              <a:rect b="b" l="l" r="r" t="t"/>
              <a:pathLst>
                <a:path extrusionOk="0" h="775" w="3466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5" name="Google Shape;8085;p71"/>
            <p:cNvSpPr/>
            <p:nvPr/>
          </p:nvSpPr>
          <p:spPr>
            <a:xfrm>
              <a:off x="3024175" y="1148200"/>
              <a:ext cx="134275" cy="20250"/>
            </a:xfrm>
            <a:custGeom>
              <a:rect b="b" l="l" r="r" t="t"/>
              <a:pathLst>
                <a:path extrusionOk="0" h="810" w="5371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6" name="Google Shape;8086;p71"/>
            <p:cNvSpPr/>
            <p:nvPr/>
          </p:nvSpPr>
          <p:spPr>
            <a:xfrm>
              <a:off x="3114950" y="1293450"/>
              <a:ext cx="203925" cy="127125"/>
            </a:xfrm>
            <a:custGeom>
              <a:rect b="b" l="l" r="r" t="t"/>
              <a:pathLst>
                <a:path extrusionOk="0" h="5085" w="8157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7" name="Google Shape;8087;p71"/>
            <p:cNvSpPr/>
            <p:nvPr/>
          </p:nvSpPr>
          <p:spPr>
            <a:xfrm>
              <a:off x="2925950" y="1177350"/>
              <a:ext cx="77425" cy="50325"/>
            </a:xfrm>
            <a:custGeom>
              <a:rect b="b" l="l" r="r" t="t"/>
              <a:pathLst>
                <a:path extrusionOk="0" h="2013" w="3097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8" name="Google Shape;8088;p71"/>
            <p:cNvSpPr/>
            <p:nvPr/>
          </p:nvSpPr>
          <p:spPr>
            <a:xfrm>
              <a:off x="3007800" y="1224975"/>
              <a:ext cx="107175" cy="68200"/>
            </a:xfrm>
            <a:custGeom>
              <a:rect b="b" l="l" r="r" t="t"/>
              <a:pathLst>
                <a:path extrusionOk="0" h="2728" w="4287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9" name="Google Shape;8089;p71"/>
            <p:cNvSpPr/>
            <p:nvPr/>
          </p:nvSpPr>
          <p:spPr>
            <a:xfrm>
              <a:off x="2924750" y="118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0" name="Google Shape;8090;p71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1" name="Google Shape;8091;p71"/>
            <p:cNvSpPr/>
            <p:nvPr/>
          </p:nvSpPr>
          <p:spPr>
            <a:xfrm>
              <a:off x="2925350" y="11812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2" name="Google Shape;8092;p71"/>
            <p:cNvSpPr/>
            <p:nvPr/>
          </p:nvSpPr>
          <p:spPr>
            <a:xfrm>
              <a:off x="2924750" y="1148200"/>
              <a:ext cx="7175" cy="34850"/>
            </a:xfrm>
            <a:custGeom>
              <a:rect b="b" l="l" r="r" t="t"/>
              <a:pathLst>
                <a:path extrusionOk="0" h="1394" w="287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3" name="Google Shape;8093;p71"/>
            <p:cNvSpPr/>
            <p:nvPr/>
          </p:nvSpPr>
          <p:spPr>
            <a:xfrm>
              <a:off x="2963750" y="1147900"/>
              <a:ext cx="65800" cy="224750"/>
            </a:xfrm>
            <a:custGeom>
              <a:rect b="b" l="l" r="r" t="t"/>
              <a:pathLst>
                <a:path extrusionOk="0" h="8990" w="2632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4" name="Google Shape;8094;p71"/>
            <p:cNvSpPr/>
            <p:nvPr/>
          </p:nvSpPr>
          <p:spPr>
            <a:xfrm>
              <a:off x="3178350" y="1148775"/>
              <a:ext cx="49150" cy="83375"/>
            </a:xfrm>
            <a:custGeom>
              <a:rect b="b" l="l" r="r" t="t"/>
              <a:pathLst>
                <a:path extrusionOk="0" h="3335" w="1966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5" name="Google Shape;8095;p71"/>
            <p:cNvSpPr/>
            <p:nvPr/>
          </p:nvSpPr>
          <p:spPr>
            <a:xfrm>
              <a:off x="3226875" y="1235100"/>
              <a:ext cx="97950" cy="179800"/>
            </a:xfrm>
            <a:custGeom>
              <a:rect b="b" l="l" r="r" t="t"/>
              <a:pathLst>
                <a:path extrusionOk="0" h="7192" w="3918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6" name="Google Shape;8096;p71"/>
            <p:cNvSpPr/>
            <p:nvPr/>
          </p:nvSpPr>
          <p:spPr>
            <a:xfrm>
              <a:off x="3496850" y="1223200"/>
              <a:ext cx="70575" cy="90500"/>
            </a:xfrm>
            <a:custGeom>
              <a:rect b="b" l="l" r="r" t="t"/>
              <a:pathLst>
                <a:path extrusionOk="0" h="3620" w="2823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7" name="Google Shape;8097;p71"/>
            <p:cNvSpPr/>
            <p:nvPr/>
          </p:nvSpPr>
          <p:spPr>
            <a:xfrm>
              <a:off x="3568875" y="1316375"/>
              <a:ext cx="104225" cy="127100"/>
            </a:xfrm>
            <a:custGeom>
              <a:rect b="b" l="l" r="r" t="t"/>
              <a:pathLst>
                <a:path extrusionOk="0" h="5084" w="4169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8" name="Google Shape;8098;p71"/>
            <p:cNvSpPr/>
            <p:nvPr/>
          </p:nvSpPr>
          <p:spPr>
            <a:xfrm>
              <a:off x="3432250" y="1148200"/>
              <a:ext cx="64625" cy="75025"/>
            </a:xfrm>
            <a:custGeom>
              <a:rect b="b" l="l" r="r" t="t"/>
              <a:pathLst>
                <a:path extrusionOk="0" h="3001" w="2585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9" name="Google Shape;8099;p71"/>
            <p:cNvSpPr/>
            <p:nvPr/>
          </p:nvSpPr>
          <p:spPr>
            <a:xfrm>
              <a:off x="2964350" y="1148200"/>
              <a:ext cx="427150" cy="226525"/>
            </a:xfrm>
            <a:custGeom>
              <a:rect b="b" l="l" r="r" t="t"/>
              <a:pathLst>
                <a:path extrusionOk="0" h="9061" w="17086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0" name="Google Shape;8100;p71"/>
            <p:cNvSpPr/>
            <p:nvPr/>
          </p:nvSpPr>
          <p:spPr>
            <a:xfrm>
              <a:off x="3321825" y="1432750"/>
              <a:ext cx="8375" cy="4325"/>
            </a:xfrm>
            <a:custGeom>
              <a:rect b="b" l="l" r="r" t="t"/>
              <a:pathLst>
                <a:path extrusionOk="0" h="173" w="335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1" name="Google Shape;8101;p71"/>
            <p:cNvSpPr/>
            <p:nvPr/>
          </p:nvSpPr>
          <p:spPr>
            <a:xfrm>
              <a:off x="3335825" y="1148200"/>
              <a:ext cx="226825" cy="267000"/>
            </a:xfrm>
            <a:custGeom>
              <a:rect b="b" l="l" r="r" t="t"/>
              <a:pathLst>
                <a:path extrusionOk="0" h="10680" w="9073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2" name="Google Shape;8102;p71"/>
            <p:cNvSpPr/>
            <p:nvPr/>
          </p:nvSpPr>
          <p:spPr>
            <a:xfrm>
              <a:off x="3867725" y="1148200"/>
              <a:ext cx="46775" cy="39000"/>
            </a:xfrm>
            <a:custGeom>
              <a:rect b="b" l="l" r="r" t="t"/>
              <a:pathLst>
                <a:path extrusionOk="0" h="1560" w="1871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3" name="Google Shape;8103;p71"/>
            <p:cNvSpPr/>
            <p:nvPr/>
          </p:nvSpPr>
          <p:spPr>
            <a:xfrm>
              <a:off x="3688250" y="1330350"/>
              <a:ext cx="105100" cy="114625"/>
            </a:xfrm>
            <a:custGeom>
              <a:rect b="b" l="l" r="r" t="t"/>
              <a:pathLst>
                <a:path extrusionOk="0" h="4585" w="4204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4" name="Google Shape;8104;p71"/>
            <p:cNvSpPr/>
            <p:nvPr/>
          </p:nvSpPr>
          <p:spPr>
            <a:xfrm>
              <a:off x="3798375" y="1205350"/>
              <a:ext cx="116125" cy="127400"/>
            </a:xfrm>
            <a:custGeom>
              <a:rect b="b" l="l" r="r" t="t"/>
              <a:pathLst>
                <a:path extrusionOk="0" h="5096" w="4645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5" name="Google Shape;8105;p71"/>
            <p:cNvSpPr/>
            <p:nvPr/>
          </p:nvSpPr>
          <p:spPr>
            <a:xfrm>
              <a:off x="3335825" y="1313675"/>
              <a:ext cx="235775" cy="107500"/>
            </a:xfrm>
            <a:custGeom>
              <a:rect b="b" l="l" r="r" t="t"/>
              <a:pathLst>
                <a:path extrusionOk="0" h="4300" w="9431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6" name="Google Shape;8106;p71"/>
            <p:cNvSpPr/>
            <p:nvPr/>
          </p:nvSpPr>
          <p:spPr>
            <a:xfrm>
              <a:off x="3573950" y="1221400"/>
              <a:ext cx="200050" cy="95575"/>
            </a:xfrm>
            <a:custGeom>
              <a:rect b="b" l="l" r="r" t="t"/>
              <a:pathLst>
                <a:path extrusionOk="0" h="3823" w="8002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7" name="Google Shape;8107;p71"/>
            <p:cNvSpPr/>
            <p:nvPr/>
          </p:nvSpPr>
          <p:spPr>
            <a:xfrm>
              <a:off x="3336725" y="1420550"/>
              <a:ext cx="327425" cy="35725"/>
            </a:xfrm>
            <a:custGeom>
              <a:rect b="b" l="l" r="r" t="t"/>
              <a:pathLst>
                <a:path extrusionOk="0" h="1429" w="13097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8" name="Google Shape;8108;p71"/>
            <p:cNvSpPr/>
            <p:nvPr/>
          </p:nvSpPr>
          <p:spPr>
            <a:xfrm>
              <a:off x="3331050" y="1428575"/>
              <a:ext cx="531350" cy="595650"/>
            </a:xfrm>
            <a:custGeom>
              <a:rect b="b" l="l" r="r" t="t"/>
              <a:pathLst>
                <a:path extrusionOk="0" h="23826" w="21254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9" name="Google Shape;8109;p71"/>
            <p:cNvSpPr/>
            <p:nvPr/>
          </p:nvSpPr>
          <p:spPr>
            <a:xfrm>
              <a:off x="3684975" y="1465200"/>
              <a:ext cx="135150" cy="215225"/>
            </a:xfrm>
            <a:custGeom>
              <a:rect b="b" l="l" r="r" t="t"/>
              <a:pathLst>
                <a:path extrusionOk="0" h="8609" w="5406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0" name="Google Shape;8110;p71"/>
            <p:cNvSpPr/>
            <p:nvPr/>
          </p:nvSpPr>
          <p:spPr>
            <a:xfrm>
              <a:off x="3807000" y="1404475"/>
              <a:ext cx="1525" cy="1800"/>
            </a:xfrm>
            <a:custGeom>
              <a:rect b="b" l="l" r="r" t="t"/>
              <a:pathLst>
                <a:path extrusionOk="0" h="72" w="61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1" name="Google Shape;8111;p71"/>
            <p:cNvSpPr/>
            <p:nvPr/>
          </p:nvSpPr>
          <p:spPr>
            <a:xfrm>
              <a:off x="3802850" y="1412200"/>
              <a:ext cx="39600" cy="263150"/>
            </a:xfrm>
            <a:custGeom>
              <a:rect b="b" l="l" r="r" t="t"/>
              <a:pathLst>
                <a:path extrusionOk="0" h="10526" w="1584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2" name="Google Shape;8112;p71"/>
            <p:cNvSpPr/>
            <p:nvPr/>
          </p:nvSpPr>
          <p:spPr>
            <a:xfrm>
              <a:off x="3779925" y="1231525"/>
              <a:ext cx="27400" cy="168800"/>
            </a:xfrm>
            <a:custGeom>
              <a:rect b="b" l="l" r="r" t="t"/>
              <a:pathLst>
                <a:path extrusionOk="0" h="6752" w="1096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3" name="Google Shape;8113;p71"/>
            <p:cNvSpPr/>
            <p:nvPr/>
          </p:nvSpPr>
          <p:spPr>
            <a:xfrm>
              <a:off x="3692700" y="1340475"/>
              <a:ext cx="254525" cy="111350"/>
            </a:xfrm>
            <a:custGeom>
              <a:rect b="b" l="l" r="r" t="t"/>
              <a:pathLst>
                <a:path extrusionOk="0" h="4454" w="10181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4" name="Google Shape;8114;p71"/>
            <p:cNvSpPr/>
            <p:nvPr/>
          </p:nvSpPr>
          <p:spPr>
            <a:xfrm>
              <a:off x="3949600" y="1148200"/>
              <a:ext cx="145275" cy="193775"/>
            </a:xfrm>
            <a:custGeom>
              <a:rect b="b" l="l" r="r" t="t"/>
              <a:pathLst>
                <a:path extrusionOk="0" h="7751" w="5811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5" name="Google Shape;8115;p71"/>
            <p:cNvSpPr/>
            <p:nvPr/>
          </p:nvSpPr>
          <p:spPr>
            <a:xfrm>
              <a:off x="3922500" y="1210400"/>
              <a:ext cx="28300" cy="133075"/>
            </a:xfrm>
            <a:custGeom>
              <a:rect b="b" l="l" r="r" t="t"/>
              <a:pathLst>
                <a:path extrusionOk="0" h="5323" w="1132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6" name="Google Shape;8116;p71"/>
            <p:cNvSpPr/>
            <p:nvPr/>
          </p:nvSpPr>
          <p:spPr>
            <a:xfrm>
              <a:off x="4062400" y="1422025"/>
              <a:ext cx="82475" cy="66100"/>
            </a:xfrm>
            <a:custGeom>
              <a:rect b="b" l="l" r="r" t="t"/>
              <a:pathLst>
                <a:path extrusionOk="0" h="2644" w="3299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7" name="Google Shape;8117;p71"/>
            <p:cNvSpPr/>
            <p:nvPr/>
          </p:nvSpPr>
          <p:spPr>
            <a:xfrm>
              <a:off x="3943925" y="1338950"/>
              <a:ext cx="113725" cy="85775"/>
            </a:xfrm>
            <a:custGeom>
              <a:rect b="b" l="l" r="r" t="t"/>
              <a:pathLst>
                <a:path extrusionOk="0" h="3431" w="4549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8" name="Google Shape;8118;p71"/>
            <p:cNvSpPr/>
            <p:nvPr/>
          </p:nvSpPr>
          <p:spPr>
            <a:xfrm>
              <a:off x="3988275" y="1670575"/>
              <a:ext cx="3300" cy="2400"/>
            </a:xfrm>
            <a:custGeom>
              <a:rect b="b" l="l" r="r" t="t"/>
              <a:pathLst>
                <a:path extrusionOk="0" h="96" w="132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9" name="Google Shape;8119;p71"/>
            <p:cNvSpPr/>
            <p:nvPr/>
          </p:nvSpPr>
          <p:spPr>
            <a:xfrm>
              <a:off x="3997500" y="1148200"/>
              <a:ext cx="147075" cy="480725"/>
            </a:xfrm>
            <a:custGeom>
              <a:rect b="b" l="l" r="r" t="t"/>
              <a:pathLst>
                <a:path extrusionOk="0" h="19229" w="5883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0" name="Google Shape;8120;p71"/>
            <p:cNvSpPr/>
            <p:nvPr/>
          </p:nvSpPr>
          <p:spPr>
            <a:xfrm>
              <a:off x="3833500" y="1736350"/>
              <a:ext cx="39925" cy="281600"/>
            </a:xfrm>
            <a:custGeom>
              <a:rect b="b" l="l" r="r" t="t"/>
              <a:pathLst>
                <a:path extrusionOk="0" h="11264" w="1597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1" name="Google Shape;8121;p71"/>
            <p:cNvSpPr/>
            <p:nvPr/>
          </p:nvSpPr>
          <p:spPr>
            <a:xfrm>
              <a:off x="3873400" y="1667900"/>
              <a:ext cx="115500" cy="351550"/>
            </a:xfrm>
            <a:custGeom>
              <a:rect b="b" l="l" r="r" t="t"/>
              <a:pathLst>
                <a:path extrusionOk="0" h="14062" w="462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2" name="Google Shape;8122;p71"/>
            <p:cNvSpPr/>
            <p:nvPr/>
          </p:nvSpPr>
          <p:spPr>
            <a:xfrm>
              <a:off x="4009425" y="1573825"/>
              <a:ext cx="135450" cy="64925"/>
            </a:xfrm>
            <a:custGeom>
              <a:rect b="b" l="l" r="r" t="t"/>
              <a:pathLst>
                <a:path extrusionOk="0" h="2597" w="5418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3" name="Google Shape;8123;p71"/>
            <p:cNvSpPr/>
            <p:nvPr/>
          </p:nvSpPr>
          <p:spPr>
            <a:xfrm>
              <a:off x="3864450" y="1649725"/>
              <a:ext cx="108075" cy="53925"/>
            </a:xfrm>
            <a:custGeom>
              <a:rect b="b" l="l" r="r" t="t"/>
              <a:pathLst>
                <a:path extrusionOk="0" h="2157" w="4323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4" name="Google Shape;8124;p71"/>
            <p:cNvSpPr/>
            <p:nvPr/>
          </p:nvSpPr>
          <p:spPr>
            <a:xfrm>
              <a:off x="3876375" y="1648550"/>
              <a:ext cx="268500" cy="374775"/>
            </a:xfrm>
            <a:custGeom>
              <a:rect b="b" l="l" r="r" t="t"/>
              <a:pathLst>
                <a:path extrusionOk="0" h="14991" w="1074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5" name="Google Shape;8125;p71"/>
            <p:cNvSpPr/>
            <p:nvPr/>
          </p:nvSpPr>
          <p:spPr>
            <a:xfrm>
              <a:off x="3970725" y="1626200"/>
              <a:ext cx="44675" cy="45050"/>
            </a:xfrm>
            <a:custGeom>
              <a:rect b="b" l="l" r="r" t="t"/>
              <a:pathLst>
                <a:path extrusionOk="0" h="1802" w="1787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6" name="Google Shape;8126;p71"/>
            <p:cNvSpPr/>
            <p:nvPr/>
          </p:nvSpPr>
          <p:spPr>
            <a:xfrm>
              <a:off x="3799275" y="1673800"/>
              <a:ext cx="66400" cy="63775"/>
            </a:xfrm>
            <a:custGeom>
              <a:rect b="b" l="l" r="r" t="t"/>
              <a:pathLst>
                <a:path extrusionOk="0" h="2551" w="2656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7" name="Google Shape;8127;p71"/>
            <p:cNvSpPr/>
            <p:nvPr/>
          </p:nvSpPr>
          <p:spPr>
            <a:xfrm>
              <a:off x="2952150" y="1372925"/>
              <a:ext cx="24425" cy="22850"/>
            </a:xfrm>
            <a:custGeom>
              <a:rect b="b" l="l" r="r" t="t"/>
              <a:pathLst>
                <a:path extrusionOk="0" h="914" w="977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8" name="Google Shape;8128;p71"/>
            <p:cNvSpPr/>
            <p:nvPr/>
          </p:nvSpPr>
          <p:spPr>
            <a:xfrm>
              <a:off x="3905825" y="1180125"/>
              <a:ext cx="33975" cy="32075"/>
            </a:xfrm>
            <a:custGeom>
              <a:rect b="b" l="l" r="r" t="t"/>
              <a:pathLst>
                <a:path extrusionOk="0" h="1283" w="1359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9" name="Google Shape;8129;p71"/>
            <p:cNvSpPr/>
            <p:nvPr/>
          </p:nvSpPr>
          <p:spPr>
            <a:xfrm>
              <a:off x="3663250" y="1438025"/>
              <a:ext cx="32175" cy="31950"/>
            </a:xfrm>
            <a:custGeom>
              <a:rect b="b" l="l" r="r" t="t"/>
              <a:pathLst>
                <a:path extrusionOk="0" h="1278" w="1287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0" name="Google Shape;8130;p71"/>
            <p:cNvSpPr/>
            <p:nvPr/>
          </p:nvSpPr>
          <p:spPr>
            <a:xfrm>
              <a:off x="3771300" y="1209975"/>
              <a:ext cx="23525" cy="22375"/>
            </a:xfrm>
            <a:custGeom>
              <a:rect b="b" l="l" r="r" t="t"/>
              <a:pathLst>
                <a:path extrusionOk="0" h="895" w="941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1" name="Google Shape;8131;p71"/>
            <p:cNvSpPr/>
            <p:nvPr/>
          </p:nvSpPr>
          <p:spPr>
            <a:xfrm>
              <a:off x="3896300" y="1404575"/>
              <a:ext cx="24750" cy="22450"/>
            </a:xfrm>
            <a:custGeom>
              <a:rect b="b" l="l" r="r" t="t"/>
              <a:pathLst>
                <a:path extrusionOk="0" h="898" w="99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2" name="Google Shape;8132;p71"/>
            <p:cNvSpPr/>
            <p:nvPr/>
          </p:nvSpPr>
          <p:spPr>
            <a:xfrm>
              <a:off x="3314975" y="1411675"/>
              <a:ext cx="23550" cy="22800"/>
            </a:xfrm>
            <a:custGeom>
              <a:rect b="b" l="l" r="r" t="t"/>
              <a:pathLst>
                <a:path extrusionOk="0" h="912" w="942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3" name="Google Shape;8133;p71"/>
            <p:cNvSpPr/>
            <p:nvPr/>
          </p:nvSpPr>
          <p:spPr>
            <a:xfrm>
              <a:off x="3166450" y="1148200"/>
              <a:ext cx="18475" cy="4700"/>
            </a:xfrm>
            <a:custGeom>
              <a:rect b="b" l="l" r="r" t="t"/>
              <a:pathLst>
                <a:path extrusionOk="0" h="188" w="739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4" name="Google Shape;8134;p71"/>
            <p:cNvSpPr/>
            <p:nvPr/>
          </p:nvSpPr>
          <p:spPr>
            <a:xfrm>
              <a:off x="3852550" y="2017750"/>
              <a:ext cx="33950" cy="31775"/>
            </a:xfrm>
            <a:custGeom>
              <a:rect b="b" l="l" r="r" t="t"/>
              <a:pathLst>
                <a:path extrusionOk="0" h="1271" w="1358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5" name="Google Shape;8135;p71"/>
            <p:cNvSpPr/>
            <p:nvPr/>
          </p:nvSpPr>
          <p:spPr>
            <a:xfrm>
              <a:off x="3796600" y="1402900"/>
              <a:ext cx="13700" cy="13525"/>
            </a:xfrm>
            <a:custGeom>
              <a:rect b="b" l="l" r="r" t="t"/>
              <a:pathLst>
                <a:path extrusionOk="0" h="541" w="548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6" name="Google Shape;8136;p71"/>
            <p:cNvSpPr/>
            <p:nvPr/>
          </p:nvSpPr>
          <p:spPr>
            <a:xfrm>
              <a:off x="3563825" y="1305250"/>
              <a:ext cx="12825" cy="13225"/>
            </a:xfrm>
            <a:custGeom>
              <a:rect b="b" l="l" r="r" t="t"/>
              <a:pathLst>
                <a:path extrusionOk="0" h="529" w="513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7" name="Google Shape;8137;p71"/>
            <p:cNvSpPr/>
            <p:nvPr/>
          </p:nvSpPr>
          <p:spPr>
            <a:xfrm>
              <a:off x="3679325" y="1251700"/>
              <a:ext cx="13400" cy="13375"/>
            </a:xfrm>
            <a:custGeom>
              <a:rect b="b" l="l" r="r" t="t"/>
              <a:pathLst>
                <a:path extrusionOk="0" h="535" w="536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8" name="Google Shape;8138;p71"/>
            <p:cNvSpPr/>
            <p:nvPr/>
          </p:nvSpPr>
          <p:spPr>
            <a:xfrm>
              <a:off x="3144725" y="1163875"/>
              <a:ext cx="14600" cy="13400"/>
            </a:xfrm>
            <a:custGeom>
              <a:rect b="b" l="l" r="r" t="t"/>
              <a:pathLst>
                <a:path extrusionOk="0" h="536" w="584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9" name="Google Shape;8139;p71"/>
            <p:cNvSpPr/>
            <p:nvPr/>
          </p:nvSpPr>
          <p:spPr>
            <a:xfrm>
              <a:off x="3218550" y="1236775"/>
              <a:ext cx="14300" cy="13050"/>
            </a:xfrm>
            <a:custGeom>
              <a:rect b="b" l="l" r="r" t="t"/>
              <a:pathLst>
                <a:path extrusionOk="0" h="522" w="572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0" name="Google Shape;8140;p71"/>
            <p:cNvSpPr/>
            <p:nvPr/>
          </p:nvSpPr>
          <p:spPr>
            <a:xfrm>
              <a:off x="3135200" y="1280250"/>
              <a:ext cx="13725" cy="13400"/>
            </a:xfrm>
            <a:custGeom>
              <a:rect b="b" l="l" r="r" t="t"/>
              <a:pathLst>
                <a:path extrusionOk="0" h="536" w="549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141" name="Google Shape;8141;p71"/>
          <p:cNvGrpSpPr/>
          <p:nvPr/>
        </p:nvGrpSpPr>
        <p:grpSpPr>
          <a:xfrm flipH="1">
            <a:off x="-10" y="36"/>
            <a:ext cx="6298407" cy="4654278"/>
            <a:chOff x="2924750" y="1147900"/>
            <a:chExt cx="1220125" cy="901625"/>
          </a:xfrm>
        </p:grpSpPr>
        <p:sp>
          <p:nvSpPr>
            <p:cNvPr id="8142" name="Google Shape;8142;p71"/>
            <p:cNvSpPr/>
            <p:nvPr/>
          </p:nvSpPr>
          <p:spPr>
            <a:xfrm>
              <a:off x="2925350" y="1181225"/>
              <a:ext cx="175" cy="250"/>
            </a:xfrm>
            <a:custGeom>
              <a:rect b="b" l="l" r="r" t="t"/>
              <a:pathLst>
                <a:path extrusionOk="0" h="10" w="7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3" name="Google Shape;8143;p71"/>
            <p:cNvSpPr/>
            <p:nvPr/>
          </p:nvSpPr>
          <p:spPr>
            <a:xfrm>
              <a:off x="2925650" y="1181825"/>
              <a:ext cx="325" cy="400"/>
            </a:xfrm>
            <a:custGeom>
              <a:rect b="b" l="l" r="r" t="t"/>
              <a:pathLst>
                <a:path extrusionOk="0" h="16" w="13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4" name="Google Shape;8144;p71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5" name="Google Shape;8145;p71"/>
            <p:cNvSpPr/>
            <p:nvPr/>
          </p:nvSpPr>
          <p:spPr>
            <a:xfrm>
              <a:off x="2924750" y="1179750"/>
              <a:ext cx="25" cy="300"/>
            </a:xfrm>
            <a:custGeom>
              <a:rect b="b" l="l" r="r" t="t"/>
              <a:pathLst>
                <a:path extrusionOk="0" h="12" w="1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6" name="Google Shape;8146;p71"/>
            <p:cNvSpPr/>
            <p:nvPr/>
          </p:nvSpPr>
          <p:spPr>
            <a:xfrm>
              <a:off x="2925350" y="1181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7" name="Google Shape;8147;p71"/>
            <p:cNvSpPr/>
            <p:nvPr/>
          </p:nvSpPr>
          <p:spPr>
            <a:xfrm>
              <a:off x="2931900" y="1162175"/>
              <a:ext cx="86650" cy="19375"/>
            </a:xfrm>
            <a:custGeom>
              <a:rect b="b" l="l" r="r" t="t"/>
              <a:pathLst>
                <a:path extrusionOk="0" h="775" w="3466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8" name="Google Shape;8148;p71"/>
            <p:cNvSpPr/>
            <p:nvPr/>
          </p:nvSpPr>
          <p:spPr>
            <a:xfrm>
              <a:off x="3024175" y="1148200"/>
              <a:ext cx="134275" cy="20250"/>
            </a:xfrm>
            <a:custGeom>
              <a:rect b="b" l="l" r="r" t="t"/>
              <a:pathLst>
                <a:path extrusionOk="0" h="810" w="5371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9" name="Google Shape;8149;p71"/>
            <p:cNvSpPr/>
            <p:nvPr/>
          </p:nvSpPr>
          <p:spPr>
            <a:xfrm>
              <a:off x="3114950" y="1293450"/>
              <a:ext cx="203925" cy="127125"/>
            </a:xfrm>
            <a:custGeom>
              <a:rect b="b" l="l" r="r" t="t"/>
              <a:pathLst>
                <a:path extrusionOk="0" h="5085" w="8157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0" name="Google Shape;8150;p71"/>
            <p:cNvSpPr/>
            <p:nvPr/>
          </p:nvSpPr>
          <p:spPr>
            <a:xfrm>
              <a:off x="2925950" y="1177350"/>
              <a:ext cx="77425" cy="50325"/>
            </a:xfrm>
            <a:custGeom>
              <a:rect b="b" l="l" r="r" t="t"/>
              <a:pathLst>
                <a:path extrusionOk="0" h="2013" w="3097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1" name="Google Shape;8151;p71"/>
            <p:cNvSpPr/>
            <p:nvPr/>
          </p:nvSpPr>
          <p:spPr>
            <a:xfrm>
              <a:off x="3007800" y="1224975"/>
              <a:ext cx="107175" cy="68200"/>
            </a:xfrm>
            <a:custGeom>
              <a:rect b="b" l="l" r="r" t="t"/>
              <a:pathLst>
                <a:path extrusionOk="0" h="2728" w="4287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2" name="Google Shape;8152;p71"/>
            <p:cNvSpPr/>
            <p:nvPr/>
          </p:nvSpPr>
          <p:spPr>
            <a:xfrm>
              <a:off x="2924750" y="118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3" name="Google Shape;8153;p71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4" name="Google Shape;8154;p71"/>
            <p:cNvSpPr/>
            <p:nvPr/>
          </p:nvSpPr>
          <p:spPr>
            <a:xfrm>
              <a:off x="2925350" y="11812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5" name="Google Shape;8155;p71"/>
            <p:cNvSpPr/>
            <p:nvPr/>
          </p:nvSpPr>
          <p:spPr>
            <a:xfrm>
              <a:off x="2924750" y="1148200"/>
              <a:ext cx="7175" cy="34850"/>
            </a:xfrm>
            <a:custGeom>
              <a:rect b="b" l="l" r="r" t="t"/>
              <a:pathLst>
                <a:path extrusionOk="0" h="1394" w="287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6" name="Google Shape;8156;p71"/>
            <p:cNvSpPr/>
            <p:nvPr/>
          </p:nvSpPr>
          <p:spPr>
            <a:xfrm>
              <a:off x="2963750" y="1147900"/>
              <a:ext cx="65800" cy="224750"/>
            </a:xfrm>
            <a:custGeom>
              <a:rect b="b" l="l" r="r" t="t"/>
              <a:pathLst>
                <a:path extrusionOk="0" h="8990" w="2632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7" name="Google Shape;8157;p71"/>
            <p:cNvSpPr/>
            <p:nvPr/>
          </p:nvSpPr>
          <p:spPr>
            <a:xfrm>
              <a:off x="3178350" y="1148775"/>
              <a:ext cx="49150" cy="83375"/>
            </a:xfrm>
            <a:custGeom>
              <a:rect b="b" l="l" r="r" t="t"/>
              <a:pathLst>
                <a:path extrusionOk="0" h="3335" w="1966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8" name="Google Shape;8158;p71"/>
            <p:cNvSpPr/>
            <p:nvPr/>
          </p:nvSpPr>
          <p:spPr>
            <a:xfrm>
              <a:off x="3226875" y="1235100"/>
              <a:ext cx="97950" cy="179800"/>
            </a:xfrm>
            <a:custGeom>
              <a:rect b="b" l="l" r="r" t="t"/>
              <a:pathLst>
                <a:path extrusionOk="0" h="7192" w="3918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9" name="Google Shape;8159;p71"/>
            <p:cNvSpPr/>
            <p:nvPr/>
          </p:nvSpPr>
          <p:spPr>
            <a:xfrm>
              <a:off x="3496850" y="1223200"/>
              <a:ext cx="70575" cy="90500"/>
            </a:xfrm>
            <a:custGeom>
              <a:rect b="b" l="l" r="r" t="t"/>
              <a:pathLst>
                <a:path extrusionOk="0" h="3620" w="2823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0" name="Google Shape;8160;p71"/>
            <p:cNvSpPr/>
            <p:nvPr/>
          </p:nvSpPr>
          <p:spPr>
            <a:xfrm>
              <a:off x="3568875" y="1316375"/>
              <a:ext cx="104225" cy="127100"/>
            </a:xfrm>
            <a:custGeom>
              <a:rect b="b" l="l" r="r" t="t"/>
              <a:pathLst>
                <a:path extrusionOk="0" h="5084" w="4169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1" name="Google Shape;8161;p71"/>
            <p:cNvSpPr/>
            <p:nvPr/>
          </p:nvSpPr>
          <p:spPr>
            <a:xfrm>
              <a:off x="3432250" y="1148200"/>
              <a:ext cx="64625" cy="75025"/>
            </a:xfrm>
            <a:custGeom>
              <a:rect b="b" l="l" r="r" t="t"/>
              <a:pathLst>
                <a:path extrusionOk="0" h="3001" w="2585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2" name="Google Shape;8162;p71"/>
            <p:cNvSpPr/>
            <p:nvPr/>
          </p:nvSpPr>
          <p:spPr>
            <a:xfrm>
              <a:off x="2964350" y="1148200"/>
              <a:ext cx="427150" cy="226525"/>
            </a:xfrm>
            <a:custGeom>
              <a:rect b="b" l="l" r="r" t="t"/>
              <a:pathLst>
                <a:path extrusionOk="0" h="9061" w="17086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3" name="Google Shape;8163;p71"/>
            <p:cNvSpPr/>
            <p:nvPr/>
          </p:nvSpPr>
          <p:spPr>
            <a:xfrm>
              <a:off x="3321825" y="1432750"/>
              <a:ext cx="8375" cy="4325"/>
            </a:xfrm>
            <a:custGeom>
              <a:rect b="b" l="l" r="r" t="t"/>
              <a:pathLst>
                <a:path extrusionOk="0" h="173" w="335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4" name="Google Shape;8164;p71"/>
            <p:cNvSpPr/>
            <p:nvPr/>
          </p:nvSpPr>
          <p:spPr>
            <a:xfrm>
              <a:off x="3335825" y="1148200"/>
              <a:ext cx="226825" cy="267000"/>
            </a:xfrm>
            <a:custGeom>
              <a:rect b="b" l="l" r="r" t="t"/>
              <a:pathLst>
                <a:path extrusionOk="0" h="10680" w="9073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5" name="Google Shape;8165;p71"/>
            <p:cNvSpPr/>
            <p:nvPr/>
          </p:nvSpPr>
          <p:spPr>
            <a:xfrm>
              <a:off x="3867725" y="1148200"/>
              <a:ext cx="46775" cy="39000"/>
            </a:xfrm>
            <a:custGeom>
              <a:rect b="b" l="l" r="r" t="t"/>
              <a:pathLst>
                <a:path extrusionOk="0" h="1560" w="1871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6" name="Google Shape;8166;p71"/>
            <p:cNvSpPr/>
            <p:nvPr/>
          </p:nvSpPr>
          <p:spPr>
            <a:xfrm>
              <a:off x="3688250" y="1330350"/>
              <a:ext cx="105100" cy="114625"/>
            </a:xfrm>
            <a:custGeom>
              <a:rect b="b" l="l" r="r" t="t"/>
              <a:pathLst>
                <a:path extrusionOk="0" h="4585" w="4204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7" name="Google Shape;8167;p71"/>
            <p:cNvSpPr/>
            <p:nvPr/>
          </p:nvSpPr>
          <p:spPr>
            <a:xfrm>
              <a:off x="3798375" y="1205350"/>
              <a:ext cx="116125" cy="127400"/>
            </a:xfrm>
            <a:custGeom>
              <a:rect b="b" l="l" r="r" t="t"/>
              <a:pathLst>
                <a:path extrusionOk="0" h="5096" w="4645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8" name="Google Shape;8168;p71"/>
            <p:cNvSpPr/>
            <p:nvPr/>
          </p:nvSpPr>
          <p:spPr>
            <a:xfrm>
              <a:off x="3335825" y="1313675"/>
              <a:ext cx="235775" cy="107500"/>
            </a:xfrm>
            <a:custGeom>
              <a:rect b="b" l="l" r="r" t="t"/>
              <a:pathLst>
                <a:path extrusionOk="0" h="4300" w="9431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9" name="Google Shape;8169;p71"/>
            <p:cNvSpPr/>
            <p:nvPr/>
          </p:nvSpPr>
          <p:spPr>
            <a:xfrm>
              <a:off x="3573950" y="1221400"/>
              <a:ext cx="200050" cy="95575"/>
            </a:xfrm>
            <a:custGeom>
              <a:rect b="b" l="l" r="r" t="t"/>
              <a:pathLst>
                <a:path extrusionOk="0" h="3823" w="8002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0" name="Google Shape;8170;p71"/>
            <p:cNvSpPr/>
            <p:nvPr/>
          </p:nvSpPr>
          <p:spPr>
            <a:xfrm>
              <a:off x="3336725" y="1420550"/>
              <a:ext cx="327425" cy="35725"/>
            </a:xfrm>
            <a:custGeom>
              <a:rect b="b" l="l" r="r" t="t"/>
              <a:pathLst>
                <a:path extrusionOk="0" h="1429" w="13097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1" name="Google Shape;8171;p71"/>
            <p:cNvSpPr/>
            <p:nvPr/>
          </p:nvSpPr>
          <p:spPr>
            <a:xfrm>
              <a:off x="3331050" y="1428575"/>
              <a:ext cx="531350" cy="595650"/>
            </a:xfrm>
            <a:custGeom>
              <a:rect b="b" l="l" r="r" t="t"/>
              <a:pathLst>
                <a:path extrusionOk="0" h="23826" w="21254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2" name="Google Shape;8172;p71"/>
            <p:cNvSpPr/>
            <p:nvPr/>
          </p:nvSpPr>
          <p:spPr>
            <a:xfrm>
              <a:off x="3684975" y="1465200"/>
              <a:ext cx="135150" cy="215225"/>
            </a:xfrm>
            <a:custGeom>
              <a:rect b="b" l="l" r="r" t="t"/>
              <a:pathLst>
                <a:path extrusionOk="0" h="8609" w="5406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3" name="Google Shape;8173;p71"/>
            <p:cNvSpPr/>
            <p:nvPr/>
          </p:nvSpPr>
          <p:spPr>
            <a:xfrm>
              <a:off x="3807000" y="1404475"/>
              <a:ext cx="1525" cy="1800"/>
            </a:xfrm>
            <a:custGeom>
              <a:rect b="b" l="l" r="r" t="t"/>
              <a:pathLst>
                <a:path extrusionOk="0" h="72" w="61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4" name="Google Shape;8174;p71"/>
            <p:cNvSpPr/>
            <p:nvPr/>
          </p:nvSpPr>
          <p:spPr>
            <a:xfrm>
              <a:off x="3802850" y="1412200"/>
              <a:ext cx="39600" cy="263150"/>
            </a:xfrm>
            <a:custGeom>
              <a:rect b="b" l="l" r="r" t="t"/>
              <a:pathLst>
                <a:path extrusionOk="0" h="10526" w="1584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5" name="Google Shape;8175;p71"/>
            <p:cNvSpPr/>
            <p:nvPr/>
          </p:nvSpPr>
          <p:spPr>
            <a:xfrm>
              <a:off x="3779925" y="1231525"/>
              <a:ext cx="27400" cy="168800"/>
            </a:xfrm>
            <a:custGeom>
              <a:rect b="b" l="l" r="r" t="t"/>
              <a:pathLst>
                <a:path extrusionOk="0" h="6752" w="1096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6" name="Google Shape;8176;p71"/>
            <p:cNvSpPr/>
            <p:nvPr/>
          </p:nvSpPr>
          <p:spPr>
            <a:xfrm>
              <a:off x="3692700" y="1340475"/>
              <a:ext cx="254525" cy="111350"/>
            </a:xfrm>
            <a:custGeom>
              <a:rect b="b" l="l" r="r" t="t"/>
              <a:pathLst>
                <a:path extrusionOk="0" h="4454" w="10181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7" name="Google Shape;8177;p71"/>
            <p:cNvSpPr/>
            <p:nvPr/>
          </p:nvSpPr>
          <p:spPr>
            <a:xfrm>
              <a:off x="3949600" y="1148200"/>
              <a:ext cx="145275" cy="193775"/>
            </a:xfrm>
            <a:custGeom>
              <a:rect b="b" l="l" r="r" t="t"/>
              <a:pathLst>
                <a:path extrusionOk="0" h="7751" w="5811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8" name="Google Shape;8178;p71"/>
            <p:cNvSpPr/>
            <p:nvPr/>
          </p:nvSpPr>
          <p:spPr>
            <a:xfrm>
              <a:off x="3922500" y="1210400"/>
              <a:ext cx="28300" cy="133075"/>
            </a:xfrm>
            <a:custGeom>
              <a:rect b="b" l="l" r="r" t="t"/>
              <a:pathLst>
                <a:path extrusionOk="0" h="5323" w="1132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9" name="Google Shape;8179;p71"/>
            <p:cNvSpPr/>
            <p:nvPr/>
          </p:nvSpPr>
          <p:spPr>
            <a:xfrm>
              <a:off x="4062400" y="1422025"/>
              <a:ext cx="82475" cy="66100"/>
            </a:xfrm>
            <a:custGeom>
              <a:rect b="b" l="l" r="r" t="t"/>
              <a:pathLst>
                <a:path extrusionOk="0" h="2644" w="3299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0" name="Google Shape;8180;p71"/>
            <p:cNvSpPr/>
            <p:nvPr/>
          </p:nvSpPr>
          <p:spPr>
            <a:xfrm>
              <a:off x="3943925" y="1338950"/>
              <a:ext cx="113725" cy="85775"/>
            </a:xfrm>
            <a:custGeom>
              <a:rect b="b" l="l" r="r" t="t"/>
              <a:pathLst>
                <a:path extrusionOk="0" h="3431" w="4549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1" name="Google Shape;8181;p71"/>
            <p:cNvSpPr/>
            <p:nvPr/>
          </p:nvSpPr>
          <p:spPr>
            <a:xfrm>
              <a:off x="3988275" y="1670575"/>
              <a:ext cx="3300" cy="2400"/>
            </a:xfrm>
            <a:custGeom>
              <a:rect b="b" l="l" r="r" t="t"/>
              <a:pathLst>
                <a:path extrusionOk="0" h="96" w="132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2" name="Google Shape;8182;p71"/>
            <p:cNvSpPr/>
            <p:nvPr/>
          </p:nvSpPr>
          <p:spPr>
            <a:xfrm>
              <a:off x="3997500" y="1148200"/>
              <a:ext cx="147075" cy="480725"/>
            </a:xfrm>
            <a:custGeom>
              <a:rect b="b" l="l" r="r" t="t"/>
              <a:pathLst>
                <a:path extrusionOk="0" h="19229" w="5883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3" name="Google Shape;8183;p71"/>
            <p:cNvSpPr/>
            <p:nvPr/>
          </p:nvSpPr>
          <p:spPr>
            <a:xfrm>
              <a:off x="3833500" y="1736350"/>
              <a:ext cx="39925" cy="281600"/>
            </a:xfrm>
            <a:custGeom>
              <a:rect b="b" l="l" r="r" t="t"/>
              <a:pathLst>
                <a:path extrusionOk="0" h="11264" w="1597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4" name="Google Shape;8184;p71"/>
            <p:cNvSpPr/>
            <p:nvPr/>
          </p:nvSpPr>
          <p:spPr>
            <a:xfrm>
              <a:off x="3873400" y="1667900"/>
              <a:ext cx="115500" cy="351550"/>
            </a:xfrm>
            <a:custGeom>
              <a:rect b="b" l="l" r="r" t="t"/>
              <a:pathLst>
                <a:path extrusionOk="0" h="14062" w="462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5" name="Google Shape;8185;p71"/>
            <p:cNvSpPr/>
            <p:nvPr/>
          </p:nvSpPr>
          <p:spPr>
            <a:xfrm>
              <a:off x="4009425" y="1573825"/>
              <a:ext cx="135450" cy="64925"/>
            </a:xfrm>
            <a:custGeom>
              <a:rect b="b" l="l" r="r" t="t"/>
              <a:pathLst>
                <a:path extrusionOk="0" h="2597" w="5418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6" name="Google Shape;8186;p71"/>
            <p:cNvSpPr/>
            <p:nvPr/>
          </p:nvSpPr>
          <p:spPr>
            <a:xfrm>
              <a:off x="3864450" y="1649725"/>
              <a:ext cx="108075" cy="53925"/>
            </a:xfrm>
            <a:custGeom>
              <a:rect b="b" l="l" r="r" t="t"/>
              <a:pathLst>
                <a:path extrusionOk="0" h="2157" w="4323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7" name="Google Shape;8187;p71"/>
            <p:cNvSpPr/>
            <p:nvPr/>
          </p:nvSpPr>
          <p:spPr>
            <a:xfrm>
              <a:off x="3876375" y="1648550"/>
              <a:ext cx="268500" cy="374775"/>
            </a:xfrm>
            <a:custGeom>
              <a:rect b="b" l="l" r="r" t="t"/>
              <a:pathLst>
                <a:path extrusionOk="0" h="14991" w="1074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8" name="Google Shape;8188;p71"/>
            <p:cNvSpPr/>
            <p:nvPr/>
          </p:nvSpPr>
          <p:spPr>
            <a:xfrm>
              <a:off x="3970725" y="1626200"/>
              <a:ext cx="44675" cy="45050"/>
            </a:xfrm>
            <a:custGeom>
              <a:rect b="b" l="l" r="r" t="t"/>
              <a:pathLst>
                <a:path extrusionOk="0" h="1802" w="1787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9" name="Google Shape;8189;p71"/>
            <p:cNvSpPr/>
            <p:nvPr/>
          </p:nvSpPr>
          <p:spPr>
            <a:xfrm>
              <a:off x="3799275" y="1673800"/>
              <a:ext cx="66400" cy="63775"/>
            </a:xfrm>
            <a:custGeom>
              <a:rect b="b" l="l" r="r" t="t"/>
              <a:pathLst>
                <a:path extrusionOk="0" h="2551" w="2656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0" name="Google Shape;8190;p71"/>
            <p:cNvSpPr/>
            <p:nvPr/>
          </p:nvSpPr>
          <p:spPr>
            <a:xfrm>
              <a:off x="2952150" y="1372925"/>
              <a:ext cx="24425" cy="22850"/>
            </a:xfrm>
            <a:custGeom>
              <a:rect b="b" l="l" r="r" t="t"/>
              <a:pathLst>
                <a:path extrusionOk="0" h="914" w="977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1" name="Google Shape;8191;p71"/>
            <p:cNvSpPr/>
            <p:nvPr/>
          </p:nvSpPr>
          <p:spPr>
            <a:xfrm>
              <a:off x="3905825" y="1180125"/>
              <a:ext cx="33975" cy="32075"/>
            </a:xfrm>
            <a:custGeom>
              <a:rect b="b" l="l" r="r" t="t"/>
              <a:pathLst>
                <a:path extrusionOk="0" h="1283" w="1359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2" name="Google Shape;8192;p71"/>
            <p:cNvSpPr/>
            <p:nvPr/>
          </p:nvSpPr>
          <p:spPr>
            <a:xfrm>
              <a:off x="3663250" y="1438025"/>
              <a:ext cx="32175" cy="31950"/>
            </a:xfrm>
            <a:custGeom>
              <a:rect b="b" l="l" r="r" t="t"/>
              <a:pathLst>
                <a:path extrusionOk="0" h="1278" w="1287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3" name="Google Shape;8193;p71"/>
            <p:cNvSpPr/>
            <p:nvPr/>
          </p:nvSpPr>
          <p:spPr>
            <a:xfrm>
              <a:off x="3771300" y="1209975"/>
              <a:ext cx="23525" cy="22375"/>
            </a:xfrm>
            <a:custGeom>
              <a:rect b="b" l="l" r="r" t="t"/>
              <a:pathLst>
                <a:path extrusionOk="0" h="895" w="941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4" name="Google Shape;8194;p71"/>
            <p:cNvSpPr/>
            <p:nvPr/>
          </p:nvSpPr>
          <p:spPr>
            <a:xfrm>
              <a:off x="3896300" y="1404575"/>
              <a:ext cx="24750" cy="22450"/>
            </a:xfrm>
            <a:custGeom>
              <a:rect b="b" l="l" r="r" t="t"/>
              <a:pathLst>
                <a:path extrusionOk="0" h="898" w="99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5" name="Google Shape;8195;p71"/>
            <p:cNvSpPr/>
            <p:nvPr/>
          </p:nvSpPr>
          <p:spPr>
            <a:xfrm>
              <a:off x="3314975" y="1411675"/>
              <a:ext cx="23550" cy="22800"/>
            </a:xfrm>
            <a:custGeom>
              <a:rect b="b" l="l" r="r" t="t"/>
              <a:pathLst>
                <a:path extrusionOk="0" h="912" w="942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6" name="Google Shape;8196;p71"/>
            <p:cNvSpPr/>
            <p:nvPr/>
          </p:nvSpPr>
          <p:spPr>
            <a:xfrm>
              <a:off x="3166450" y="1148200"/>
              <a:ext cx="18475" cy="4700"/>
            </a:xfrm>
            <a:custGeom>
              <a:rect b="b" l="l" r="r" t="t"/>
              <a:pathLst>
                <a:path extrusionOk="0" h="188" w="739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7" name="Google Shape;8197;p71"/>
            <p:cNvSpPr/>
            <p:nvPr/>
          </p:nvSpPr>
          <p:spPr>
            <a:xfrm>
              <a:off x="3852550" y="2017750"/>
              <a:ext cx="33950" cy="31775"/>
            </a:xfrm>
            <a:custGeom>
              <a:rect b="b" l="l" r="r" t="t"/>
              <a:pathLst>
                <a:path extrusionOk="0" h="1271" w="1358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8" name="Google Shape;8198;p71"/>
            <p:cNvSpPr/>
            <p:nvPr/>
          </p:nvSpPr>
          <p:spPr>
            <a:xfrm>
              <a:off x="3796600" y="1402900"/>
              <a:ext cx="13700" cy="13525"/>
            </a:xfrm>
            <a:custGeom>
              <a:rect b="b" l="l" r="r" t="t"/>
              <a:pathLst>
                <a:path extrusionOk="0" h="541" w="548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9" name="Google Shape;8199;p71"/>
            <p:cNvSpPr/>
            <p:nvPr/>
          </p:nvSpPr>
          <p:spPr>
            <a:xfrm>
              <a:off x="3563825" y="1305250"/>
              <a:ext cx="12825" cy="13225"/>
            </a:xfrm>
            <a:custGeom>
              <a:rect b="b" l="l" r="r" t="t"/>
              <a:pathLst>
                <a:path extrusionOk="0" h="529" w="513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0" name="Google Shape;8200;p71"/>
            <p:cNvSpPr/>
            <p:nvPr/>
          </p:nvSpPr>
          <p:spPr>
            <a:xfrm>
              <a:off x="3679325" y="1251700"/>
              <a:ext cx="13400" cy="13375"/>
            </a:xfrm>
            <a:custGeom>
              <a:rect b="b" l="l" r="r" t="t"/>
              <a:pathLst>
                <a:path extrusionOk="0" h="535" w="536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1" name="Google Shape;8201;p71"/>
            <p:cNvSpPr/>
            <p:nvPr/>
          </p:nvSpPr>
          <p:spPr>
            <a:xfrm>
              <a:off x="3144725" y="1163875"/>
              <a:ext cx="14600" cy="13400"/>
            </a:xfrm>
            <a:custGeom>
              <a:rect b="b" l="l" r="r" t="t"/>
              <a:pathLst>
                <a:path extrusionOk="0" h="536" w="584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2" name="Google Shape;8202;p71"/>
            <p:cNvSpPr/>
            <p:nvPr/>
          </p:nvSpPr>
          <p:spPr>
            <a:xfrm>
              <a:off x="3218550" y="1236775"/>
              <a:ext cx="14300" cy="13050"/>
            </a:xfrm>
            <a:custGeom>
              <a:rect b="b" l="l" r="r" t="t"/>
              <a:pathLst>
                <a:path extrusionOk="0" h="522" w="572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3" name="Google Shape;8203;p71"/>
            <p:cNvSpPr/>
            <p:nvPr/>
          </p:nvSpPr>
          <p:spPr>
            <a:xfrm>
              <a:off x="3135200" y="1280250"/>
              <a:ext cx="13725" cy="13400"/>
            </a:xfrm>
            <a:custGeom>
              <a:rect b="b" l="l" r="r" t="t"/>
              <a:pathLst>
                <a:path extrusionOk="0" h="536" w="549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04" name="Google Shape;8204;p71"/>
          <p:cNvGrpSpPr/>
          <p:nvPr/>
        </p:nvGrpSpPr>
        <p:grpSpPr>
          <a:xfrm flipH="1">
            <a:off x="259" y="11397596"/>
            <a:ext cx="8941898" cy="2318399"/>
            <a:chOff x="2582150" y="3714800"/>
            <a:chExt cx="2689050" cy="697200"/>
          </a:xfrm>
        </p:grpSpPr>
        <p:sp>
          <p:nvSpPr>
            <p:cNvPr id="8205" name="Google Shape;8205;p71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6" name="Google Shape;8206;p71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7" name="Google Shape;8207;p71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8" name="Google Shape;8208;p71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9" name="Google Shape;8209;p71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0" name="Google Shape;8210;p71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1" name="Google Shape;8211;p71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2" name="Google Shape;8212;p71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3" name="Google Shape;8213;p71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4" name="Google Shape;8214;p71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5" name="Google Shape;8215;p71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6" name="Google Shape;8216;p71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7" name="Google Shape;8217;p71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8" name="Google Shape;8218;p71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9" name="Google Shape;8219;p71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0" name="Google Shape;8220;p71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1" name="Google Shape;8221;p71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2" name="Google Shape;8222;p71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3" name="Google Shape;8223;p71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4" name="Google Shape;8224;p71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5" name="Google Shape;8225;p71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6" name="Google Shape;8226;p71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7" name="Google Shape;8227;p71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8" name="Google Shape;8228;p71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9" name="Google Shape;8229;p71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0" name="Google Shape;8230;p71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1" name="Google Shape;8231;p71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2" name="Google Shape;8232;p71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3" name="Google Shape;8233;p71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4" name="Google Shape;8234;p71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5" name="Google Shape;8235;p71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6" name="Google Shape;8236;p71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7" name="Google Shape;8237;p71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8" name="Google Shape;8238;p71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9" name="Google Shape;8239;p71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0" name="Google Shape;8240;p71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1" name="Google Shape;8241;p71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2" name="Google Shape;8242;p71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3" name="Google Shape;8243;p71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4" name="Google Shape;8244;p71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5" name="Google Shape;8245;p71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6" name="Google Shape;8246;p71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7" name="Google Shape;8247;p71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8" name="Google Shape;8248;p71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9" name="Google Shape;8249;p71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0" name="Google Shape;8250;p71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1" name="Google Shape;8251;p71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2" name="Google Shape;8252;p71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3" name="Google Shape;8253;p71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4" name="Google Shape;8254;p71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5" name="Google Shape;8255;p71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6" name="Google Shape;8256;p71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7" name="Google Shape;8257;p71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8" name="Google Shape;8258;p71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9" name="Google Shape;8259;p71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0" name="Google Shape;8260;p71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1" name="Google Shape;8261;p71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2" name="Google Shape;8262;p71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3" name="Google Shape;8263;p71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4" name="Google Shape;8264;p71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65" name="Google Shape;8265;p71"/>
          <p:cNvGrpSpPr/>
          <p:nvPr/>
        </p:nvGrpSpPr>
        <p:grpSpPr>
          <a:xfrm>
            <a:off x="15442330" y="11397596"/>
            <a:ext cx="8941898" cy="2318399"/>
            <a:chOff x="2582150" y="3714800"/>
            <a:chExt cx="2689050" cy="697200"/>
          </a:xfrm>
        </p:grpSpPr>
        <p:sp>
          <p:nvSpPr>
            <p:cNvPr id="8266" name="Google Shape;8266;p71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7" name="Google Shape;8267;p71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8" name="Google Shape;8268;p71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9" name="Google Shape;8269;p71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0" name="Google Shape;8270;p71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1" name="Google Shape;8271;p71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2" name="Google Shape;8272;p71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3" name="Google Shape;8273;p71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4" name="Google Shape;8274;p71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5" name="Google Shape;8275;p71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6" name="Google Shape;8276;p71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7" name="Google Shape;8277;p71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8" name="Google Shape;8278;p71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9" name="Google Shape;8279;p71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0" name="Google Shape;8280;p71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1" name="Google Shape;8281;p71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2" name="Google Shape;8282;p71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3" name="Google Shape;8283;p71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4" name="Google Shape;8284;p71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5" name="Google Shape;8285;p71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6" name="Google Shape;8286;p71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7" name="Google Shape;8287;p71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8" name="Google Shape;8288;p71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9" name="Google Shape;8289;p71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0" name="Google Shape;8290;p71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1" name="Google Shape;8291;p71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2" name="Google Shape;8292;p71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3" name="Google Shape;8293;p71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4" name="Google Shape;8294;p71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5" name="Google Shape;8295;p71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6" name="Google Shape;8296;p71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7" name="Google Shape;8297;p71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8" name="Google Shape;8298;p71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9" name="Google Shape;8299;p71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0" name="Google Shape;8300;p71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1" name="Google Shape;8301;p71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2" name="Google Shape;8302;p71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3" name="Google Shape;8303;p71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4" name="Google Shape;8304;p71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5" name="Google Shape;8305;p71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6" name="Google Shape;8306;p71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7" name="Google Shape;8307;p71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8" name="Google Shape;8308;p71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9" name="Google Shape;8309;p71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0" name="Google Shape;8310;p71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1" name="Google Shape;8311;p71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2" name="Google Shape;8312;p71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3" name="Google Shape;8313;p71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4" name="Google Shape;8314;p71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5" name="Google Shape;8315;p71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6" name="Google Shape;8316;p71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7" name="Google Shape;8317;p71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8" name="Google Shape;8318;p71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9" name="Google Shape;8319;p71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0" name="Google Shape;8320;p71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1" name="Google Shape;8321;p71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2" name="Google Shape;8322;p71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3" name="Google Shape;8323;p71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4" name="Google Shape;8324;p71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5" name="Google Shape;8325;p71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26" name="Google Shape;8326;p71"/>
          <p:cNvSpPr txBox="1"/>
          <p:nvPr>
            <p:ph type="title"/>
          </p:nvPr>
        </p:nvSpPr>
        <p:spPr>
          <a:xfrm>
            <a:off x="4547600" y="6987233"/>
            <a:ext cx="1546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8327" name="Google Shape;8327;p71"/>
          <p:cNvSpPr txBox="1"/>
          <p:nvPr>
            <p:ph idx="2"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8328" name="Google Shape;8328;p71"/>
          <p:cNvSpPr txBox="1"/>
          <p:nvPr>
            <p:ph idx="3" type="title"/>
          </p:nvPr>
        </p:nvSpPr>
        <p:spPr>
          <a:xfrm>
            <a:off x="2251600" y="86293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8329" name="Google Shape;8329;p71"/>
          <p:cNvSpPr txBox="1"/>
          <p:nvPr>
            <p:ph idx="1" type="subTitle"/>
          </p:nvPr>
        </p:nvSpPr>
        <p:spPr>
          <a:xfrm>
            <a:off x="2251600" y="9451867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8330" name="Google Shape;8330;p71"/>
          <p:cNvSpPr txBox="1"/>
          <p:nvPr>
            <p:ph idx="4" type="title"/>
          </p:nvPr>
        </p:nvSpPr>
        <p:spPr>
          <a:xfrm>
            <a:off x="9042934" y="3695400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8331" name="Google Shape;8331;p71"/>
          <p:cNvSpPr txBox="1"/>
          <p:nvPr>
            <p:ph idx="5" type="subTitle"/>
          </p:nvPr>
        </p:nvSpPr>
        <p:spPr>
          <a:xfrm>
            <a:off x="9042938" y="45179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8332" name="Google Shape;8332;p71"/>
          <p:cNvSpPr txBox="1"/>
          <p:nvPr>
            <p:ph idx="6" type="title"/>
          </p:nvPr>
        </p:nvSpPr>
        <p:spPr>
          <a:xfrm>
            <a:off x="15834267" y="86293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8333" name="Google Shape;8333;p71"/>
          <p:cNvSpPr txBox="1"/>
          <p:nvPr>
            <p:ph idx="7" type="subTitle"/>
          </p:nvPr>
        </p:nvSpPr>
        <p:spPr>
          <a:xfrm>
            <a:off x="15834276" y="9451867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8334" name="Google Shape;8334;p71"/>
          <p:cNvSpPr txBox="1"/>
          <p:nvPr>
            <p:ph idx="8" type="title"/>
          </p:nvPr>
        </p:nvSpPr>
        <p:spPr>
          <a:xfrm>
            <a:off x="11418933" y="6987233"/>
            <a:ext cx="1546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8335" name="Google Shape;8335;p71"/>
          <p:cNvSpPr txBox="1"/>
          <p:nvPr>
            <p:ph idx="9" type="title"/>
          </p:nvPr>
        </p:nvSpPr>
        <p:spPr>
          <a:xfrm>
            <a:off x="18210267" y="6987233"/>
            <a:ext cx="1546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">
    <p:spTree>
      <p:nvGrpSpPr>
        <p:cNvPr id="8336" name="Shape 8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37" name="Google Shape;8337;p72"/>
          <p:cNvGrpSpPr/>
          <p:nvPr/>
        </p:nvGrpSpPr>
        <p:grpSpPr>
          <a:xfrm flipH="1" rot="10800000">
            <a:off x="19108299" y="253"/>
            <a:ext cx="5275319" cy="12784894"/>
            <a:chOff x="5728375" y="1492875"/>
            <a:chExt cx="1308525" cy="3171250"/>
          </a:xfrm>
        </p:grpSpPr>
        <p:sp>
          <p:nvSpPr>
            <p:cNvPr id="8338" name="Google Shape;8338;p72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9" name="Google Shape;8339;p72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0" name="Google Shape;8340;p72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1" name="Google Shape;8341;p72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2" name="Google Shape;8342;p72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3" name="Google Shape;8343;p72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4" name="Google Shape;8344;p72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5" name="Google Shape;8345;p72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6" name="Google Shape;8346;p72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7" name="Google Shape;8347;p72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8" name="Google Shape;8348;p72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9" name="Google Shape;8349;p72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0" name="Google Shape;8350;p72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1" name="Google Shape;8351;p72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2" name="Google Shape;8352;p72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3" name="Google Shape;8353;p72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4" name="Google Shape;8354;p72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5" name="Google Shape;8355;p72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6" name="Google Shape;8356;p72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7" name="Google Shape;8357;p72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8" name="Google Shape;8358;p72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9" name="Google Shape;8359;p72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0" name="Google Shape;8360;p72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1" name="Google Shape;8361;p72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2" name="Google Shape;8362;p72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3" name="Google Shape;8363;p72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4" name="Google Shape;8364;p72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5" name="Google Shape;8365;p72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6" name="Google Shape;8366;p72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7" name="Google Shape;8367;p72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8" name="Google Shape;8368;p72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9" name="Google Shape;8369;p72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0" name="Google Shape;8370;p72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1" name="Google Shape;8371;p72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2" name="Google Shape;8372;p72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3" name="Google Shape;8373;p72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4" name="Google Shape;8374;p72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5" name="Google Shape;8375;p72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6" name="Google Shape;8376;p72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7" name="Google Shape;8377;p72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8" name="Google Shape;8378;p72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9" name="Google Shape;8379;p72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0" name="Google Shape;8380;p72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1" name="Google Shape;8381;p72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2" name="Google Shape;8382;p72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3" name="Google Shape;8383;p72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4" name="Google Shape;8384;p72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5" name="Google Shape;8385;p72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6" name="Google Shape;8386;p72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7" name="Google Shape;8387;p72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8" name="Google Shape;8388;p72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9" name="Google Shape;8389;p72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0" name="Google Shape;8390;p72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1" name="Google Shape;8391;p72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2" name="Google Shape;8392;p72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3" name="Google Shape;8393;p72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4" name="Google Shape;8394;p72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5" name="Google Shape;8395;p72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6" name="Google Shape;8396;p72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7" name="Google Shape;8397;p72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8" name="Google Shape;8398;p72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9" name="Google Shape;8399;p72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0" name="Google Shape;8400;p72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1" name="Google Shape;8401;p72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2" name="Google Shape;8402;p72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3" name="Google Shape;8403;p72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4" name="Google Shape;8404;p72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5" name="Google Shape;8405;p72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6" name="Google Shape;8406;p72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7" name="Google Shape;8407;p72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8" name="Google Shape;8408;p72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9" name="Google Shape;8409;p72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0" name="Google Shape;8410;p72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1" name="Google Shape;8411;p72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2" name="Google Shape;8412;p72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413" name="Google Shape;8413;p72"/>
          <p:cNvGrpSpPr/>
          <p:nvPr/>
        </p:nvGrpSpPr>
        <p:grpSpPr>
          <a:xfrm rot="10800000">
            <a:off x="474" y="253"/>
            <a:ext cx="5275319" cy="12784894"/>
            <a:chOff x="5728375" y="1492875"/>
            <a:chExt cx="1308525" cy="3171250"/>
          </a:xfrm>
        </p:grpSpPr>
        <p:sp>
          <p:nvSpPr>
            <p:cNvPr id="8414" name="Google Shape;8414;p72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5" name="Google Shape;8415;p72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6" name="Google Shape;8416;p72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7" name="Google Shape;8417;p72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8" name="Google Shape;8418;p72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9" name="Google Shape;8419;p72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0" name="Google Shape;8420;p72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1" name="Google Shape;8421;p72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2" name="Google Shape;8422;p72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3" name="Google Shape;8423;p72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4" name="Google Shape;8424;p72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5" name="Google Shape;8425;p72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6" name="Google Shape;8426;p72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7" name="Google Shape;8427;p72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8" name="Google Shape;8428;p72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9" name="Google Shape;8429;p72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0" name="Google Shape;8430;p72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1" name="Google Shape;8431;p72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2" name="Google Shape;8432;p72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3" name="Google Shape;8433;p72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4" name="Google Shape;8434;p72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5" name="Google Shape;8435;p72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6" name="Google Shape;8436;p72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7" name="Google Shape;8437;p72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8" name="Google Shape;8438;p72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9" name="Google Shape;8439;p72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0" name="Google Shape;8440;p72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1" name="Google Shape;8441;p72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2" name="Google Shape;8442;p72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3" name="Google Shape;8443;p72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4" name="Google Shape;8444;p72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5" name="Google Shape;8445;p72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6" name="Google Shape;8446;p72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7" name="Google Shape;8447;p72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8" name="Google Shape;8448;p72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9" name="Google Shape;8449;p72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0" name="Google Shape;8450;p72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1" name="Google Shape;8451;p72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2" name="Google Shape;8452;p72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3" name="Google Shape;8453;p72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4" name="Google Shape;8454;p72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5" name="Google Shape;8455;p72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6" name="Google Shape;8456;p72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7" name="Google Shape;8457;p72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8" name="Google Shape;8458;p72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9" name="Google Shape;8459;p72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0" name="Google Shape;8460;p72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1" name="Google Shape;8461;p72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2" name="Google Shape;8462;p72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3" name="Google Shape;8463;p72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4" name="Google Shape;8464;p72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5" name="Google Shape;8465;p72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6" name="Google Shape;8466;p72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7" name="Google Shape;8467;p72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8" name="Google Shape;8468;p72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9" name="Google Shape;8469;p72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0" name="Google Shape;8470;p72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1" name="Google Shape;8471;p72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2" name="Google Shape;8472;p72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3" name="Google Shape;8473;p72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4" name="Google Shape;8474;p72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5" name="Google Shape;8475;p72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6" name="Google Shape;8476;p72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7" name="Google Shape;8477;p72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8" name="Google Shape;8478;p72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9" name="Google Shape;8479;p72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0" name="Google Shape;8480;p72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1" name="Google Shape;8481;p72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2" name="Google Shape;8482;p72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3" name="Google Shape;8483;p72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4" name="Google Shape;8484;p72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5" name="Google Shape;8485;p72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6" name="Google Shape;8486;p72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7" name="Google Shape;8487;p72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8" name="Google Shape;8488;p72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89" name="Google Shape;8489;p72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0" name="Google Shape;8490;p72"/>
          <p:cNvSpPr txBox="1"/>
          <p:nvPr>
            <p:ph idx="1" type="subTitle"/>
          </p:nvPr>
        </p:nvSpPr>
        <p:spPr>
          <a:xfrm>
            <a:off x="7612400" y="3022467"/>
            <a:ext cx="9159300" cy="380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491" name="Google Shape;8491;p72"/>
          <p:cNvSpPr txBox="1"/>
          <p:nvPr/>
        </p:nvSpPr>
        <p:spPr>
          <a:xfrm>
            <a:off x="5900400" y="8798533"/>
            <a:ext cx="12583200" cy="1641600"/>
          </a:xfrm>
          <a:prstGeom prst="rect">
            <a:avLst/>
          </a:prstGeom>
          <a:noFill/>
          <a:ln>
            <a:noFill/>
          </a:ln>
        </p:spPr>
        <p:txBody>
          <a:bodyPr anchorCtr="0" anchor="b" bIns="243800" lIns="243800" spcFirstLastPara="1" rIns="243800" wrap="square" tIns="2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CREDITS: This presentation template was created by </a:t>
            </a:r>
            <a:r>
              <a:rPr b="0" i="0" lang="en-US" sz="3200" u="none" cap="none" strike="noStrike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including icons by </a:t>
            </a:r>
            <a:r>
              <a:rPr b="1" i="0" lang="en-US" sz="3200" u="none" cap="none" strike="noStrike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infographics &amp; images by </a:t>
            </a:r>
            <a:r>
              <a:rPr b="1" i="0" lang="en-US" sz="3200" u="none" cap="none" strike="noStrike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i="0" sz="32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8492" name="Google Shape;8492;p72"/>
          <p:cNvSpPr txBox="1"/>
          <p:nvPr>
            <p:ph type="title"/>
          </p:nvPr>
        </p:nvSpPr>
        <p:spPr>
          <a:xfrm>
            <a:off x="1920000" y="1186733"/>
            <a:ext cx="20544000" cy="22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8493" name="Shape 8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94" name="Google Shape;8494;p73"/>
          <p:cNvGrpSpPr/>
          <p:nvPr/>
        </p:nvGrpSpPr>
        <p:grpSpPr>
          <a:xfrm>
            <a:off x="19108299" y="137459"/>
            <a:ext cx="5275319" cy="12784894"/>
            <a:chOff x="5728375" y="1492875"/>
            <a:chExt cx="1308525" cy="3171250"/>
          </a:xfrm>
        </p:grpSpPr>
        <p:sp>
          <p:nvSpPr>
            <p:cNvPr id="8495" name="Google Shape;8495;p73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6" name="Google Shape;8496;p73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7" name="Google Shape;8497;p73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8" name="Google Shape;8498;p73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9" name="Google Shape;8499;p73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0" name="Google Shape;8500;p73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1" name="Google Shape;8501;p73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2" name="Google Shape;8502;p73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3" name="Google Shape;8503;p73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4" name="Google Shape;8504;p73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5" name="Google Shape;8505;p73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6" name="Google Shape;8506;p73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7" name="Google Shape;8507;p73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8" name="Google Shape;8508;p73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9" name="Google Shape;8509;p73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0" name="Google Shape;8510;p73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1" name="Google Shape;8511;p73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2" name="Google Shape;8512;p73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3" name="Google Shape;8513;p73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4" name="Google Shape;8514;p73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5" name="Google Shape;8515;p73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6" name="Google Shape;8516;p73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7" name="Google Shape;8517;p73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8" name="Google Shape;8518;p73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9" name="Google Shape;8519;p73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0" name="Google Shape;8520;p73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1" name="Google Shape;8521;p73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2" name="Google Shape;8522;p73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3" name="Google Shape;8523;p73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4" name="Google Shape;8524;p73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5" name="Google Shape;8525;p73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6" name="Google Shape;8526;p73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7" name="Google Shape;8527;p73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8" name="Google Shape;8528;p73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9" name="Google Shape;8529;p73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0" name="Google Shape;8530;p73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1" name="Google Shape;8531;p73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2" name="Google Shape;8532;p73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3" name="Google Shape;8533;p73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4" name="Google Shape;8534;p73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5" name="Google Shape;8535;p73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6" name="Google Shape;8536;p73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7" name="Google Shape;8537;p73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8" name="Google Shape;8538;p73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9" name="Google Shape;8539;p73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0" name="Google Shape;8540;p73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1" name="Google Shape;8541;p73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2" name="Google Shape;8542;p73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3" name="Google Shape;8543;p73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4" name="Google Shape;8544;p73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5" name="Google Shape;8545;p73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6" name="Google Shape;8546;p73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7" name="Google Shape;8547;p73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8" name="Google Shape;8548;p73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9" name="Google Shape;8549;p73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0" name="Google Shape;8550;p73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1" name="Google Shape;8551;p73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2" name="Google Shape;8552;p73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3" name="Google Shape;8553;p73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4" name="Google Shape;8554;p73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5" name="Google Shape;8555;p73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6" name="Google Shape;8556;p73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7" name="Google Shape;8557;p73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8" name="Google Shape;8558;p73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9" name="Google Shape;8559;p73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0" name="Google Shape;8560;p73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1" name="Google Shape;8561;p73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2" name="Google Shape;8562;p73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3" name="Google Shape;8563;p73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4" name="Google Shape;8564;p73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5" name="Google Shape;8565;p73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6" name="Google Shape;8566;p73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7" name="Google Shape;8567;p73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8" name="Google Shape;8568;p73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9" name="Google Shape;8569;p73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570" name="Google Shape;8570;p73"/>
          <p:cNvGrpSpPr/>
          <p:nvPr/>
        </p:nvGrpSpPr>
        <p:grpSpPr>
          <a:xfrm flipH="1">
            <a:off x="474" y="137459"/>
            <a:ext cx="5275319" cy="12784894"/>
            <a:chOff x="5728375" y="1492875"/>
            <a:chExt cx="1308525" cy="3171250"/>
          </a:xfrm>
        </p:grpSpPr>
        <p:sp>
          <p:nvSpPr>
            <p:cNvPr id="8571" name="Google Shape;8571;p73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2" name="Google Shape;8572;p73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3" name="Google Shape;8573;p73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4" name="Google Shape;8574;p73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5" name="Google Shape;8575;p73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6" name="Google Shape;8576;p73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7" name="Google Shape;8577;p73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8" name="Google Shape;8578;p73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9" name="Google Shape;8579;p73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0" name="Google Shape;8580;p73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1" name="Google Shape;8581;p73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2" name="Google Shape;8582;p73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3" name="Google Shape;8583;p73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4" name="Google Shape;8584;p73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5" name="Google Shape;8585;p73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6" name="Google Shape;8586;p73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7" name="Google Shape;8587;p73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8" name="Google Shape;8588;p73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9" name="Google Shape;8589;p73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0" name="Google Shape;8590;p73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1" name="Google Shape;8591;p73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2" name="Google Shape;8592;p73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3" name="Google Shape;8593;p73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4" name="Google Shape;8594;p73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5" name="Google Shape;8595;p73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6" name="Google Shape;8596;p73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7" name="Google Shape;8597;p73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8" name="Google Shape;8598;p73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9" name="Google Shape;8599;p73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0" name="Google Shape;8600;p73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1" name="Google Shape;8601;p73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2" name="Google Shape;8602;p73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3" name="Google Shape;8603;p73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4" name="Google Shape;8604;p73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5" name="Google Shape;8605;p73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6" name="Google Shape;8606;p73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7" name="Google Shape;8607;p73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8" name="Google Shape;8608;p73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9" name="Google Shape;8609;p73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0" name="Google Shape;8610;p73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1" name="Google Shape;8611;p73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2" name="Google Shape;8612;p73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3" name="Google Shape;8613;p73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4" name="Google Shape;8614;p73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5" name="Google Shape;8615;p73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6" name="Google Shape;8616;p73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7" name="Google Shape;8617;p73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8" name="Google Shape;8618;p73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9" name="Google Shape;8619;p73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0" name="Google Shape;8620;p73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1" name="Google Shape;8621;p73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2" name="Google Shape;8622;p73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3" name="Google Shape;8623;p73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4" name="Google Shape;8624;p73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5" name="Google Shape;8625;p73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6" name="Google Shape;8626;p73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7" name="Google Shape;8627;p73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8" name="Google Shape;8628;p73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9" name="Google Shape;8629;p73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0" name="Google Shape;8630;p73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1" name="Google Shape;8631;p73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2" name="Google Shape;8632;p73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3" name="Google Shape;8633;p73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4" name="Google Shape;8634;p73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5" name="Google Shape;8635;p73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6" name="Google Shape;8636;p73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7" name="Google Shape;8637;p73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8" name="Google Shape;8638;p73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9" name="Google Shape;8639;p73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0" name="Google Shape;8640;p73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1" name="Google Shape;8641;p73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2" name="Google Shape;8642;p73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3" name="Google Shape;8643;p73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4" name="Google Shape;8644;p73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5" name="Google Shape;8645;p73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646" name="Google Shape;8646;p73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650" name="Shape 8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51" name="Google Shape;8651;p20"/>
          <p:cNvGrpSpPr/>
          <p:nvPr/>
        </p:nvGrpSpPr>
        <p:grpSpPr>
          <a:xfrm rot="10800000">
            <a:off x="-1" y="27"/>
            <a:ext cx="3124577" cy="3715525"/>
            <a:chOff x="3048875" y="2669025"/>
            <a:chExt cx="504550" cy="599975"/>
          </a:xfrm>
        </p:grpSpPr>
        <p:sp>
          <p:nvSpPr>
            <p:cNvPr id="8652" name="Google Shape;8652;p20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3" name="Google Shape;8653;p20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4" name="Google Shape;8654;p20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5" name="Google Shape;8655;p20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6" name="Google Shape;8656;p20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7" name="Google Shape;8657;p20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8" name="Google Shape;8658;p20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9" name="Google Shape;8659;p20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0" name="Google Shape;8660;p20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1" name="Google Shape;8661;p20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2" name="Google Shape;8662;p20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3" name="Google Shape;8663;p20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4" name="Google Shape;8664;p20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5" name="Google Shape;8665;p20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6" name="Google Shape;8666;p20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7" name="Google Shape;8667;p20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8" name="Google Shape;8668;p20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9" name="Google Shape;8669;p20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0" name="Google Shape;8670;p20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1" name="Google Shape;8671;p20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2" name="Google Shape;8672;p20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3" name="Google Shape;8673;p20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74" name="Google Shape;8674;p20"/>
          <p:cNvGrpSpPr/>
          <p:nvPr/>
        </p:nvGrpSpPr>
        <p:grpSpPr>
          <a:xfrm flipH="1" rot="10800000">
            <a:off x="21259399" y="27"/>
            <a:ext cx="3124577" cy="3715525"/>
            <a:chOff x="3048875" y="2669025"/>
            <a:chExt cx="504550" cy="599975"/>
          </a:xfrm>
        </p:grpSpPr>
        <p:sp>
          <p:nvSpPr>
            <p:cNvPr id="8675" name="Google Shape;8675;p20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6" name="Google Shape;8676;p20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7" name="Google Shape;8677;p20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8" name="Google Shape;8678;p20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9" name="Google Shape;8679;p20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0" name="Google Shape;8680;p20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1" name="Google Shape;8681;p20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2" name="Google Shape;8682;p20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3" name="Google Shape;8683;p20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4" name="Google Shape;8684;p20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5" name="Google Shape;8685;p20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6" name="Google Shape;8686;p20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7" name="Google Shape;8687;p20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8" name="Google Shape;8688;p20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89" name="Google Shape;8689;p20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0" name="Google Shape;8690;p20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1" name="Google Shape;8691;p20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2" name="Google Shape;8692;p20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3" name="Google Shape;8693;p20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4" name="Google Shape;8694;p20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5" name="Google Shape;8695;p20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6" name="Google Shape;8696;p20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97" name="Google Shape;8697;p20"/>
          <p:cNvGrpSpPr/>
          <p:nvPr/>
        </p:nvGrpSpPr>
        <p:grpSpPr>
          <a:xfrm>
            <a:off x="16008766" y="10999921"/>
            <a:ext cx="8375201" cy="2715834"/>
            <a:chOff x="800100" y="2815500"/>
            <a:chExt cx="1339775" cy="434450"/>
          </a:xfrm>
        </p:grpSpPr>
        <p:sp>
          <p:nvSpPr>
            <p:cNvPr id="8698" name="Google Shape;8698;p20"/>
            <p:cNvSpPr/>
            <p:nvPr/>
          </p:nvSpPr>
          <p:spPr>
            <a:xfrm>
              <a:off x="1376350" y="3185050"/>
              <a:ext cx="122650" cy="64600"/>
            </a:xfrm>
            <a:custGeom>
              <a:rect b="b" l="l" r="r" t="t"/>
              <a:pathLst>
                <a:path extrusionOk="0" h="2584" w="4906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99" name="Google Shape;8699;p20"/>
            <p:cNvSpPr/>
            <p:nvPr/>
          </p:nvSpPr>
          <p:spPr>
            <a:xfrm>
              <a:off x="800100" y="2952275"/>
              <a:ext cx="104775" cy="297100"/>
            </a:xfrm>
            <a:custGeom>
              <a:rect b="b" l="l" r="r" t="t"/>
              <a:pathLst>
                <a:path extrusionOk="0" h="11884" w="4191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0" name="Google Shape;8700;p20"/>
            <p:cNvSpPr/>
            <p:nvPr/>
          </p:nvSpPr>
          <p:spPr>
            <a:xfrm>
              <a:off x="904875" y="2946325"/>
              <a:ext cx="142600" cy="33075"/>
            </a:xfrm>
            <a:custGeom>
              <a:rect b="b" l="l" r="r" t="t"/>
              <a:pathLst>
                <a:path extrusionOk="0" h="1323" w="5704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1" name="Google Shape;8701;p20"/>
            <p:cNvSpPr/>
            <p:nvPr/>
          </p:nvSpPr>
          <p:spPr>
            <a:xfrm>
              <a:off x="1048625" y="3121050"/>
              <a:ext cx="184275" cy="128900"/>
            </a:xfrm>
            <a:custGeom>
              <a:rect b="b" l="l" r="r" t="t"/>
              <a:pathLst>
                <a:path extrusionOk="0" h="5156" w="7371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2" name="Google Shape;8702;p20"/>
            <p:cNvSpPr/>
            <p:nvPr/>
          </p:nvSpPr>
          <p:spPr>
            <a:xfrm>
              <a:off x="1033150" y="2989475"/>
              <a:ext cx="25925" cy="257800"/>
            </a:xfrm>
            <a:custGeom>
              <a:rect b="b" l="l" r="r" t="t"/>
              <a:pathLst>
                <a:path extrusionOk="0" h="10312" w="1037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3" name="Google Shape;8703;p20"/>
            <p:cNvSpPr/>
            <p:nvPr/>
          </p:nvSpPr>
          <p:spPr>
            <a:xfrm>
              <a:off x="1053400" y="2846600"/>
              <a:ext cx="15500" cy="122375"/>
            </a:xfrm>
            <a:custGeom>
              <a:rect b="b" l="l" r="r" t="t"/>
              <a:pathLst>
                <a:path extrusionOk="0" h="4895" w="62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4" name="Google Shape;8704;p20"/>
            <p:cNvSpPr/>
            <p:nvPr/>
          </p:nvSpPr>
          <p:spPr>
            <a:xfrm>
              <a:off x="1066500" y="2977275"/>
              <a:ext cx="92300" cy="25925"/>
            </a:xfrm>
            <a:custGeom>
              <a:rect b="b" l="l" r="r" t="t"/>
              <a:pathLst>
                <a:path extrusionOk="0" h="1037" w="3692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5" name="Google Shape;8705;p20"/>
            <p:cNvSpPr/>
            <p:nvPr/>
          </p:nvSpPr>
          <p:spPr>
            <a:xfrm>
              <a:off x="1237650" y="3057050"/>
              <a:ext cx="96150" cy="61950"/>
            </a:xfrm>
            <a:custGeom>
              <a:rect b="b" l="l" r="r" t="t"/>
              <a:pathLst>
                <a:path extrusionOk="0" h="2478" w="3846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6" name="Google Shape;8706;p20"/>
            <p:cNvSpPr/>
            <p:nvPr/>
          </p:nvSpPr>
          <p:spPr>
            <a:xfrm>
              <a:off x="1071550" y="2841850"/>
              <a:ext cx="93775" cy="152425"/>
            </a:xfrm>
            <a:custGeom>
              <a:rect b="b" l="l" r="r" t="t"/>
              <a:pathLst>
                <a:path extrusionOk="0" h="6097" w="3751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7" name="Google Shape;8707;p20"/>
            <p:cNvSpPr/>
            <p:nvPr/>
          </p:nvSpPr>
          <p:spPr>
            <a:xfrm>
              <a:off x="1169475" y="3008825"/>
              <a:ext cx="65525" cy="109275"/>
            </a:xfrm>
            <a:custGeom>
              <a:rect b="b" l="l" r="r" t="t"/>
              <a:pathLst>
                <a:path extrusionOk="0" h="4371" w="2621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8" name="Google Shape;8708;p20"/>
            <p:cNvSpPr/>
            <p:nvPr/>
          </p:nvSpPr>
          <p:spPr>
            <a:xfrm>
              <a:off x="1232575" y="3125225"/>
              <a:ext cx="48550" cy="124150"/>
            </a:xfrm>
            <a:custGeom>
              <a:rect b="b" l="l" r="r" t="t"/>
              <a:pathLst>
                <a:path extrusionOk="0" h="4966" w="1942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9" name="Google Shape;8709;p20"/>
            <p:cNvSpPr/>
            <p:nvPr/>
          </p:nvSpPr>
          <p:spPr>
            <a:xfrm>
              <a:off x="1356400" y="3074925"/>
              <a:ext cx="20275" cy="174450"/>
            </a:xfrm>
            <a:custGeom>
              <a:rect b="b" l="l" r="r" t="t"/>
              <a:pathLst>
                <a:path extrusionOk="0" h="6978" w="811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0" name="Google Shape;8710;p20"/>
            <p:cNvSpPr/>
            <p:nvPr/>
          </p:nvSpPr>
          <p:spPr>
            <a:xfrm>
              <a:off x="1378125" y="3063600"/>
              <a:ext cx="123575" cy="114025"/>
            </a:xfrm>
            <a:custGeom>
              <a:rect b="b" l="l" r="r" t="t"/>
              <a:pathLst>
                <a:path extrusionOk="0" h="4561" w="4943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1" name="Google Shape;8711;p20"/>
            <p:cNvSpPr/>
            <p:nvPr/>
          </p:nvSpPr>
          <p:spPr>
            <a:xfrm>
              <a:off x="1512075" y="3187125"/>
              <a:ext cx="68200" cy="62250"/>
            </a:xfrm>
            <a:custGeom>
              <a:rect b="b" l="l" r="r" t="t"/>
              <a:pathLst>
                <a:path extrusionOk="0" h="2490" w="2728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2" name="Google Shape;8712;p20"/>
            <p:cNvSpPr/>
            <p:nvPr/>
          </p:nvSpPr>
          <p:spPr>
            <a:xfrm>
              <a:off x="1516850" y="3091575"/>
              <a:ext cx="207475" cy="93200"/>
            </a:xfrm>
            <a:custGeom>
              <a:rect b="b" l="l" r="r" t="t"/>
              <a:pathLst>
                <a:path extrusionOk="0" h="3728" w="8299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3" name="Google Shape;8713;p20"/>
            <p:cNvSpPr/>
            <p:nvPr/>
          </p:nvSpPr>
          <p:spPr>
            <a:xfrm>
              <a:off x="1920175" y="3218375"/>
              <a:ext cx="54200" cy="31275"/>
            </a:xfrm>
            <a:custGeom>
              <a:rect b="b" l="l" r="r" t="t"/>
              <a:pathLst>
                <a:path extrusionOk="0" h="1251" w="2168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4" name="Google Shape;8714;p20"/>
            <p:cNvSpPr/>
            <p:nvPr/>
          </p:nvSpPr>
          <p:spPr>
            <a:xfrm>
              <a:off x="1726700" y="3093675"/>
              <a:ext cx="96450" cy="65500"/>
            </a:xfrm>
            <a:custGeom>
              <a:rect b="b" l="l" r="r" t="t"/>
              <a:pathLst>
                <a:path extrusionOk="0" h="2620" w="3858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5" name="Google Shape;8715;p20"/>
            <p:cNvSpPr/>
            <p:nvPr/>
          </p:nvSpPr>
          <p:spPr>
            <a:xfrm>
              <a:off x="1826400" y="3156175"/>
              <a:ext cx="88425" cy="62825"/>
            </a:xfrm>
            <a:custGeom>
              <a:rect b="b" l="l" r="r" t="t"/>
              <a:pathLst>
                <a:path extrusionOk="0" h="2513" w="3537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6" name="Google Shape;8716;p20"/>
            <p:cNvSpPr/>
            <p:nvPr/>
          </p:nvSpPr>
          <p:spPr>
            <a:xfrm>
              <a:off x="1577875" y="2880550"/>
              <a:ext cx="344700" cy="368825"/>
            </a:xfrm>
            <a:custGeom>
              <a:rect b="b" l="l" r="r" t="t"/>
              <a:pathLst>
                <a:path extrusionOk="0" h="14753" w="13788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7" name="Google Shape;8717;p20"/>
            <p:cNvSpPr/>
            <p:nvPr/>
          </p:nvSpPr>
          <p:spPr>
            <a:xfrm>
              <a:off x="1787125" y="2882925"/>
              <a:ext cx="142000" cy="366450"/>
            </a:xfrm>
            <a:custGeom>
              <a:rect b="b" l="l" r="r" t="t"/>
              <a:pathLst>
                <a:path extrusionOk="0" h="14658" w="568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8" name="Google Shape;8718;p20"/>
            <p:cNvSpPr/>
            <p:nvPr/>
          </p:nvSpPr>
          <p:spPr>
            <a:xfrm>
              <a:off x="1937125" y="2875175"/>
              <a:ext cx="202450" cy="98250"/>
            </a:xfrm>
            <a:custGeom>
              <a:rect b="b" l="l" r="r" t="t"/>
              <a:pathLst>
                <a:path extrusionOk="0" h="3930" w="8098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9" name="Google Shape;8719;p20"/>
            <p:cNvSpPr/>
            <p:nvPr/>
          </p:nvSpPr>
          <p:spPr>
            <a:xfrm>
              <a:off x="2088050" y="3163325"/>
              <a:ext cx="43175" cy="86050"/>
            </a:xfrm>
            <a:custGeom>
              <a:rect b="b" l="l" r="r" t="t"/>
              <a:pathLst>
                <a:path extrusionOk="0" h="3442" w="1727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0" name="Google Shape;8720;p20"/>
            <p:cNvSpPr/>
            <p:nvPr/>
          </p:nvSpPr>
          <p:spPr>
            <a:xfrm>
              <a:off x="2130900" y="3136825"/>
              <a:ext cx="8675" cy="26525"/>
            </a:xfrm>
            <a:custGeom>
              <a:rect b="b" l="l" r="r" t="t"/>
              <a:pathLst>
                <a:path extrusionOk="0" h="1061" w="347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1" name="Google Shape;8721;p20"/>
            <p:cNvSpPr/>
            <p:nvPr/>
          </p:nvSpPr>
          <p:spPr>
            <a:xfrm>
              <a:off x="1923750" y="3070450"/>
              <a:ext cx="155700" cy="148550"/>
            </a:xfrm>
            <a:custGeom>
              <a:rect b="b" l="l" r="r" t="t"/>
              <a:pathLst>
                <a:path extrusionOk="0" h="5942" w="6228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2" name="Google Shape;8722;p20"/>
            <p:cNvSpPr/>
            <p:nvPr/>
          </p:nvSpPr>
          <p:spPr>
            <a:xfrm>
              <a:off x="1881475" y="3218975"/>
              <a:ext cx="41100" cy="30100"/>
            </a:xfrm>
            <a:custGeom>
              <a:rect b="b" l="l" r="r" t="t"/>
              <a:pathLst>
                <a:path extrusionOk="0" h="1204" w="1644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3" name="Google Shape;8723;p20"/>
            <p:cNvSpPr/>
            <p:nvPr/>
          </p:nvSpPr>
          <p:spPr>
            <a:xfrm>
              <a:off x="2085975" y="3074925"/>
              <a:ext cx="53900" cy="112825"/>
            </a:xfrm>
            <a:custGeom>
              <a:rect b="b" l="l" r="r" t="t"/>
              <a:pathLst>
                <a:path extrusionOk="0" h="4513" w="2156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4" name="Google Shape;8724;p20"/>
            <p:cNvSpPr/>
            <p:nvPr/>
          </p:nvSpPr>
          <p:spPr>
            <a:xfrm>
              <a:off x="2128225" y="3239825"/>
              <a:ext cx="11350" cy="9550"/>
            </a:xfrm>
            <a:custGeom>
              <a:rect b="b" l="l" r="r" t="t"/>
              <a:pathLst>
                <a:path extrusionOk="0" h="382" w="454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5" name="Google Shape;8725;p20"/>
            <p:cNvSpPr/>
            <p:nvPr/>
          </p:nvSpPr>
          <p:spPr>
            <a:xfrm>
              <a:off x="1326050" y="3014475"/>
              <a:ext cx="64325" cy="61350"/>
            </a:xfrm>
            <a:custGeom>
              <a:rect b="b" l="l" r="r" t="t"/>
              <a:pathLst>
                <a:path extrusionOk="0" h="2454" w="2573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6" name="Google Shape;8726;p20"/>
            <p:cNvSpPr/>
            <p:nvPr/>
          </p:nvSpPr>
          <p:spPr>
            <a:xfrm>
              <a:off x="1048925" y="2815500"/>
              <a:ext cx="33075" cy="31625"/>
            </a:xfrm>
            <a:custGeom>
              <a:rect b="b" l="l" r="r" t="t"/>
              <a:pathLst>
                <a:path extrusionOk="0" h="1265" w="1323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7" name="Google Shape;8727;p20"/>
            <p:cNvSpPr/>
            <p:nvPr/>
          </p:nvSpPr>
          <p:spPr>
            <a:xfrm>
              <a:off x="1026600" y="3246400"/>
              <a:ext cx="18475" cy="2975"/>
            </a:xfrm>
            <a:custGeom>
              <a:rect b="b" l="l" r="r" t="t"/>
              <a:pathLst>
                <a:path extrusionOk="0" h="119" w="739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8" name="Google Shape;8728;p20"/>
            <p:cNvSpPr/>
            <p:nvPr/>
          </p:nvSpPr>
          <p:spPr>
            <a:xfrm>
              <a:off x="895625" y="2943300"/>
              <a:ext cx="11950" cy="10575"/>
            </a:xfrm>
            <a:custGeom>
              <a:rect b="b" l="l" r="r" t="t"/>
              <a:pathLst>
                <a:path extrusionOk="0" h="423" w="478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9" name="Google Shape;8729;p20"/>
            <p:cNvSpPr/>
            <p:nvPr/>
          </p:nvSpPr>
          <p:spPr>
            <a:xfrm>
              <a:off x="1156975" y="2989650"/>
              <a:ext cx="22950" cy="21900"/>
            </a:xfrm>
            <a:custGeom>
              <a:rect b="b" l="l" r="r" t="t"/>
              <a:pathLst>
                <a:path extrusionOk="0" h="876" w="918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0" name="Google Shape;8730;p20"/>
            <p:cNvSpPr/>
            <p:nvPr/>
          </p:nvSpPr>
          <p:spPr>
            <a:xfrm>
              <a:off x="2073450" y="3055500"/>
              <a:ext cx="22950" cy="21425"/>
            </a:xfrm>
            <a:custGeom>
              <a:rect b="b" l="l" r="r" t="t"/>
              <a:pathLst>
                <a:path extrusionOk="0" h="857" w="918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1" name="Google Shape;8731;p20"/>
            <p:cNvSpPr/>
            <p:nvPr/>
          </p:nvSpPr>
          <p:spPr>
            <a:xfrm>
              <a:off x="1916900" y="2863525"/>
              <a:ext cx="22350" cy="21800"/>
            </a:xfrm>
            <a:custGeom>
              <a:rect b="b" l="l" r="r" t="t"/>
              <a:pathLst>
                <a:path extrusionOk="0" h="872" w="894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2" name="Google Shape;8732;p20"/>
            <p:cNvSpPr/>
            <p:nvPr/>
          </p:nvSpPr>
          <p:spPr>
            <a:xfrm>
              <a:off x="1495125" y="3172075"/>
              <a:ext cx="22625" cy="21700"/>
            </a:xfrm>
            <a:custGeom>
              <a:rect b="b" l="l" r="r" t="t"/>
              <a:pathLst>
                <a:path extrusionOk="0" h="868" w="905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3" name="Google Shape;8733;p20"/>
            <p:cNvSpPr/>
            <p:nvPr/>
          </p:nvSpPr>
          <p:spPr>
            <a:xfrm>
              <a:off x="1045650" y="2968400"/>
              <a:ext cx="21750" cy="21700"/>
            </a:xfrm>
            <a:custGeom>
              <a:rect b="b" l="l" r="r" t="t"/>
              <a:pathLst>
                <a:path extrusionOk="0" h="868" w="87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4" name="Google Shape;8734;p20"/>
            <p:cNvSpPr/>
            <p:nvPr/>
          </p:nvSpPr>
          <p:spPr>
            <a:xfrm>
              <a:off x="1912725" y="3209100"/>
              <a:ext cx="13425" cy="12625"/>
            </a:xfrm>
            <a:custGeom>
              <a:rect b="b" l="l" r="r" t="t"/>
              <a:pathLst>
                <a:path extrusionOk="0" h="505" w="537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5" name="Google Shape;8735;p20"/>
            <p:cNvSpPr/>
            <p:nvPr/>
          </p:nvSpPr>
          <p:spPr>
            <a:xfrm>
              <a:off x="2001725" y="3124475"/>
              <a:ext cx="13725" cy="12675"/>
            </a:xfrm>
            <a:custGeom>
              <a:rect b="b" l="l" r="r" t="t"/>
              <a:pathLst>
                <a:path extrusionOk="0" h="507" w="549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6" name="Google Shape;8736;p20"/>
            <p:cNvSpPr/>
            <p:nvPr/>
          </p:nvSpPr>
          <p:spPr>
            <a:xfrm>
              <a:off x="1487375" y="3210250"/>
              <a:ext cx="14025" cy="12500"/>
            </a:xfrm>
            <a:custGeom>
              <a:rect b="b" l="l" r="r" t="t"/>
              <a:pathLst>
                <a:path extrusionOk="0" h="500" w="561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7" name="Google Shape;8737;p20"/>
            <p:cNvSpPr/>
            <p:nvPr/>
          </p:nvSpPr>
          <p:spPr>
            <a:xfrm>
              <a:off x="1315625" y="3080850"/>
              <a:ext cx="13725" cy="12425"/>
            </a:xfrm>
            <a:custGeom>
              <a:rect b="b" l="l" r="r" t="t"/>
              <a:pathLst>
                <a:path extrusionOk="0" h="497" w="549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8" name="Google Shape;8738;p20"/>
            <p:cNvSpPr/>
            <p:nvPr/>
          </p:nvSpPr>
          <p:spPr>
            <a:xfrm>
              <a:off x="1229600" y="3113600"/>
              <a:ext cx="13125" cy="12650"/>
            </a:xfrm>
            <a:custGeom>
              <a:rect b="b" l="l" r="r" t="t"/>
              <a:pathLst>
                <a:path extrusionOk="0" h="506" w="525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9" name="Google Shape;8739;p20"/>
            <p:cNvSpPr/>
            <p:nvPr/>
          </p:nvSpPr>
          <p:spPr>
            <a:xfrm>
              <a:off x="1729075" y="3062625"/>
              <a:ext cx="13725" cy="12475"/>
            </a:xfrm>
            <a:custGeom>
              <a:rect b="b" l="l" r="r" t="t"/>
              <a:pathLst>
                <a:path extrusionOk="0" h="499" w="549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740" name="Google Shape;8740;p20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8741" name="Google Shape;8741;p20"/>
          <p:cNvSpPr txBox="1"/>
          <p:nvPr>
            <p:ph idx="1" type="body"/>
          </p:nvPr>
        </p:nvSpPr>
        <p:spPr>
          <a:xfrm>
            <a:off x="1920000" y="2925604"/>
            <a:ext cx="20544000" cy="91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200"/>
              <a:buAutoNum type="arabicPeriod"/>
              <a:defRPr sz="3200">
                <a:solidFill>
                  <a:srgbClr val="434343"/>
                </a:solidFill>
              </a:defRPr>
            </a:lvl1pPr>
            <a:lvl2pPr indent="-431800" lvl="1" marL="9144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indent="-431800" lvl="2" marL="13716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indent="-431800" lvl="3" marL="18288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indent="-431800" lvl="4" marL="22860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indent="-431800" lvl="5" marL="27432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indent="-431800" lvl="6" marL="32004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indent="-431800" lvl="7" marL="365760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indent="-431800" lvl="8" marL="4114800" algn="l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742" name="Shape 8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43" name="Google Shape;8743;p74"/>
          <p:cNvGrpSpPr/>
          <p:nvPr/>
        </p:nvGrpSpPr>
        <p:grpSpPr>
          <a:xfrm flipH="1" rot="10800000">
            <a:off x="13186600" y="8284422"/>
            <a:ext cx="11197162" cy="5431719"/>
            <a:chOff x="4643125" y="3610400"/>
            <a:chExt cx="2050875" cy="994875"/>
          </a:xfrm>
        </p:grpSpPr>
        <p:sp>
          <p:nvSpPr>
            <p:cNvPr id="8744" name="Google Shape;8744;p74"/>
            <p:cNvSpPr/>
            <p:nvPr/>
          </p:nvSpPr>
          <p:spPr>
            <a:xfrm>
              <a:off x="5600100" y="3665175"/>
              <a:ext cx="147050" cy="30375"/>
            </a:xfrm>
            <a:custGeom>
              <a:rect b="b" l="l" r="r" t="t"/>
              <a:pathLst>
                <a:path extrusionOk="0" h="1215" w="5882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5" name="Google Shape;8745;p74"/>
            <p:cNvSpPr/>
            <p:nvPr/>
          </p:nvSpPr>
          <p:spPr>
            <a:xfrm>
              <a:off x="5504550" y="3688675"/>
              <a:ext cx="89625" cy="20275"/>
            </a:xfrm>
            <a:custGeom>
              <a:rect b="b" l="l" r="r" t="t"/>
              <a:pathLst>
                <a:path extrusionOk="0" h="811" w="3585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6" name="Google Shape;8746;p74"/>
            <p:cNvSpPr/>
            <p:nvPr/>
          </p:nvSpPr>
          <p:spPr>
            <a:xfrm>
              <a:off x="5497700" y="3708925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7" name="Google Shape;8747;p74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8" name="Google Shape;8748;p74"/>
            <p:cNvSpPr/>
            <p:nvPr/>
          </p:nvSpPr>
          <p:spPr>
            <a:xfrm>
              <a:off x="5497400" y="370892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9" name="Google Shape;8749;p74"/>
            <p:cNvSpPr/>
            <p:nvPr/>
          </p:nvSpPr>
          <p:spPr>
            <a:xfrm>
              <a:off x="5498000" y="3709525"/>
              <a:ext cx="925" cy="300"/>
            </a:xfrm>
            <a:custGeom>
              <a:rect b="b" l="l" r="r" t="t"/>
              <a:pathLst>
                <a:path extrusionOk="0" h="12" w="37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0" name="Google Shape;8750;p74"/>
            <p:cNvSpPr/>
            <p:nvPr/>
          </p:nvSpPr>
          <p:spPr>
            <a:xfrm>
              <a:off x="5497100" y="37071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1" name="Google Shape;8751;p74"/>
            <p:cNvSpPr/>
            <p:nvPr/>
          </p:nvSpPr>
          <p:spPr>
            <a:xfrm>
              <a:off x="5695050" y="3824700"/>
              <a:ext cx="212250" cy="130700"/>
            </a:xfrm>
            <a:custGeom>
              <a:rect b="b" l="l" r="r" t="t"/>
              <a:pathLst>
                <a:path extrusionOk="0" h="5228" w="849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2" name="Google Shape;8752;p74"/>
            <p:cNvSpPr/>
            <p:nvPr/>
          </p:nvSpPr>
          <p:spPr>
            <a:xfrm>
              <a:off x="5583725" y="3754175"/>
              <a:ext cx="111650" cy="70250"/>
            </a:xfrm>
            <a:custGeom>
              <a:rect b="b" l="l" r="r" t="t"/>
              <a:pathLst>
                <a:path extrusionOk="0" h="2810" w="4466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3" name="Google Shape;8753;p74"/>
            <p:cNvSpPr/>
            <p:nvPr/>
          </p:nvSpPr>
          <p:spPr>
            <a:xfrm>
              <a:off x="5498600" y="3705050"/>
              <a:ext cx="80375" cy="52400"/>
            </a:xfrm>
            <a:custGeom>
              <a:rect b="b" l="l" r="r" t="t"/>
              <a:pathLst>
                <a:path extrusionOk="0" h="2096" w="3215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4" name="Google Shape;8754;p74"/>
            <p:cNvSpPr/>
            <p:nvPr/>
          </p:nvSpPr>
          <p:spPr>
            <a:xfrm>
              <a:off x="5497100" y="3708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5" name="Google Shape;8755;p74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6" name="Google Shape;8756;p74"/>
            <p:cNvSpPr/>
            <p:nvPr/>
          </p:nvSpPr>
          <p:spPr>
            <a:xfrm>
              <a:off x="5497700" y="37089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7" name="Google Shape;8757;p74"/>
            <p:cNvSpPr/>
            <p:nvPr/>
          </p:nvSpPr>
          <p:spPr>
            <a:xfrm>
              <a:off x="4643125" y="3610700"/>
              <a:ext cx="30400" cy="48250"/>
            </a:xfrm>
            <a:custGeom>
              <a:rect b="b" l="l" r="r" t="t"/>
              <a:pathLst>
                <a:path extrusionOk="0" h="1930" w="1216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8" name="Google Shape;8758;p74"/>
            <p:cNvSpPr/>
            <p:nvPr/>
          </p:nvSpPr>
          <p:spPr>
            <a:xfrm>
              <a:off x="4743450" y="3642850"/>
              <a:ext cx="94675" cy="72950"/>
            </a:xfrm>
            <a:custGeom>
              <a:rect b="b" l="l" r="r" t="t"/>
              <a:pathLst>
                <a:path extrusionOk="0" h="2918" w="3787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9" name="Google Shape;8759;p74"/>
            <p:cNvSpPr/>
            <p:nvPr/>
          </p:nvSpPr>
          <p:spPr>
            <a:xfrm>
              <a:off x="4835125" y="3716075"/>
              <a:ext cx="600" cy="300"/>
            </a:xfrm>
            <a:custGeom>
              <a:rect b="b" l="l" r="r" t="t"/>
              <a:pathLst>
                <a:path extrusionOk="0" h="12" w="24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0" name="Google Shape;8760;p74"/>
            <p:cNvSpPr/>
            <p:nvPr/>
          </p:nvSpPr>
          <p:spPr>
            <a:xfrm>
              <a:off x="4833325" y="3649975"/>
              <a:ext cx="176825" cy="67000"/>
            </a:xfrm>
            <a:custGeom>
              <a:rect b="b" l="l" r="r" t="t"/>
              <a:pathLst>
                <a:path extrusionOk="0" h="2680" w="7073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1" name="Google Shape;8761;p74"/>
            <p:cNvSpPr/>
            <p:nvPr/>
          </p:nvSpPr>
          <p:spPr>
            <a:xfrm>
              <a:off x="4694925" y="3610700"/>
              <a:ext cx="34250" cy="24725"/>
            </a:xfrm>
            <a:custGeom>
              <a:rect b="b" l="l" r="r" t="t"/>
              <a:pathLst>
                <a:path extrusionOk="0" h="989" w="137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2" name="Google Shape;8762;p74"/>
            <p:cNvSpPr/>
            <p:nvPr/>
          </p:nvSpPr>
          <p:spPr>
            <a:xfrm>
              <a:off x="4663675" y="3633900"/>
              <a:ext cx="62525" cy="32775"/>
            </a:xfrm>
            <a:custGeom>
              <a:rect b="b" l="l" r="r" t="t"/>
              <a:pathLst>
                <a:path extrusionOk="0" h="1311" w="2501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3" name="Google Shape;8763;p74"/>
            <p:cNvSpPr/>
            <p:nvPr/>
          </p:nvSpPr>
          <p:spPr>
            <a:xfrm>
              <a:off x="4740175" y="3610700"/>
              <a:ext cx="60725" cy="22925"/>
            </a:xfrm>
            <a:custGeom>
              <a:rect b="b" l="l" r="r" t="t"/>
              <a:pathLst>
                <a:path extrusionOk="0" h="917" w="2429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4" name="Google Shape;8764;p74"/>
            <p:cNvSpPr/>
            <p:nvPr/>
          </p:nvSpPr>
          <p:spPr>
            <a:xfrm>
              <a:off x="4999125" y="3610700"/>
              <a:ext cx="19375" cy="36925"/>
            </a:xfrm>
            <a:custGeom>
              <a:rect b="b" l="l" r="r" t="t"/>
              <a:pathLst>
                <a:path extrusionOk="0" h="1477" w="775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5" name="Google Shape;8765;p74"/>
            <p:cNvSpPr/>
            <p:nvPr/>
          </p:nvSpPr>
          <p:spPr>
            <a:xfrm>
              <a:off x="5014900" y="3656825"/>
              <a:ext cx="92900" cy="270000"/>
            </a:xfrm>
            <a:custGeom>
              <a:rect b="b" l="l" r="r" t="t"/>
              <a:pathLst>
                <a:path extrusionOk="0" h="10800" w="3716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6" name="Google Shape;8766;p74"/>
            <p:cNvSpPr/>
            <p:nvPr/>
          </p:nvSpPr>
          <p:spPr>
            <a:xfrm>
              <a:off x="5021150" y="3610400"/>
              <a:ext cx="159875" cy="46900"/>
            </a:xfrm>
            <a:custGeom>
              <a:rect b="b" l="l" r="r" t="t"/>
              <a:pathLst>
                <a:path extrusionOk="0" h="1876" w="6395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7" name="Google Shape;8767;p74"/>
            <p:cNvSpPr/>
            <p:nvPr/>
          </p:nvSpPr>
          <p:spPr>
            <a:xfrm>
              <a:off x="5109250" y="3610700"/>
              <a:ext cx="133375" cy="317625"/>
            </a:xfrm>
            <a:custGeom>
              <a:rect b="b" l="l" r="r" t="t"/>
              <a:pathLst>
                <a:path extrusionOk="0" h="12705" w="5335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8" name="Google Shape;8768;p74"/>
            <p:cNvSpPr/>
            <p:nvPr/>
          </p:nvSpPr>
          <p:spPr>
            <a:xfrm>
              <a:off x="5497100" y="3610700"/>
              <a:ext cx="7475" cy="100325"/>
            </a:xfrm>
            <a:custGeom>
              <a:rect b="b" l="l" r="r" t="t"/>
              <a:pathLst>
                <a:path extrusionOk="0" h="4013" w="299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9" name="Google Shape;8769;p74"/>
            <p:cNvSpPr/>
            <p:nvPr/>
          </p:nvSpPr>
          <p:spPr>
            <a:xfrm>
              <a:off x="5539175" y="3610700"/>
              <a:ext cx="82375" cy="297075"/>
            </a:xfrm>
            <a:custGeom>
              <a:rect b="b" l="l" r="r" t="t"/>
              <a:pathLst>
                <a:path extrusionOk="0" h="11883" w="3295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0" name="Google Shape;8770;p74"/>
            <p:cNvSpPr/>
            <p:nvPr/>
          </p:nvSpPr>
          <p:spPr>
            <a:xfrm>
              <a:off x="5722725" y="3610700"/>
              <a:ext cx="32775" cy="47350"/>
            </a:xfrm>
            <a:custGeom>
              <a:rect b="b" l="l" r="r" t="t"/>
              <a:pathLst>
                <a:path extrusionOk="0" h="1894" w="1311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1" name="Google Shape;8771;p74"/>
            <p:cNvSpPr/>
            <p:nvPr/>
          </p:nvSpPr>
          <p:spPr>
            <a:xfrm>
              <a:off x="5759625" y="3674100"/>
              <a:ext cx="51525" cy="86350"/>
            </a:xfrm>
            <a:custGeom>
              <a:rect b="b" l="l" r="r" t="t"/>
              <a:pathLst>
                <a:path extrusionOk="0" h="3454" w="2061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2" name="Google Shape;8772;p74"/>
            <p:cNvSpPr/>
            <p:nvPr/>
          </p:nvSpPr>
          <p:spPr>
            <a:xfrm>
              <a:off x="5811425" y="3763100"/>
              <a:ext cx="102425" cy="186350"/>
            </a:xfrm>
            <a:custGeom>
              <a:rect b="b" l="l" r="r" t="t"/>
              <a:pathLst>
                <a:path extrusionOk="0" h="7454" w="4097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3" name="Google Shape;8773;p74"/>
            <p:cNvSpPr/>
            <p:nvPr/>
          </p:nvSpPr>
          <p:spPr>
            <a:xfrm>
              <a:off x="5767375" y="3647600"/>
              <a:ext cx="243200" cy="24725"/>
            </a:xfrm>
            <a:custGeom>
              <a:rect b="b" l="l" r="r" t="t"/>
              <a:pathLst>
                <a:path extrusionOk="0" h="989" w="9728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4" name="Google Shape;8774;p74"/>
            <p:cNvSpPr/>
            <p:nvPr/>
          </p:nvSpPr>
          <p:spPr>
            <a:xfrm>
              <a:off x="6011150" y="3652075"/>
              <a:ext cx="80100" cy="97650"/>
            </a:xfrm>
            <a:custGeom>
              <a:rect b="b" l="l" r="r" t="t"/>
              <a:pathLst>
                <a:path extrusionOk="0" h="3906" w="3204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5" name="Google Shape;8775;p74"/>
            <p:cNvSpPr/>
            <p:nvPr/>
          </p:nvSpPr>
          <p:spPr>
            <a:xfrm>
              <a:off x="6091225" y="3749700"/>
              <a:ext cx="73550" cy="93200"/>
            </a:xfrm>
            <a:custGeom>
              <a:rect b="b" l="l" r="r" t="t"/>
              <a:pathLst>
                <a:path extrusionOk="0" h="3728" w="2942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6" name="Google Shape;8776;p74"/>
            <p:cNvSpPr/>
            <p:nvPr/>
          </p:nvSpPr>
          <p:spPr>
            <a:xfrm>
              <a:off x="6167125" y="3845850"/>
              <a:ext cx="108675" cy="131575"/>
            </a:xfrm>
            <a:custGeom>
              <a:rect b="b" l="l" r="r" t="t"/>
              <a:pathLst>
                <a:path extrusionOk="0" h="5263" w="4347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7" name="Google Shape;8777;p74"/>
            <p:cNvSpPr/>
            <p:nvPr/>
          </p:nvSpPr>
          <p:spPr>
            <a:xfrm>
              <a:off x="5539375" y="3610700"/>
              <a:ext cx="553650" cy="299750"/>
            </a:xfrm>
            <a:custGeom>
              <a:rect b="b" l="l" r="r" t="t"/>
              <a:pathLst>
                <a:path extrusionOk="0" h="11990" w="22146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8" name="Google Shape;8778;p74"/>
            <p:cNvSpPr/>
            <p:nvPr/>
          </p:nvSpPr>
          <p:spPr>
            <a:xfrm>
              <a:off x="5910250" y="3967875"/>
              <a:ext cx="8650" cy="4525"/>
            </a:xfrm>
            <a:custGeom>
              <a:rect b="b" l="l" r="r" t="t"/>
              <a:pathLst>
                <a:path extrusionOk="0" h="181" w="346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9" name="Google Shape;8779;p74"/>
            <p:cNvSpPr/>
            <p:nvPr/>
          </p:nvSpPr>
          <p:spPr>
            <a:xfrm>
              <a:off x="5925125" y="3610700"/>
              <a:ext cx="282500" cy="339050"/>
            </a:xfrm>
            <a:custGeom>
              <a:rect b="b" l="l" r="r" t="t"/>
              <a:pathLst>
                <a:path extrusionOk="0" h="13562" w="1130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0" name="Google Shape;8780;p74"/>
            <p:cNvSpPr/>
            <p:nvPr/>
          </p:nvSpPr>
          <p:spPr>
            <a:xfrm>
              <a:off x="6413300" y="3610700"/>
              <a:ext cx="111625" cy="99125"/>
            </a:xfrm>
            <a:custGeom>
              <a:rect b="b" l="l" r="r" t="t"/>
              <a:pathLst>
                <a:path extrusionOk="0" h="3965" w="4465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1" name="Google Shape;8781;p74"/>
            <p:cNvSpPr/>
            <p:nvPr/>
          </p:nvSpPr>
          <p:spPr>
            <a:xfrm>
              <a:off x="6404950" y="3728850"/>
              <a:ext cx="119975" cy="132500"/>
            </a:xfrm>
            <a:custGeom>
              <a:rect b="b" l="l" r="r" t="t"/>
              <a:pathLst>
                <a:path extrusionOk="0" h="5300" w="4799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2" name="Google Shape;8782;p74"/>
            <p:cNvSpPr/>
            <p:nvPr/>
          </p:nvSpPr>
          <p:spPr>
            <a:xfrm>
              <a:off x="6291250" y="3858950"/>
              <a:ext cx="108375" cy="119975"/>
            </a:xfrm>
            <a:custGeom>
              <a:rect b="b" l="l" r="r" t="t"/>
              <a:pathLst>
                <a:path extrusionOk="0" h="4799" w="4335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3" name="Google Shape;8783;p74"/>
            <p:cNvSpPr/>
            <p:nvPr/>
          </p:nvSpPr>
          <p:spPr>
            <a:xfrm>
              <a:off x="6172200" y="3745825"/>
              <a:ext cx="206875" cy="100625"/>
            </a:xfrm>
            <a:custGeom>
              <a:rect b="b" l="l" r="r" t="t"/>
              <a:pathLst>
                <a:path extrusionOk="0" h="4025" w="8275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4" name="Google Shape;8784;p74"/>
            <p:cNvSpPr/>
            <p:nvPr/>
          </p:nvSpPr>
          <p:spPr>
            <a:xfrm>
              <a:off x="5924825" y="3842875"/>
              <a:ext cx="244400" cy="112525"/>
            </a:xfrm>
            <a:custGeom>
              <a:rect b="b" l="l" r="r" t="t"/>
              <a:pathLst>
                <a:path extrusionOk="0" h="4501" w="9776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5" name="Google Shape;8785;p74"/>
            <p:cNvSpPr/>
            <p:nvPr/>
          </p:nvSpPr>
          <p:spPr>
            <a:xfrm>
              <a:off x="5926625" y="3955375"/>
              <a:ext cx="339650" cy="35450"/>
            </a:xfrm>
            <a:custGeom>
              <a:rect b="b" l="l" r="r" t="t"/>
              <a:pathLst>
                <a:path extrusionOk="0" h="1418" w="13586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6" name="Google Shape;8786;p74"/>
            <p:cNvSpPr/>
            <p:nvPr/>
          </p:nvSpPr>
          <p:spPr>
            <a:xfrm>
              <a:off x="5920375" y="3963425"/>
              <a:ext cx="554850" cy="615875"/>
            </a:xfrm>
            <a:custGeom>
              <a:rect b="b" l="l" r="r" t="t"/>
              <a:pathLst>
                <a:path extrusionOk="0" h="24635" w="22194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7" name="Google Shape;8787;p74"/>
            <p:cNvSpPr/>
            <p:nvPr/>
          </p:nvSpPr>
          <p:spPr>
            <a:xfrm>
              <a:off x="6287975" y="3999125"/>
              <a:ext cx="141700" cy="223275"/>
            </a:xfrm>
            <a:custGeom>
              <a:rect b="b" l="l" r="r" t="t"/>
              <a:pathLst>
                <a:path extrusionOk="0" h="8931" w="5668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8" name="Google Shape;8788;p74"/>
            <p:cNvSpPr/>
            <p:nvPr/>
          </p:nvSpPr>
          <p:spPr>
            <a:xfrm>
              <a:off x="6385000" y="3756250"/>
              <a:ext cx="29800" cy="175050"/>
            </a:xfrm>
            <a:custGeom>
              <a:rect b="b" l="l" r="r" t="t"/>
              <a:pathLst>
                <a:path extrusionOk="0" h="7002" w="1192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9" name="Google Shape;8789;p74"/>
            <p:cNvSpPr/>
            <p:nvPr/>
          </p:nvSpPr>
          <p:spPr>
            <a:xfrm>
              <a:off x="6414775" y="3936025"/>
              <a:ext cx="1525" cy="1825"/>
            </a:xfrm>
            <a:custGeom>
              <a:rect b="b" l="l" r="r" t="t"/>
              <a:pathLst>
                <a:path extrusionOk="0" h="73" w="61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0" name="Google Shape;8790;p74"/>
            <p:cNvSpPr/>
            <p:nvPr/>
          </p:nvSpPr>
          <p:spPr>
            <a:xfrm>
              <a:off x="6410025" y="3943775"/>
              <a:ext cx="42875" cy="272675"/>
            </a:xfrm>
            <a:custGeom>
              <a:rect b="b" l="l" r="r" t="t"/>
              <a:pathLst>
                <a:path extrusionOk="0" h="10907" w="1715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1" name="Google Shape;8791;p74"/>
            <p:cNvSpPr/>
            <p:nvPr/>
          </p:nvSpPr>
          <p:spPr>
            <a:xfrm>
              <a:off x="6296300" y="3868175"/>
              <a:ext cx="262875" cy="117600"/>
            </a:xfrm>
            <a:custGeom>
              <a:rect b="b" l="l" r="r" t="t"/>
              <a:pathLst>
                <a:path extrusionOk="0" h="4704" w="10515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2" name="Google Shape;8792;p74"/>
            <p:cNvSpPr/>
            <p:nvPr/>
          </p:nvSpPr>
          <p:spPr>
            <a:xfrm>
              <a:off x="6562125" y="3681225"/>
              <a:ext cx="131575" cy="189050"/>
            </a:xfrm>
            <a:custGeom>
              <a:rect b="b" l="l" r="r" t="t"/>
              <a:pathLst>
                <a:path extrusionOk="0" h="7562" w="5263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3" name="Google Shape;8793;p74"/>
            <p:cNvSpPr/>
            <p:nvPr/>
          </p:nvSpPr>
          <p:spPr>
            <a:xfrm>
              <a:off x="6533550" y="3734225"/>
              <a:ext cx="29775" cy="137825"/>
            </a:xfrm>
            <a:custGeom>
              <a:rect b="b" l="l" r="r" t="t"/>
              <a:pathLst>
                <a:path extrusionOk="0" h="5513" w="1191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4" name="Google Shape;8794;p74"/>
            <p:cNvSpPr/>
            <p:nvPr/>
          </p:nvSpPr>
          <p:spPr>
            <a:xfrm>
              <a:off x="6557650" y="3873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5" name="Google Shape;8795;p74"/>
            <p:cNvSpPr/>
            <p:nvPr/>
          </p:nvSpPr>
          <p:spPr>
            <a:xfrm>
              <a:off x="6679700" y="3952700"/>
              <a:ext cx="14000" cy="17300"/>
            </a:xfrm>
            <a:custGeom>
              <a:rect b="b" l="l" r="r" t="t"/>
              <a:pathLst>
                <a:path extrusionOk="0" h="692" w="56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6" name="Google Shape;8796;p74"/>
            <p:cNvSpPr/>
            <p:nvPr/>
          </p:nvSpPr>
          <p:spPr>
            <a:xfrm>
              <a:off x="6555875" y="3867675"/>
              <a:ext cx="119375" cy="88025"/>
            </a:xfrm>
            <a:custGeom>
              <a:rect b="b" l="l" r="r" t="t"/>
              <a:pathLst>
                <a:path extrusionOk="0" h="3521" w="4775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7" name="Google Shape;8797;p74"/>
            <p:cNvSpPr/>
            <p:nvPr/>
          </p:nvSpPr>
          <p:spPr>
            <a:xfrm>
              <a:off x="6604375" y="4211350"/>
              <a:ext cx="3600" cy="2725"/>
            </a:xfrm>
            <a:custGeom>
              <a:rect b="b" l="l" r="r" t="t"/>
              <a:pathLst>
                <a:path extrusionOk="0" h="109" w="144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8" name="Google Shape;8798;p74"/>
            <p:cNvSpPr/>
            <p:nvPr/>
          </p:nvSpPr>
          <p:spPr>
            <a:xfrm>
              <a:off x="6613600" y="3885425"/>
              <a:ext cx="80400" cy="282800"/>
            </a:xfrm>
            <a:custGeom>
              <a:rect b="b" l="l" r="r" t="t"/>
              <a:pathLst>
                <a:path extrusionOk="0" h="11312" w="3216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9" name="Google Shape;8799;p74"/>
            <p:cNvSpPr/>
            <p:nvPr/>
          </p:nvSpPr>
          <p:spPr>
            <a:xfrm>
              <a:off x="6443950" y="4280425"/>
              <a:ext cx="42875" cy="292625"/>
            </a:xfrm>
            <a:custGeom>
              <a:rect b="b" l="l" r="r" t="t"/>
              <a:pathLst>
                <a:path extrusionOk="0" h="11705" w="1715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0" name="Google Shape;8800;p74"/>
            <p:cNvSpPr/>
            <p:nvPr/>
          </p:nvSpPr>
          <p:spPr>
            <a:xfrm>
              <a:off x="6486800" y="4208675"/>
              <a:ext cx="118200" cy="365250"/>
            </a:xfrm>
            <a:custGeom>
              <a:rect b="b" l="l" r="r" t="t"/>
              <a:pathLst>
                <a:path extrusionOk="0" h="14610" w="4728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1" name="Google Shape;8801;p74"/>
            <p:cNvSpPr/>
            <p:nvPr/>
          </p:nvSpPr>
          <p:spPr>
            <a:xfrm>
              <a:off x="6475500" y="4189625"/>
              <a:ext cx="112550" cy="56575"/>
            </a:xfrm>
            <a:custGeom>
              <a:rect b="b" l="l" r="r" t="t"/>
              <a:pathLst>
                <a:path extrusionOk="0" h="2263" w="4502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2" name="Google Shape;8802;p74"/>
            <p:cNvSpPr/>
            <p:nvPr/>
          </p:nvSpPr>
          <p:spPr>
            <a:xfrm>
              <a:off x="6626125" y="4142000"/>
              <a:ext cx="67575" cy="36350"/>
            </a:xfrm>
            <a:custGeom>
              <a:rect b="b" l="l" r="r" t="t"/>
              <a:pathLst>
                <a:path extrusionOk="0" h="1454" w="2703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3" name="Google Shape;8803;p74"/>
            <p:cNvSpPr/>
            <p:nvPr/>
          </p:nvSpPr>
          <p:spPr>
            <a:xfrm>
              <a:off x="6489775" y="4289950"/>
              <a:ext cx="203925" cy="288750"/>
            </a:xfrm>
            <a:custGeom>
              <a:rect b="b" l="l" r="r" t="t"/>
              <a:pathLst>
                <a:path extrusionOk="0" h="11550" w="8157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4" name="Google Shape;8804;p74"/>
            <p:cNvSpPr/>
            <p:nvPr/>
          </p:nvSpPr>
          <p:spPr>
            <a:xfrm>
              <a:off x="6585925" y="4164825"/>
              <a:ext cx="47350" cy="46925"/>
            </a:xfrm>
            <a:custGeom>
              <a:rect b="b" l="l" r="r" t="t"/>
              <a:pathLst>
                <a:path extrusionOk="0" h="1877" w="1894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5" name="Google Shape;8805;p74"/>
            <p:cNvSpPr/>
            <p:nvPr/>
          </p:nvSpPr>
          <p:spPr>
            <a:xfrm>
              <a:off x="6407925" y="4215525"/>
              <a:ext cx="69375" cy="65800"/>
            </a:xfrm>
            <a:custGeom>
              <a:rect b="b" l="l" r="r" t="t"/>
              <a:pathLst>
                <a:path extrusionOk="0" h="2632" w="2775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6" name="Google Shape;8806;p74"/>
            <p:cNvSpPr/>
            <p:nvPr/>
          </p:nvSpPr>
          <p:spPr>
            <a:xfrm>
              <a:off x="4666950" y="3657525"/>
              <a:ext cx="11925" cy="12150"/>
            </a:xfrm>
            <a:custGeom>
              <a:rect b="b" l="l" r="r" t="t"/>
              <a:pathLst>
                <a:path extrusionOk="0" h="486" w="477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7" name="Google Shape;8807;p74"/>
            <p:cNvSpPr/>
            <p:nvPr/>
          </p:nvSpPr>
          <p:spPr>
            <a:xfrm>
              <a:off x="5526275" y="3907750"/>
              <a:ext cx="25325" cy="23650"/>
            </a:xfrm>
            <a:custGeom>
              <a:rect b="b" l="l" r="r" t="t"/>
              <a:pathLst>
                <a:path extrusionOk="0" h="946" w="1013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8" name="Google Shape;8808;p74"/>
            <p:cNvSpPr/>
            <p:nvPr/>
          </p:nvSpPr>
          <p:spPr>
            <a:xfrm>
              <a:off x="6515675" y="3702325"/>
              <a:ext cx="35450" cy="33100"/>
            </a:xfrm>
            <a:custGeom>
              <a:rect b="b" l="l" r="r" t="t"/>
              <a:pathLst>
                <a:path extrusionOk="0" h="1324" w="1418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9" name="Google Shape;8809;p74"/>
            <p:cNvSpPr/>
            <p:nvPr/>
          </p:nvSpPr>
          <p:spPr>
            <a:xfrm>
              <a:off x="6265350" y="3971075"/>
              <a:ext cx="33375" cy="33075"/>
            </a:xfrm>
            <a:custGeom>
              <a:rect b="b" l="l" r="r" t="t"/>
              <a:pathLst>
                <a:path extrusionOk="0" h="1323" w="1335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0" name="Google Shape;8810;p74"/>
            <p:cNvSpPr/>
            <p:nvPr/>
          </p:nvSpPr>
          <p:spPr>
            <a:xfrm>
              <a:off x="6376075" y="3733725"/>
              <a:ext cx="25025" cy="23625"/>
            </a:xfrm>
            <a:custGeom>
              <a:rect b="b" l="l" r="r" t="t"/>
              <a:pathLst>
                <a:path extrusionOk="0" h="945" w="1001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1" name="Google Shape;8811;p74"/>
            <p:cNvSpPr/>
            <p:nvPr/>
          </p:nvSpPr>
          <p:spPr>
            <a:xfrm>
              <a:off x="6507050" y="3935025"/>
              <a:ext cx="26225" cy="23850"/>
            </a:xfrm>
            <a:custGeom>
              <a:rect b="b" l="l" r="r" t="t"/>
              <a:pathLst>
                <a:path extrusionOk="0" h="954" w="1049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2" name="Google Shape;8812;p74"/>
            <p:cNvSpPr/>
            <p:nvPr/>
          </p:nvSpPr>
          <p:spPr>
            <a:xfrm>
              <a:off x="5903100" y="3945425"/>
              <a:ext cx="25025" cy="23875"/>
            </a:xfrm>
            <a:custGeom>
              <a:rect b="b" l="l" r="r" t="t"/>
              <a:pathLst>
                <a:path extrusionOk="0" h="955" w="1001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3" name="Google Shape;8813;p74"/>
            <p:cNvSpPr/>
            <p:nvPr/>
          </p:nvSpPr>
          <p:spPr>
            <a:xfrm>
              <a:off x="5745650" y="3654300"/>
              <a:ext cx="23825" cy="23825"/>
            </a:xfrm>
            <a:custGeom>
              <a:rect b="b" l="l" r="r" t="t"/>
              <a:pathLst>
                <a:path extrusionOk="0" h="953" w="953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4" name="Google Shape;8814;p74"/>
            <p:cNvSpPr/>
            <p:nvPr/>
          </p:nvSpPr>
          <p:spPr>
            <a:xfrm>
              <a:off x="4724975" y="3627350"/>
              <a:ext cx="23850" cy="23175"/>
            </a:xfrm>
            <a:custGeom>
              <a:rect b="b" l="l" r="r" t="t"/>
              <a:pathLst>
                <a:path extrusionOk="0" h="927" w="954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5" name="Google Shape;8815;p74"/>
            <p:cNvSpPr/>
            <p:nvPr/>
          </p:nvSpPr>
          <p:spPr>
            <a:xfrm>
              <a:off x="5094675" y="3924725"/>
              <a:ext cx="25325" cy="23725"/>
            </a:xfrm>
            <a:custGeom>
              <a:rect b="b" l="l" r="r" t="t"/>
              <a:pathLst>
                <a:path extrusionOk="0" h="949" w="1013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6" name="Google Shape;8816;p74"/>
            <p:cNvSpPr/>
            <p:nvPr/>
          </p:nvSpPr>
          <p:spPr>
            <a:xfrm>
              <a:off x="6464775" y="4572300"/>
              <a:ext cx="35450" cy="32975"/>
            </a:xfrm>
            <a:custGeom>
              <a:rect b="b" l="l" r="r" t="t"/>
              <a:pathLst>
                <a:path extrusionOk="0" h="1319" w="1418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7" name="Google Shape;8817;p74"/>
            <p:cNvSpPr/>
            <p:nvPr/>
          </p:nvSpPr>
          <p:spPr>
            <a:xfrm>
              <a:off x="6403775" y="3934525"/>
              <a:ext cx="13700" cy="13725"/>
            </a:xfrm>
            <a:custGeom>
              <a:rect b="b" l="l" r="r" t="t"/>
              <a:pathLst>
                <a:path extrusionOk="0" h="549" w="548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8" name="Google Shape;8818;p74"/>
            <p:cNvSpPr/>
            <p:nvPr/>
          </p:nvSpPr>
          <p:spPr>
            <a:xfrm>
              <a:off x="6161475" y="3834275"/>
              <a:ext cx="13725" cy="13075"/>
            </a:xfrm>
            <a:custGeom>
              <a:rect b="b" l="l" r="r" t="t"/>
              <a:pathLst>
                <a:path extrusionOk="0" h="523" w="549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9" name="Google Shape;8819;p74"/>
            <p:cNvSpPr/>
            <p:nvPr/>
          </p:nvSpPr>
          <p:spPr>
            <a:xfrm>
              <a:off x="6281425" y="3778100"/>
              <a:ext cx="13425" cy="13675"/>
            </a:xfrm>
            <a:custGeom>
              <a:rect b="b" l="l" r="r" t="t"/>
              <a:pathLst>
                <a:path extrusionOk="0" h="547" w="537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0" name="Google Shape;8820;p74"/>
            <p:cNvSpPr/>
            <p:nvPr/>
          </p:nvSpPr>
          <p:spPr>
            <a:xfrm>
              <a:off x="5725700" y="3689500"/>
              <a:ext cx="14625" cy="13575"/>
            </a:xfrm>
            <a:custGeom>
              <a:rect b="b" l="l" r="r" t="t"/>
              <a:pathLst>
                <a:path extrusionOk="0" h="543" w="585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1" name="Google Shape;8821;p74"/>
            <p:cNvSpPr/>
            <p:nvPr/>
          </p:nvSpPr>
          <p:spPr>
            <a:xfrm>
              <a:off x="5008050" y="3646000"/>
              <a:ext cx="14325" cy="13600"/>
            </a:xfrm>
            <a:custGeom>
              <a:rect b="b" l="l" r="r" t="t"/>
              <a:pathLst>
                <a:path extrusionOk="0" h="544" w="573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2" name="Google Shape;8822;p74"/>
            <p:cNvSpPr/>
            <p:nvPr/>
          </p:nvSpPr>
          <p:spPr>
            <a:xfrm>
              <a:off x="5802500" y="3765075"/>
              <a:ext cx="14600" cy="13325"/>
            </a:xfrm>
            <a:custGeom>
              <a:rect b="b" l="l" r="r" t="t"/>
              <a:pathLst>
                <a:path extrusionOk="0" h="533" w="584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3" name="Google Shape;8823;p74"/>
            <p:cNvSpPr/>
            <p:nvPr/>
          </p:nvSpPr>
          <p:spPr>
            <a:xfrm>
              <a:off x="6023950" y="3621525"/>
              <a:ext cx="14325" cy="13675"/>
            </a:xfrm>
            <a:custGeom>
              <a:rect b="b" l="l" r="r" t="t"/>
              <a:pathLst>
                <a:path extrusionOk="0" h="547" w="573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4" name="Google Shape;8824;p74"/>
            <p:cNvSpPr/>
            <p:nvPr/>
          </p:nvSpPr>
          <p:spPr>
            <a:xfrm>
              <a:off x="5716175" y="3810850"/>
              <a:ext cx="13725" cy="13675"/>
            </a:xfrm>
            <a:custGeom>
              <a:rect b="b" l="l" r="r" t="t"/>
              <a:pathLst>
                <a:path extrusionOk="0" h="547" w="549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25" name="Google Shape;8825;p74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6" name="Google Shape;8826;p74"/>
          <p:cNvSpPr txBox="1"/>
          <p:nvPr>
            <p:ph type="ctrTitle"/>
          </p:nvPr>
        </p:nvSpPr>
        <p:spPr>
          <a:xfrm>
            <a:off x="9705783" y="3184533"/>
            <a:ext cx="12932100" cy="6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8827" name="Google Shape;8827;p74"/>
          <p:cNvSpPr txBox="1"/>
          <p:nvPr>
            <p:ph idx="1" type="subTitle"/>
          </p:nvPr>
        </p:nvSpPr>
        <p:spPr>
          <a:xfrm>
            <a:off x="9705783" y="9769333"/>
            <a:ext cx="12932100" cy="12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8828" name="Google Shape;8828;p74"/>
          <p:cNvGrpSpPr/>
          <p:nvPr/>
        </p:nvGrpSpPr>
        <p:grpSpPr>
          <a:xfrm flipH="1">
            <a:off x="245" y="-119"/>
            <a:ext cx="11197162" cy="5431719"/>
            <a:chOff x="4643125" y="3610400"/>
            <a:chExt cx="2050875" cy="994875"/>
          </a:xfrm>
        </p:grpSpPr>
        <p:sp>
          <p:nvSpPr>
            <p:cNvPr id="8829" name="Google Shape;8829;p74"/>
            <p:cNvSpPr/>
            <p:nvPr/>
          </p:nvSpPr>
          <p:spPr>
            <a:xfrm>
              <a:off x="5600100" y="3665175"/>
              <a:ext cx="147050" cy="30375"/>
            </a:xfrm>
            <a:custGeom>
              <a:rect b="b" l="l" r="r" t="t"/>
              <a:pathLst>
                <a:path extrusionOk="0" h="1215" w="5882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0" name="Google Shape;8830;p74"/>
            <p:cNvSpPr/>
            <p:nvPr/>
          </p:nvSpPr>
          <p:spPr>
            <a:xfrm>
              <a:off x="5504550" y="3688675"/>
              <a:ext cx="89625" cy="20275"/>
            </a:xfrm>
            <a:custGeom>
              <a:rect b="b" l="l" r="r" t="t"/>
              <a:pathLst>
                <a:path extrusionOk="0" h="811" w="3585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1" name="Google Shape;8831;p74"/>
            <p:cNvSpPr/>
            <p:nvPr/>
          </p:nvSpPr>
          <p:spPr>
            <a:xfrm>
              <a:off x="5497700" y="3708925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2" name="Google Shape;8832;p74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3" name="Google Shape;8833;p74"/>
            <p:cNvSpPr/>
            <p:nvPr/>
          </p:nvSpPr>
          <p:spPr>
            <a:xfrm>
              <a:off x="5497400" y="370892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4" name="Google Shape;8834;p74"/>
            <p:cNvSpPr/>
            <p:nvPr/>
          </p:nvSpPr>
          <p:spPr>
            <a:xfrm>
              <a:off x="5498000" y="3709525"/>
              <a:ext cx="925" cy="300"/>
            </a:xfrm>
            <a:custGeom>
              <a:rect b="b" l="l" r="r" t="t"/>
              <a:pathLst>
                <a:path extrusionOk="0" h="12" w="37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5" name="Google Shape;8835;p74"/>
            <p:cNvSpPr/>
            <p:nvPr/>
          </p:nvSpPr>
          <p:spPr>
            <a:xfrm>
              <a:off x="5497100" y="37071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6" name="Google Shape;8836;p74"/>
            <p:cNvSpPr/>
            <p:nvPr/>
          </p:nvSpPr>
          <p:spPr>
            <a:xfrm>
              <a:off x="5695050" y="3824700"/>
              <a:ext cx="212250" cy="130700"/>
            </a:xfrm>
            <a:custGeom>
              <a:rect b="b" l="l" r="r" t="t"/>
              <a:pathLst>
                <a:path extrusionOk="0" h="5228" w="849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7" name="Google Shape;8837;p74"/>
            <p:cNvSpPr/>
            <p:nvPr/>
          </p:nvSpPr>
          <p:spPr>
            <a:xfrm>
              <a:off x="5583725" y="3754175"/>
              <a:ext cx="111650" cy="70250"/>
            </a:xfrm>
            <a:custGeom>
              <a:rect b="b" l="l" r="r" t="t"/>
              <a:pathLst>
                <a:path extrusionOk="0" h="2810" w="4466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8" name="Google Shape;8838;p74"/>
            <p:cNvSpPr/>
            <p:nvPr/>
          </p:nvSpPr>
          <p:spPr>
            <a:xfrm>
              <a:off x="5498600" y="3705050"/>
              <a:ext cx="80375" cy="52400"/>
            </a:xfrm>
            <a:custGeom>
              <a:rect b="b" l="l" r="r" t="t"/>
              <a:pathLst>
                <a:path extrusionOk="0" h="2096" w="3215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9" name="Google Shape;8839;p74"/>
            <p:cNvSpPr/>
            <p:nvPr/>
          </p:nvSpPr>
          <p:spPr>
            <a:xfrm>
              <a:off x="5497100" y="3708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0" name="Google Shape;8840;p74"/>
            <p:cNvSpPr/>
            <p:nvPr/>
          </p:nvSpPr>
          <p:spPr>
            <a:xfrm>
              <a:off x="5498600" y="3710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1" name="Google Shape;8841;p74"/>
            <p:cNvSpPr/>
            <p:nvPr/>
          </p:nvSpPr>
          <p:spPr>
            <a:xfrm>
              <a:off x="5497700" y="37089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2" name="Google Shape;8842;p74"/>
            <p:cNvSpPr/>
            <p:nvPr/>
          </p:nvSpPr>
          <p:spPr>
            <a:xfrm>
              <a:off x="4643125" y="3610700"/>
              <a:ext cx="30400" cy="48250"/>
            </a:xfrm>
            <a:custGeom>
              <a:rect b="b" l="l" r="r" t="t"/>
              <a:pathLst>
                <a:path extrusionOk="0" h="1930" w="1216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3" name="Google Shape;8843;p74"/>
            <p:cNvSpPr/>
            <p:nvPr/>
          </p:nvSpPr>
          <p:spPr>
            <a:xfrm>
              <a:off x="4743450" y="3642850"/>
              <a:ext cx="94675" cy="72950"/>
            </a:xfrm>
            <a:custGeom>
              <a:rect b="b" l="l" r="r" t="t"/>
              <a:pathLst>
                <a:path extrusionOk="0" h="2918" w="3787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4" name="Google Shape;8844;p74"/>
            <p:cNvSpPr/>
            <p:nvPr/>
          </p:nvSpPr>
          <p:spPr>
            <a:xfrm>
              <a:off x="4835125" y="3716075"/>
              <a:ext cx="600" cy="300"/>
            </a:xfrm>
            <a:custGeom>
              <a:rect b="b" l="l" r="r" t="t"/>
              <a:pathLst>
                <a:path extrusionOk="0" h="12" w="24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5" name="Google Shape;8845;p74"/>
            <p:cNvSpPr/>
            <p:nvPr/>
          </p:nvSpPr>
          <p:spPr>
            <a:xfrm>
              <a:off x="4833325" y="3649975"/>
              <a:ext cx="176825" cy="67000"/>
            </a:xfrm>
            <a:custGeom>
              <a:rect b="b" l="l" r="r" t="t"/>
              <a:pathLst>
                <a:path extrusionOk="0" h="2680" w="7073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6" name="Google Shape;8846;p74"/>
            <p:cNvSpPr/>
            <p:nvPr/>
          </p:nvSpPr>
          <p:spPr>
            <a:xfrm>
              <a:off x="4694925" y="3610700"/>
              <a:ext cx="34250" cy="24725"/>
            </a:xfrm>
            <a:custGeom>
              <a:rect b="b" l="l" r="r" t="t"/>
              <a:pathLst>
                <a:path extrusionOk="0" h="989" w="137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7" name="Google Shape;8847;p74"/>
            <p:cNvSpPr/>
            <p:nvPr/>
          </p:nvSpPr>
          <p:spPr>
            <a:xfrm>
              <a:off x="4663675" y="3633900"/>
              <a:ext cx="62525" cy="32775"/>
            </a:xfrm>
            <a:custGeom>
              <a:rect b="b" l="l" r="r" t="t"/>
              <a:pathLst>
                <a:path extrusionOk="0" h="1311" w="2501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8" name="Google Shape;8848;p74"/>
            <p:cNvSpPr/>
            <p:nvPr/>
          </p:nvSpPr>
          <p:spPr>
            <a:xfrm>
              <a:off x="4740175" y="3610700"/>
              <a:ext cx="60725" cy="22925"/>
            </a:xfrm>
            <a:custGeom>
              <a:rect b="b" l="l" r="r" t="t"/>
              <a:pathLst>
                <a:path extrusionOk="0" h="917" w="2429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9" name="Google Shape;8849;p74"/>
            <p:cNvSpPr/>
            <p:nvPr/>
          </p:nvSpPr>
          <p:spPr>
            <a:xfrm>
              <a:off x="4999125" y="3610700"/>
              <a:ext cx="19375" cy="36925"/>
            </a:xfrm>
            <a:custGeom>
              <a:rect b="b" l="l" r="r" t="t"/>
              <a:pathLst>
                <a:path extrusionOk="0" h="1477" w="775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0" name="Google Shape;8850;p74"/>
            <p:cNvSpPr/>
            <p:nvPr/>
          </p:nvSpPr>
          <p:spPr>
            <a:xfrm>
              <a:off x="5014900" y="3656825"/>
              <a:ext cx="92900" cy="270000"/>
            </a:xfrm>
            <a:custGeom>
              <a:rect b="b" l="l" r="r" t="t"/>
              <a:pathLst>
                <a:path extrusionOk="0" h="10800" w="3716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1" name="Google Shape;8851;p74"/>
            <p:cNvSpPr/>
            <p:nvPr/>
          </p:nvSpPr>
          <p:spPr>
            <a:xfrm>
              <a:off x="5021150" y="3610400"/>
              <a:ext cx="159875" cy="46900"/>
            </a:xfrm>
            <a:custGeom>
              <a:rect b="b" l="l" r="r" t="t"/>
              <a:pathLst>
                <a:path extrusionOk="0" h="1876" w="6395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2" name="Google Shape;8852;p74"/>
            <p:cNvSpPr/>
            <p:nvPr/>
          </p:nvSpPr>
          <p:spPr>
            <a:xfrm>
              <a:off x="5109250" y="3610700"/>
              <a:ext cx="133375" cy="317625"/>
            </a:xfrm>
            <a:custGeom>
              <a:rect b="b" l="l" r="r" t="t"/>
              <a:pathLst>
                <a:path extrusionOk="0" h="12705" w="5335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3" name="Google Shape;8853;p74"/>
            <p:cNvSpPr/>
            <p:nvPr/>
          </p:nvSpPr>
          <p:spPr>
            <a:xfrm>
              <a:off x="5497100" y="3610700"/>
              <a:ext cx="7475" cy="100325"/>
            </a:xfrm>
            <a:custGeom>
              <a:rect b="b" l="l" r="r" t="t"/>
              <a:pathLst>
                <a:path extrusionOk="0" h="4013" w="299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4" name="Google Shape;8854;p74"/>
            <p:cNvSpPr/>
            <p:nvPr/>
          </p:nvSpPr>
          <p:spPr>
            <a:xfrm>
              <a:off x="5539175" y="3610700"/>
              <a:ext cx="82375" cy="297075"/>
            </a:xfrm>
            <a:custGeom>
              <a:rect b="b" l="l" r="r" t="t"/>
              <a:pathLst>
                <a:path extrusionOk="0" h="11883" w="3295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5" name="Google Shape;8855;p74"/>
            <p:cNvSpPr/>
            <p:nvPr/>
          </p:nvSpPr>
          <p:spPr>
            <a:xfrm>
              <a:off x="5722725" y="3610700"/>
              <a:ext cx="32775" cy="47350"/>
            </a:xfrm>
            <a:custGeom>
              <a:rect b="b" l="l" r="r" t="t"/>
              <a:pathLst>
                <a:path extrusionOk="0" h="1894" w="1311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6" name="Google Shape;8856;p74"/>
            <p:cNvSpPr/>
            <p:nvPr/>
          </p:nvSpPr>
          <p:spPr>
            <a:xfrm>
              <a:off x="5759625" y="3674100"/>
              <a:ext cx="51525" cy="86350"/>
            </a:xfrm>
            <a:custGeom>
              <a:rect b="b" l="l" r="r" t="t"/>
              <a:pathLst>
                <a:path extrusionOk="0" h="3454" w="2061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7" name="Google Shape;8857;p74"/>
            <p:cNvSpPr/>
            <p:nvPr/>
          </p:nvSpPr>
          <p:spPr>
            <a:xfrm>
              <a:off x="5811425" y="3763100"/>
              <a:ext cx="102425" cy="186350"/>
            </a:xfrm>
            <a:custGeom>
              <a:rect b="b" l="l" r="r" t="t"/>
              <a:pathLst>
                <a:path extrusionOk="0" h="7454" w="4097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8" name="Google Shape;8858;p74"/>
            <p:cNvSpPr/>
            <p:nvPr/>
          </p:nvSpPr>
          <p:spPr>
            <a:xfrm>
              <a:off x="5767375" y="3647600"/>
              <a:ext cx="243200" cy="24725"/>
            </a:xfrm>
            <a:custGeom>
              <a:rect b="b" l="l" r="r" t="t"/>
              <a:pathLst>
                <a:path extrusionOk="0" h="989" w="9728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9" name="Google Shape;8859;p74"/>
            <p:cNvSpPr/>
            <p:nvPr/>
          </p:nvSpPr>
          <p:spPr>
            <a:xfrm>
              <a:off x="6011150" y="3652075"/>
              <a:ext cx="80100" cy="97650"/>
            </a:xfrm>
            <a:custGeom>
              <a:rect b="b" l="l" r="r" t="t"/>
              <a:pathLst>
                <a:path extrusionOk="0" h="3906" w="3204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0" name="Google Shape;8860;p74"/>
            <p:cNvSpPr/>
            <p:nvPr/>
          </p:nvSpPr>
          <p:spPr>
            <a:xfrm>
              <a:off x="6091225" y="3749700"/>
              <a:ext cx="73550" cy="93200"/>
            </a:xfrm>
            <a:custGeom>
              <a:rect b="b" l="l" r="r" t="t"/>
              <a:pathLst>
                <a:path extrusionOk="0" h="3728" w="2942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1" name="Google Shape;8861;p74"/>
            <p:cNvSpPr/>
            <p:nvPr/>
          </p:nvSpPr>
          <p:spPr>
            <a:xfrm>
              <a:off x="6167125" y="3845850"/>
              <a:ext cx="108675" cy="131575"/>
            </a:xfrm>
            <a:custGeom>
              <a:rect b="b" l="l" r="r" t="t"/>
              <a:pathLst>
                <a:path extrusionOk="0" h="5263" w="4347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2" name="Google Shape;8862;p74"/>
            <p:cNvSpPr/>
            <p:nvPr/>
          </p:nvSpPr>
          <p:spPr>
            <a:xfrm>
              <a:off x="5539375" y="3610700"/>
              <a:ext cx="553650" cy="299750"/>
            </a:xfrm>
            <a:custGeom>
              <a:rect b="b" l="l" r="r" t="t"/>
              <a:pathLst>
                <a:path extrusionOk="0" h="11990" w="22146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3" name="Google Shape;8863;p74"/>
            <p:cNvSpPr/>
            <p:nvPr/>
          </p:nvSpPr>
          <p:spPr>
            <a:xfrm>
              <a:off x="5910250" y="3967875"/>
              <a:ext cx="8650" cy="4525"/>
            </a:xfrm>
            <a:custGeom>
              <a:rect b="b" l="l" r="r" t="t"/>
              <a:pathLst>
                <a:path extrusionOk="0" h="181" w="346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4" name="Google Shape;8864;p74"/>
            <p:cNvSpPr/>
            <p:nvPr/>
          </p:nvSpPr>
          <p:spPr>
            <a:xfrm>
              <a:off x="5925125" y="3610700"/>
              <a:ext cx="282500" cy="339050"/>
            </a:xfrm>
            <a:custGeom>
              <a:rect b="b" l="l" r="r" t="t"/>
              <a:pathLst>
                <a:path extrusionOk="0" h="13562" w="1130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5" name="Google Shape;8865;p74"/>
            <p:cNvSpPr/>
            <p:nvPr/>
          </p:nvSpPr>
          <p:spPr>
            <a:xfrm>
              <a:off x="6413300" y="3610700"/>
              <a:ext cx="111625" cy="99125"/>
            </a:xfrm>
            <a:custGeom>
              <a:rect b="b" l="l" r="r" t="t"/>
              <a:pathLst>
                <a:path extrusionOk="0" h="3965" w="4465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6" name="Google Shape;8866;p74"/>
            <p:cNvSpPr/>
            <p:nvPr/>
          </p:nvSpPr>
          <p:spPr>
            <a:xfrm>
              <a:off x="6404950" y="3728850"/>
              <a:ext cx="119975" cy="132500"/>
            </a:xfrm>
            <a:custGeom>
              <a:rect b="b" l="l" r="r" t="t"/>
              <a:pathLst>
                <a:path extrusionOk="0" h="5300" w="4799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7" name="Google Shape;8867;p74"/>
            <p:cNvSpPr/>
            <p:nvPr/>
          </p:nvSpPr>
          <p:spPr>
            <a:xfrm>
              <a:off x="6291250" y="3858950"/>
              <a:ext cx="108375" cy="119975"/>
            </a:xfrm>
            <a:custGeom>
              <a:rect b="b" l="l" r="r" t="t"/>
              <a:pathLst>
                <a:path extrusionOk="0" h="4799" w="4335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8" name="Google Shape;8868;p74"/>
            <p:cNvSpPr/>
            <p:nvPr/>
          </p:nvSpPr>
          <p:spPr>
            <a:xfrm>
              <a:off x="6172200" y="3745825"/>
              <a:ext cx="206875" cy="100625"/>
            </a:xfrm>
            <a:custGeom>
              <a:rect b="b" l="l" r="r" t="t"/>
              <a:pathLst>
                <a:path extrusionOk="0" h="4025" w="8275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9" name="Google Shape;8869;p74"/>
            <p:cNvSpPr/>
            <p:nvPr/>
          </p:nvSpPr>
          <p:spPr>
            <a:xfrm>
              <a:off x="5924825" y="3842875"/>
              <a:ext cx="244400" cy="112525"/>
            </a:xfrm>
            <a:custGeom>
              <a:rect b="b" l="l" r="r" t="t"/>
              <a:pathLst>
                <a:path extrusionOk="0" h="4501" w="9776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0" name="Google Shape;8870;p74"/>
            <p:cNvSpPr/>
            <p:nvPr/>
          </p:nvSpPr>
          <p:spPr>
            <a:xfrm>
              <a:off x="5926625" y="3955375"/>
              <a:ext cx="339650" cy="35450"/>
            </a:xfrm>
            <a:custGeom>
              <a:rect b="b" l="l" r="r" t="t"/>
              <a:pathLst>
                <a:path extrusionOk="0" h="1418" w="13586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1" name="Google Shape;8871;p74"/>
            <p:cNvSpPr/>
            <p:nvPr/>
          </p:nvSpPr>
          <p:spPr>
            <a:xfrm>
              <a:off x="5920375" y="3963425"/>
              <a:ext cx="554850" cy="615875"/>
            </a:xfrm>
            <a:custGeom>
              <a:rect b="b" l="l" r="r" t="t"/>
              <a:pathLst>
                <a:path extrusionOk="0" h="24635" w="22194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2" name="Google Shape;8872;p74"/>
            <p:cNvSpPr/>
            <p:nvPr/>
          </p:nvSpPr>
          <p:spPr>
            <a:xfrm>
              <a:off x="6287975" y="3999125"/>
              <a:ext cx="141700" cy="223275"/>
            </a:xfrm>
            <a:custGeom>
              <a:rect b="b" l="l" r="r" t="t"/>
              <a:pathLst>
                <a:path extrusionOk="0" h="8931" w="5668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3" name="Google Shape;8873;p74"/>
            <p:cNvSpPr/>
            <p:nvPr/>
          </p:nvSpPr>
          <p:spPr>
            <a:xfrm>
              <a:off x="6385000" y="3756250"/>
              <a:ext cx="29800" cy="175050"/>
            </a:xfrm>
            <a:custGeom>
              <a:rect b="b" l="l" r="r" t="t"/>
              <a:pathLst>
                <a:path extrusionOk="0" h="7002" w="1192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4" name="Google Shape;8874;p74"/>
            <p:cNvSpPr/>
            <p:nvPr/>
          </p:nvSpPr>
          <p:spPr>
            <a:xfrm>
              <a:off x="6414775" y="3936025"/>
              <a:ext cx="1525" cy="1825"/>
            </a:xfrm>
            <a:custGeom>
              <a:rect b="b" l="l" r="r" t="t"/>
              <a:pathLst>
                <a:path extrusionOk="0" h="73" w="61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5" name="Google Shape;8875;p74"/>
            <p:cNvSpPr/>
            <p:nvPr/>
          </p:nvSpPr>
          <p:spPr>
            <a:xfrm>
              <a:off x="6410025" y="3943775"/>
              <a:ext cx="42875" cy="272675"/>
            </a:xfrm>
            <a:custGeom>
              <a:rect b="b" l="l" r="r" t="t"/>
              <a:pathLst>
                <a:path extrusionOk="0" h="10907" w="1715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6" name="Google Shape;8876;p74"/>
            <p:cNvSpPr/>
            <p:nvPr/>
          </p:nvSpPr>
          <p:spPr>
            <a:xfrm>
              <a:off x="6296300" y="3868175"/>
              <a:ext cx="262875" cy="117600"/>
            </a:xfrm>
            <a:custGeom>
              <a:rect b="b" l="l" r="r" t="t"/>
              <a:pathLst>
                <a:path extrusionOk="0" h="4704" w="10515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7" name="Google Shape;8877;p74"/>
            <p:cNvSpPr/>
            <p:nvPr/>
          </p:nvSpPr>
          <p:spPr>
            <a:xfrm>
              <a:off x="6562125" y="3681225"/>
              <a:ext cx="131575" cy="189050"/>
            </a:xfrm>
            <a:custGeom>
              <a:rect b="b" l="l" r="r" t="t"/>
              <a:pathLst>
                <a:path extrusionOk="0" h="7562" w="5263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8" name="Google Shape;8878;p74"/>
            <p:cNvSpPr/>
            <p:nvPr/>
          </p:nvSpPr>
          <p:spPr>
            <a:xfrm>
              <a:off x="6533550" y="3734225"/>
              <a:ext cx="29775" cy="137825"/>
            </a:xfrm>
            <a:custGeom>
              <a:rect b="b" l="l" r="r" t="t"/>
              <a:pathLst>
                <a:path extrusionOk="0" h="5513" w="1191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9" name="Google Shape;8879;p74"/>
            <p:cNvSpPr/>
            <p:nvPr/>
          </p:nvSpPr>
          <p:spPr>
            <a:xfrm>
              <a:off x="6557650" y="3873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0" name="Google Shape;8880;p74"/>
            <p:cNvSpPr/>
            <p:nvPr/>
          </p:nvSpPr>
          <p:spPr>
            <a:xfrm>
              <a:off x="6679700" y="3952700"/>
              <a:ext cx="14000" cy="17300"/>
            </a:xfrm>
            <a:custGeom>
              <a:rect b="b" l="l" r="r" t="t"/>
              <a:pathLst>
                <a:path extrusionOk="0" h="692" w="56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1" name="Google Shape;8881;p74"/>
            <p:cNvSpPr/>
            <p:nvPr/>
          </p:nvSpPr>
          <p:spPr>
            <a:xfrm>
              <a:off x="6555875" y="3867675"/>
              <a:ext cx="119375" cy="88025"/>
            </a:xfrm>
            <a:custGeom>
              <a:rect b="b" l="l" r="r" t="t"/>
              <a:pathLst>
                <a:path extrusionOk="0" h="3521" w="4775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2" name="Google Shape;8882;p74"/>
            <p:cNvSpPr/>
            <p:nvPr/>
          </p:nvSpPr>
          <p:spPr>
            <a:xfrm>
              <a:off x="6604375" y="4211350"/>
              <a:ext cx="3600" cy="2725"/>
            </a:xfrm>
            <a:custGeom>
              <a:rect b="b" l="l" r="r" t="t"/>
              <a:pathLst>
                <a:path extrusionOk="0" h="109" w="144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3" name="Google Shape;8883;p74"/>
            <p:cNvSpPr/>
            <p:nvPr/>
          </p:nvSpPr>
          <p:spPr>
            <a:xfrm>
              <a:off x="6613600" y="3885425"/>
              <a:ext cx="80400" cy="282800"/>
            </a:xfrm>
            <a:custGeom>
              <a:rect b="b" l="l" r="r" t="t"/>
              <a:pathLst>
                <a:path extrusionOk="0" h="11312" w="3216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4" name="Google Shape;8884;p74"/>
            <p:cNvSpPr/>
            <p:nvPr/>
          </p:nvSpPr>
          <p:spPr>
            <a:xfrm>
              <a:off x="6443950" y="4280425"/>
              <a:ext cx="42875" cy="292625"/>
            </a:xfrm>
            <a:custGeom>
              <a:rect b="b" l="l" r="r" t="t"/>
              <a:pathLst>
                <a:path extrusionOk="0" h="11705" w="1715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5" name="Google Shape;8885;p74"/>
            <p:cNvSpPr/>
            <p:nvPr/>
          </p:nvSpPr>
          <p:spPr>
            <a:xfrm>
              <a:off x="6486800" y="4208675"/>
              <a:ext cx="118200" cy="365250"/>
            </a:xfrm>
            <a:custGeom>
              <a:rect b="b" l="l" r="r" t="t"/>
              <a:pathLst>
                <a:path extrusionOk="0" h="14610" w="4728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6" name="Google Shape;8886;p74"/>
            <p:cNvSpPr/>
            <p:nvPr/>
          </p:nvSpPr>
          <p:spPr>
            <a:xfrm>
              <a:off x="6475500" y="4189625"/>
              <a:ext cx="112550" cy="56575"/>
            </a:xfrm>
            <a:custGeom>
              <a:rect b="b" l="l" r="r" t="t"/>
              <a:pathLst>
                <a:path extrusionOk="0" h="2263" w="4502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7" name="Google Shape;8887;p74"/>
            <p:cNvSpPr/>
            <p:nvPr/>
          </p:nvSpPr>
          <p:spPr>
            <a:xfrm>
              <a:off x="6626125" y="4142000"/>
              <a:ext cx="67575" cy="36350"/>
            </a:xfrm>
            <a:custGeom>
              <a:rect b="b" l="l" r="r" t="t"/>
              <a:pathLst>
                <a:path extrusionOk="0" h="1454" w="2703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8" name="Google Shape;8888;p74"/>
            <p:cNvSpPr/>
            <p:nvPr/>
          </p:nvSpPr>
          <p:spPr>
            <a:xfrm>
              <a:off x="6489775" y="4289950"/>
              <a:ext cx="203925" cy="288750"/>
            </a:xfrm>
            <a:custGeom>
              <a:rect b="b" l="l" r="r" t="t"/>
              <a:pathLst>
                <a:path extrusionOk="0" h="11550" w="8157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9" name="Google Shape;8889;p74"/>
            <p:cNvSpPr/>
            <p:nvPr/>
          </p:nvSpPr>
          <p:spPr>
            <a:xfrm>
              <a:off x="6585925" y="4164825"/>
              <a:ext cx="47350" cy="46925"/>
            </a:xfrm>
            <a:custGeom>
              <a:rect b="b" l="l" r="r" t="t"/>
              <a:pathLst>
                <a:path extrusionOk="0" h="1877" w="1894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0" name="Google Shape;8890;p74"/>
            <p:cNvSpPr/>
            <p:nvPr/>
          </p:nvSpPr>
          <p:spPr>
            <a:xfrm>
              <a:off x="6407925" y="4215525"/>
              <a:ext cx="69375" cy="65800"/>
            </a:xfrm>
            <a:custGeom>
              <a:rect b="b" l="l" r="r" t="t"/>
              <a:pathLst>
                <a:path extrusionOk="0" h="2632" w="2775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1" name="Google Shape;8891;p74"/>
            <p:cNvSpPr/>
            <p:nvPr/>
          </p:nvSpPr>
          <p:spPr>
            <a:xfrm>
              <a:off x="4666950" y="3657525"/>
              <a:ext cx="11925" cy="12150"/>
            </a:xfrm>
            <a:custGeom>
              <a:rect b="b" l="l" r="r" t="t"/>
              <a:pathLst>
                <a:path extrusionOk="0" h="486" w="477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2" name="Google Shape;8892;p74"/>
            <p:cNvSpPr/>
            <p:nvPr/>
          </p:nvSpPr>
          <p:spPr>
            <a:xfrm>
              <a:off x="5526275" y="3907750"/>
              <a:ext cx="25325" cy="23650"/>
            </a:xfrm>
            <a:custGeom>
              <a:rect b="b" l="l" r="r" t="t"/>
              <a:pathLst>
                <a:path extrusionOk="0" h="946" w="1013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3" name="Google Shape;8893;p74"/>
            <p:cNvSpPr/>
            <p:nvPr/>
          </p:nvSpPr>
          <p:spPr>
            <a:xfrm>
              <a:off x="6515675" y="3702325"/>
              <a:ext cx="35450" cy="33100"/>
            </a:xfrm>
            <a:custGeom>
              <a:rect b="b" l="l" r="r" t="t"/>
              <a:pathLst>
                <a:path extrusionOk="0" h="1324" w="1418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4" name="Google Shape;8894;p74"/>
            <p:cNvSpPr/>
            <p:nvPr/>
          </p:nvSpPr>
          <p:spPr>
            <a:xfrm>
              <a:off x="6265350" y="3971075"/>
              <a:ext cx="33375" cy="33075"/>
            </a:xfrm>
            <a:custGeom>
              <a:rect b="b" l="l" r="r" t="t"/>
              <a:pathLst>
                <a:path extrusionOk="0" h="1323" w="1335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5" name="Google Shape;8895;p74"/>
            <p:cNvSpPr/>
            <p:nvPr/>
          </p:nvSpPr>
          <p:spPr>
            <a:xfrm>
              <a:off x="6376075" y="3733725"/>
              <a:ext cx="25025" cy="23625"/>
            </a:xfrm>
            <a:custGeom>
              <a:rect b="b" l="l" r="r" t="t"/>
              <a:pathLst>
                <a:path extrusionOk="0" h="945" w="1001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6" name="Google Shape;8896;p74"/>
            <p:cNvSpPr/>
            <p:nvPr/>
          </p:nvSpPr>
          <p:spPr>
            <a:xfrm>
              <a:off x="6507050" y="3935025"/>
              <a:ext cx="26225" cy="23850"/>
            </a:xfrm>
            <a:custGeom>
              <a:rect b="b" l="l" r="r" t="t"/>
              <a:pathLst>
                <a:path extrusionOk="0" h="954" w="1049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7" name="Google Shape;8897;p74"/>
            <p:cNvSpPr/>
            <p:nvPr/>
          </p:nvSpPr>
          <p:spPr>
            <a:xfrm>
              <a:off x="5903100" y="3945425"/>
              <a:ext cx="25025" cy="23875"/>
            </a:xfrm>
            <a:custGeom>
              <a:rect b="b" l="l" r="r" t="t"/>
              <a:pathLst>
                <a:path extrusionOk="0" h="955" w="1001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8" name="Google Shape;8898;p74"/>
            <p:cNvSpPr/>
            <p:nvPr/>
          </p:nvSpPr>
          <p:spPr>
            <a:xfrm>
              <a:off x="5745650" y="3654300"/>
              <a:ext cx="23825" cy="23825"/>
            </a:xfrm>
            <a:custGeom>
              <a:rect b="b" l="l" r="r" t="t"/>
              <a:pathLst>
                <a:path extrusionOk="0" h="953" w="953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9" name="Google Shape;8899;p74"/>
            <p:cNvSpPr/>
            <p:nvPr/>
          </p:nvSpPr>
          <p:spPr>
            <a:xfrm>
              <a:off x="4724975" y="3627350"/>
              <a:ext cx="23850" cy="23175"/>
            </a:xfrm>
            <a:custGeom>
              <a:rect b="b" l="l" r="r" t="t"/>
              <a:pathLst>
                <a:path extrusionOk="0" h="927" w="954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0" name="Google Shape;8900;p74"/>
            <p:cNvSpPr/>
            <p:nvPr/>
          </p:nvSpPr>
          <p:spPr>
            <a:xfrm>
              <a:off x="5094675" y="3924725"/>
              <a:ext cx="25325" cy="23725"/>
            </a:xfrm>
            <a:custGeom>
              <a:rect b="b" l="l" r="r" t="t"/>
              <a:pathLst>
                <a:path extrusionOk="0" h="949" w="1013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1" name="Google Shape;8901;p74"/>
            <p:cNvSpPr/>
            <p:nvPr/>
          </p:nvSpPr>
          <p:spPr>
            <a:xfrm>
              <a:off x="6464775" y="4572300"/>
              <a:ext cx="35450" cy="32975"/>
            </a:xfrm>
            <a:custGeom>
              <a:rect b="b" l="l" r="r" t="t"/>
              <a:pathLst>
                <a:path extrusionOk="0" h="1319" w="1418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2" name="Google Shape;8902;p74"/>
            <p:cNvSpPr/>
            <p:nvPr/>
          </p:nvSpPr>
          <p:spPr>
            <a:xfrm>
              <a:off x="6403775" y="3934525"/>
              <a:ext cx="13700" cy="13725"/>
            </a:xfrm>
            <a:custGeom>
              <a:rect b="b" l="l" r="r" t="t"/>
              <a:pathLst>
                <a:path extrusionOk="0" h="549" w="548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3" name="Google Shape;8903;p74"/>
            <p:cNvSpPr/>
            <p:nvPr/>
          </p:nvSpPr>
          <p:spPr>
            <a:xfrm>
              <a:off x="6161475" y="3834275"/>
              <a:ext cx="13725" cy="13075"/>
            </a:xfrm>
            <a:custGeom>
              <a:rect b="b" l="l" r="r" t="t"/>
              <a:pathLst>
                <a:path extrusionOk="0" h="523" w="549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4" name="Google Shape;8904;p74"/>
            <p:cNvSpPr/>
            <p:nvPr/>
          </p:nvSpPr>
          <p:spPr>
            <a:xfrm>
              <a:off x="6281425" y="3778100"/>
              <a:ext cx="13425" cy="13675"/>
            </a:xfrm>
            <a:custGeom>
              <a:rect b="b" l="l" r="r" t="t"/>
              <a:pathLst>
                <a:path extrusionOk="0" h="547" w="537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5" name="Google Shape;8905;p74"/>
            <p:cNvSpPr/>
            <p:nvPr/>
          </p:nvSpPr>
          <p:spPr>
            <a:xfrm>
              <a:off x="5725700" y="3689500"/>
              <a:ext cx="14625" cy="13575"/>
            </a:xfrm>
            <a:custGeom>
              <a:rect b="b" l="l" r="r" t="t"/>
              <a:pathLst>
                <a:path extrusionOk="0" h="543" w="585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6" name="Google Shape;8906;p74"/>
            <p:cNvSpPr/>
            <p:nvPr/>
          </p:nvSpPr>
          <p:spPr>
            <a:xfrm>
              <a:off x="5008050" y="3646000"/>
              <a:ext cx="14325" cy="13600"/>
            </a:xfrm>
            <a:custGeom>
              <a:rect b="b" l="l" r="r" t="t"/>
              <a:pathLst>
                <a:path extrusionOk="0" h="544" w="573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7" name="Google Shape;8907;p74"/>
            <p:cNvSpPr/>
            <p:nvPr/>
          </p:nvSpPr>
          <p:spPr>
            <a:xfrm>
              <a:off x="5802500" y="3765075"/>
              <a:ext cx="14600" cy="13325"/>
            </a:xfrm>
            <a:custGeom>
              <a:rect b="b" l="l" r="r" t="t"/>
              <a:pathLst>
                <a:path extrusionOk="0" h="533" w="584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8" name="Google Shape;8908;p74"/>
            <p:cNvSpPr/>
            <p:nvPr/>
          </p:nvSpPr>
          <p:spPr>
            <a:xfrm>
              <a:off x="6023950" y="3621525"/>
              <a:ext cx="14325" cy="13675"/>
            </a:xfrm>
            <a:custGeom>
              <a:rect b="b" l="l" r="r" t="t"/>
              <a:pathLst>
                <a:path extrusionOk="0" h="547" w="573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9" name="Google Shape;8909;p74"/>
            <p:cNvSpPr/>
            <p:nvPr/>
          </p:nvSpPr>
          <p:spPr>
            <a:xfrm>
              <a:off x="5716175" y="3810850"/>
              <a:ext cx="13725" cy="13675"/>
            </a:xfrm>
            <a:custGeom>
              <a:rect b="b" l="l" r="r" t="t"/>
              <a:pathLst>
                <a:path extrusionOk="0" h="547" w="549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910" name="Shape 8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11" name="Google Shape;8911;p75"/>
          <p:cNvGrpSpPr/>
          <p:nvPr/>
        </p:nvGrpSpPr>
        <p:grpSpPr>
          <a:xfrm>
            <a:off x="12635022" y="9830312"/>
            <a:ext cx="11748889" cy="3809822"/>
            <a:chOff x="800100" y="2815500"/>
            <a:chExt cx="1339775" cy="434450"/>
          </a:xfrm>
        </p:grpSpPr>
        <p:sp>
          <p:nvSpPr>
            <p:cNvPr id="8912" name="Google Shape;8912;p75"/>
            <p:cNvSpPr/>
            <p:nvPr/>
          </p:nvSpPr>
          <p:spPr>
            <a:xfrm>
              <a:off x="1376350" y="3185050"/>
              <a:ext cx="122650" cy="64600"/>
            </a:xfrm>
            <a:custGeom>
              <a:rect b="b" l="l" r="r" t="t"/>
              <a:pathLst>
                <a:path extrusionOk="0" h="2584" w="4906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3" name="Google Shape;8913;p75"/>
            <p:cNvSpPr/>
            <p:nvPr/>
          </p:nvSpPr>
          <p:spPr>
            <a:xfrm>
              <a:off x="800100" y="2952275"/>
              <a:ext cx="104775" cy="297100"/>
            </a:xfrm>
            <a:custGeom>
              <a:rect b="b" l="l" r="r" t="t"/>
              <a:pathLst>
                <a:path extrusionOk="0" h="11884" w="4191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4" name="Google Shape;8914;p75"/>
            <p:cNvSpPr/>
            <p:nvPr/>
          </p:nvSpPr>
          <p:spPr>
            <a:xfrm>
              <a:off x="904875" y="2946325"/>
              <a:ext cx="142600" cy="33075"/>
            </a:xfrm>
            <a:custGeom>
              <a:rect b="b" l="l" r="r" t="t"/>
              <a:pathLst>
                <a:path extrusionOk="0" h="1323" w="5704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5" name="Google Shape;8915;p75"/>
            <p:cNvSpPr/>
            <p:nvPr/>
          </p:nvSpPr>
          <p:spPr>
            <a:xfrm>
              <a:off x="1048625" y="3121050"/>
              <a:ext cx="184275" cy="128900"/>
            </a:xfrm>
            <a:custGeom>
              <a:rect b="b" l="l" r="r" t="t"/>
              <a:pathLst>
                <a:path extrusionOk="0" h="5156" w="7371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6" name="Google Shape;8916;p75"/>
            <p:cNvSpPr/>
            <p:nvPr/>
          </p:nvSpPr>
          <p:spPr>
            <a:xfrm>
              <a:off x="1033150" y="2989475"/>
              <a:ext cx="25925" cy="257800"/>
            </a:xfrm>
            <a:custGeom>
              <a:rect b="b" l="l" r="r" t="t"/>
              <a:pathLst>
                <a:path extrusionOk="0" h="10312" w="1037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7" name="Google Shape;8917;p75"/>
            <p:cNvSpPr/>
            <p:nvPr/>
          </p:nvSpPr>
          <p:spPr>
            <a:xfrm>
              <a:off x="1053400" y="2846600"/>
              <a:ext cx="15500" cy="122375"/>
            </a:xfrm>
            <a:custGeom>
              <a:rect b="b" l="l" r="r" t="t"/>
              <a:pathLst>
                <a:path extrusionOk="0" h="4895" w="62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8" name="Google Shape;8918;p75"/>
            <p:cNvSpPr/>
            <p:nvPr/>
          </p:nvSpPr>
          <p:spPr>
            <a:xfrm>
              <a:off x="1066500" y="2977275"/>
              <a:ext cx="92300" cy="25925"/>
            </a:xfrm>
            <a:custGeom>
              <a:rect b="b" l="l" r="r" t="t"/>
              <a:pathLst>
                <a:path extrusionOk="0" h="1037" w="3692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9" name="Google Shape;8919;p75"/>
            <p:cNvSpPr/>
            <p:nvPr/>
          </p:nvSpPr>
          <p:spPr>
            <a:xfrm>
              <a:off x="1237650" y="3057050"/>
              <a:ext cx="96150" cy="61950"/>
            </a:xfrm>
            <a:custGeom>
              <a:rect b="b" l="l" r="r" t="t"/>
              <a:pathLst>
                <a:path extrusionOk="0" h="2478" w="3846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0" name="Google Shape;8920;p75"/>
            <p:cNvSpPr/>
            <p:nvPr/>
          </p:nvSpPr>
          <p:spPr>
            <a:xfrm>
              <a:off x="1071550" y="2841850"/>
              <a:ext cx="93775" cy="152425"/>
            </a:xfrm>
            <a:custGeom>
              <a:rect b="b" l="l" r="r" t="t"/>
              <a:pathLst>
                <a:path extrusionOk="0" h="6097" w="3751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1" name="Google Shape;8921;p75"/>
            <p:cNvSpPr/>
            <p:nvPr/>
          </p:nvSpPr>
          <p:spPr>
            <a:xfrm>
              <a:off x="1169475" y="3008825"/>
              <a:ext cx="65525" cy="109275"/>
            </a:xfrm>
            <a:custGeom>
              <a:rect b="b" l="l" r="r" t="t"/>
              <a:pathLst>
                <a:path extrusionOk="0" h="4371" w="2621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2" name="Google Shape;8922;p75"/>
            <p:cNvSpPr/>
            <p:nvPr/>
          </p:nvSpPr>
          <p:spPr>
            <a:xfrm>
              <a:off x="1232575" y="3125225"/>
              <a:ext cx="48550" cy="124150"/>
            </a:xfrm>
            <a:custGeom>
              <a:rect b="b" l="l" r="r" t="t"/>
              <a:pathLst>
                <a:path extrusionOk="0" h="4966" w="1942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3" name="Google Shape;8923;p75"/>
            <p:cNvSpPr/>
            <p:nvPr/>
          </p:nvSpPr>
          <p:spPr>
            <a:xfrm>
              <a:off x="1356400" y="3074925"/>
              <a:ext cx="20275" cy="174450"/>
            </a:xfrm>
            <a:custGeom>
              <a:rect b="b" l="l" r="r" t="t"/>
              <a:pathLst>
                <a:path extrusionOk="0" h="6978" w="811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4" name="Google Shape;8924;p75"/>
            <p:cNvSpPr/>
            <p:nvPr/>
          </p:nvSpPr>
          <p:spPr>
            <a:xfrm>
              <a:off x="1378125" y="3063600"/>
              <a:ext cx="123575" cy="114025"/>
            </a:xfrm>
            <a:custGeom>
              <a:rect b="b" l="l" r="r" t="t"/>
              <a:pathLst>
                <a:path extrusionOk="0" h="4561" w="4943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5" name="Google Shape;8925;p75"/>
            <p:cNvSpPr/>
            <p:nvPr/>
          </p:nvSpPr>
          <p:spPr>
            <a:xfrm>
              <a:off x="1512075" y="3187125"/>
              <a:ext cx="68200" cy="62250"/>
            </a:xfrm>
            <a:custGeom>
              <a:rect b="b" l="l" r="r" t="t"/>
              <a:pathLst>
                <a:path extrusionOk="0" h="2490" w="2728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6" name="Google Shape;8926;p75"/>
            <p:cNvSpPr/>
            <p:nvPr/>
          </p:nvSpPr>
          <p:spPr>
            <a:xfrm>
              <a:off x="1516850" y="3091575"/>
              <a:ext cx="207475" cy="93200"/>
            </a:xfrm>
            <a:custGeom>
              <a:rect b="b" l="l" r="r" t="t"/>
              <a:pathLst>
                <a:path extrusionOk="0" h="3728" w="8299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7" name="Google Shape;8927;p75"/>
            <p:cNvSpPr/>
            <p:nvPr/>
          </p:nvSpPr>
          <p:spPr>
            <a:xfrm>
              <a:off x="1920175" y="3218375"/>
              <a:ext cx="54200" cy="31275"/>
            </a:xfrm>
            <a:custGeom>
              <a:rect b="b" l="l" r="r" t="t"/>
              <a:pathLst>
                <a:path extrusionOk="0" h="1251" w="2168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8" name="Google Shape;8928;p75"/>
            <p:cNvSpPr/>
            <p:nvPr/>
          </p:nvSpPr>
          <p:spPr>
            <a:xfrm>
              <a:off x="1726700" y="3093675"/>
              <a:ext cx="96450" cy="65500"/>
            </a:xfrm>
            <a:custGeom>
              <a:rect b="b" l="l" r="r" t="t"/>
              <a:pathLst>
                <a:path extrusionOk="0" h="2620" w="3858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9" name="Google Shape;8929;p75"/>
            <p:cNvSpPr/>
            <p:nvPr/>
          </p:nvSpPr>
          <p:spPr>
            <a:xfrm>
              <a:off x="1826400" y="3156175"/>
              <a:ext cx="88425" cy="62825"/>
            </a:xfrm>
            <a:custGeom>
              <a:rect b="b" l="l" r="r" t="t"/>
              <a:pathLst>
                <a:path extrusionOk="0" h="2513" w="3537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0" name="Google Shape;8930;p75"/>
            <p:cNvSpPr/>
            <p:nvPr/>
          </p:nvSpPr>
          <p:spPr>
            <a:xfrm>
              <a:off x="1577875" y="2880550"/>
              <a:ext cx="344700" cy="368825"/>
            </a:xfrm>
            <a:custGeom>
              <a:rect b="b" l="l" r="r" t="t"/>
              <a:pathLst>
                <a:path extrusionOk="0" h="14753" w="13788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1" name="Google Shape;8931;p75"/>
            <p:cNvSpPr/>
            <p:nvPr/>
          </p:nvSpPr>
          <p:spPr>
            <a:xfrm>
              <a:off x="1787125" y="2882925"/>
              <a:ext cx="142000" cy="366450"/>
            </a:xfrm>
            <a:custGeom>
              <a:rect b="b" l="l" r="r" t="t"/>
              <a:pathLst>
                <a:path extrusionOk="0" h="14658" w="568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2" name="Google Shape;8932;p75"/>
            <p:cNvSpPr/>
            <p:nvPr/>
          </p:nvSpPr>
          <p:spPr>
            <a:xfrm>
              <a:off x="1937125" y="2875175"/>
              <a:ext cx="202450" cy="98250"/>
            </a:xfrm>
            <a:custGeom>
              <a:rect b="b" l="l" r="r" t="t"/>
              <a:pathLst>
                <a:path extrusionOk="0" h="3930" w="8098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3" name="Google Shape;8933;p75"/>
            <p:cNvSpPr/>
            <p:nvPr/>
          </p:nvSpPr>
          <p:spPr>
            <a:xfrm>
              <a:off x="2088050" y="3163325"/>
              <a:ext cx="43175" cy="86050"/>
            </a:xfrm>
            <a:custGeom>
              <a:rect b="b" l="l" r="r" t="t"/>
              <a:pathLst>
                <a:path extrusionOk="0" h="3442" w="1727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4" name="Google Shape;8934;p75"/>
            <p:cNvSpPr/>
            <p:nvPr/>
          </p:nvSpPr>
          <p:spPr>
            <a:xfrm>
              <a:off x="2130900" y="3136825"/>
              <a:ext cx="8675" cy="26525"/>
            </a:xfrm>
            <a:custGeom>
              <a:rect b="b" l="l" r="r" t="t"/>
              <a:pathLst>
                <a:path extrusionOk="0" h="1061" w="347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5" name="Google Shape;8935;p75"/>
            <p:cNvSpPr/>
            <p:nvPr/>
          </p:nvSpPr>
          <p:spPr>
            <a:xfrm>
              <a:off x="1923750" y="3070450"/>
              <a:ext cx="155700" cy="148550"/>
            </a:xfrm>
            <a:custGeom>
              <a:rect b="b" l="l" r="r" t="t"/>
              <a:pathLst>
                <a:path extrusionOk="0" h="5942" w="6228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6" name="Google Shape;8936;p75"/>
            <p:cNvSpPr/>
            <p:nvPr/>
          </p:nvSpPr>
          <p:spPr>
            <a:xfrm>
              <a:off x="1881475" y="3218975"/>
              <a:ext cx="41100" cy="30100"/>
            </a:xfrm>
            <a:custGeom>
              <a:rect b="b" l="l" r="r" t="t"/>
              <a:pathLst>
                <a:path extrusionOk="0" h="1204" w="1644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7" name="Google Shape;8937;p75"/>
            <p:cNvSpPr/>
            <p:nvPr/>
          </p:nvSpPr>
          <p:spPr>
            <a:xfrm>
              <a:off x="2085975" y="3074925"/>
              <a:ext cx="53900" cy="112825"/>
            </a:xfrm>
            <a:custGeom>
              <a:rect b="b" l="l" r="r" t="t"/>
              <a:pathLst>
                <a:path extrusionOk="0" h="4513" w="2156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8" name="Google Shape;8938;p75"/>
            <p:cNvSpPr/>
            <p:nvPr/>
          </p:nvSpPr>
          <p:spPr>
            <a:xfrm>
              <a:off x="2128225" y="3239825"/>
              <a:ext cx="11350" cy="9550"/>
            </a:xfrm>
            <a:custGeom>
              <a:rect b="b" l="l" r="r" t="t"/>
              <a:pathLst>
                <a:path extrusionOk="0" h="382" w="454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9" name="Google Shape;8939;p75"/>
            <p:cNvSpPr/>
            <p:nvPr/>
          </p:nvSpPr>
          <p:spPr>
            <a:xfrm>
              <a:off x="1326050" y="3014475"/>
              <a:ext cx="64325" cy="61350"/>
            </a:xfrm>
            <a:custGeom>
              <a:rect b="b" l="l" r="r" t="t"/>
              <a:pathLst>
                <a:path extrusionOk="0" h="2454" w="2573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0" name="Google Shape;8940;p75"/>
            <p:cNvSpPr/>
            <p:nvPr/>
          </p:nvSpPr>
          <p:spPr>
            <a:xfrm>
              <a:off x="1048925" y="2815500"/>
              <a:ext cx="33075" cy="31625"/>
            </a:xfrm>
            <a:custGeom>
              <a:rect b="b" l="l" r="r" t="t"/>
              <a:pathLst>
                <a:path extrusionOk="0" h="1265" w="1323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1" name="Google Shape;8941;p75"/>
            <p:cNvSpPr/>
            <p:nvPr/>
          </p:nvSpPr>
          <p:spPr>
            <a:xfrm>
              <a:off x="1026600" y="3246400"/>
              <a:ext cx="18475" cy="2975"/>
            </a:xfrm>
            <a:custGeom>
              <a:rect b="b" l="l" r="r" t="t"/>
              <a:pathLst>
                <a:path extrusionOk="0" h="119" w="739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2" name="Google Shape;8942;p75"/>
            <p:cNvSpPr/>
            <p:nvPr/>
          </p:nvSpPr>
          <p:spPr>
            <a:xfrm>
              <a:off x="895625" y="2943300"/>
              <a:ext cx="11950" cy="10575"/>
            </a:xfrm>
            <a:custGeom>
              <a:rect b="b" l="l" r="r" t="t"/>
              <a:pathLst>
                <a:path extrusionOk="0" h="423" w="478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3" name="Google Shape;8943;p75"/>
            <p:cNvSpPr/>
            <p:nvPr/>
          </p:nvSpPr>
          <p:spPr>
            <a:xfrm>
              <a:off x="1156975" y="2989650"/>
              <a:ext cx="22950" cy="21900"/>
            </a:xfrm>
            <a:custGeom>
              <a:rect b="b" l="l" r="r" t="t"/>
              <a:pathLst>
                <a:path extrusionOk="0" h="876" w="918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4" name="Google Shape;8944;p75"/>
            <p:cNvSpPr/>
            <p:nvPr/>
          </p:nvSpPr>
          <p:spPr>
            <a:xfrm>
              <a:off x="2073450" y="3055500"/>
              <a:ext cx="22950" cy="21425"/>
            </a:xfrm>
            <a:custGeom>
              <a:rect b="b" l="l" r="r" t="t"/>
              <a:pathLst>
                <a:path extrusionOk="0" h="857" w="918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5" name="Google Shape;8945;p75"/>
            <p:cNvSpPr/>
            <p:nvPr/>
          </p:nvSpPr>
          <p:spPr>
            <a:xfrm>
              <a:off x="1916900" y="2863525"/>
              <a:ext cx="22350" cy="21800"/>
            </a:xfrm>
            <a:custGeom>
              <a:rect b="b" l="l" r="r" t="t"/>
              <a:pathLst>
                <a:path extrusionOk="0" h="872" w="894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6" name="Google Shape;8946;p75"/>
            <p:cNvSpPr/>
            <p:nvPr/>
          </p:nvSpPr>
          <p:spPr>
            <a:xfrm>
              <a:off x="1495125" y="3172075"/>
              <a:ext cx="22625" cy="21700"/>
            </a:xfrm>
            <a:custGeom>
              <a:rect b="b" l="l" r="r" t="t"/>
              <a:pathLst>
                <a:path extrusionOk="0" h="868" w="905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7" name="Google Shape;8947;p75"/>
            <p:cNvSpPr/>
            <p:nvPr/>
          </p:nvSpPr>
          <p:spPr>
            <a:xfrm>
              <a:off x="1045650" y="2968400"/>
              <a:ext cx="21750" cy="21700"/>
            </a:xfrm>
            <a:custGeom>
              <a:rect b="b" l="l" r="r" t="t"/>
              <a:pathLst>
                <a:path extrusionOk="0" h="868" w="87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8" name="Google Shape;8948;p75"/>
            <p:cNvSpPr/>
            <p:nvPr/>
          </p:nvSpPr>
          <p:spPr>
            <a:xfrm>
              <a:off x="1912725" y="3209100"/>
              <a:ext cx="13425" cy="12625"/>
            </a:xfrm>
            <a:custGeom>
              <a:rect b="b" l="l" r="r" t="t"/>
              <a:pathLst>
                <a:path extrusionOk="0" h="505" w="537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9" name="Google Shape;8949;p75"/>
            <p:cNvSpPr/>
            <p:nvPr/>
          </p:nvSpPr>
          <p:spPr>
            <a:xfrm>
              <a:off x="2001725" y="3124475"/>
              <a:ext cx="13725" cy="12675"/>
            </a:xfrm>
            <a:custGeom>
              <a:rect b="b" l="l" r="r" t="t"/>
              <a:pathLst>
                <a:path extrusionOk="0" h="507" w="549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0" name="Google Shape;8950;p75"/>
            <p:cNvSpPr/>
            <p:nvPr/>
          </p:nvSpPr>
          <p:spPr>
            <a:xfrm>
              <a:off x="1487375" y="3210250"/>
              <a:ext cx="14025" cy="12500"/>
            </a:xfrm>
            <a:custGeom>
              <a:rect b="b" l="l" r="r" t="t"/>
              <a:pathLst>
                <a:path extrusionOk="0" h="500" w="561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1" name="Google Shape;8951;p75"/>
            <p:cNvSpPr/>
            <p:nvPr/>
          </p:nvSpPr>
          <p:spPr>
            <a:xfrm>
              <a:off x="1315625" y="3080850"/>
              <a:ext cx="13725" cy="12425"/>
            </a:xfrm>
            <a:custGeom>
              <a:rect b="b" l="l" r="r" t="t"/>
              <a:pathLst>
                <a:path extrusionOk="0" h="497" w="549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2" name="Google Shape;8952;p75"/>
            <p:cNvSpPr/>
            <p:nvPr/>
          </p:nvSpPr>
          <p:spPr>
            <a:xfrm>
              <a:off x="1229600" y="3113600"/>
              <a:ext cx="13125" cy="12650"/>
            </a:xfrm>
            <a:custGeom>
              <a:rect b="b" l="l" r="r" t="t"/>
              <a:pathLst>
                <a:path extrusionOk="0" h="506" w="525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3" name="Google Shape;8953;p75"/>
            <p:cNvSpPr/>
            <p:nvPr/>
          </p:nvSpPr>
          <p:spPr>
            <a:xfrm>
              <a:off x="1729075" y="3062625"/>
              <a:ext cx="13725" cy="12475"/>
            </a:xfrm>
            <a:custGeom>
              <a:rect b="b" l="l" r="r" t="t"/>
              <a:pathLst>
                <a:path extrusionOk="0" h="499" w="549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954" name="Google Shape;8954;p75"/>
          <p:cNvGrpSpPr/>
          <p:nvPr/>
        </p:nvGrpSpPr>
        <p:grpSpPr>
          <a:xfrm rot="10800000">
            <a:off x="6017225" y="131"/>
            <a:ext cx="14694314" cy="3809849"/>
            <a:chOff x="2582150" y="3714800"/>
            <a:chExt cx="2689050" cy="697200"/>
          </a:xfrm>
        </p:grpSpPr>
        <p:sp>
          <p:nvSpPr>
            <p:cNvPr id="8955" name="Google Shape;8955;p75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6" name="Google Shape;8956;p75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7" name="Google Shape;8957;p75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8" name="Google Shape;8958;p75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9" name="Google Shape;8959;p75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0" name="Google Shape;8960;p75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1" name="Google Shape;8961;p75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2" name="Google Shape;8962;p75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3" name="Google Shape;8963;p75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4" name="Google Shape;8964;p75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5" name="Google Shape;8965;p75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6" name="Google Shape;8966;p75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7" name="Google Shape;8967;p75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8" name="Google Shape;8968;p75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9" name="Google Shape;8969;p75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0" name="Google Shape;8970;p75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1" name="Google Shape;8971;p75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2" name="Google Shape;8972;p75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3" name="Google Shape;8973;p75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4" name="Google Shape;8974;p75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5" name="Google Shape;8975;p75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6" name="Google Shape;8976;p75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7" name="Google Shape;8977;p75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8" name="Google Shape;8978;p75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9" name="Google Shape;8979;p75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0" name="Google Shape;8980;p75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1" name="Google Shape;8981;p75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2" name="Google Shape;8982;p75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3" name="Google Shape;8983;p75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4" name="Google Shape;8984;p75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5" name="Google Shape;8985;p75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6" name="Google Shape;8986;p75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7" name="Google Shape;8987;p75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8" name="Google Shape;8988;p75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9" name="Google Shape;8989;p75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0" name="Google Shape;8990;p75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1" name="Google Shape;8991;p75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2" name="Google Shape;8992;p75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3" name="Google Shape;8993;p75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4" name="Google Shape;8994;p75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5" name="Google Shape;8995;p75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6" name="Google Shape;8996;p75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7" name="Google Shape;8997;p75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8" name="Google Shape;8998;p75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9" name="Google Shape;8999;p75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0" name="Google Shape;9000;p75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1" name="Google Shape;9001;p75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2" name="Google Shape;9002;p75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3" name="Google Shape;9003;p75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4" name="Google Shape;9004;p75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5" name="Google Shape;9005;p75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6" name="Google Shape;9006;p75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7" name="Google Shape;9007;p75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8" name="Google Shape;9008;p75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9" name="Google Shape;9009;p75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0" name="Google Shape;9010;p75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1" name="Google Shape;9011;p75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2" name="Google Shape;9012;p75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3" name="Google Shape;9013;p75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4" name="Google Shape;9014;p75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5" name="Google Shape;9015;p75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6" name="Google Shape;9016;p75"/>
          <p:cNvSpPr txBox="1"/>
          <p:nvPr>
            <p:ph type="title"/>
          </p:nvPr>
        </p:nvSpPr>
        <p:spPr>
          <a:xfrm>
            <a:off x="1659333" y="5158733"/>
            <a:ext cx="10532700" cy="41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9017" name="Google Shape;9017;p75"/>
          <p:cNvSpPr txBox="1"/>
          <p:nvPr>
            <p:ph idx="2" type="title"/>
          </p:nvPr>
        </p:nvSpPr>
        <p:spPr>
          <a:xfrm>
            <a:off x="1659333" y="2541933"/>
            <a:ext cx="13438500" cy="26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9018" name="Google Shape;9018;p75"/>
          <p:cNvSpPr txBox="1"/>
          <p:nvPr>
            <p:ph idx="1" type="subTitle"/>
          </p:nvPr>
        </p:nvSpPr>
        <p:spPr>
          <a:xfrm>
            <a:off x="1659333" y="9605200"/>
            <a:ext cx="13438500" cy="10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019" name="Shape 9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20" name="Google Shape;9020;p76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9021" name="Google Shape;9021;p76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2" name="Google Shape;9022;p76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3" name="Google Shape;9023;p76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4" name="Google Shape;9024;p76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5" name="Google Shape;9025;p76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6" name="Google Shape;9026;p76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7" name="Google Shape;9027;p76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8" name="Google Shape;9028;p76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9" name="Google Shape;9029;p76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0" name="Google Shape;9030;p76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1" name="Google Shape;9031;p76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2" name="Google Shape;9032;p76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3" name="Google Shape;9033;p76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4" name="Google Shape;9034;p76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5" name="Google Shape;9035;p76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6" name="Google Shape;9036;p76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7" name="Google Shape;9037;p76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8" name="Google Shape;9038;p76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9" name="Google Shape;9039;p76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040" name="Google Shape;9040;p76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9041" name="Google Shape;9041;p76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2" name="Google Shape;9042;p76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3" name="Google Shape;9043;p76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4" name="Google Shape;9044;p76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5" name="Google Shape;9045;p76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6" name="Google Shape;9046;p76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7" name="Google Shape;9047;p76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8" name="Google Shape;9048;p76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9" name="Google Shape;9049;p76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0" name="Google Shape;9050;p76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1" name="Google Shape;9051;p76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2" name="Google Shape;9052;p76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3" name="Google Shape;9053;p76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4" name="Google Shape;9054;p76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5" name="Google Shape;9055;p76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6" name="Google Shape;9056;p76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7" name="Google Shape;9057;p76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8" name="Google Shape;9058;p76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9" name="Google Shape;9059;p76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060" name="Google Shape;9060;p76"/>
          <p:cNvGrpSpPr/>
          <p:nvPr/>
        </p:nvGrpSpPr>
        <p:grpSpPr>
          <a:xfrm flipH="1" rot="10800000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9061" name="Google Shape;9061;p76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2" name="Google Shape;9062;p76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3" name="Google Shape;9063;p76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4" name="Google Shape;9064;p76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5" name="Google Shape;9065;p76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6" name="Google Shape;9066;p76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7" name="Google Shape;9067;p76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8" name="Google Shape;9068;p76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9" name="Google Shape;9069;p76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0" name="Google Shape;9070;p76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1" name="Google Shape;9071;p76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2" name="Google Shape;9072;p76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3" name="Google Shape;9073;p76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4" name="Google Shape;9074;p76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5" name="Google Shape;9075;p76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6" name="Google Shape;9076;p76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7" name="Google Shape;9077;p76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8" name="Google Shape;9078;p76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9" name="Google Shape;9079;p76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0" name="Google Shape;9080;p76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1" name="Google Shape;9081;p76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2" name="Google Shape;9082;p76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3" name="Google Shape;9083;p76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4" name="Google Shape;9084;p76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5" name="Google Shape;9085;p76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6" name="Google Shape;9086;p76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7" name="Google Shape;9087;p76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8" name="Google Shape;9088;p76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9" name="Google Shape;9089;p76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0" name="Google Shape;9090;p76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1" name="Google Shape;9091;p76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2" name="Google Shape;9092;p76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3" name="Google Shape;9093;p76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4" name="Google Shape;9094;p76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5" name="Google Shape;9095;p76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6" name="Google Shape;9096;p76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7" name="Google Shape;9097;p76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098" name="Google Shape;9098;p76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9099" name="Google Shape;9099;p76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0" name="Google Shape;9100;p76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1" name="Google Shape;9101;p76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2" name="Google Shape;9102;p76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3" name="Google Shape;9103;p76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4" name="Google Shape;9104;p76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5" name="Google Shape;9105;p76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6" name="Google Shape;9106;p76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7" name="Google Shape;9107;p76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8" name="Google Shape;9108;p76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9" name="Google Shape;9109;p76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0" name="Google Shape;9110;p76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1" name="Google Shape;9111;p76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2" name="Google Shape;9112;p76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3" name="Google Shape;9113;p76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4" name="Google Shape;9114;p76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5" name="Google Shape;9115;p76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6" name="Google Shape;9116;p76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7" name="Google Shape;9117;p76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8" name="Google Shape;9118;p76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9" name="Google Shape;9119;p76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0" name="Google Shape;9120;p76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1" name="Google Shape;9121;p76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2" name="Google Shape;9122;p76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3" name="Google Shape;9123;p76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4" name="Google Shape;9124;p76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5" name="Google Shape;9125;p76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6" name="Google Shape;9126;p76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7" name="Google Shape;9127;p76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8" name="Google Shape;9128;p76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9" name="Google Shape;9129;p76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0" name="Google Shape;9130;p76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1" name="Google Shape;9131;p76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2" name="Google Shape;9132;p76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3" name="Google Shape;9133;p76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4" name="Google Shape;9134;p76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5" name="Google Shape;9135;p76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36" name="Google Shape;9136;p76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9137" name="Google Shape;9137;p76"/>
          <p:cNvSpPr txBox="1"/>
          <p:nvPr>
            <p:ph idx="2" type="title"/>
          </p:nvPr>
        </p:nvSpPr>
        <p:spPr>
          <a:xfrm>
            <a:off x="4066996" y="7004518"/>
            <a:ext cx="7695300" cy="14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9138" name="Google Shape;9138;p76"/>
          <p:cNvSpPr txBox="1"/>
          <p:nvPr>
            <p:ph idx="3" type="title"/>
          </p:nvPr>
        </p:nvSpPr>
        <p:spPr>
          <a:xfrm>
            <a:off x="12621804" y="7004518"/>
            <a:ext cx="7695300" cy="14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9139" name="Google Shape;9139;p76"/>
          <p:cNvSpPr txBox="1"/>
          <p:nvPr>
            <p:ph idx="1" type="subTitle"/>
          </p:nvPr>
        </p:nvSpPr>
        <p:spPr>
          <a:xfrm>
            <a:off x="12621796" y="7854051"/>
            <a:ext cx="7695300" cy="26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b="0"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/>
        </p:txBody>
      </p:sp>
      <p:sp>
        <p:nvSpPr>
          <p:cNvPr id="9140" name="Google Shape;9140;p76"/>
          <p:cNvSpPr txBox="1"/>
          <p:nvPr>
            <p:ph idx="4" type="subTitle"/>
          </p:nvPr>
        </p:nvSpPr>
        <p:spPr>
          <a:xfrm>
            <a:off x="4066996" y="7854050"/>
            <a:ext cx="7695300" cy="26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b="0"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141" name="Shape 9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42" name="Google Shape;9142;p77"/>
          <p:cNvGrpSpPr/>
          <p:nvPr/>
        </p:nvGrpSpPr>
        <p:grpSpPr>
          <a:xfrm>
            <a:off x="13872167" y="10990127"/>
            <a:ext cx="10510959" cy="2725215"/>
            <a:chOff x="2582150" y="3714800"/>
            <a:chExt cx="2689050" cy="697200"/>
          </a:xfrm>
        </p:grpSpPr>
        <p:sp>
          <p:nvSpPr>
            <p:cNvPr id="9143" name="Google Shape;9143;p77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4" name="Google Shape;9144;p77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5" name="Google Shape;9145;p77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6" name="Google Shape;9146;p77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7" name="Google Shape;9147;p77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8" name="Google Shape;9148;p77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9" name="Google Shape;9149;p77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0" name="Google Shape;9150;p77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1" name="Google Shape;9151;p77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2" name="Google Shape;9152;p77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3" name="Google Shape;9153;p77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4" name="Google Shape;9154;p77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5" name="Google Shape;9155;p77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6" name="Google Shape;9156;p77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7" name="Google Shape;9157;p77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8" name="Google Shape;9158;p77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9" name="Google Shape;9159;p77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0" name="Google Shape;9160;p77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1" name="Google Shape;9161;p77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2" name="Google Shape;9162;p77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3" name="Google Shape;9163;p77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4" name="Google Shape;9164;p77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5" name="Google Shape;9165;p77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6" name="Google Shape;9166;p77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7" name="Google Shape;9167;p77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8" name="Google Shape;9168;p77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9" name="Google Shape;9169;p77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0" name="Google Shape;9170;p77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1" name="Google Shape;9171;p77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2" name="Google Shape;9172;p77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3" name="Google Shape;9173;p77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4" name="Google Shape;9174;p77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5" name="Google Shape;9175;p77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6" name="Google Shape;9176;p77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7" name="Google Shape;9177;p77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8" name="Google Shape;9178;p77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9" name="Google Shape;9179;p77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0" name="Google Shape;9180;p77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1" name="Google Shape;9181;p77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2" name="Google Shape;9182;p77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3" name="Google Shape;9183;p77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4" name="Google Shape;9184;p77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5" name="Google Shape;9185;p77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6" name="Google Shape;9186;p77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7" name="Google Shape;9187;p77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8" name="Google Shape;9188;p77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9" name="Google Shape;9189;p77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0" name="Google Shape;9190;p77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1" name="Google Shape;9191;p77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2" name="Google Shape;9192;p77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3" name="Google Shape;9193;p77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4" name="Google Shape;9194;p77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5" name="Google Shape;9195;p77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6" name="Google Shape;9196;p77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7" name="Google Shape;9197;p77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8" name="Google Shape;9198;p77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9" name="Google Shape;9199;p77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0" name="Google Shape;9200;p77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1" name="Google Shape;9201;p77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2" name="Google Shape;9202;p77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203" name="Google Shape;9203;p77"/>
          <p:cNvGrpSpPr/>
          <p:nvPr/>
        </p:nvGrpSpPr>
        <p:grpSpPr>
          <a:xfrm flipH="1">
            <a:off x="101" y="10990127"/>
            <a:ext cx="10510959" cy="2725215"/>
            <a:chOff x="2582150" y="3714800"/>
            <a:chExt cx="2689050" cy="697200"/>
          </a:xfrm>
        </p:grpSpPr>
        <p:sp>
          <p:nvSpPr>
            <p:cNvPr id="9204" name="Google Shape;9204;p77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5" name="Google Shape;9205;p77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6" name="Google Shape;9206;p77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7" name="Google Shape;9207;p77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8" name="Google Shape;9208;p77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9" name="Google Shape;9209;p77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0" name="Google Shape;9210;p77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1" name="Google Shape;9211;p77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2" name="Google Shape;9212;p77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3" name="Google Shape;9213;p77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4" name="Google Shape;9214;p77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5" name="Google Shape;9215;p77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6" name="Google Shape;9216;p77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7" name="Google Shape;9217;p77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8" name="Google Shape;9218;p77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9" name="Google Shape;9219;p77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0" name="Google Shape;9220;p77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1" name="Google Shape;9221;p77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2" name="Google Shape;9222;p77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3" name="Google Shape;9223;p77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4" name="Google Shape;9224;p77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5" name="Google Shape;9225;p77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6" name="Google Shape;9226;p77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7" name="Google Shape;9227;p77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8" name="Google Shape;9228;p77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9" name="Google Shape;9229;p77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0" name="Google Shape;9230;p77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1" name="Google Shape;9231;p77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2" name="Google Shape;9232;p77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3" name="Google Shape;9233;p77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4" name="Google Shape;9234;p77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5" name="Google Shape;9235;p77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6" name="Google Shape;9236;p77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7" name="Google Shape;9237;p77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8" name="Google Shape;9238;p77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9" name="Google Shape;9239;p77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0" name="Google Shape;9240;p77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1" name="Google Shape;9241;p77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2" name="Google Shape;9242;p77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3" name="Google Shape;9243;p77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4" name="Google Shape;9244;p77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5" name="Google Shape;9245;p77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6" name="Google Shape;9246;p77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7" name="Google Shape;9247;p77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8" name="Google Shape;9248;p77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9" name="Google Shape;9249;p77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0" name="Google Shape;9250;p77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1" name="Google Shape;9251;p77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2" name="Google Shape;9252;p77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3" name="Google Shape;9253;p77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4" name="Google Shape;9254;p77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5" name="Google Shape;9255;p77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6" name="Google Shape;9256;p77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7" name="Google Shape;9257;p77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8" name="Google Shape;9258;p77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9" name="Google Shape;9259;p77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0" name="Google Shape;9260;p77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1" name="Google Shape;9261;p77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2" name="Google Shape;9262;p77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3" name="Google Shape;9263;p77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264" name="Google Shape;9264;p77"/>
          <p:cNvGrpSpPr/>
          <p:nvPr/>
        </p:nvGrpSpPr>
        <p:grpSpPr>
          <a:xfrm rot="10800000">
            <a:off x="299" y="145"/>
            <a:ext cx="3056110" cy="3634109"/>
            <a:chOff x="3048875" y="2669025"/>
            <a:chExt cx="504550" cy="599975"/>
          </a:xfrm>
        </p:grpSpPr>
        <p:sp>
          <p:nvSpPr>
            <p:cNvPr id="9265" name="Google Shape;9265;p77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6" name="Google Shape;9266;p77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7" name="Google Shape;9267;p77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8" name="Google Shape;9268;p77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9" name="Google Shape;9269;p77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0" name="Google Shape;9270;p77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1" name="Google Shape;9271;p77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2" name="Google Shape;9272;p77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3" name="Google Shape;9273;p77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4" name="Google Shape;9274;p77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5" name="Google Shape;9275;p77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6" name="Google Shape;9276;p77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7" name="Google Shape;9277;p77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8" name="Google Shape;9278;p77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9" name="Google Shape;9279;p77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0" name="Google Shape;9280;p77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1" name="Google Shape;9281;p77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2" name="Google Shape;9282;p77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3" name="Google Shape;9283;p77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4" name="Google Shape;9284;p77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5" name="Google Shape;9285;p77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6" name="Google Shape;9286;p77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287" name="Google Shape;9287;p77"/>
          <p:cNvGrpSpPr/>
          <p:nvPr/>
        </p:nvGrpSpPr>
        <p:grpSpPr>
          <a:xfrm flipH="1" rot="10800000">
            <a:off x="21327119" y="145"/>
            <a:ext cx="3056110" cy="3634109"/>
            <a:chOff x="3048875" y="2669025"/>
            <a:chExt cx="504550" cy="599975"/>
          </a:xfrm>
        </p:grpSpPr>
        <p:sp>
          <p:nvSpPr>
            <p:cNvPr id="9288" name="Google Shape;9288;p77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9" name="Google Shape;9289;p77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0" name="Google Shape;9290;p77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1" name="Google Shape;9291;p77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2" name="Google Shape;9292;p77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3" name="Google Shape;9293;p77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4" name="Google Shape;9294;p77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5" name="Google Shape;9295;p77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6" name="Google Shape;9296;p77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7" name="Google Shape;9297;p77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8" name="Google Shape;9298;p77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9" name="Google Shape;9299;p77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0" name="Google Shape;9300;p77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1" name="Google Shape;9301;p77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2" name="Google Shape;9302;p77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3" name="Google Shape;9303;p77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4" name="Google Shape;9304;p77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5" name="Google Shape;9305;p77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6" name="Google Shape;9306;p77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7" name="Google Shape;9307;p77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8" name="Google Shape;9308;p77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9" name="Google Shape;9309;p77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310" name="Google Shape;9310;p77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311" name="Shape 9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12" name="Google Shape;9312;p78"/>
          <p:cNvGrpSpPr/>
          <p:nvPr/>
        </p:nvGrpSpPr>
        <p:grpSpPr>
          <a:xfrm rot="-5400000">
            <a:off x="14870407" y="-4017644"/>
            <a:ext cx="5557175" cy="13467982"/>
            <a:chOff x="5728375" y="1492875"/>
            <a:chExt cx="1308525" cy="3171250"/>
          </a:xfrm>
        </p:grpSpPr>
        <p:sp>
          <p:nvSpPr>
            <p:cNvPr id="9313" name="Google Shape;9313;p78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4" name="Google Shape;9314;p78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5" name="Google Shape;9315;p78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6" name="Google Shape;9316;p78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7" name="Google Shape;9317;p78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8" name="Google Shape;9318;p78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9" name="Google Shape;9319;p78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0" name="Google Shape;9320;p78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1" name="Google Shape;9321;p78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2" name="Google Shape;9322;p78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3" name="Google Shape;9323;p78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4" name="Google Shape;9324;p78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5" name="Google Shape;9325;p78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6" name="Google Shape;9326;p78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7" name="Google Shape;9327;p78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8" name="Google Shape;9328;p78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9" name="Google Shape;9329;p78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0" name="Google Shape;9330;p78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1" name="Google Shape;9331;p78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2" name="Google Shape;9332;p78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3" name="Google Shape;9333;p78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4" name="Google Shape;9334;p78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5" name="Google Shape;9335;p78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6" name="Google Shape;9336;p78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7" name="Google Shape;9337;p78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8" name="Google Shape;9338;p78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9" name="Google Shape;9339;p78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0" name="Google Shape;9340;p78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1" name="Google Shape;9341;p78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2" name="Google Shape;9342;p78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3" name="Google Shape;9343;p78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4" name="Google Shape;9344;p78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5" name="Google Shape;9345;p78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6" name="Google Shape;9346;p78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7" name="Google Shape;9347;p78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8" name="Google Shape;9348;p78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9" name="Google Shape;9349;p78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0" name="Google Shape;9350;p78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1" name="Google Shape;9351;p78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2" name="Google Shape;9352;p78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3" name="Google Shape;9353;p78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4" name="Google Shape;9354;p78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5" name="Google Shape;9355;p78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6" name="Google Shape;9356;p78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7" name="Google Shape;9357;p78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8" name="Google Shape;9358;p78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9" name="Google Shape;9359;p78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0" name="Google Shape;9360;p78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1" name="Google Shape;9361;p78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2" name="Google Shape;9362;p78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3" name="Google Shape;9363;p78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4" name="Google Shape;9364;p78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5" name="Google Shape;9365;p78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6" name="Google Shape;9366;p78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7" name="Google Shape;9367;p78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8" name="Google Shape;9368;p78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9" name="Google Shape;9369;p78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0" name="Google Shape;9370;p78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1" name="Google Shape;9371;p78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2" name="Google Shape;9372;p78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3" name="Google Shape;9373;p78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4" name="Google Shape;9374;p78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5" name="Google Shape;9375;p78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6" name="Google Shape;9376;p78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7" name="Google Shape;9377;p78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8" name="Google Shape;9378;p78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9" name="Google Shape;9379;p78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0" name="Google Shape;9380;p78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1" name="Google Shape;9381;p78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2" name="Google Shape;9382;p78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3" name="Google Shape;9383;p78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4" name="Google Shape;9384;p78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5" name="Google Shape;9385;p78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6" name="Google Shape;9386;p78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7" name="Google Shape;9387;p78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388" name="Google Shape;9388;p78"/>
          <p:cNvGrpSpPr/>
          <p:nvPr/>
        </p:nvGrpSpPr>
        <p:grpSpPr>
          <a:xfrm flipH="1">
            <a:off x="-1301" y="8158309"/>
            <a:ext cx="13427888" cy="5557339"/>
            <a:chOff x="4145150" y="2643900"/>
            <a:chExt cx="1914550" cy="792400"/>
          </a:xfrm>
        </p:grpSpPr>
        <p:sp>
          <p:nvSpPr>
            <p:cNvPr id="9389" name="Google Shape;9389;p78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0" name="Google Shape;9390;p78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1" name="Google Shape;9391;p78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2" name="Google Shape;9392;p78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3" name="Google Shape;9393;p78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4" name="Google Shape;9394;p78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5" name="Google Shape;9395;p78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6" name="Google Shape;9396;p78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7" name="Google Shape;9397;p78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8" name="Google Shape;9398;p78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9" name="Google Shape;9399;p78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0" name="Google Shape;9400;p78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1" name="Google Shape;9401;p78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2" name="Google Shape;9402;p78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3" name="Google Shape;9403;p78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4" name="Google Shape;9404;p78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5" name="Google Shape;9405;p78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6" name="Google Shape;9406;p78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7" name="Google Shape;9407;p78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8" name="Google Shape;9408;p78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9" name="Google Shape;9409;p78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0" name="Google Shape;9410;p78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1" name="Google Shape;9411;p78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2" name="Google Shape;9412;p78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3" name="Google Shape;9413;p78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4" name="Google Shape;9414;p78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5" name="Google Shape;9415;p78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6" name="Google Shape;9416;p78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7" name="Google Shape;9417;p78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8" name="Google Shape;9418;p78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9" name="Google Shape;9419;p78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0" name="Google Shape;9420;p78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1" name="Google Shape;9421;p78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2" name="Google Shape;9422;p78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3" name="Google Shape;9423;p78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4" name="Google Shape;9424;p78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5" name="Google Shape;9425;p78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6" name="Google Shape;9426;p78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7" name="Google Shape;9427;p78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8" name="Google Shape;9428;p78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9" name="Google Shape;9429;p78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0" name="Google Shape;9430;p78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1" name="Google Shape;9431;p78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2" name="Google Shape;9432;p78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3" name="Google Shape;9433;p78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4" name="Google Shape;9434;p78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5" name="Google Shape;9435;p78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6" name="Google Shape;9436;p78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7" name="Google Shape;9437;p78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8" name="Google Shape;9438;p78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9" name="Google Shape;9439;p78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0" name="Google Shape;9440;p78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1" name="Google Shape;9441;p78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2" name="Google Shape;9442;p78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3" name="Google Shape;9443;p78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4" name="Google Shape;9444;p78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5" name="Google Shape;9445;p78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6" name="Google Shape;9446;p78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7" name="Google Shape;9447;p78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8" name="Google Shape;9448;p78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9" name="Google Shape;9449;p78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0" name="Google Shape;9450;p78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451" name="Google Shape;9451;p78"/>
          <p:cNvSpPr txBox="1"/>
          <p:nvPr>
            <p:ph type="title"/>
          </p:nvPr>
        </p:nvSpPr>
        <p:spPr>
          <a:xfrm>
            <a:off x="2530633" y="3794045"/>
            <a:ext cx="10107900" cy="19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1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9452" name="Google Shape;9452;p78"/>
          <p:cNvSpPr txBox="1"/>
          <p:nvPr>
            <p:ph idx="1" type="subTitle"/>
          </p:nvPr>
        </p:nvSpPr>
        <p:spPr>
          <a:xfrm>
            <a:off x="2530633" y="6285933"/>
            <a:ext cx="10107900" cy="41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rgbClr val="999999"/>
              </a:buClr>
              <a:buSzPts val="1600"/>
              <a:buFont typeface="Open Sans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453" name="Shape 9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54" name="Google Shape;9454;p79"/>
          <p:cNvGrpSpPr/>
          <p:nvPr/>
        </p:nvGrpSpPr>
        <p:grpSpPr>
          <a:xfrm rot="10800000">
            <a:off x="101" y="-7"/>
            <a:ext cx="10510959" cy="2725215"/>
            <a:chOff x="2582150" y="3714800"/>
            <a:chExt cx="2689050" cy="697200"/>
          </a:xfrm>
        </p:grpSpPr>
        <p:sp>
          <p:nvSpPr>
            <p:cNvPr id="9455" name="Google Shape;9455;p79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6" name="Google Shape;9456;p79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7" name="Google Shape;9457;p79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8" name="Google Shape;9458;p79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9" name="Google Shape;9459;p79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0" name="Google Shape;9460;p79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1" name="Google Shape;9461;p79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2" name="Google Shape;9462;p79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3" name="Google Shape;9463;p79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4" name="Google Shape;9464;p79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5" name="Google Shape;9465;p79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6" name="Google Shape;9466;p79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7" name="Google Shape;9467;p79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8" name="Google Shape;9468;p79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9" name="Google Shape;9469;p79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0" name="Google Shape;9470;p79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1" name="Google Shape;9471;p79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2" name="Google Shape;9472;p79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3" name="Google Shape;9473;p79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4" name="Google Shape;9474;p79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5" name="Google Shape;9475;p79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6" name="Google Shape;9476;p79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7" name="Google Shape;9477;p79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8" name="Google Shape;9478;p79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9" name="Google Shape;9479;p79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0" name="Google Shape;9480;p79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1" name="Google Shape;9481;p79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2" name="Google Shape;9482;p79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3" name="Google Shape;9483;p79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4" name="Google Shape;9484;p79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5" name="Google Shape;9485;p79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6" name="Google Shape;9486;p79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7" name="Google Shape;9487;p79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8" name="Google Shape;9488;p79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9" name="Google Shape;9489;p79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0" name="Google Shape;9490;p79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1" name="Google Shape;9491;p79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2" name="Google Shape;9492;p79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3" name="Google Shape;9493;p79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4" name="Google Shape;9494;p79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5" name="Google Shape;9495;p79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6" name="Google Shape;9496;p79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7" name="Google Shape;9497;p79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8" name="Google Shape;9498;p79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9" name="Google Shape;9499;p79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0" name="Google Shape;9500;p79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1" name="Google Shape;9501;p79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2" name="Google Shape;9502;p79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3" name="Google Shape;9503;p79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4" name="Google Shape;9504;p79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5" name="Google Shape;9505;p79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6" name="Google Shape;9506;p79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7" name="Google Shape;9507;p79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8" name="Google Shape;9508;p79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9" name="Google Shape;9509;p79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0" name="Google Shape;9510;p79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1" name="Google Shape;9511;p79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2" name="Google Shape;9512;p79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3" name="Google Shape;9513;p79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4" name="Google Shape;9514;p79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15" name="Google Shape;9515;p79"/>
          <p:cNvGrpSpPr/>
          <p:nvPr/>
        </p:nvGrpSpPr>
        <p:grpSpPr>
          <a:xfrm flipH="1" rot="10800000">
            <a:off x="13872167" y="-7"/>
            <a:ext cx="10510959" cy="2725215"/>
            <a:chOff x="2582150" y="3714800"/>
            <a:chExt cx="2689050" cy="697200"/>
          </a:xfrm>
        </p:grpSpPr>
        <p:sp>
          <p:nvSpPr>
            <p:cNvPr id="9516" name="Google Shape;9516;p79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7" name="Google Shape;9517;p79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8" name="Google Shape;9518;p79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9" name="Google Shape;9519;p79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0" name="Google Shape;9520;p79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1" name="Google Shape;9521;p79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2" name="Google Shape;9522;p79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3" name="Google Shape;9523;p79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4" name="Google Shape;9524;p79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5" name="Google Shape;9525;p79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6" name="Google Shape;9526;p79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7" name="Google Shape;9527;p79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8" name="Google Shape;9528;p79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9" name="Google Shape;9529;p79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0" name="Google Shape;9530;p79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1" name="Google Shape;9531;p79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2" name="Google Shape;9532;p79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3" name="Google Shape;9533;p79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4" name="Google Shape;9534;p79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5" name="Google Shape;9535;p79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6" name="Google Shape;9536;p79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7" name="Google Shape;9537;p79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8" name="Google Shape;9538;p79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9" name="Google Shape;9539;p79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0" name="Google Shape;9540;p79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1" name="Google Shape;9541;p79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2" name="Google Shape;9542;p79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3" name="Google Shape;9543;p79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4" name="Google Shape;9544;p79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5" name="Google Shape;9545;p79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6" name="Google Shape;9546;p79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7" name="Google Shape;9547;p79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8" name="Google Shape;9548;p79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9" name="Google Shape;9549;p79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0" name="Google Shape;9550;p79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1" name="Google Shape;9551;p79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2" name="Google Shape;9552;p79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3" name="Google Shape;9553;p79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4" name="Google Shape;9554;p79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5" name="Google Shape;9555;p79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6" name="Google Shape;9556;p79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7" name="Google Shape;9557;p79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8" name="Google Shape;9558;p79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9" name="Google Shape;9559;p79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0" name="Google Shape;9560;p79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1" name="Google Shape;9561;p79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2" name="Google Shape;9562;p79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3" name="Google Shape;9563;p79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4" name="Google Shape;9564;p79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5" name="Google Shape;9565;p79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6" name="Google Shape;9566;p79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7" name="Google Shape;9567;p79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8" name="Google Shape;9568;p79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9" name="Google Shape;9569;p79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0" name="Google Shape;9570;p79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1" name="Google Shape;9571;p79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2" name="Google Shape;9572;p79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3" name="Google Shape;9573;p79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4" name="Google Shape;9574;p79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5" name="Google Shape;9575;p79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76" name="Google Shape;9576;p79"/>
          <p:cNvGrpSpPr/>
          <p:nvPr/>
        </p:nvGrpSpPr>
        <p:grpSpPr>
          <a:xfrm>
            <a:off x="-71" y="8752903"/>
            <a:ext cx="9815838" cy="4174626"/>
            <a:chOff x="889075" y="3382100"/>
            <a:chExt cx="2866775" cy="1219225"/>
          </a:xfrm>
        </p:grpSpPr>
        <p:sp>
          <p:nvSpPr>
            <p:cNvPr id="9577" name="Google Shape;9577;p79"/>
            <p:cNvSpPr/>
            <p:nvPr/>
          </p:nvSpPr>
          <p:spPr>
            <a:xfrm>
              <a:off x="2285400" y="4527175"/>
              <a:ext cx="133950" cy="42000"/>
            </a:xfrm>
            <a:custGeom>
              <a:rect b="b" l="l" r="r" t="t"/>
              <a:pathLst>
                <a:path extrusionOk="0" h="1680" w="5358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8" name="Google Shape;9578;p79"/>
            <p:cNvSpPr/>
            <p:nvPr/>
          </p:nvSpPr>
          <p:spPr>
            <a:xfrm>
              <a:off x="2429750" y="4527475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9" name="Google Shape;9579;p79"/>
            <p:cNvSpPr/>
            <p:nvPr/>
          </p:nvSpPr>
          <p:spPr>
            <a:xfrm>
              <a:off x="2111850" y="4560225"/>
              <a:ext cx="163750" cy="40800"/>
            </a:xfrm>
            <a:custGeom>
              <a:rect b="b" l="l" r="r" t="t"/>
              <a:pathLst>
                <a:path extrusionOk="0" h="1632" w="655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0" name="Google Shape;9580;p79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1" name="Google Shape;9581;p79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2" name="Google Shape;9582;p79"/>
            <p:cNvSpPr/>
            <p:nvPr/>
          </p:nvSpPr>
          <p:spPr>
            <a:xfrm>
              <a:off x="2428575" y="4525675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3" name="Google Shape;9583;p79"/>
            <p:cNvSpPr/>
            <p:nvPr/>
          </p:nvSpPr>
          <p:spPr>
            <a:xfrm>
              <a:off x="2426775" y="4524200"/>
              <a:ext cx="925" cy="925"/>
            </a:xfrm>
            <a:custGeom>
              <a:rect b="b" l="l" r="r" t="t"/>
              <a:pathLst>
                <a:path extrusionOk="0" h="37" w="37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4" name="Google Shape;9584;p79"/>
            <p:cNvSpPr/>
            <p:nvPr/>
          </p:nvSpPr>
          <p:spPr>
            <a:xfrm>
              <a:off x="2428275" y="4525400"/>
              <a:ext cx="325" cy="300"/>
            </a:xfrm>
            <a:custGeom>
              <a:rect b="b" l="l" r="r" t="t"/>
              <a:pathLst>
                <a:path extrusionOk="0" h="12" w="13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5" name="Google Shape;9585;p79"/>
            <p:cNvSpPr/>
            <p:nvPr/>
          </p:nvSpPr>
          <p:spPr>
            <a:xfrm>
              <a:off x="2115725" y="4376850"/>
              <a:ext cx="176250" cy="92600"/>
            </a:xfrm>
            <a:custGeom>
              <a:rect b="b" l="l" r="r" t="t"/>
              <a:pathLst>
                <a:path extrusionOk="0" h="3704" w="705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6" name="Google Shape;9586;p79"/>
            <p:cNvSpPr/>
            <p:nvPr/>
          </p:nvSpPr>
          <p:spPr>
            <a:xfrm>
              <a:off x="2300575" y="4463175"/>
              <a:ext cx="126525" cy="69375"/>
            </a:xfrm>
            <a:custGeom>
              <a:rect b="b" l="l" r="r" t="t"/>
              <a:pathLst>
                <a:path extrusionOk="0" h="2775" w="5061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7" name="Google Shape;9587;p79"/>
            <p:cNvSpPr/>
            <p:nvPr/>
          </p:nvSpPr>
          <p:spPr>
            <a:xfrm>
              <a:off x="1777600" y="4208100"/>
              <a:ext cx="336950" cy="170275"/>
            </a:xfrm>
            <a:custGeom>
              <a:rect b="b" l="l" r="r" t="t"/>
              <a:pathLst>
                <a:path extrusionOk="0" h="6811" w="13478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8" name="Google Shape;9588;p79"/>
            <p:cNvSpPr/>
            <p:nvPr/>
          </p:nvSpPr>
          <p:spPr>
            <a:xfrm>
              <a:off x="2429750" y="452717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9" name="Google Shape;9589;p79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0" name="Google Shape;9590;p79"/>
            <p:cNvSpPr/>
            <p:nvPr/>
          </p:nvSpPr>
          <p:spPr>
            <a:xfrm>
              <a:off x="2428575" y="4525400"/>
              <a:ext cx="25" cy="300"/>
            </a:xfrm>
            <a:custGeom>
              <a:rect b="b" l="l" r="r" t="t"/>
              <a:pathLst>
                <a:path extrusionOk="0" h="12" w="1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1" name="Google Shape;9591;p79"/>
            <p:cNvSpPr/>
            <p:nvPr/>
          </p:nvSpPr>
          <p:spPr>
            <a:xfrm>
              <a:off x="3679325" y="4491150"/>
              <a:ext cx="76525" cy="109875"/>
            </a:xfrm>
            <a:custGeom>
              <a:rect b="b" l="l" r="r" t="t"/>
              <a:pathLst>
                <a:path extrusionOk="0" h="4395" w="3061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2" name="Google Shape;9592;p79"/>
            <p:cNvSpPr/>
            <p:nvPr/>
          </p:nvSpPr>
          <p:spPr>
            <a:xfrm>
              <a:off x="3424225" y="4426275"/>
              <a:ext cx="150925" cy="98550"/>
            </a:xfrm>
            <a:custGeom>
              <a:rect b="b" l="l" r="r" t="t"/>
              <a:pathLst>
                <a:path extrusionOk="0" h="3942" w="6037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3" name="Google Shape;9593;p79"/>
            <p:cNvSpPr/>
            <p:nvPr/>
          </p:nvSpPr>
          <p:spPr>
            <a:xfrm>
              <a:off x="3171525" y="4426275"/>
              <a:ext cx="259275" cy="123550"/>
            </a:xfrm>
            <a:custGeom>
              <a:rect b="b" l="l" r="r" t="t"/>
              <a:pathLst>
                <a:path extrusionOk="0" h="4942" w="10371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4" name="Google Shape;9594;p79"/>
            <p:cNvSpPr/>
            <p:nvPr/>
          </p:nvSpPr>
          <p:spPr>
            <a:xfrm>
              <a:off x="3599850" y="4534025"/>
              <a:ext cx="100925" cy="67000"/>
            </a:xfrm>
            <a:custGeom>
              <a:rect b="b" l="l" r="r" t="t"/>
              <a:pathLst>
                <a:path extrusionOk="0" h="2680" w="4037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5" name="Google Shape;9595;p79"/>
            <p:cNvSpPr/>
            <p:nvPr/>
          </p:nvSpPr>
          <p:spPr>
            <a:xfrm>
              <a:off x="3456675" y="4539975"/>
              <a:ext cx="126825" cy="61050"/>
            </a:xfrm>
            <a:custGeom>
              <a:rect b="b" l="l" r="r" t="t"/>
              <a:pathLst>
                <a:path extrusionOk="0" h="2442" w="5073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6" name="Google Shape;9596;p79"/>
            <p:cNvSpPr/>
            <p:nvPr/>
          </p:nvSpPr>
          <p:spPr>
            <a:xfrm>
              <a:off x="3602825" y="4479850"/>
              <a:ext cx="91100" cy="56275"/>
            </a:xfrm>
            <a:custGeom>
              <a:rect b="b" l="l" r="r" t="t"/>
              <a:pathLst>
                <a:path extrusionOk="0" h="2251" w="3644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7" name="Google Shape;9597;p79"/>
            <p:cNvSpPr/>
            <p:nvPr/>
          </p:nvSpPr>
          <p:spPr>
            <a:xfrm>
              <a:off x="2987850" y="4144100"/>
              <a:ext cx="175650" cy="396800"/>
            </a:xfrm>
            <a:custGeom>
              <a:rect b="b" l="l" r="r" t="t"/>
              <a:pathLst>
                <a:path extrusionOk="0" h="15872" w="7026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8" name="Google Shape;9598;p79"/>
            <p:cNvSpPr/>
            <p:nvPr/>
          </p:nvSpPr>
          <p:spPr>
            <a:xfrm>
              <a:off x="3159900" y="4553675"/>
              <a:ext cx="31275" cy="47350"/>
            </a:xfrm>
            <a:custGeom>
              <a:rect b="b" l="l" r="r" t="t"/>
              <a:pathLst>
                <a:path extrusionOk="0" h="1894" w="1251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9" name="Google Shape;9599;p79"/>
            <p:cNvSpPr/>
            <p:nvPr/>
          </p:nvSpPr>
          <p:spPr>
            <a:xfrm>
              <a:off x="2998275" y="4539850"/>
              <a:ext cx="156900" cy="61175"/>
            </a:xfrm>
            <a:custGeom>
              <a:rect b="b" l="l" r="r" t="t"/>
              <a:pathLst>
                <a:path extrusionOk="0" h="2447" w="6276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0" name="Google Shape;9600;p79"/>
            <p:cNvSpPr/>
            <p:nvPr/>
          </p:nvSpPr>
          <p:spPr>
            <a:xfrm>
              <a:off x="2838450" y="4144100"/>
              <a:ext cx="147950" cy="456925"/>
            </a:xfrm>
            <a:custGeom>
              <a:rect b="b" l="l" r="r" t="t"/>
              <a:pathLst>
                <a:path extrusionOk="0" h="18277" w="5918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1" name="Google Shape;9601;p79"/>
            <p:cNvSpPr/>
            <p:nvPr/>
          </p:nvSpPr>
          <p:spPr>
            <a:xfrm>
              <a:off x="2418450" y="4523000"/>
              <a:ext cx="17875" cy="77425"/>
            </a:xfrm>
            <a:custGeom>
              <a:rect b="b" l="l" r="r" t="t"/>
              <a:pathLst>
                <a:path extrusionOk="0" h="3097" w="715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2" name="Google Shape;9602;p79"/>
            <p:cNvSpPr/>
            <p:nvPr/>
          </p:nvSpPr>
          <p:spPr>
            <a:xfrm>
              <a:off x="2269325" y="4231000"/>
              <a:ext cx="70575" cy="370025"/>
            </a:xfrm>
            <a:custGeom>
              <a:rect b="b" l="l" r="r" t="t"/>
              <a:pathLst>
                <a:path extrusionOk="0" h="14801" w="2823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3" name="Google Shape;9603;p79"/>
            <p:cNvSpPr/>
            <p:nvPr/>
          </p:nvSpPr>
          <p:spPr>
            <a:xfrm>
              <a:off x="1768950" y="4217025"/>
              <a:ext cx="178625" cy="268800"/>
            </a:xfrm>
            <a:custGeom>
              <a:rect b="b" l="l" r="r" t="t"/>
              <a:pathLst>
                <a:path extrusionOk="0" h="10752" w="7145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4" name="Google Shape;9604;p79"/>
            <p:cNvSpPr/>
            <p:nvPr/>
          </p:nvSpPr>
          <p:spPr>
            <a:xfrm>
              <a:off x="1949050" y="4488775"/>
              <a:ext cx="83350" cy="112250"/>
            </a:xfrm>
            <a:custGeom>
              <a:rect b="b" l="l" r="r" t="t"/>
              <a:pathLst>
                <a:path extrusionOk="0" h="4490" w="3334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5" name="Google Shape;9605;p79"/>
            <p:cNvSpPr/>
            <p:nvPr/>
          </p:nvSpPr>
          <p:spPr>
            <a:xfrm>
              <a:off x="1528150" y="4542950"/>
              <a:ext cx="62250" cy="58075"/>
            </a:xfrm>
            <a:custGeom>
              <a:rect b="b" l="l" r="r" t="t"/>
              <a:pathLst>
                <a:path extrusionOk="0" h="2323" w="249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6" name="Google Shape;9606;p79"/>
            <p:cNvSpPr/>
            <p:nvPr/>
          </p:nvSpPr>
          <p:spPr>
            <a:xfrm>
              <a:off x="1404925" y="4411375"/>
              <a:ext cx="121475" cy="132500"/>
            </a:xfrm>
            <a:custGeom>
              <a:rect b="b" l="l" r="r" t="t"/>
              <a:pathLst>
                <a:path extrusionOk="0" h="5300" w="4859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7" name="Google Shape;9607;p79"/>
            <p:cNvSpPr/>
            <p:nvPr/>
          </p:nvSpPr>
          <p:spPr>
            <a:xfrm>
              <a:off x="1219200" y="4222975"/>
              <a:ext cx="181275" cy="185450"/>
            </a:xfrm>
            <a:custGeom>
              <a:rect b="b" l="l" r="r" t="t"/>
              <a:pathLst>
                <a:path extrusionOk="0" h="7418" w="7251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8" name="Google Shape;9608;p79"/>
            <p:cNvSpPr/>
            <p:nvPr/>
          </p:nvSpPr>
          <p:spPr>
            <a:xfrm>
              <a:off x="1770450" y="4228325"/>
              <a:ext cx="568850" cy="372400"/>
            </a:xfrm>
            <a:custGeom>
              <a:rect b="b" l="l" r="r" t="t"/>
              <a:pathLst>
                <a:path extrusionOk="0" h="14896" w="22754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9" name="Google Shape;9609;p79"/>
            <p:cNvSpPr/>
            <p:nvPr/>
          </p:nvSpPr>
          <p:spPr>
            <a:xfrm>
              <a:off x="1757350" y="4183475"/>
              <a:ext cx="13125" cy="6775"/>
            </a:xfrm>
            <a:custGeom>
              <a:rect b="b" l="l" r="r" t="t"/>
              <a:pathLst>
                <a:path extrusionOk="0" h="271" w="525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0" name="Google Shape;9610;p79"/>
            <p:cNvSpPr/>
            <p:nvPr/>
          </p:nvSpPr>
          <p:spPr>
            <a:xfrm>
              <a:off x="1482325" y="4218800"/>
              <a:ext cx="269100" cy="382525"/>
            </a:xfrm>
            <a:custGeom>
              <a:rect b="b" l="l" r="r" t="t"/>
              <a:pathLst>
                <a:path extrusionOk="0" h="15301" w="10764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1" name="Google Shape;9611;p79"/>
            <p:cNvSpPr/>
            <p:nvPr/>
          </p:nvSpPr>
          <p:spPr>
            <a:xfrm>
              <a:off x="1045650" y="4224750"/>
              <a:ext cx="149150" cy="194700"/>
            </a:xfrm>
            <a:custGeom>
              <a:rect b="b" l="l" r="r" t="t"/>
              <a:pathLst>
                <a:path extrusionOk="0" h="7788" w="5966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2" name="Google Shape;9612;p79"/>
            <p:cNvSpPr/>
            <p:nvPr/>
          </p:nvSpPr>
          <p:spPr>
            <a:xfrm>
              <a:off x="892950" y="4416450"/>
              <a:ext cx="147075" cy="184575"/>
            </a:xfrm>
            <a:custGeom>
              <a:rect b="b" l="l" r="r" t="t"/>
              <a:pathLst>
                <a:path extrusionOk="0" h="7383" w="5883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3" name="Google Shape;9613;p79"/>
            <p:cNvSpPr/>
            <p:nvPr/>
          </p:nvSpPr>
          <p:spPr>
            <a:xfrm>
              <a:off x="1395700" y="4211350"/>
              <a:ext cx="354825" cy="200650"/>
            </a:xfrm>
            <a:custGeom>
              <a:rect b="b" l="l" r="r" t="t"/>
              <a:pathLst>
                <a:path extrusionOk="0" h="8026" w="14193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4" name="Google Shape;9614;p79"/>
            <p:cNvSpPr/>
            <p:nvPr/>
          </p:nvSpPr>
          <p:spPr>
            <a:xfrm>
              <a:off x="1092100" y="4407825"/>
              <a:ext cx="300350" cy="178900"/>
            </a:xfrm>
            <a:custGeom>
              <a:rect b="b" l="l" r="r" t="t"/>
              <a:pathLst>
                <a:path extrusionOk="0" h="7156" w="12014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5" name="Google Shape;9615;p79"/>
            <p:cNvSpPr/>
            <p:nvPr/>
          </p:nvSpPr>
          <p:spPr>
            <a:xfrm>
              <a:off x="1231100" y="4199750"/>
              <a:ext cx="516150" cy="14325"/>
            </a:xfrm>
            <a:custGeom>
              <a:rect b="b" l="l" r="r" t="t"/>
              <a:pathLst>
                <a:path extrusionOk="0" h="573" w="20646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6" name="Google Shape;9616;p79"/>
            <p:cNvSpPr/>
            <p:nvPr/>
          </p:nvSpPr>
          <p:spPr>
            <a:xfrm>
              <a:off x="889375" y="3382100"/>
              <a:ext cx="866225" cy="816200"/>
            </a:xfrm>
            <a:custGeom>
              <a:rect b="b" l="l" r="r" t="t"/>
              <a:pathLst>
                <a:path extrusionOk="0" h="32648" w="34649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7" name="Google Shape;9617;p79"/>
            <p:cNvSpPr/>
            <p:nvPr/>
          </p:nvSpPr>
          <p:spPr>
            <a:xfrm>
              <a:off x="953675" y="3873825"/>
              <a:ext cx="242625" cy="319700"/>
            </a:xfrm>
            <a:custGeom>
              <a:rect b="b" l="l" r="r" t="t"/>
              <a:pathLst>
                <a:path extrusionOk="0" h="12788" w="9705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8" name="Google Shape;9618;p79"/>
            <p:cNvSpPr/>
            <p:nvPr/>
          </p:nvSpPr>
          <p:spPr>
            <a:xfrm>
              <a:off x="1015000" y="4311375"/>
              <a:ext cx="67875" cy="261950"/>
            </a:xfrm>
            <a:custGeom>
              <a:rect b="b" l="l" r="r" t="t"/>
              <a:pathLst>
                <a:path extrusionOk="0" h="10478" w="2715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9" name="Google Shape;9619;p79"/>
            <p:cNvSpPr/>
            <p:nvPr/>
          </p:nvSpPr>
          <p:spPr>
            <a:xfrm>
              <a:off x="1011725" y="4302450"/>
              <a:ext cx="2100" cy="2700"/>
            </a:xfrm>
            <a:custGeom>
              <a:rect b="b" l="l" r="r" t="t"/>
              <a:pathLst>
                <a:path extrusionOk="0" h="108" w="84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0" name="Google Shape;9620;p79"/>
            <p:cNvSpPr/>
            <p:nvPr/>
          </p:nvSpPr>
          <p:spPr>
            <a:xfrm>
              <a:off x="919450" y="3886925"/>
              <a:ext cx="99725" cy="406625"/>
            </a:xfrm>
            <a:custGeom>
              <a:rect b="b" l="l" r="r" t="t"/>
              <a:pathLst>
                <a:path extrusionOk="0" h="16265" w="3989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1" name="Google Shape;9621;p79"/>
            <p:cNvSpPr/>
            <p:nvPr/>
          </p:nvSpPr>
          <p:spPr>
            <a:xfrm>
              <a:off x="889075" y="4214625"/>
              <a:ext cx="298000" cy="168500"/>
            </a:xfrm>
            <a:custGeom>
              <a:rect b="b" l="l" r="r" t="t"/>
              <a:pathLst>
                <a:path extrusionOk="0" h="6740" w="1192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2" name="Google Shape;9622;p79"/>
            <p:cNvSpPr/>
            <p:nvPr/>
          </p:nvSpPr>
          <p:spPr>
            <a:xfrm>
              <a:off x="889375" y="3623200"/>
              <a:ext cx="34550" cy="166100"/>
            </a:xfrm>
            <a:custGeom>
              <a:rect b="b" l="l" r="r" t="t"/>
              <a:pathLst>
                <a:path extrusionOk="0" h="6644" w="1382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3" name="Google Shape;9623;p79"/>
            <p:cNvSpPr/>
            <p:nvPr/>
          </p:nvSpPr>
          <p:spPr>
            <a:xfrm>
              <a:off x="889075" y="3786975"/>
              <a:ext cx="91725" cy="100275"/>
            </a:xfrm>
            <a:custGeom>
              <a:rect b="b" l="l" r="r" t="t"/>
              <a:pathLst>
                <a:path extrusionOk="0" h="4011" w="3669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4" name="Google Shape;9624;p79"/>
            <p:cNvSpPr/>
            <p:nvPr/>
          </p:nvSpPr>
          <p:spPr>
            <a:xfrm>
              <a:off x="3670975" y="4475375"/>
              <a:ext cx="17900" cy="18025"/>
            </a:xfrm>
            <a:custGeom>
              <a:rect b="b" l="l" r="r" t="t"/>
              <a:pathLst>
                <a:path extrusionOk="0" h="721" w="716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5" name="Google Shape;9625;p79"/>
            <p:cNvSpPr/>
            <p:nvPr/>
          </p:nvSpPr>
          <p:spPr>
            <a:xfrm>
              <a:off x="2319625" y="4195250"/>
              <a:ext cx="36625" cy="35925"/>
            </a:xfrm>
            <a:custGeom>
              <a:rect b="b" l="l" r="r" t="t"/>
              <a:pathLst>
                <a:path extrusionOk="0" h="1437" w="1465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6" name="Google Shape;9626;p79"/>
            <p:cNvSpPr/>
            <p:nvPr/>
          </p:nvSpPr>
          <p:spPr>
            <a:xfrm>
              <a:off x="1181675" y="4184500"/>
              <a:ext cx="50625" cy="49950"/>
            </a:xfrm>
            <a:custGeom>
              <a:rect b="b" l="l" r="r" t="t"/>
              <a:pathLst>
                <a:path extrusionOk="0" h="1998" w="2025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7" name="Google Shape;9627;p79"/>
            <p:cNvSpPr/>
            <p:nvPr/>
          </p:nvSpPr>
          <p:spPr>
            <a:xfrm>
              <a:off x="1061125" y="4571450"/>
              <a:ext cx="36050" cy="28975"/>
            </a:xfrm>
            <a:custGeom>
              <a:rect b="b" l="l" r="r" t="t"/>
              <a:pathLst>
                <a:path extrusionOk="0" h="1159" w="1442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8" name="Google Shape;9628;p79"/>
            <p:cNvSpPr/>
            <p:nvPr/>
          </p:nvSpPr>
          <p:spPr>
            <a:xfrm>
              <a:off x="1745750" y="4188500"/>
              <a:ext cx="36925" cy="35975"/>
            </a:xfrm>
            <a:custGeom>
              <a:rect b="b" l="l" r="r" t="t"/>
              <a:pathLst>
                <a:path extrusionOk="0" h="1439" w="1477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9" name="Google Shape;9629;p79"/>
            <p:cNvSpPr/>
            <p:nvPr/>
          </p:nvSpPr>
          <p:spPr>
            <a:xfrm>
              <a:off x="3568600" y="4511575"/>
              <a:ext cx="36025" cy="35350"/>
            </a:xfrm>
            <a:custGeom>
              <a:rect b="b" l="l" r="r" t="t"/>
              <a:pathLst>
                <a:path extrusionOk="0" h="1414" w="1441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0" name="Google Shape;9630;p79"/>
            <p:cNvSpPr/>
            <p:nvPr/>
          </p:nvSpPr>
          <p:spPr>
            <a:xfrm>
              <a:off x="2968800" y="4112475"/>
              <a:ext cx="37550" cy="35500"/>
            </a:xfrm>
            <a:custGeom>
              <a:rect b="b" l="l" r="r" t="t"/>
              <a:pathLst>
                <a:path extrusionOk="0" h="1420" w="1502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1" name="Google Shape;9631;p79"/>
            <p:cNvSpPr/>
            <p:nvPr/>
          </p:nvSpPr>
          <p:spPr>
            <a:xfrm>
              <a:off x="1008750" y="4285475"/>
              <a:ext cx="20850" cy="20875"/>
            </a:xfrm>
            <a:custGeom>
              <a:rect b="b" l="l" r="r" t="t"/>
              <a:pathLst>
                <a:path extrusionOk="0" h="835" w="834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2" name="Google Shape;9632;p79"/>
            <p:cNvSpPr/>
            <p:nvPr/>
          </p:nvSpPr>
          <p:spPr>
            <a:xfrm>
              <a:off x="1388550" y="4405125"/>
              <a:ext cx="20875" cy="20950"/>
            </a:xfrm>
            <a:custGeom>
              <a:rect b="b" l="l" r="r" t="t"/>
              <a:pathLst>
                <a:path extrusionOk="0" h="838" w="835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3" name="Google Shape;9633;p79"/>
            <p:cNvSpPr/>
            <p:nvPr/>
          </p:nvSpPr>
          <p:spPr>
            <a:xfrm>
              <a:off x="1214725" y="4506025"/>
              <a:ext cx="20850" cy="20900"/>
            </a:xfrm>
            <a:custGeom>
              <a:rect b="b" l="l" r="r" t="t"/>
              <a:pathLst>
                <a:path extrusionOk="0" h="836" w="834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4" name="Google Shape;9634;p79"/>
            <p:cNvSpPr/>
            <p:nvPr/>
          </p:nvSpPr>
          <p:spPr>
            <a:xfrm>
              <a:off x="2064225" y="4565550"/>
              <a:ext cx="21175" cy="20600"/>
            </a:xfrm>
            <a:custGeom>
              <a:rect b="b" l="l" r="r" t="t"/>
              <a:pathLst>
                <a:path extrusionOk="0" h="824" w="847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5" name="Google Shape;9635;p79"/>
            <p:cNvSpPr/>
            <p:nvPr/>
          </p:nvSpPr>
          <p:spPr>
            <a:xfrm>
              <a:off x="3153650" y="4535800"/>
              <a:ext cx="20875" cy="20900"/>
            </a:xfrm>
            <a:custGeom>
              <a:rect b="b" l="l" r="r" t="t"/>
              <a:pathLst>
                <a:path extrusionOk="0" h="836" w="835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6" name="Google Shape;9636;p79"/>
            <p:cNvSpPr/>
            <p:nvPr/>
          </p:nvSpPr>
          <p:spPr>
            <a:xfrm>
              <a:off x="1938625" y="4462425"/>
              <a:ext cx="21450" cy="20550"/>
            </a:xfrm>
            <a:custGeom>
              <a:rect b="b" l="l" r="r" t="t"/>
              <a:pathLst>
                <a:path extrusionOk="0" h="822" w="858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7" name="Google Shape;9637;p79"/>
            <p:cNvSpPr/>
            <p:nvPr/>
          </p:nvSpPr>
          <p:spPr>
            <a:xfrm>
              <a:off x="2063050" y="4381300"/>
              <a:ext cx="20850" cy="20650"/>
            </a:xfrm>
            <a:custGeom>
              <a:rect b="b" l="l" r="r" t="t"/>
              <a:pathLst>
                <a:path extrusionOk="0" h="826" w="834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638" name="Google Shape;9638;p79"/>
          <p:cNvGrpSpPr/>
          <p:nvPr/>
        </p:nvGrpSpPr>
        <p:grpSpPr>
          <a:xfrm flipH="1">
            <a:off x="14568196" y="8752903"/>
            <a:ext cx="9815838" cy="4174626"/>
            <a:chOff x="889075" y="3382100"/>
            <a:chExt cx="2866775" cy="1219225"/>
          </a:xfrm>
        </p:grpSpPr>
        <p:sp>
          <p:nvSpPr>
            <p:cNvPr id="9639" name="Google Shape;9639;p79"/>
            <p:cNvSpPr/>
            <p:nvPr/>
          </p:nvSpPr>
          <p:spPr>
            <a:xfrm>
              <a:off x="2285400" y="4527175"/>
              <a:ext cx="133950" cy="42000"/>
            </a:xfrm>
            <a:custGeom>
              <a:rect b="b" l="l" r="r" t="t"/>
              <a:pathLst>
                <a:path extrusionOk="0" h="1680" w="5358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0" name="Google Shape;9640;p79"/>
            <p:cNvSpPr/>
            <p:nvPr/>
          </p:nvSpPr>
          <p:spPr>
            <a:xfrm>
              <a:off x="2429750" y="4527475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1" name="Google Shape;9641;p79"/>
            <p:cNvSpPr/>
            <p:nvPr/>
          </p:nvSpPr>
          <p:spPr>
            <a:xfrm>
              <a:off x="2111850" y="4560225"/>
              <a:ext cx="163750" cy="40800"/>
            </a:xfrm>
            <a:custGeom>
              <a:rect b="b" l="l" r="r" t="t"/>
              <a:pathLst>
                <a:path extrusionOk="0" h="1632" w="655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2" name="Google Shape;9642;p79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3" name="Google Shape;9643;p79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4" name="Google Shape;9644;p79"/>
            <p:cNvSpPr/>
            <p:nvPr/>
          </p:nvSpPr>
          <p:spPr>
            <a:xfrm>
              <a:off x="2428575" y="4525675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5" name="Google Shape;9645;p79"/>
            <p:cNvSpPr/>
            <p:nvPr/>
          </p:nvSpPr>
          <p:spPr>
            <a:xfrm>
              <a:off x="2426775" y="4524200"/>
              <a:ext cx="925" cy="925"/>
            </a:xfrm>
            <a:custGeom>
              <a:rect b="b" l="l" r="r" t="t"/>
              <a:pathLst>
                <a:path extrusionOk="0" h="37" w="37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6" name="Google Shape;9646;p79"/>
            <p:cNvSpPr/>
            <p:nvPr/>
          </p:nvSpPr>
          <p:spPr>
            <a:xfrm>
              <a:off x="2428275" y="4525400"/>
              <a:ext cx="325" cy="300"/>
            </a:xfrm>
            <a:custGeom>
              <a:rect b="b" l="l" r="r" t="t"/>
              <a:pathLst>
                <a:path extrusionOk="0" h="12" w="13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7" name="Google Shape;9647;p79"/>
            <p:cNvSpPr/>
            <p:nvPr/>
          </p:nvSpPr>
          <p:spPr>
            <a:xfrm>
              <a:off x="2115725" y="4376850"/>
              <a:ext cx="176250" cy="92600"/>
            </a:xfrm>
            <a:custGeom>
              <a:rect b="b" l="l" r="r" t="t"/>
              <a:pathLst>
                <a:path extrusionOk="0" h="3704" w="705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8" name="Google Shape;9648;p79"/>
            <p:cNvSpPr/>
            <p:nvPr/>
          </p:nvSpPr>
          <p:spPr>
            <a:xfrm>
              <a:off x="2300575" y="4463175"/>
              <a:ext cx="126525" cy="69375"/>
            </a:xfrm>
            <a:custGeom>
              <a:rect b="b" l="l" r="r" t="t"/>
              <a:pathLst>
                <a:path extrusionOk="0" h="2775" w="5061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9" name="Google Shape;9649;p79"/>
            <p:cNvSpPr/>
            <p:nvPr/>
          </p:nvSpPr>
          <p:spPr>
            <a:xfrm>
              <a:off x="1777600" y="4208100"/>
              <a:ext cx="336950" cy="170275"/>
            </a:xfrm>
            <a:custGeom>
              <a:rect b="b" l="l" r="r" t="t"/>
              <a:pathLst>
                <a:path extrusionOk="0" h="6811" w="13478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0" name="Google Shape;9650;p79"/>
            <p:cNvSpPr/>
            <p:nvPr/>
          </p:nvSpPr>
          <p:spPr>
            <a:xfrm>
              <a:off x="2429750" y="452717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1" name="Google Shape;9651;p79"/>
            <p:cNvSpPr/>
            <p:nvPr/>
          </p:nvSpPr>
          <p:spPr>
            <a:xfrm>
              <a:off x="2427075" y="45242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2" name="Google Shape;9652;p79"/>
            <p:cNvSpPr/>
            <p:nvPr/>
          </p:nvSpPr>
          <p:spPr>
            <a:xfrm>
              <a:off x="2428575" y="4525400"/>
              <a:ext cx="25" cy="300"/>
            </a:xfrm>
            <a:custGeom>
              <a:rect b="b" l="l" r="r" t="t"/>
              <a:pathLst>
                <a:path extrusionOk="0" h="12" w="1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3" name="Google Shape;9653;p79"/>
            <p:cNvSpPr/>
            <p:nvPr/>
          </p:nvSpPr>
          <p:spPr>
            <a:xfrm>
              <a:off x="3679325" y="4491150"/>
              <a:ext cx="76525" cy="109875"/>
            </a:xfrm>
            <a:custGeom>
              <a:rect b="b" l="l" r="r" t="t"/>
              <a:pathLst>
                <a:path extrusionOk="0" h="4395" w="3061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4" name="Google Shape;9654;p79"/>
            <p:cNvSpPr/>
            <p:nvPr/>
          </p:nvSpPr>
          <p:spPr>
            <a:xfrm>
              <a:off x="3424225" y="4426275"/>
              <a:ext cx="150925" cy="98550"/>
            </a:xfrm>
            <a:custGeom>
              <a:rect b="b" l="l" r="r" t="t"/>
              <a:pathLst>
                <a:path extrusionOk="0" h="3942" w="6037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5" name="Google Shape;9655;p79"/>
            <p:cNvSpPr/>
            <p:nvPr/>
          </p:nvSpPr>
          <p:spPr>
            <a:xfrm>
              <a:off x="3171525" y="4426275"/>
              <a:ext cx="259275" cy="123550"/>
            </a:xfrm>
            <a:custGeom>
              <a:rect b="b" l="l" r="r" t="t"/>
              <a:pathLst>
                <a:path extrusionOk="0" h="4942" w="10371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6" name="Google Shape;9656;p79"/>
            <p:cNvSpPr/>
            <p:nvPr/>
          </p:nvSpPr>
          <p:spPr>
            <a:xfrm>
              <a:off x="3599850" y="4534025"/>
              <a:ext cx="100925" cy="67000"/>
            </a:xfrm>
            <a:custGeom>
              <a:rect b="b" l="l" r="r" t="t"/>
              <a:pathLst>
                <a:path extrusionOk="0" h="2680" w="4037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7" name="Google Shape;9657;p79"/>
            <p:cNvSpPr/>
            <p:nvPr/>
          </p:nvSpPr>
          <p:spPr>
            <a:xfrm>
              <a:off x="3456675" y="4539975"/>
              <a:ext cx="126825" cy="61050"/>
            </a:xfrm>
            <a:custGeom>
              <a:rect b="b" l="l" r="r" t="t"/>
              <a:pathLst>
                <a:path extrusionOk="0" h="2442" w="5073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8" name="Google Shape;9658;p79"/>
            <p:cNvSpPr/>
            <p:nvPr/>
          </p:nvSpPr>
          <p:spPr>
            <a:xfrm>
              <a:off x="3602825" y="4479850"/>
              <a:ext cx="91100" cy="56275"/>
            </a:xfrm>
            <a:custGeom>
              <a:rect b="b" l="l" r="r" t="t"/>
              <a:pathLst>
                <a:path extrusionOk="0" h="2251" w="3644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9" name="Google Shape;9659;p79"/>
            <p:cNvSpPr/>
            <p:nvPr/>
          </p:nvSpPr>
          <p:spPr>
            <a:xfrm>
              <a:off x="2987850" y="4144100"/>
              <a:ext cx="175650" cy="396800"/>
            </a:xfrm>
            <a:custGeom>
              <a:rect b="b" l="l" r="r" t="t"/>
              <a:pathLst>
                <a:path extrusionOk="0" h="15872" w="7026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0" name="Google Shape;9660;p79"/>
            <p:cNvSpPr/>
            <p:nvPr/>
          </p:nvSpPr>
          <p:spPr>
            <a:xfrm>
              <a:off x="3159900" y="4553675"/>
              <a:ext cx="31275" cy="47350"/>
            </a:xfrm>
            <a:custGeom>
              <a:rect b="b" l="l" r="r" t="t"/>
              <a:pathLst>
                <a:path extrusionOk="0" h="1894" w="1251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1" name="Google Shape;9661;p79"/>
            <p:cNvSpPr/>
            <p:nvPr/>
          </p:nvSpPr>
          <p:spPr>
            <a:xfrm>
              <a:off x="2998275" y="4539850"/>
              <a:ext cx="156900" cy="61175"/>
            </a:xfrm>
            <a:custGeom>
              <a:rect b="b" l="l" r="r" t="t"/>
              <a:pathLst>
                <a:path extrusionOk="0" h="2447" w="6276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2" name="Google Shape;9662;p79"/>
            <p:cNvSpPr/>
            <p:nvPr/>
          </p:nvSpPr>
          <p:spPr>
            <a:xfrm>
              <a:off x="2838450" y="4144100"/>
              <a:ext cx="147950" cy="456925"/>
            </a:xfrm>
            <a:custGeom>
              <a:rect b="b" l="l" r="r" t="t"/>
              <a:pathLst>
                <a:path extrusionOk="0" h="18277" w="5918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3" name="Google Shape;9663;p79"/>
            <p:cNvSpPr/>
            <p:nvPr/>
          </p:nvSpPr>
          <p:spPr>
            <a:xfrm>
              <a:off x="2418450" y="4523000"/>
              <a:ext cx="17875" cy="77425"/>
            </a:xfrm>
            <a:custGeom>
              <a:rect b="b" l="l" r="r" t="t"/>
              <a:pathLst>
                <a:path extrusionOk="0" h="3097" w="715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4" name="Google Shape;9664;p79"/>
            <p:cNvSpPr/>
            <p:nvPr/>
          </p:nvSpPr>
          <p:spPr>
            <a:xfrm>
              <a:off x="2269325" y="4231000"/>
              <a:ext cx="70575" cy="370025"/>
            </a:xfrm>
            <a:custGeom>
              <a:rect b="b" l="l" r="r" t="t"/>
              <a:pathLst>
                <a:path extrusionOk="0" h="14801" w="2823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5" name="Google Shape;9665;p79"/>
            <p:cNvSpPr/>
            <p:nvPr/>
          </p:nvSpPr>
          <p:spPr>
            <a:xfrm>
              <a:off x="1768950" y="4217025"/>
              <a:ext cx="178625" cy="268800"/>
            </a:xfrm>
            <a:custGeom>
              <a:rect b="b" l="l" r="r" t="t"/>
              <a:pathLst>
                <a:path extrusionOk="0" h="10752" w="7145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6" name="Google Shape;9666;p79"/>
            <p:cNvSpPr/>
            <p:nvPr/>
          </p:nvSpPr>
          <p:spPr>
            <a:xfrm>
              <a:off x="1949050" y="4488775"/>
              <a:ext cx="83350" cy="112250"/>
            </a:xfrm>
            <a:custGeom>
              <a:rect b="b" l="l" r="r" t="t"/>
              <a:pathLst>
                <a:path extrusionOk="0" h="4490" w="3334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7" name="Google Shape;9667;p79"/>
            <p:cNvSpPr/>
            <p:nvPr/>
          </p:nvSpPr>
          <p:spPr>
            <a:xfrm>
              <a:off x="1528150" y="4542950"/>
              <a:ext cx="62250" cy="58075"/>
            </a:xfrm>
            <a:custGeom>
              <a:rect b="b" l="l" r="r" t="t"/>
              <a:pathLst>
                <a:path extrusionOk="0" h="2323" w="249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8" name="Google Shape;9668;p79"/>
            <p:cNvSpPr/>
            <p:nvPr/>
          </p:nvSpPr>
          <p:spPr>
            <a:xfrm>
              <a:off x="1404925" y="4411375"/>
              <a:ext cx="121475" cy="132500"/>
            </a:xfrm>
            <a:custGeom>
              <a:rect b="b" l="l" r="r" t="t"/>
              <a:pathLst>
                <a:path extrusionOk="0" h="5300" w="4859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9" name="Google Shape;9669;p79"/>
            <p:cNvSpPr/>
            <p:nvPr/>
          </p:nvSpPr>
          <p:spPr>
            <a:xfrm>
              <a:off x="1219200" y="4222975"/>
              <a:ext cx="181275" cy="185450"/>
            </a:xfrm>
            <a:custGeom>
              <a:rect b="b" l="l" r="r" t="t"/>
              <a:pathLst>
                <a:path extrusionOk="0" h="7418" w="7251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0" name="Google Shape;9670;p79"/>
            <p:cNvSpPr/>
            <p:nvPr/>
          </p:nvSpPr>
          <p:spPr>
            <a:xfrm>
              <a:off x="1770450" y="4228325"/>
              <a:ext cx="568850" cy="372400"/>
            </a:xfrm>
            <a:custGeom>
              <a:rect b="b" l="l" r="r" t="t"/>
              <a:pathLst>
                <a:path extrusionOk="0" h="14896" w="22754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1" name="Google Shape;9671;p79"/>
            <p:cNvSpPr/>
            <p:nvPr/>
          </p:nvSpPr>
          <p:spPr>
            <a:xfrm>
              <a:off x="1757350" y="4183475"/>
              <a:ext cx="13125" cy="6775"/>
            </a:xfrm>
            <a:custGeom>
              <a:rect b="b" l="l" r="r" t="t"/>
              <a:pathLst>
                <a:path extrusionOk="0" h="271" w="525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2" name="Google Shape;9672;p79"/>
            <p:cNvSpPr/>
            <p:nvPr/>
          </p:nvSpPr>
          <p:spPr>
            <a:xfrm>
              <a:off x="1482325" y="4218800"/>
              <a:ext cx="269100" cy="382525"/>
            </a:xfrm>
            <a:custGeom>
              <a:rect b="b" l="l" r="r" t="t"/>
              <a:pathLst>
                <a:path extrusionOk="0" h="15301" w="10764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3" name="Google Shape;9673;p79"/>
            <p:cNvSpPr/>
            <p:nvPr/>
          </p:nvSpPr>
          <p:spPr>
            <a:xfrm>
              <a:off x="1045650" y="4224750"/>
              <a:ext cx="149150" cy="194700"/>
            </a:xfrm>
            <a:custGeom>
              <a:rect b="b" l="l" r="r" t="t"/>
              <a:pathLst>
                <a:path extrusionOk="0" h="7788" w="5966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4" name="Google Shape;9674;p79"/>
            <p:cNvSpPr/>
            <p:nvPr/>
          </p:nvSpPr>
          <p:spPr>
            <a:xfrm>
              <a:off x="892950" y="4416450"/>
              <a:ext cx="147075" cy="184575"/>
            </a:xfrm>
            <a:custGeom>
              <a:rect b="b" l="l" r="r" t="t"/>
              <a:pathLst>
                <a:path extrusionOk="0" h="7383" w="5883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5" name="Google Shape;9675;p79"/>
            <p:cNvSpPr/>
            <p:nvPr/>
          </p:nvSpPr>
          <p:spPr>
            <a:xfrm>
              <a:off x="1395700" y="4211350"/>
              <a:ext cx="354825" cy="200650"/>
            </a:xfrm>
            <a:custGeom>
              <a:rect b="b" l="l" r="r" t="t"/>
              <a:pathLst>
                <a:path extrusionOk="0" h="8026" w="14193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6" name="Google Shape;9676;p79"/>
            <p:cNvSpPr/>
            <p:nvPr/>
          </p:nvSpPr>
          <p:spPr>
            <a:xfrm>
              <a:off x="1092100" y="4407825"/>
              <a:ext cx="300350" cy="178900"/>
            </a:xfrm>
            <a:custGeom>
              <a:rect b="b" l="l" r="r" t="t"/>
              <a:pathLst>
                <a:path extrusionOk="0" h="7156" w="12014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7" name="Google Shape;9677;p79"/>
            <p:cNvSpPr/>
            <p:nvPr/>
          </p:nvSpPr>
          <p:spPr>
            <a:xfrm>
              <a:off x="1231100" y="4199750"/>
              <a:ext cx="516150" cy="14325"/>
            </a:xfrm>
            <a:custGeom>
              <a:rect b="b" l="l" r="r" t="t"/>
              <a:pathLst>
                <a:path extrusionOk="0" h="573" w="20646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8" name="Google Shape;9678;p79"/>
            <p:cNvSpPr/>
            <p:nvPr/>
          </p:nvSpPr>
          <p:spPr>
            <a:xfrm>
              <a:off x="889375" y="3382100"/>
              <a:ext cx="866225" cy="816200"/>
            </a:xfrm>
            <a:custGeom>
              <a:rect b="b" l="l" r="r" t="t"/>
              <a:pathLst>
                <a:path extrusionOk="0" h="32648" w="34649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9" name="Google Shape;9679;p79"/>
            <p:cNvSpPr/>
            <p:nvPr/>
          </p:nvSpPr>
          <p:spPr>
            <a:xfrm>
              <a:off x="953675" y="3873825"/>
              <a:ext cx="242625" cy="319700"/>
            </a:xfrm>
            <a:custGeom>
              <a:rect b="b" l="l" r="r" t="t"/>
              <a:pathLst>
                <a:path extrusionOk="0" h="12788" w="9705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0" name="Google Shape;9680;p79"/>
            <p:cNvSpPr/>
            <p:nvPr/>
          </p:nvSpPr>
          <p:spPr>
            <a:xfrm>
              <a:off x="1015000" y="4311375"/>
              <a:ext cx="67875" cy="261950"/>
            </a:xfrm>
            <a:custGeom>
              <a:rect b="b" l="l" r="r" t="t"/>
              <a:pathLst>
                <a:path extrusionOk="0" h="10478" w="2715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1" name="Google Shape;9681;p79"/>
            <p:cNvSpPr/>
            <p:nvPr/>
          </p:nvSpPr>
          <p:spPr>
            <a:xfrm>
              <a:off x="1011725" y="4302450"/>
              <a:ext cx="2100" cy="2700"/>
            </a:xfrm>
            <a:custGeom>
              <a:rect b="b" l="l" r="r" t="t"/>
              <a:pathLst>
                <a:path extrusionOk="0" h="108" w="84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2" name="Google Shape;9682;p79"/>
            <p:cNvSpPr/>
            <p:nvPr/>
          </p:nvSpPr>
          <p:spPr>
            <a:xfrm>
              <a:off x="919450" y="3886925"/>
              <a:ext cx="99725" cy="406625"/>
            </a:xfrm>
            <a:custGeom>
              <a:rect b="b" l="l" r="r" t="t"/>
              <a:pathLst>
                <a:path extrusionOk="0" h="16265" w="3989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3" name="Google Shape;9683;p79"/>
            <p:cNvSpPr/>
            <p:nvPr/>
          </p:nvSpPr>
          <p:spPr>
            <a:xfrm>
              <a:off x="889075" y="4214625"/>
              <a:ext cx="298000" cy="168500"/>
            </a:xfrm>
            <a:custGeom>
              <a:rect b="b" l="l" r="r" t="t"/>
              <a:pathLst>
                <a:path extrusionOk="0" h="6740" w="1192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4" name="Google Shape;9684;p79"/>
            <p:cNvSpPr/>
            <p:nvPr/>
          </p:nvSpPr>
          <p:spPr>
            <a:xfrm>
              <a:off x="889375" y="3623200"/>
              <a:ext cx="34550" cy="166100"/>
            </a:xfrm>
            <a:custGeom>
              <a:rect b="b" l="l" r="r" t="t"/>
              <a:pathLst>
                <a:path extrusionOk="0" h="6644" w="1382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5" name="Google Shape;9685;p79"/>
            <p:cNvSpPr/>
            <p:nvPr/>
          </p:nvSpPr>
          <p:spPr>
            <a:xfrm>
              <a:off x="889075" y="3786975"/>
              <a:ext cx="91725" cy="100275"/>
            </a:xfrm>
            <a:custGeom>
              <a:rect b="b" l="l" r="r" t="t"/>
              <a:pathLst>
                <a:path extrusionOk="0" h="4011" w="3669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6" name="Google Shape;9686;p79"/>
            <p:cNvSpPr/>
            <p:nvPr/>
          </p:nvSpPr>
          <p:spPr>
            <a:xfrm>
              <a:off x="3670975" y="4475375"/>
              <a:ext cx="17900" cy="18025"/>
            </a:xfrm>
            <a:custGeom>
              <a:rect b="b" l="l" r="r" t="t"/>
              <a:pathLst>
                <a:path extrusionOk="0" h="721" w="716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7" name="Google Shape;9687;p79"/>
            <p:cNvSpPr/>
            <p:nvPr/>
          </p:nvSpPr>
          <p:spPr>
            <a:xfrm>
              <a:off x="2319625" y="4195250"/>
              <a:ext cx="36625" cy="35925"/>
            </a:xfrm>
            <a:custGeom>
              <a:rect b="b" l="l" r="r" t="t"/>
              <a:pathLst>
                <a:path extrusionOk="0" h="1437" w="1465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8" name="Google Shape;9688;p79"/>
            <p:cNvSpPr/>
            <p:nvPr/>
          </p:nvSpPr>
          <p:spPr>
            <a:xfrm>
              <a:off x="1181675" y="4184500"/>
              <a:ext cx="50625" cy="49950"/>
            </a:xfrm>
            <a:custGeom>
              <a:rect b="b" l="l" r="r" t="t"/>
              <a:pathLst>
                <a:path extrusionOk="0" h="1998" w="2025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9" name="Google Shape;9689;p79"/>
            <p:cNvSpPr/>
            <p:nvPr/>
          </p:nvSpPr>
          <p:spPr>
            <a:xfrm>
              <a:off x="1061125" y="4571450"/>
              <a:ext cx="36050" cy="28975"/>
            </a:xfrm>
            <a:custGeom>
              <a:rect b="b" l="l" r="r" t="t"/>
              <a:pathLst>
                <a:path extrusionOk="0" h="1159" w="1442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0" name="Google Shape;9690;p79"/>
            <p:cNvSpPr/>
            <p:nvPr/>
          </p:nvSpPr>
          <p:spPr>
            <a:xfrm>
              <a:off x="1745750" y="4188500"/>
              <a:ext cx="36925" cy="35975"/>
            </a:xfrm>
            <a:custGeom>
              <a:rect b="b" l="l" r="r" t="t"/>
              <a:pathLst>
                <a:path extrusionOk="0" h="1439" w="1477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1" name="Google Shape;9691;p79"/>
            <p:cNvSpPr/>
            <p:nvPr/>
          </p:nvSpPr>
          <p:spPr>
            <a:xfrm>
              <a:off x="3568600" y="4511575"/>
              <a:ext cx="36025" cy="35350"/>
            </a:xfrm>
            <a:custGeom>
              <a:rect b="b" l="l" r="r" t="t"/>
              <a:pathLst>
                <a:path extrusionOk="0" h="1414" w="1441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2" name="Google Shape;9692;p79"/>
            <p:cNvSpPr/>
            <p:nvPr/>
          </p:nvSpPr>
          <p:spPr>
            <a:xfrm>
              <a:off x="2968800" y="4112475"/>
              <a:ext cx="37550" cy="35500"/>
            </a:xfrm>
            <a:custGeom>
              <a:rect b="b" l="l" r="r" t="t"/>
              <a:pathLst>
                <a:path extrusionOk="0" h="1420" w="1502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3" name="Google Shape;9693;p79"/>
            <p:cNvSpPr/>
            <p:nvPr/>
          </p:nvSpPr>
          <p:spPr>
            <a:xfrm>
              <a:off x="1008750" y="4285475"/>
              <a:ext cx="20850" cy="20875"/>
            </a:xfrm>
            <a:custGeom>
              <a:rect b="b" l="l" r="r" t="t"/>
              <a:pathLst>
                <a:path extrusionOk="0" h="835" w="834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4" name="Google Shape;9694;p79"/>
            <p:cNvSpPr/>
            <p:nvPr/>
          </p:nvSpPr>
          <p:spPr>
            <a:xfrm>
              <a:off x="1388550" y="4405125"/>
              <a:ext cx="20875" cy="20950"/>
            </a:xfrm>
            <a:custGeom>
              <a:rect b="b" l="l" r="r" t="t"/>
              <a:pathLst>
                <a:path extrusionOk="0" h="838" w="835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5" name="Google Shape;9695;p79"/>
            <p:cNvSpPr/>
            <p:nvPr/>
          </p:nvSpPr>
          <p:spPr>
            <a:xfrm>
              <a:off x="1214725" y="4506025"/>
              <a:ext cx="20850" cy="20900"/>
            </a:xfrm>
            <a:custGeom>
              <a:rect b="b" l="l" r="r" t="t"/>
              <a:pathLst>
                <a:path extrusionOk="0" h="836" w="834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6" name="Google Shape;9696;p79"/>
            <p:cNvSpPr/>
            <p:nvPr/>
          </p:nvSpPr>
          <p:spPr>
            <a:xfrm>
              <a:off x="2064225" y="4565550"/>
              <a:ext cx="21175" cy="20600"/>
            </a:xfrm>
            <a:custGeom>
              <a:rect b="b" l="l" r="r" t="t"/>
              <a:pathLst>
                <a:path extrusionOk="0" h="824" w="847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7" name="Google Shape;9697;p79"/>
            <p:cNvSpPr/>
            <p:nvPr/>
          </p:nvSpPr>
          <p:spPr>
            <a:xfrm>
              <a:off x="3153650" y="4535800"/>
              <a:ext cx="20875" cy="20900"/>
            </a:xfrm>
            <a:custGeom>
              <a:rect b="b" l="l" r="r" t="t"/>
              <a:pathLst>
                <a:path extrusionOk="0" h="836" w="835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8" name="Google Shape;9698;p79"/>
            <p:cNvSpPr/>
            <p:nvPr/>
          </p:nvSpPr>
          <p:spPr>
            <a:xfrm>
              <a:off x="1938625" y="4462425"/>
              <a:ext cx="21450" cy="20550"/>
            </a:xfrm>
            <a:custGeom>
              <a:rect b="b" l="l" r="r" t="t"/>
              <a:pathLst>
                <a:path extrusionOk="0" h="822" w="858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9" name="Google Shape;9699;p79"/>
            <p:cNvSpPr/>
            <p:nvPr/>
          </p:nvSpPr>
          <p:spPr>
            <a:xfrm>
              <a:off x="2063050" y="4381300"/>
              <a:ext cx="20850" cy="20650"/>
            </a:xfrm>
            <a:custGeom>
              <a:rect b="b" l="l" r="r" t="t"/>
              <a:pathLst>
                <a:path extrusionOk="0" h="826" w="834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700" name="Google Shape;9700;p79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1" name="Google Shape;9701;p79"/>
          <p:cNvSpPr txBox="1"/>
          <p:nvPr>
            <p:ph type="title"/>
          </p:nvPr>
        </p:nvSpPr>
        <p:spPr>
          <a:xfrm>
            <a:off x="2469067" y="3485600"/>
            <a:ext cx="19445700" cy="674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26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702" name="Shape 9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03" name="Google Shape;9703;p80"/>
          <p:cNvGrpSpPr/>
          <p:nvPr/>
        </p:nvGrpSpPr>
        <p:grpSpPr>
          <a:xfrm>
            <a:off x="13721406" y="18"/>
            <a:ext cx="10662615" cy="4142146"/>
            <a:chOff x="874500" y="1324100"/>
            <a:chExt cx="2298225" cy="892800"/>
          </a:xfrm>
        </p:grpSpPr>
        <p:sp>
          <p:nvSpPr>
            <p:cNvPr id="9704" name="Google Shape;9704;p80"/>
            <p:cNvSpPr/>
            <p:nvPr/>
          </p:nvSpPr>
          <p:spPr>
            <a:xfrm>
              <a:off x="3108700" y="1324100"/>
              <a:ext cx="64025" cy="42300"/>
            </a:xfrm>
            <a:custGeom>
              <a:rect b="b" l="l" r="r" t="t"/>
              <a:pathLst>
                <a:path extrusionOk="0" h="1692" w="2561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5" name="Google Shape;9705;p80"/>
            <p:cNvSpPr/>
            <p:nvPr/>
          </p:nvSpPr>
          <p:spPr>
            <a:xfrm>
              <a:off x="3100375" y="1324400"/>
              <a:ext cx="24425" cy="35450"/>
            </a:xfrm>
            <a:custGeom>
              <a:rect b="b" l="l" r="r" t="t"/>
              <a:pathLst>
                <a:path extrusionOk="0" h="1418" w="977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6" name="Google Shape;9706;p80"/>
            <p:cNvSpPr/>
            <p:nvPr/>
          </p:nvSpPr>
          <p:spPr>
            <a:xfrm>
              <a:off x="2658050" y="1324100"/>
              <a:ext cx="77725" cy="101225"/>
            </a:xfrm>
            <a:custGeom>
              <a:rect b="b" l="l" r="r" t="t"/>
              <a:pathLst>
                <a:path extrusionOk="0" h="4049" w="3109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7" name="Google Shape;9707;p80"/>
            <p:cNvSpPr/>
            <p:nvPr/>
          </p:nvSpPr>
          <p:spPr>
            <a:xfrm>
              <a:off x="3039950" y="1324100"/>
              <a:ext cx="46750" cy="37525"/>
            </a:xfrm>
            <a:custGeom>
              <a:rect b="b" l="l" r="r" t="t"/>
              <a:pathLst>
                <a:path extrusionOk="0" h="1501" w="187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8" name="Google Shape;9708;p80"/>
            <p:cNvSpPr/>
            <p:nvPr/>
          </p:nvSpPr>
          <p:spPr>
            <a:xfrm>
              <a:off x="3095625" y="1382750"/>
              <a:ext cx="10725" cy="6125"/>
            </a:xfrm>
            <a:custGeom>
              <a:rect b="b" l="l" r="r" t="t"/>
              <a:pathLst>
                <a:path extrusionOk="0" h="245" w="429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9" name="Google Shape;9709;p80"/>
            <p:cNvSpPr/>
            <p:nvPr/>
          </p:nvSpPr>
          <p:spPr>
            <a:xfrm>
              <a:off x="2519350" y="1324100"/>
              <a:ext cx="119375" cy="105400"/>
            </a:xfrm>
            <a:custGeom>
              <a:rect b="b" l="l" r="r" t="t"/>
              <a:pathLst>
                <a:path extrusionOk="0" h="4216" w="4775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0" name="Google Shape;9710;p80"/>
            <p:cNvSpPr/>
            <p:nvPr/>
          </p:nvSpPr>
          <p:spPr>
            <a:xfrm>
              <a:off x="2959575" y="1324400"/>
              <a:ext cx="127425" cy="44675"/>
            </a:xfrm>
            <a:custGeom>
              <a:rect b="b" l="l" r="r" t="t"/>
              <a:pathLst>
                <a:path extrusionOk="0" h="1787" w="5097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1" name="Google Shape;9711;p80"/>
            <p:cNvSpPr/>
            <p:nvPr/>
          </p:nvSpPr>
          <p:spPr>
            <a:xfrm>
              <a:off x="2669975" y="1368450"/>
              <a:ext cx="416425" cy="72950"/>
            </a:xfrm>
            <a:custGeom>
              <a:rect b="b" l="l" r="r" t="t"/>
              <a:pathLst>
                <a:path extrusionOk="0" h="2918" w="16657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2" name="Google Shape;9712;p80"/>
            <p:cNvSpPr/>
            <p:nvPr/>
          </p:nvSpPr>
          <p:spPr>
            <a:xfrm>
              <a:off x="2464575" y="1378875"/>
              <a:ext cx="629275" cy="804275"/>
            </a:xfrm>
            <a:custGeom>
              <a:rect b="b" l="l" r="r" t="t"/>
              <a:pathLst>
                <a:path extrusionOk="0" h="32171" w="25171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3" name="Google Shape;9713;p80"/>
            <p:cNvSpPr/>
            <p:nvPr/>
          </p:nvSpPr>
          <p:spPr>
            <a:xfrm>
              <a:off x="2489575" y="1454775"/>
              <a:ext cx="155400" cy="285775"/>
            </a:xfrm>
            <a:custGeom>
              <a:rect b="b" l="l" r="r" t="t"/>
              <a:pathLst>
                <a:path extrusionOk="0" h="11431" w="6216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4" name="Google Shape;9714;p80"/>
            <p:cNvSpPr/>
            <p:nvPr/>
          </p:nvSpPr>
          <p:spPr>
            <a:xfrm>
              <a:off x="2481850" y="1387200"/>
              <a:ext cx="1500" cy="2400"/>
            </a:xfrm>
            <a:custGeom>
              <a:rect b="b" l="l" r="r" t="t"/>
              <a:pathLst>
                <a:path extrusionOk="0" h="96" w="6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5" name="Google Shape;9715;p80"/>
            <p:cNvSpPr/>
            <p:nvPr/>
          </p:nvSpPr>
          <p:spPr>
            <a:xfrm>
              <a:off x="2482450" y="1324400"/>
              <a:ext cx="12225" cy="56575"/>
            </a:xfrm>
            <a:custGeom>
              <a:rect b="b" l="l" r="r" t="t"/>
              <a:pathLst>
                <a:path extrusionOk="0" h="2263" w="489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6" name="Google Shape;9716;p80"/>
            <p:cNvSpPr/>
            <p:nvPr/>
          </p:nvSpPr>
          <p:spPr>
            <a:xfrm>
              <a:off x="2461300" y="1397025"/>
              <a:ext cx="28600" cy="338450"/>
            </a:xfrm>
            <a:custGeom>
              <a:rect b="b" l="l" r="r" t="t"/>
              <a:pathLst>
                <a:path extrusionOk="0" h="13538" w="1144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7" name="Google Shape;9717;p80"/>
            <p:cNvSpPr/>
            <p:nvPr/>
          </p:nvSpPr>
          <p:spPr>
            <a:xfrm>
              <a:off x="2299675" y="1324400"/>
              <a:ext cx="333400" cy="114025"/>
            </a:xfrm>
            <a:custGeom>
              <a:rect b="b" l="l" r="r" t="t"/>
              <a:pathLst>
                <a:path extrusionOk="0" h="4561" w="13336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8" name="Google Shape;9718;p80"/>
            <p:cNvSpPr/>
            <p:nvPr/>
          </p:nvSpPr>
          <p:spPr>
            <a:xfrm>
              <a:off x="2163950" y="1324400"/>
              <a:ext cx="136950" cy="109550"/>
            </a:xfrm>
            <a:custGeom>
              <a:rect b="b" l="l" r="r" t="t"/>
              <a:pathLst>
                <a:path extrusionOk="0" h="4382" w="5478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9" name="Google Shape;9719;p80"/>
            <p:cNvSpPr/>
            <p:nvPr/>
          </p:nvSpPr>
          <p:spPr>
            <a:xfrm>
              <a:off x="1971375" y="1430950"/>
              <a:ext cx="188425" cy="158400"/>
            </a:xfrm>
            <a:custGeom>
              <a:rect b="b" l="l" r="r" t="t"/>
              <a:pathLst>
                <a:path extrusionOk="0" h="6336" w="7537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0" name="Google Shape;9720;p80"/>
            <p:cNvSpPr/>
            <p:nvPr/>
          </p:nvSpPr>
          <p:spPr>
            <a:xfrm>
              <a:off x="2269925" y="1742600"/>
              <a:ext cx="5075" cy="3000"/>
            </a:xfrm>
            <a:custGeom>
              <a:rect b="b" l="l" r="r" t="t"/>
              <a:pathLst>
                <a:path extrusionOk="0" h="120" w="203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1" name="Google Shape;9721;p80"/>
            <p:cNvSpPr/>
            <p:nvPr/>
          </p:nvSpPr>
          <p:spPr>
            <a:xfrm>
              <a:off x="2117800" y="1324100"/>
              <a:ext cx="141425" cy="365850"/>
            </a:xfrm>
            <a:custGeom>
              <a:rect b="b" l="l" r="r" t="t"/>
              <a:pathLst>
                <a:path extrusionOk="0" h="14634" w="5657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2" name="Google Shape;9722;p80"/>
            <p:cNvSpPr/>
            <p:nvPr/>
          </p:nvSpPr>
          <p:spPr>
            <a:xfrm>
              <a:off x="2450600" y="1814350"/>
              <a:ext cx="27100" cy="362275"/>
            </a:xfrm>
            <a:custGeom>
              <a:rect b="b" l="l" r="r" t="t"/>
              <a:pathLst>
                <a:path extrusionOk="0" h="14491" w="1084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3" name="Google Shape;9723;p80"/>
            <p:cNvSpPr/>
            <p:nvPr/>
          </p:nvSpPr>
          <p:spPr>
            <a:xfrm>
              <a:off x="2273475" y="1738150"/>
              <a:ext cx="176850" cy="439950"/>
            </a:xfrm>
            <a:custGeom>
              <a:rect b="b" l="l" r="r" t="t"/>
              <a:pathLst>
                <a:path extrusionOk="0" h="17598" w="7074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4" name="Google Shape;9724;p80"/>
            <p:cNvSpPr/>
            <p:nvPr/>
          </p:nvSpPr>
          <p:spPr>
            <a:xfrm>
              <a:off x="2293425" y="1714325"/>
              <a:ext cx="141725" cy="60150"/>
            </a:xfrm>
            <a:custGeom>
              <a:rect b="b" l="l" r="r" t="t"/>
              <a:pathLst>
                <a:path extrusionOk="0" h="2406" w="5669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5" name="Google Shape;9725;p80"/>
            <p:cNvSpPr/>
            <p:nvPr/>
          </p:nvSpPr>
          <p:spPr>
            <a:xfrm>
              <a:off x="1976725" y="1600625"/>
              <a:ext cx="267625" cy="103300"/>
            </a:xfrm>
            <a:custGeom>
              <a:rect b="b" l="l" r="r" t="t"/>
              <a:pathLst>
                <a:path extrusionOk="0" h="4132" w="10705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6" name="Google Shape;9726;p80"/>
            <p:cNvSpPr/>
            <p:nvPr/>
          </p:nvSpPr>
          <p:spPr>
            <a:xfrm>
              <a:off x="1969275" y="1610450"/>
              <a:ext cx="477475" cy="573900"/>
            </a:xfrm>
            <a:custGeom>
              <a:rect b="b" l="l" r="r" t="t"/>
              <a:pathLst>
                <a:path extrusionOk="0" h="22956" w="19099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7" name="Google Shape;9727;p80"/>
            <p:cNvSpPr/>
            <p:nvPr/>
          </p:nvSpPr>
          <p:spPr>
            <a:xfrm>
              <a:off x="1726400" y="1324400"/>
              <a:ext cx="224450" cy="261075"/>
            </a:xfrm>
            <a:custGeom>
              <a:rect b="b" l="l" r="r" t="t"/>
              <a:pathLst>
                <a:path extrusionOk="0" h="10443" w="8978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8" name="Google Shape;9728;p80"/>
            <p:cNvSpPr/>
            <p:nvPr/>
          </p:nvSpPr>
          <p:spPr>
            <a:xfrm>
              <a:off x="1592450" y="1416675"/>
              <a:ext cx="110450" cy="205100"/>
            </a:xfrm>
            <a:custGeom>
              <a:rect b="b" l="l" r="r" t="t"/>
              <a:pathLst>
                <a:path extrusionOk="0" h="8204" w="4418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9" name="Google Shape;9729;p80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0" name="Google Shape;9730;p80"/>
            <p:cNvSpPr/>
            <p:nvPr/>
          </p:nvSpPr>
          <p:spPr>
            <a:xfrm>
              <a:off x="1593350" y="1324400"/>
              <a:ext cx="59850" cy="58675"/>
            </a:xfrm>
            <a:custGeom>
              <a:rect b="b" l="l" r="r" t="t"/>
              <a:pathLst>
                <a:path extrusionOk="0" h="2347" w="2394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1" name="Google Shape;9731;p80"/>
            <p:cNvSpPr/>
            <p:nvPr/>
          </p:nvSpPr>
          <p:spPr>
            <a:xfrm>
              <a:off x="134510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2" name="Google Shape;9732;p80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3" name="Google Shape;9733;p80"/>
            <p:cNvSpPr/>
            <p:nvPr/>
          </p:nvSpPr>
          <p:spPr>
            <a:xfrm>
              <a:off x="1354625" y="1406550"/>
              <a:ext cx="219700" cy="254225"/>
            </a:xfrm>
            <a:custGeom>
              <a:rect b="b" l="l" r="r" t="t"/>
              <a:pathLst>
                <a:path extrusionOk="0" h="10169" w="8788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4" name="Google Shape;9734;p80"/>
            <p:cNvSpPr/>
            <p:nvPr/>
          </p:nvSpPr>
          <p:spPr>
            <a:xfrm>
              <a:off x="1345700" y="1669675"/>
              <a:ext cx="600" cy="325"/>
            </a:xfrm>
            <a:custGeom>
              <a:rect b="b" l="l" r="r" t="t"/>
              <a:pathLst>
                <a:path extrusionOk="0" h="13" w="24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5" name="Google Shape;9735;p80"/>
            <p:cNvSpPr/>
            <p:nvPr/>
          </p:nvSpPr>
          <p:spPr>
            <a:xfrm>
              <a:off x="1348675" y="1635750"/>
              <a:ext cx="339650" cy="34250"/>
            </a:xfrm>
            <a:custGeom>
              <a:rect b="b" l="l" r="r" t="t"/>
              <a:pathLst>
                <a:path extrusionOk="0" h="1370" w="13586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6" name="Google Shape;9736;p80"/>
            <p:cNvSpPr/>
            <p:nvPr/>
          </p:nvSpPr>
          <p:spPr>
            <a:xfrm>
              <a:off x="1346575" y="1669975"/>
              <a:ext cx="1225" cy="625"/>
            </a:xfrm>
            <a:custGeom>
              <a:rect b="b" l="l" r="r" t="t"/>
              <a:pathLst>
                <a:path extrusionOk="0" h="25" w="49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7" name="Google Shape;9737;p80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8" name="Google Shape;9738;p80"/>
            <p:cNvSpPr/>
            <p:nvPr/>
          </p:nvSpPr>
          <p:spPr>
            <a:xfrm>
              <a:off x="1345100" y="16693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9" name="Google Shape;9739;p80"/>
            <p:cNvSpPr/>
            <p:nvPr/>
          </p:nvSpPr>
          <p:spPr>
            <a:xfrm>
              <a:off x="1349275" y="1670125"/>
              <a:ext cx="300" cy="475"/>
            </a:xfrm>
            <a:custGeom>
              <a:rect b="b" l="l" r="r" t="t"/>
              <a:pathLst>
                <a:path extrusionOk="0" h="19" w="12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0" name="Google Shape;9740;p80"/>
            <p:cNvSpPr/>
            <p:nvPr/>
          </p:nvSpPr>
          <p:spPr>
            <a:xfrm>
              <a:off x="1351050" y="16690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1" name="Google Shape;9741;p80"/>
            <p:cNvSpPr/>
            <p:nvPr/>
          </p:nvSpPr>
          <p:spPr>
            <a:xfrm>
              <a:off x="992675" y="1324400"/>
              <a:ext cx="353050" cy="345000"/>
            </a:xfrm>
            <a:custGeom>
              <a:rect b="b" l="l" r="r" t="t"/>
              <a:pathLst>
                <a:path extrusionOk="0" h="13800" w="14122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2" name="Google Shape;9742;p80"/>
            <p:cNvSpPr/>
            <p:nvPr/>
          </p:nvSpPr>
          <p:spPr>
            <a:xfrm>
              <a:off x="1346275" y="1669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3" name="Google Shape;9743;p80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4" name="Google Shape;9744;p80"/>
            <p:cNvSpPr/>
            <p:nvPr/>
          </p:nvSpPr>
          <p:spPr>
            <a:xfrm>
              <a:off x="135105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5" name="Google Shape;9745;p80"/>
            <p:cNvSpPr/>
            <p:nvPr/>
          </p:nvSpPr>
          <p:spPr>
            <a:xfrm>
              <a:off x="1351950" y="166760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6" name="Google Shape;9746;p80"/>
            <p:cNvSpPr/>
            <p:nvPr/>
          </p:nvSpPr>
          <p:spPr>
            <a:xfrm>
              <a:off x="1343300" y="1324400"/>
              <a:ext cx="127425" cy="346500"/>
            </a:xfrm>
            <a:custGeom>
              <a:rect b="b" l="l" r="r" t="t"/>
              <a:pathLst>
                <a:path extrusionOk="0" h="13860" w="5097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7" name="Google Shape;9747;p80"/>
            <p:cNvSpPr/>
            <p:nvPr/>
          </p:nvSpPr>
          <p:spPr>
            <a:xfrm>
              <a:off x="2236875" y="1685475"/>
              <a:ext cx="58075" cy="57750"/>
            </a:xfrm>
            <a:custGeom>
              <a:rect b="b" l="l" r="r" t="t"/>
              <a:pathLst>
                <a:path extrusionOk="0" h="2310" w="2323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8" name="Google Shape;9748;p80"/>
            <p:cNvSpPr/>
            <p:nvPr/>
          </p:nvSpPr>
          <p:spPr>
            <a:xfrm>
              <a:off x="2434225" y="1733500"/>
              <a:ext cx="85450" cy="81450"/>
            </a:xfrm>
            <a:custGeom>
              <a:rect b="b" l="l" r="r" t="t"/>
              <a:pathLst>
                <a:path extrusionOk="0" h="3258" w="3418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9" name="Google Shape;9749;p80"/>
            <p:cNvSpPr/>
            <p:nvPr/>
          </p:nvSpPr>
          <p:spPr>
            <a:xfrm>
              <a:off x="2630075" y="1418625"/>
              <a:ext cx="41100" cy="40925"/>
            </a:xfrm>
            <a:custGeom>
              <a:rect b="b" l="l" r="r" t="t"/>
              <a:pathLst>
                <a:path extrusionOk="0" h="1637" w="1644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0" name="Google Shape;9750;p80"/>
            <p:cNvSpPr/>
            <p:nvPr/>
          </p:nvSpPr>
          <p:spPr>
            <a:xfrm>
              <a:off x="2338375" y="1395450"/>
              <a:ext cx="32475" cy="28775"/>
            </a:xfrm>
            <a:custGeom>
              <a:rect b="b" l="l" r="r" t="t"/>
              <a:pathLst>
                <a:path extrusionOk="0" h="1151" w="1299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1" name="Google Shape;9751;p80"/>
            <p:cNvSpPr/>
            <p:nvPr/>
          </p:nvSpPr>
          <p:spPr>
            <a:xfrm>
              <a:off x="3084300" y="1355525"/>
              <a:ext cx="30375" cy="29150"/>
            </a:xfrm>
            <a:custGeom>
              <a:rect b="b" l="l" r="r" t="t"/>
              <a:pathLst>
                <a:path extrusionOk="0" h="1166" w="1215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2" name="Google Shape;9752;p80"/>
            <p:cNvSpPr/>
            <p:nvPr/>
          </p:nvSpPr>
          <p:spPr>
            <a:xfrm>
              <a:off x="1937425" y="1579200"/>
              <a:ext cx="42300" cy="40575"/>
            </a:xfrm>
            <a:custGeom>
              <a:rect b="b" l="l" r="r" t="t"/>
              <a:pathLst>
                <a:path extrusionOk="0" h="1623" w="1692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3" name="Google Shape;9753;p80"/>
            <p:cNvSpPr/>
            <p:nvPr/>
          </p:nvSpPr>
          <p:spPr>
            <a:xfrm>
              <a:off x="2435125" y="2175825"/>
              <a:ext cx="44075" cy="41075"/>
            </a:xfrm>
            <a:custGeom>
              <a:rect b="b" l="l" r="r" t="t"/>
              <a:pathLst>
                <a:path extrusionOk="0" h="1643" w="1763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4" name="Google Shape;9754;p80"/>
            <p:cNvSpPr/>
            <p:nvPr/>
          </p:nvSpPr>
          <p:spPr>
            <a:xfrm>
              <a:off x="874500" y="1324400"/>
              <a:ext cx="61050" cy="39475"/>
            </a:xfrm>
            <a:custGeom>
              <a:rect b="b" l="l" r="r" t="t"/>
              <a:pathLst>
                <a:path extrusionOk="0" h="1579" w="2442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5" name="Google Shape;9755;p80"/>
            <p:cNvSpPr/>
            <p:nvPr/>
          </p:nvSpPr>
          <p:spPr>
            <a:xfrm>
              <a:off x="1687100" y="1615750"/>
              <a:ext cx="48250" cy="45975"/>
            </a:xfrm>
            <a:custGeom>
              <a:rect b="b" l="l" r="r" t="t"/>
              <a:pathLst>
                <a:path extrusionOk="0" h="1839" w="193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6" name="Google Shape;9756;p80"/>
            <p:cNvSpPr/>
            <p:nvPr/>
          </p:nvSpPr>
          <p:spPr>
            <a:xfrm>
              <a:off x="2480650" y="1385525"/>
              <a:ext cx="17900" cy="16475"/>
            </a:xfrm>
            <a:custGeom>
              <a:rect b="b" l="l" r="r" t="t"/>
              <a:pathLst>
                <a:path extrusionOk="0" h="659" w="716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7" name="Google Shape;9757;p80"/>
            <p:cNvSpPr/>
            <p:nvPr/>
          </p:nvSpPr>
          <p:spPr>
            <a:xfrm>
              <a:off x="1565650" y="1378450"/>
              <a:ext cx="45875" cy="41525"/>
            </a:xfrm>
            <a:custGeom>
              <a:rect b="b" l="l" r="r" t="t"/>
              <a:pathLst>
                <a:path extrusionOk="0" h="1661" w="1835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58" name="Google Shape;9758;p80"/>
          <p:cNvGrpSpPr/>
          <p:nvPr/>
        </p:nvGrpSpPr>
        <p:grpSpPr>
          <a:xfrm flipH="1">
            <a:off x="94" y="6692326"/>
            <a:ext cx="9769102" cy="7023469"/>
            <a:chOff x="-66598" y="5832282"/>
            <a:chExt cx="2812790" cy="2022248"/>
          </a:xfrm>
        </p:grpSpPr>
        <p:sp>
          <p:nvSpPr>
            <p:cNvPr id="9759" name="Google Shape;9759;p80"/>
            <p:cNvSpPr/>
            <p:nvPr/>
          </p:nvSpPr>
          <p:spPr>
            <a:xfrm>
              <a:off x="328475" y="7378484"/>
              <a:ext cx="465911" cy="321630"/>
            </a:xfrm>
            <a:custGeom>
              <a:rect b="b" l="l" r="r" t="t"/>
              <a:pathLst>
                <a:path extrusionOk="0" h="5680" w="8228">
                  <a:moveTo>
                    <a:pt x="8109" y="1"/>
                  </a:moveTo>
                  <a:lnTo>
                    <a:pt x="1" y="5537"/>
                  </a:lnTo>
                  <a:lnTo>
                    <a:pt x="310" y="5680"/>
                  </a:lnTo>
                  <a:lnTo>
                    <a:pt x="8204" y="274"/>
                  </a:lnTo>
                  <a:lnTo>
                    <a:pt x="8228" y="215"/>
                  </a:lnTo>
                  <a:cubicBezTo>
                    <a:pt x="8168" y="155"/>
                    <a:pt x="8121" y="84"/>
                    <a:pt x="810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0" name="Google Shape;9760;p80"/>
            <p:cNvSpPr/>
            <p:nvPr/>
          </p:nvSpPr>
          <p:spPr>
            <a:xfrm>
              <a:off x="89800" y="7701417"/>
              <a:ext cx="239411" cy="152435"/>
            </a:xfrm>
            <a:custGeom>
              <a:rect b="b" l="l" r="r" t="t"/>
              <a:pathLst>
                <a:path extrusionOk="0" h="2692" w="4228">
                  <a:moveTo>
                    <a:pt x="3918" y="1"/>
                  </a:moveTo>
                  <a:lnTo>
                    <a:pt x="1" y="2691"/>
                  </a:lnTo>
                  <a:lnTo>
                    <a:pt x="525" y="2691"/>
                  </a:lnTo>
                  <a:lnTo>
                    <a:pt x="4227" y="155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1" name="Google Shape;9761;p80"/>
            <p:cNvSpPr/>
            <p:nvPr/>
          </p:nvSpPr>
          <p:spPr>
            <a:xfrm>
              <a:off x="-35568" y="7531542"/>
              <a:ext cx="118007" cy="322310"/>
            </a:xfrm>
            <a:custGeom>
              <a:rect b="b" l="l" r="r" t="t"/>
              <a:pathLst>
                <a:path extrusionOk="0" h="5692" w="2084">
                  <a:moveTo>
                    <a:pt x="0" y="0"/>
                  </a:moveTo>
                  <a:lnTo>
                    <a:pt x="0" y="0"/>
                  </a:lnTo>
                  <a:cubicBezTo>
                    <a:pt x="0" y="23"/>
                    <a:pt x="6" y="46"/>
                    <a:pt x="21" y="67"/>
                  </a:cubicBezTo>
                  <a:lnTo>
                    <a:pt x="21" y="67"/>
                  </a:lnTo>
                  <a:lnTo>
                    <a:pt x="0" y="0"/>
                  </a:lnTo>
                  <a:close/>
                  <a:moveTo>
                    <a:pt x="21" y="67"/>
                  </a:moveTo>
                  <a:lnTo>
                    <a:pt x="1774" y="5691"/>
                  </a:lnTo>
                  <a:lnTo>
                    <a:pt x="2084" y="5691"/>
                  </a:lnTo>
                  <a:lnTo>
                    <a:pt x="405" y="274"/>
                  </a:lnTo>
                  <a:lnTo>
                    <a:pt x="107" y="119"/>
                  </a:lnTo>
                  <a:cubicBezTo>
                    <a:pt x="64" y="107"/>
                    <a:pt x="37" y="88"/>
                    <a:pt x="21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2" name="Google Shape;9762;p80"/>
            <p:cNvSpPr/>
            <p:nvPr/>
          </p:nvSpPr>
          <p:spPr>
            <a:xfrm>
              <a:off x="575246" y="7832220"/>
              <a:ext cx="24292" cy="21631"/>
            </a:xfrm>
            <a:custGeom>
              <a:rect b="b" l="l" r="r" t="t"/>
              <a:pathLst>
                <a:path extrusionOk="0" h="382" w="429">
                  <a:moveTo>
                    <a:pt x="167" y="0"/>
                  </a:moveTo>
                  <a:lnTo>
                    <a:pt x="0" y="381"/>
                  </a:lnTo>
                  <a:lnTo>
                    <a:pt x="334" y="381"/>
                  </a:lnTo>
                  <a:lnTo>
                    <a:pt x="429" y="14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3" name="Google Shape;9763;p80"/>
            <p:cNvSpPr/>
            <p:nvPr/>
          </p:nvSpPr>
          <p:spPr>
            <a:xfrm>
              <a:off x="599482" y="7389923"/>
              <a:ext cx="210418" cy="434257"/>
            </a:xfrm>
            <a:custGeom>
              <a:rect b="b" l="l" r="r" t="t"/>
              <a:pathLst>
                <a:path extrusionOk="0" h="7669" w="3716">
                  <a:moveTo>
                    <a:pt x="3442" y="1"/>
                  </a:moveTo>
                  <a:lnTo>
                    <a:pt x="3418" y="72"/>
                  </a:lnTo>
                  <a:lnTo>
                    <a:pt x="84" y="7121"/>
                  </a:lnTo>
                  <a:cubicBezTo>
                    <a:pt x="144" y="7145"/>
                    <a:pt x="168" y="7204"/>
                    <a:pt x="179" y="7276"/>
                  </a:cubicBezTo>
                  <a:cubicBezTo>
                    <a:pt x="215" y="7430"/>
                    <a:pt x="144" y="7561"/>
                    <a:pt x="1" y="7609"/>
                  </a:cubicBezTo>
                  <a:lnTo>
                    <a:pt x="144" y="7669"/>
                  </a:lnTo>
                  <a:lnTo>
                    <a:pt x="3716" y="132"/>
                  </a:lnTo>
                  <a:cubicBezTo>
                    <a:pt x="3608" y="120"/>
                    <a:pt x="3513" y="72"/>
                    <a:pt x="3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4" name="Google Shape;9764;p80"/>
            <p:cNvSpPr/>
            <p:nvPr/>
          </p:nvSpPr>
          <p:spPr>
            <a:xfrm>
              <a:off x="1393704" y="7282052"/>
              <a:ext cx="232672" cy="310192"/>
            </a:xfrm>
            <a:custGeom>
              <a:rect b="b" l="l" r="r" t="t"/>
              <a:pathLst>
                <a:path extrusionOk="0" h="5478" w="4109">
                  <a:moveTo>
                    <a:pt x="3858" y="1"/>
                  </a:moveTo>
                  <a:lnTo>
                    <a:pt x="0" y="5371"/>
                  </a:lnTo>
                  <a:lnTo>
                    <a:pt x="131" y="5418"/>
                  </a:lnTo>
                  <a:cubicBezTo>
                    <a:pt x="179" y="5418"/>
                    <a:pt x="203" y="5430"/>
                    <a:pt x="239" y="5466"/>
                  </a:cubicBezTo>
                  <a:lnTo>
                    <a:pt x="298" y="5478"/>
                  </a:lnTo>
                  <a:lnTo>
                    <a:pt x="4108" y="168"/>
                  </a:lnTo>
                  <a:cubicBezTo>
                    <a:pt x="4013" y="132"/>
                    <a:pt x="3930" y="72"/>
                    <a:pt x="385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5" name="Google Shape;9765;p80"/>
            <p:cNvSpPr/>
            <p:nvPr/>
          </p:nvSpPr>
          <p:spPr>
            <a:xfrm>
              <a:off x="1235267" y="7601643"/>
              <a:ext cx="156455" cy="219818"/>
            </a:xfrm>
            <a:custGeom>
              <a:rect b="b" l="l" r="r" t="t"/>
              <a:pathLst>
                <a:path extrusionOk="0" h="3882" w="2763">
                  <a:moveTo>
                    <a:pt x="2620" y="1"/>
                  </a:moveTo>
                  <a:lnTo>
                    <a:pt x="0" y="3656"/>
                  </a:lnTo>
                  <a:lnTo>
                    <a:pt x="203" y="3882"/>
                  </a:lnTo>
                  <a:lnTo>
                    <a:pt x="2763" y="310"/>
                  </a:lnTo>
                  <a:cubicBezTo>
                    <a:pt x="2691" y="262"/>
                    <a:pt x="2644" y="191"/>
                    <a:pt x="2620" y="120"/>
                  </a:cubicBezTo>
                  <a:cubicBezTo>
                    <a:pt x="2608" y="72"/>
                    <a:pt x="2608" y="24"/>
                    <a:pt x="2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6" name="Google Shape;9766;p80"/>
            <p:cNvSpPr/>
            <p:nvPr/>
          </p:nvSpPr>
          <p:spPr>
            <a:xfrm>
              <a:off x="1202878" y="7822085"/>
              <a:ext cx="33805" cy="31767"/>
            </a:xfrm>
            <a:custGeom>
              <a:rect b="b" l="l" r="r" t="t"/>
              <a:pathLst>
                <a:path extrusionOk="0" h="561" w="597">
                  <a:moveTo>
                    <a:pt x="394" y="1"/>
                  </a:moveTo>
                  <a:lnTo>
                    <a:pt x="1" y="560"/>
                  </a:lnTo>
                  <a:lnTo>
                    <a:pt x="358" y="560"/>
                  </a:lnTo>
                  <a:lnTo>
                    <a:pt x="596" y="227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7" name="Google Shape;9767;p80"/>
            <p:cNvSpPr/>
            <p:nvPr/>
          </p:nvSpPr>
          <p:spPr>
            <a:xfrm>
              <a:off x="-34888" y="7524803"/>
              <a:ext cx="703226" cy="329727"/>
            </a:xfrm>
            <a:custGeom>
              <a:rect b="b" l="l" r="r" t="t"/>
              <a:pathLst>
                <a:path extrusionOk="0" h="5823" w="12419">
                  <a:moveTo>
                    <a:pt x="286" y="0"/>
                  </a:moveTo>
                  <a:cubicBezTo>
                    <a:pt x="226" y="48"/>
                    <a:pt x="167" y="95"/>
                    <a:pt x="95" y="107"/>
                  </a:cubicBezTo>
                  <a:cubicBezTo>
                    <a:pt x="60" y="107"/>
                    <a:pt x="36" y="119"/>
                    <a:pt x="0" y="119"/>
                  </a:cubicBezTo>
                  <a:cubicBezTo>
                    <a:pt x="0" y="167"/>
                    <a:pt x="36" y="226"/>
                    <a:pt x="95" y="238"/>
                  </a:cubicBezTo>
                  <a:lnTo>
                    <a:pt x="393" y="393"/>
                  </a:lnTo>
                  <a:lnTo>
                    <a:pt x="6132" y="3143"/>
                  </a:lnTo>
                  <a:lnTo>
                    <a:pt x="6441" y="3286"/>
                  </a:lnTo>
                  <a:lnTo>
                    <a:pt x="10966" y="5453"/>
                  </a:lnTo>
                  <a:lnTo>
                    <a:pt x="11240" y="5584"/>
                  </a:lnTo>
                  <a:lnTo>
                    <a:pt x="11728" y="5822"/>
                  </a:lnTo>
                  <a:lnTo>
                    <a:pt x="12418" y="5822"/>
                  </a:lnTo>
                  <a:lnTo>
                    <a:pt x="11359" y="5310"/>
                  </a:lnTo>
                  <a:lnTo>
                    <a:pt x="11228" y="5251"/>
                  </a:lnTo>
                  <a:cubicBezTo>
                    <a:pt x="11192" y="5239"/>
                    <a:pt x="11192" y="5239"/>
                    <a:pt x="11180" y="5239"/>
                  </a:cubicBezTo>
                  <a:cubicBezTo>
                    <a:pt x="11150" y="5249"/>
                    <a:pt x="11121" y="5254"/>
                    <a:pt x="11093" y="5254"/>
                  </a:cubicBezTo>
                  <a:cubicBezTo>
                    <a:pt x="10987" y="5254"/>
                    <a:pt x="10899" y="5185"/>
                    <a:pt x="10871" y="5072"/>
                  </a:cubicBezTo>
                  <a:lnTo>
                    <a:pt x="7692" y="3560"/>
                  </a:lnTo>
                  <a:cubicBezTo>
                    <a:pt x="7668" y="3572"/>
                    <a:pt x="7656" y="3584"/>
                    <a:pt x="7620" y="3584"/>
                  </a:cubicBezTo>
                  <a:cubicBezTo>
                    <a:pt x="7593" y="3593"/>
                    <a:pt x="7566" y="3597"/>
                    <a:pt x="7539" y="3597"/>
                  </a:cubicBezTo>
                  <a:cubicBezTo>
                    <a:pt x="7424" y="3597"/>
                    <a:pt x="7318" y="3517"/>
                    <a:pt x="7299" y="3382"/>
                  </a:cubicBezTo>
                  <a:lnTo>
                    <a:pt x="7299" y="3346"/>
                  </a:lnTo>
                  <a:lnTo>
                    <a:pt x="6727" y="3084"/>
                  </a:lnTo>
                  <a:lnTo>
                    <a:pt x="6418" y="2929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8" name="Google Shape;9768;p80"/>
            <p:cNvSpPr/>
            <p:nvPr/>
          </p:nvSpPr>
          <p:spPr>
            <a:xfrm>
              <a:off x="798405" y="7337431"/>
              <a:ext cx="20272" cy="11438"/>
            </a:xfrm>
            <a:custGeom>
              <a:rect b="b" l="l" r="r" t="t"/>
              <a:pathLst>
                <a:path extrusionOk="0" h="202" w="358">
                  <a:moveTo>
                    <a:pt x="160" y="1"/>
                  </a:moveTo>
                  <a:cubicBezTo>
                    <a:pt x="124" y="1"/>
                    <a:pt x="88" y="13"/>
                    <a:pt x="60" y="35"/>
                  </a:cubicBezTo>
                  <a:cubicBezTo>
                    <a:pt x="24" y="83"/>
                    <a:pt x="0" y="142"/>
                    <a:pt x="24" y="202"/>
                  </a:cubicBezTo>
                  <a:cubicBezTo>
                    <a:pt x="60" y="178"/>
                    <a:pt x="95" y="154"/>
                    <a:pt x="143" y="154"/>
                  </a:cubicBezTo>
                  <a:cubicBezTo>
                    <a:pt x="192" y="140"/>
                    <a:pt x="233" y="134"/>
                    <a:pt x="272" y="134"/>
                  </a:cubicBezTo>
                  <a:cubicBezTo>
                    <a:pt x="300" y="134"/>
                    <a:pt x="328" y="137"/>
                    <a:pt x="357" y="142"/>
                  </a:cubicBezTo>
                  <a:lnTo>
                    <a:pt x="274" y="47"/>
                  </a:lnTo>
                  <a:cubicBezTo>
                    <a:pt x="243" y="15"/>
                    <a:pt x="201" y="1"/>
                    <a:pt x="16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9" name="Google Shape;9769;p80"/>
            <p:cNvSpPr/>
            <p:nvPr/>
          </p:nvSpPr>
          <p:spPr>
            <a:xfrm>
              <a:off x="834815" y="7387261"/>
              <a:ext cx="442298" cy="466590"/>
            </a:xfrm>
            <a:custGeom>
              <a:rect b="b" l="l" r="r" t="t"/>
              <a:pathLst>
                <a:path extrusionOk="0" h="8240" w="7811">
                  <a:moveTo>
                    <a:pt x="0" y="0"/>
                  </a:moveTo>
                  <a:lnTo>
                    <a:pt x="0" y="24"/>
                  </a:lnTo>
                  <a:lnTo>
                    <a:pt x="6906" y="7680"/>
                  </a:lnTo>
                  <a:lnTo>
                    <a:pt x="7120" y="7906"/>
                  </a:lnTo>
                  <a:lnTo>
                    <a:pt x="7418" y="8239"/>
                  </a:lnTo>
                  <a:lnTo>
                    <a:pt x="7811" y="8239"/>
                  </a:lnTo>
                  <a:lnTo>
                    <a:pt x="7299" y="7668"/>
                  </a:lnTo>
                  <a:lnTo>
                    <a:pt x="7084" y="7442"/>
                  </a:lnTo>
                  <a:lnTo>
                    <a:pt x="595" y="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0" name="Google Shape;9770;p80"/>
            <p:cNvSpPr/>
            <p:nvPr/>
          </p:nvSpPr>
          <p:spPr>
            <a:xfrm>
              <a:off x="1934416" y="7528144"/>
              <a:ext cx="287938" cy="286579"/>
            </a:xfrm>
            <a:custGeom>
              <a:rect b="b" l="l" r="r" t="t"/>
              <a:pathLst>
                <a:path extrusionOk="0" h="5061" w="5085">
                  <a:moveTo>
                    <a:pt x="36" y="1"/>
                  </a:moveTo>
                  <a:lnTo>
                    <a:pt x="0" y="382"/>
                  </a:lnTo>
                  <a:lnTo>
                    <a:pt x="4870" y="5061"/>
                  </a:lnTo>
                  <a:cubicBezTo>
                    <a:pt x="4918" y="4989"/>
                    <a:pt x="4989" y="4918"/>
                    <a:pt x="5084" y="4858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1" name="Google Shape;9771;p80"/>
            <p:cNvSpPr/>
            <p:nvPr/>
          </p:nvSpPr>
          <p:spPr>
            <a:xfrm>
              <a:off x="1662729" y="7275993"/>
              <a:ext cx="258267" cy="259626"/>
            </a:xfrm>
            <a:custGeom>
              <a:rect b="b" l="l" r="r" t="t"/>
              <a:pathLst>
                <a:path extrusionOk="0" h="4585" w="4561">
                  <a:moveTo>
                    <a:pt x="179" y="1"/>
                  </a:moveTo>
                  <a:cubicBezTo>
                    <a:pt x="131" y="72"/>
                    <a:pt x="71" y="156"/>
                    <a:pt x="0" y="215"/>
                  </a:cubicBezTo>
                  <a:lnTo>
                    <a:pt x="4536" y="4585"/>
                  </a:lnTo>
                  <a:lnTo>
                    <a:pt x="4560" y="4204"/>
                  </a:lnTo>
                  <a:lnTo>
                    <a:pt x="238" y="3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2" name="Google Shape;9772;p80"/>
            <p:cNvSpPr/>
            <p:nvPr/>
          </p:nvSpPr>
          <p:spPr>
            <a:xfrm>
              <a:off x="1407181" y="7591508"/>
              <a:ext cx="482105" cy="202321"/>
            </a:xfrm>
            <a:custGeom>
              <a:rect b="b" l="l" r="r" t="t"/>
              <a:pathLst>
                <a:path extrusionOk="0" h="3573" w="8514">
                  <a:moveTo>
                    <a:pt x="1" y="1"/>
                  </a:moveTo>
                  <a:lnTo>
                    <a:pt x="1" y="1"/>
                  </a:lnTo>
                  <a:cubicBezTo>
                    <a:pt x="60" y="25"/>
                    <a:pt x="108" y="84"/>
                    <a:pt x="120" y="156"/>
                  </a:cubicBezTo>
                  <a:cubicBezTo>
                    <a:pt x="132" y="215"/>
                    <a:pt x="120" y="299"/>
                    <a:pt x="108" y="358"/>
                  </a:cubicBezTo>
                  <a:lnTo>
                    <a:pt x="4549" y="2085"/>
                  </a:lnTo>
                  <a:cubicBezTo>
                    <a:pt x="4584" y="2025"/>
                    <a:pt x="4644" y="1965"/>
                    <a:pt x="4727" y="1954"/>
                  </a:cubicBezTo>
                  <a:cubicBezTo>
                    <a:pt x="4753" y="1948"/>
                    <a:pt x="4779" y="1945"/>
                    <a:pt x="4804" y="1945"/>
                  </a:cubicBezTo>
                  <a:cubicBezTo>
                    <a:pt x="4927" y="1945"/>
                    <a:pt x="5031" y="2017"/>
                    <a:pt x="5061" y="2156"/>
                  </a:cubicBezTo>
                  <a:cubicBezTo>
                    <a:pt x="5073" y="2204"/>
                    <a:pt x="5073" y="2251"/>
                    <a:pt x="5061" y="2275"/>
                  </a:cubicBezTo>
                  <a:lnTo>
                    <a:pt x="8418" y="3573"/>
                  </a:lnTo>
                  <a:cubicBezTo>
                    <a:pt x="8418" y="3466"/>
                    <a:pt x="8454" y="3382"/>
                    <a:pt x="8514" y="3287"/>
                  </a:cubicBezTo>
                  <a:lnTo>
                    <a:pt x="60" y="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3" name="Google Shape;9773;p80"/>
            <p:cNvSpPr/>
            <p:nvPr/>
          </p:nvSpPr>
          <p:spPr>
            <a:xfrm>
              <a:off x="834815" y="7373784"/>
              <a:ext cx="567043" cy="225877"/>
            </a:xfrm>
            <a:custGeom>
              <a:rect b="b" l="l" r="r" t="t"/>
              <a:pathLst>
                <a:path extrusionOk="0" h="3989" w="10014">
                  <a:moveTo>
                    <a:pt x="214" y="0"/>
                  </a:moveTo>
                  <a:lnTo>
                    <a:pt x="95" y="24"/>
                  </a:lnTo>
                  <a:cubicBezTo>
                    <a:pt x="72" y="95"/>
                    <a:pt x="48" y="167"/>
                    <a:pt x="0" y="238"/>
                  </a:cubicBezTo>
                  <a:lnTo>
                    <a:pt x="595" y="465"/>
                  </a:lnTo>
                  <a:lnTo>
                    <a:pt x="9704" y="3989"/>
                  </a:lnTo>
                  <a:cubicBezTo>
                    <a:pt x="9739" y="3905"/>
                    <a:pt x="9799" y="3834"/>
                    <a:pt x="9894" y="3798"/>
                  </a:cubicBezTo>
                  <a:cubicBezTo>
                    <a:pt x="9918" y="3792"/>
                    <a:pt x="9939" y="3789"/>
                    <a:pt x="9958" y="3789"/>
                  </a:cubicBezTo>
                  <a:cubicBezTo>
                    <a:pt x="9978" y="3789"/>
                    <a:pt x="9995" y="3792"/>
                    <a:pt x="10013" y="3798"/>
                  </a:cubicBezTo>
                  <a:lnTo>
                    <a:pt x="9882" y="3751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4" name="Google Shape;9774;p80"/>
            <p:cNvSpPr/>
            <p:nvPr/>
          </p:nvSpPr>
          <p:spPr>
            <a:xfrm>
              <a:off x="836797" y="7252437"/>
              <a:ext cx="767325" cy="121404"/>
            </a:xfrm>
            <a:custGeom>
              <a:rect b="b" l="l" r="r" t="t"/>
              <a:pathLst>
                <a:path extrusionOk="0" h="2144" w="13551">
                  <a:moveTo>
                    <a:pt x="13526" y="0"/>
                  </a:moveTo>
                  <a:lnTo>
                    <a:pt x="1" y="1869"/>
                  </a:lnTo>
                  <a:cubicBezTo>
                    <a:pt x="13" y="1905"/>
                    <a:pt x="37" y="1941"/>
                    <a:pt x="37" y="1988"/>
                  </a:cubicBezTo>
                  <a:cubicBezTo>
                    <a:pt x="60" y="2048"/>
                    <a:pt x="60" y="2084"/>
                    <a:pt x="60" y="2143"/>
                  </a:cubicBezTo>
                  <a:lnTo>
                    <a:pt x="179" y="2131"/>
                  </a:lnTo>
                  <a:lnTo>
                    <a:pt x="13550" y="298"/>
                  </a:lnTo>
                  <a:cubicBezTo>
                    <a:pt x="13538" y="274"/>
                    <a:pt x="13538" y="262"/>
                    <a:pt x="13538" y="226"/>
                  </a:cubicBezTo>
                  <a:cubicBezTo>
                    <a:pt x="13526" y="155"/>
                    <a:pt x="13514" y="83"/>
                    <a:pt x="135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5" name="Google Shape;9775;p80"/>
            <p:cNvSpPr/>
            <p:nvPr/>
          </p:nvSpPr>
          <p:spPr>
            <a:xfrm>
              <a:off x="821339" y="5892588"/>
              <a:ext cx="1182556" cy="1463700"/>
            </a:xfrm>
            <a:custGeom>
              <a:rect b="b" l="l" r="r" t="t"/>
              <a:pathLst>
                <a:path extrusionOk="0" h="25849" w="20884">
                  <a:moveTo>
                    <a:pt x="20645" y="0"/>
                  </a:moveTo>
                  <a:lnTo>
                    <a:pt x="0" y="25682"/>
                  </a:lnTo>
                  <a:cubicBezTo>
                    <a:pt x="107" y="25694"/>
                    <a:pt x="179" y="25777"/>
                    <a:pt x="238" y="25849"/>
                  </a:cubicBezTo>
                  <a:lnTo>
                    <a:pt x="20884" y="179"/>
                  </a:lnTo>
                  <a:cubicBezTo>
                    <a:pt x="20788" y="131"/>
                    <a:pt x="20717" y="72"/>
                    <a:pt x="2064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6" name="Google Shape;9776;p80"/>
            <p:cNvSpPr/>
            <p:nvPr/>
          </p:nvSpPr>
          <p:spPr>
            <a:xfrm>
              <a:off x="1651235" y="6707648"/>
              <a:ext cx="294676" cy="521913"/>
            </a:xfrm>
            <a:custGeom>
              <a:rect b="b" l="l" r="r" t="t"/>
              <a:pathLst>
                <a:path extrusionOk="0" h="9217" w="5204">
                  <a:moveTo>
                    <a:pt x="4942" y="1"/>
                  </a:moveTo>
                  <a:lnTo>
                    <a:pt x="1" y="9073"/>
                  </a:lnTo>
                  <a:cubicBezTo>
                    <a:pt x="96" y="9097"/>
                    <a:pt x="179" y="9145"/>
                    <a:pt x="263" y="9216"/>
                  </a:cubicBezTo>
                  <a:lnTo>
                    <a:pt x="5204" y="132"/>
                  </a:lnTo>
                  <a:cubicBezTo>
                    <a:pt x="5108" y="84"/>
                    <a:pt x="5025" y="37"/>
                    <a:pt x="49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7" name="Google Shape;9777;p80"/>
            <p:cNvSpPr/>
            <p:nvPr/>
          </p:nvSpPr>
          <p:spPr>
            <a:xfrm>
              <a:off x="1946534" y="7353569"/>
              <a:ext cx="2775" cy="4757"/>
            </a:xfrm>
            <a:custGeom>
              <a:rect b="b" l="l" r="r" t="t"/>
              <a:pathLst>
                <a:path extrusionOk="0" h="84" w="49">
                  <a:moveTo>
                    <a:pt x="48" y="0"/>
                  </a:moveTo>
                  <a:cubicBezTo>
                    <a:pt x="24" y="24"/>
                    <a:pt x="12" y="48"/>
                    <a:pt x="1" y="60"/>
                  </a:cubicBezTo>
                  <a:lnTo>
                    <a:pt x="48" y="83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8" name="Google Shape;9778;p80"/>
            <p:cNvSpPr/>
            <p:nvPr/>
          </p:nvSpPr>
          <p:spPr>
            <a:xfrm>
              <a:off x="1900668" y="7369707"/>
              <a:ext cx="47282" cy="399886"/>
            </a:xfrm>
            <a:custGeom>
              <a:rect b="b" l="l" r="r" t="t"/>
              <a:pathLst>
                <a:path extrusionOk="0" h="7062" w="835">
                  <a:moveTo>
                    <a:pt x="561" y="1"/>
                  </a:moveTo>
                  <a:lnTo>
                    <a:pt x="346" y="2537"/>
                  </a:lnTo>
                  <a:lnTo>
                    <a:pt x="322" y="2918"/>
                  </a:lnTo>
                  <a:lnTo>
                    <a:pt x="1" y="7061"/>
                  </a:lnTo>
                  <a:cubicBezTo>
                    <a:pt x="25" y="7061"/>
                    <a:pt x="37" y="7037"/>
                    <a:pt x="49" y="7037"/>
                  </a:cubicBezTo>
                  <a:cubicBezTo>
                    <a:pt x="96" y="7031"/>
                    <a:pt x="138" y="7028"/>
                    <a:pt x="178" y="7028"/>
                  </a:cubicBezTo>
                  <a:cubicBezTo>
                    <a:pt x="218" y="7028"/>
                    <a:pt x="257" y="7031"/>
                    <a:pt x="299" y="7037"/>
                  </a:cubicBezTo>
                  <a:lnTo>
                    <a:pt x="596" y="3192"/>
                  </a:lnTo>
                  <a:lnTo>
                    <a:pt x="632" y="2799"/>
                  </a:lnTo>
                  <a:lnTo>
                    <a:pt x="834" y="108"/>
                  </a:lnTo>
                  <a:lnTo>
                    <a:pt x="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9" name="Google Shape;9779;p80"/>
            <p:cNvSpPr/>
            <p:nvPr/>
          </p:nvSpPr>
          <p:spPr>
            <a:xfrm>
              <a:off x="1934416" y="6716425"/>
              <a:ext cx="62740" cy="623045"/>
            </a:xfrm>
            <a:custGeom>
              <a:rect b="b" l="l" r="r" t="t"/>
              <a:pathLst>
                <a:path extrusionOk="0" h="11003" w="1108">
                  <a:moveTo>
                    <a:pt x="1096" y="1"/>
                  </a:moveTo>
                  <a:cubicBezTo>
                    <a:pt x="1060" y="24"/>
                    <a:pt x="1036" y="24"/>
                    <a:pt x="1000" y="36"/>
                  </a:cubicBezTo>
                  <a:cubicBezTo>
                    <a:pt x="941" y="48"/>
                    <a:pt x="881" y="60"/>
                    <a:pt x="822" y="60"/>
                  </a:cubicBezTo>
                  <a:lnTo>
                    <a:pt x="0" y="10835"/>
                  </a:lnTo>
                  <a:cubicBezTo>
                    <a:pt x="10" y="10834"/>
                    <a:pt x="20" y="10834"/>
                    <a:pt x="30" y="10834"/>
                  </a:cubicBezTo>
                  <a:cubicBezTo>
                    <a:pt x="139" y="10834"/>
                    <a:pt x="242" y="10893"/>
                    <a:pt x="286" y="11002"/>
                  </a:cubicBezTo>
                  <a:lnTo>
                    <a:pt x="1108" y="84"/>
                  </a:lnTo>
                  <a:cubicBezTo>
                    <a:pt x="1108" y="48"/>
                    <a:pt x="1108" y="36"/>
                    <a:pt x="10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0" name="Google Shape;9780;p80"/>
            <p:cNvSpPr/>
            <p:nvPr/>
          </p:nvSpPr>
          <p:spPr>
            <a:xfrm>
              <a:off x="1672809" y="7259175"/>
              <a:ext cx="608209" cy="233974"/>
            </a:xfrm>
            <a:custGeom>
              <a:rect b="b" l="l" r="r" t="t"/>
              <a:pathLst>
                <a:path extrusionOk="0" h="4132" w="10741">
                  <a:moveTo>
                    <a:pt x="84" y="0"/>
                  </a:moveTo>
                  <a:cubicBezTo>
                    <a:pt x="84" y="107"/>
                    <a:pt x="36" y="203"/>
                    <a:pt x="1" y="286"/>
                  </a:cubicBezTo>
                  <a:lnTo>
                    <a:pt x="60" y="298"/>
                  </a:lnTo>
                  <a:lnTo>
                    <a:pt x="4585" y="1941"/>
                  </a:lnTo>
                  <a:lnTo>
                    <a:pt x="4858" y="2048"/>
                  </a:lnTo>
                  <a:lnTo>
                    <a:pt x="10633" y="4132"/>
                  </a:lnTo>
                  <a:lnTo>
                    <a:pt x="10657" y="4013"/>
                  </a:lnTo>
                  <a:lnTo>
                    <a:pt x="10657" y="3989"/>
                  </a:lnTo>
                  <a:lnTo>
                    <a:pt x="10657" y="3977"/>
                  </a:lnTo>
                  <a:lnTo>
                    <a:pt x="10657" y="3965"/>
                  </a:lnTo>
                  <a:lnTo>
                    <a:pt x="10657" y="3941"/>
                  </a:lnTo>
                  <a:cubicBezTo>
                    <a:pt x="10657" y="3941"/>
                    <a:pt x="10657" y="3929"/>
                    <a:pt x="10669" y="3929"/>
                  </a:cubicBezTo>
                  <a:lnTo>
                    <a:pt x="10681" y="3917"/>
                  </a:lnTo>
                  <a:lnTo>
                    <a:pt x="10740" y="3870"/>
                  </a:lnTo>
                  <a:lnTo>
                    <a:pt x="4858" y="1762"/>
                  </a:lnTo>
                  <a:lnTo>
                    <a:pt x="4835" y="1727"/>
                  </a:lnTo>
                  <a:cubicBezTo>
                    <a:pt x="4799" y="1762"/>
                    <a:pt x="4763" y="1786"/>
                    <a:pt x="4716" y="1786"/>
                  </a:cubicBezTo>
                  <a:cubicBezTo>
                    <a:pt x="4693" y="1791"/>
                    <a:pt x="4672" y="1794"/>
                    <a:pt x="4651" y="1794"/>
                  </a:cubicBezTo>
                  <a:cubicBezTo>
                    <a:pt x="4525" y="1794"/>
                    <a:pt x="4423" y="1706"/>
                    <a:pt x="4382" y="1584"/>
                  </a:cubicBezTo>
                  <a:lnTo>
                    <a:pt x="4382" y="1548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1" name="Google Shape;9781;p80"/>
            <p:cNvSpPr/>
            <p:nvPr/>
          </p:nvSpPr>
          <p:spPr>
            <a:xfrm>
              <a:off x="2290361" y="7488393"/>
              <a:ext cx="302774" cy="365458"/>
            </a:xfrm>
            <a:custGeom>
              <a:rect b="b" l="l" r="r" t="t"/>
              <a:pathLst>
                <a:path extrusionOk="0" h="6454" w="5347">
                  <a:moveTo>
                    <a:pt x="84" y="0"/>
                  </a:moveTo>
                  <a:lnTo>
                    <a:pt x="25" y="60"/>
                  </a:lnTo>
                  <a:lnTo>
                    <a:pt x="1" y="346"/>
                  </a:lnTo>
                  <a:lnTo>
                    <a:pt x="4966" y="6453"/>
                  </a:lnTo>
                  <a:lnTo>
                    <a:pt x="5347" y="6453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2" name="Google Shape;9782;p80"/>
            <p:cNvSpPr/>
            <p:nvPr/>
          </p:nvSpPr>
          <p:spPr>
            <a:xfrm>
              <a:off x="2240474" y="7486355"/>
              <a:ext cx="51302" cy="314892"/>
            </a:xfrm>
            <a:custGeom>
              <a:rect b="b" l="l" r="r" t="t"/>
              <a:pathLst>
                <a:path extrusionOk="0" h="5561" w="906">
                  <a:moveTo>
                    <a:pt x="620" y="1"/>
                  </a:moveTo>
                  <a:lnTo>
                    <a:pt x="620" y="12"/>
                  </a:lnTo>
                  <a:lnTo>
                    <a:pt x="608" y="132"/>
                  </a:lnTo>
                  <a:lnTo>
                    <a:pt x="1" y="5501"/>
                  </a:lnTo>
                  <a:cubicBezTo>
                    <a:pt x="108" y="5501"/>
                    <a:pt x="215" y="5513"/>
                    <a:pt x="298" y="5561"/>
                  </a:cubicBezTo>
                  <a:lnTo>
                    <a:pt x="882" y="393"/>
                  </a:lnTo>
                  <a:lnTo>
                    <a:pt x="906" y="120"/>
                  </a:lnTo>
                  <a:lnTo>
                    <a:pt x="870" y="143"/>
                  </a:lnTo>
                  <a:cubicBezTo>
                    <a:pt x="843" y="165"/>
                    <a:pt x="807" y="177"/>
                    <a:pt x="770" y="177"/>
                  </a:cubicBezTo>
                  <a:cubicBezTo>
                    <a:pt x="726" y="177"/>
                    <a:pt x="682" y="159"/>
                    <a:pt x="656" y="120"/>
                  </a:cubicBezTo>
                  <a:cubicBezTo>
                    <a:pt x="620" y="84"/>
                    <a:pt x="620" y="36"/>
                    <a:pt x="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3" name="Google Shape;9783;p80"/>
            <p:cNvSpPr/>
            <p:nvPr/>
          </p:nvSpPr>
          <p:spPr>
            <a:xfrm>
              <a:off x="2543871" y="7110138"/>
              <a:ext cx="202321" cy="177406"/>
            </a:xfrm>
            <a:custGeom>
              <a:rect b="b" l="l" r="r" t="t"/>
              <a:pathLst>
                <a:path extrusionOk="0" h="3133" w="3573">
                  <a:moveTo>
                    <a:pt x="3572" y="1"/>
                  </a:moveTo>
                  <a:lnTo>
                    <a:pt x="1" y="2835"/>
                  </a:lnTo>
                  <a:lnTo>
                    <a:pt x="108" y="3132"/>
                  </a:lnTo>
                  <a:lnTo>
                    <a:pt x="3572" y="370"/>
                  </a:lnTo>
                  <a:lnTo>
                    <a:pt x="35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4" name="Google Shape;9784;p80"/>
            <p:cNvSpPr/>
            <p:nvPr/>
          </p:nvSpPr>
          <p:spPr>
            <a:xfrm>
              <a:off x="2277564" y="7280750"/>
              <a:ext cx="260305" cy="214496"/>
            </a:xfrm>
            <a:custGeom>
              <a:rect b="b" l="l" r="r" t="t"/>
              <a:pathLst>
                <a:path extrusionOk="0" h="3788" w="4597">
                  <a:moveTo>
                    <a:pt x="4501" y="0"/>
                  </a:moveTo>
                  <a:lnTo>
                    <a:pt x="96" y="3489"/>
                  </a:lnTo>
                  <a:lnTo>
                    <a:pt x="36" y="3536"/>
                  </a:lnTo>
                  <a:lnTo>
                    <a:pt x="12" y="3548"/>
                  </a:lnTo>
                  <a:cubicBezTo>
                    <a:pt x="12" y="3548"/>
                    <a:pt x="12" y="3572"/>
                    <a:pt x="1" y="3572"/>
                  </a:cubicBezTo>
                  <a:lnTo>
                    <a:pt x="1" y="3584"/>
                  </a:lnTo>
                  <a:lnTo>
                    <a:pt x="1" y="3596"/>
                  </a:lnTo>
                  <a:lnTo>
                    <a:pt x="1" y="3608"/>
                  </a:lnTo>
                  <a:cubicBezTo>
                    <a:pt x="1" y="3655"/>
                    <a:pt x="1" y="3703"/>
                    <a:pt x="36" y="3727"/>
                  </a:cubicBezTo>
                  <a:cubicBezTo>
                    <a:pt x="59" y="3764"/>
                    <a:pt x="110" y="3788"/>
                    <a:pt x="160" y="3788"/>
                  </a:cubicBezTo>
                  <a:cubicBezTo>
                    <a:pt x="189" y="3788"/>
                    <a:pt x="217" y="3780"/>
                    <a:pt x="239" y="3763"/>
                  </a:cubicBezTo>
                  <a:lnTo>
                    <a:pt x="286" y="3715"/>
                  </a:lnTo>
                  <a:lnTo>
                    <a:pt x="358" y="3655"/>
                  </a:lnTo>
                  <a:lnTo>
                    <a:pt x="4596" y="298"/>
                  </a:lnTo>
                  <a:lnTo>
                    <a:pt x="450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5" name="Google Shape;9785;p80"/>
            <p:cNvSpPr/>
            <p:nvPr/>
          </p:nvSpPr>
          <p:spPr>
            <a:xfrm>
              <a:off x="2341607" y="6704307"/>
              <a:ext cx="8833" cy="5436"/>
            </a:xfrm>
            <a:custGeom>
              <a:rect b="b" l="l" r="r" t="t"/>
              <a:pathLst>
                <a:path extrusionOk="0" h="96" w="156">
                  <a:moveTo>
                    <a:pt x="1" y="0"/>
                  </a:moveTo>
                  <a:lnTo>
                    <a:pt x="48" y="96"/>
                  </a:lnTo>
                  <a:cubicBezTo>
                    <a:pt x="72" y="84"/>
                    <a:pt x="120" y="84"/>
                    <a:pt x="155" y="84"/>
                  </a:cubicBezTo>
                  <a:cubicBezTo>
                    <a:pt x="120" y="24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6" name="Google Shape;9786;p80"/>
            <p:cNvSpPr/>
            <p:nvPr/>
          </p:nvSpPr>
          <p:spPr>
            <a:xfrm>
              <a:off x="2368560" y="6806798"/>
              <a:ext cx="377632" cy="1047053"/>
            </a:xfrm>
            <a:custGeom>
              <a:rect b="b" l="l" r="r" t="t"/>
              <a:pathLst>
                <a:path extrusionOk="0" h="18491" w="6669">
                  <a:moveTo>
                    <a:pt x="275" y="0"/>
                  </a:moveTo>
                  <a:cubicBezTo>
                    <a:pt x="179" y="48"/>
                    <a:pt x="96" y="95"/>
                    <a:pt x="1" y="119"/>
                  </a:cubicBezTo>
                  <a:lnTo>
                    <a:pt x="2858" y="8382"/>
                  </a:lnTo>
                  <a:lnTo>
                    <a:pt x="2966" y="8680"/>
                  </a:lnTo>
                  <a:lnTo>
                    <a:pt x="6359" y="18490"/>
                  </a:lnTo>
                  <a:lnTo>
                    <a:pt x="6668" y="18490"/>
                  </a:lnTo>
                  <a:lnTo>
                    <a:pt x="3204" y="8489"/>
                  </a:lnTo>
                  <a:lnTo>
                    <a:pt x="3097" y="819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7" name="Google Shape;9787;p80"/>
            <p:cNvSpPr/>
            <p:nvPr/>
          </p:nvSpPr>
          <p:spPr>
            <a:xfrm>
              <a:off x="1969467" y="5905385"/>
              <a:ext cx="60702" cy="666136"/>
            </a:xfrm>
            <a:custGeom>
              <a:rect b="b" l="l" r="r" t="t"/>
              <a:pathLst>
                <a:path extrusionOk="0" h="11764" w="1072">
                  <a:moveTo>
                    <a:pt x="774" y="0"/>
                  </a:moveTo>
                  <a:lnTo>
                    <a:pt x="0" y="11740"/>
                  </a:lnTo>
                  <a:cubicBezTo>
                    <a:pt x="96" y="11740"/>
                    <a:pt x="191" y="11740"/>
                    <a:pt x="298" y="11764"/>
                  </a:cubicBezTo>
                  <a:lnTo>
                    <a:pt x="1072" y="0"/>
                  </a:lnTo>
                  <a:lnTo>
                    <a:pt x="1036" y="0"/>
                  </a:lnTo>
                  <a:cubicBezTo>
                    <a:pt x="995" y="6"/>
                    <a:pt x="950" y="9"/>
                    <a:pt x="905" y="9"/>
                  </a:cubicBezTo>
                  <a:cubicBezTo>
                    <a:pt x="861" y="9"/>
                    <a:pt x="816" y="6"/>
                    <a:pt x="7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8" name="Google Shape;9788;p80"/>
            <p:cNvSpPr/>
            <p:nvPr/>
          </p:nvSpPr>
          <p:spPr>
            <a:xfrm>
              <a:off x="2030112" y="5901987"/>
              <a:ext cx="313589" cy="814494"/>
            </a:xfrm>
            <a:custGeom>
              <a:rect b="b" l="l" r="r" t="t"/>
              <a:pathLst>
                <a:path extrusionOk="0" h="14384" w="5538">
                  <a:moveTo>
                    <a:pt x="120" y="1"/>
                  </a:moveTo>
                  <a:cubicBezTo>
                    <a:pt x="72" y="13"/>
                    <a:pt x="37" y="25"/>
                    <a:pt x="1" y="37"/>
                  </a:cubicBezTo>
                  <a:lnTo>
                    <a:pt x="5252" y="14384"/>
                  </a:lnTo>
                  <a:cubicBezTo>
                    <a:pt x="5335" y="14348"/>
                    <a:pt x="5442" y="14300"/>
                    <a:pt x="5537" y="14265"/>
                  </a:cubicBezTo>
                  <a:lnTo>
                    <a:pt x="5490" y="14169"/>
                  </a:lnTo>
                  <a:lnTo>
                    <a:pt x="441" y="418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9" name="Google Shape;9789;p80"/>
            <p:cNvSpPr/>
            <p:nvPr/>
          </p:nvSpPr>
          <p:spPr>
            <a:xfrm>
              <a:off x="2396250" y="6781827"/>
              <a:ext cx="349942" cy="147055"/>
            </a:xfrm>
            <a:custGeom>
              <a:rect b="b" l="l" r="r" t="t"/>
              <a:pathLst>
                <a:path extrusionOk="0" h="2597" w="6180">
                  <a:moveTo>
                    <a:pt x="155" y="1"/>
                  </a:moveTo>
                  <a:cubicBezTo>
                    <a:pt x="119" y="84"/>
                    <a:pt x="60" y="179"/>
                    <a:pt x="0" y="251"/>
                  </a:cubicBezTo>
                  <a:lnTo>
                    <a:pt x="6179" y="2596"/>
                  </a:lnTo>
                  <a:lnTo>
                    <a:pt x="6179" y="228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0" name="Google Shape;9790;p80"/>
            <p:cNvSpPr/>
            <p:nvPr/>
          </p:nvSpPr>
          <p:spPr>
            <a:xfrm>
              <a:off x="2046987" y="6647003"/>
              <a:ext cx="260305" cy="114666"/>
            </a:xfrm>
            <a:custGeom>
              <a:rect b="b" l="l" r="r" t="t"/>
              <a:pathLst>
                <a:path extrusionOk="0" h="2025" w="4597">
                  <a:moveTo>
                    <a:pt x="36" y="0"/>
                  </a:moveTo>
                  <a:cubicBezTo>
                    <a:pt x="24" y="96"/>
                    <a:pt x="13" y="191"/>
                    <a:pt x="1" y="298"/>
                  </a:cubicBezTo>
                  <a:lnTo>
                    <a:pt x="4537" y="2024"/>
                  </a:lnTo>
                  <a:cubicBezTo>
                    <a:pt x="4537" y="1917"/>
                    <a:pt x="4549" y="1810"/>
                    <a:pt x="4596" y="1727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1" name="Google Shape;9791;p80"/>
            <p:cNvSpPr/>
            <p:nvPr/>
          </p:nvSpPr>
          <p:spPr>
            <a:xfrm>
              <a:off x="2036907" y="5890549"/>
              <a:ext cx="708605" cy="894732"/>
            </a:xfrm>
            <a:custGeom>
              <a:rect b="b" l="l" r="r" t="t"/>
              <a:pathLst>
                <a:path extrusionOk="0" h="15801" w="12514">
                  <a:moveTo>
                    <a:pt x="214" y="1"/>
                  </a:moveTo>
                  <a:cubicBezTo>
                    <a:pt x="179" y="96"/>
                    <a:pt x="95" y="155"/>
                    <a:pt x="0" y="203"/>
                  </a:cubicBezTo>
                  <a:lnTo>
                    <a:pt x="321" y="620"/>
                  </a:lnTo>
                  <a:lnTo>
                    <a:pt x="12513" y="15800"/>
                  </a:lnTo>
                  <a:lnTo>
                    <a:pt x="12513" y="15324"/>
                  </a:lnTo>
                  <a:lnTo>
                    <a:pt x="21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2" name="Google Shape;9792;p80"/>
            <p:cNvSpPr/>
            <p:nvPr/>
          </p:nvSpPr>
          <p:spPr>
            <a:xfrm>
              <a:off x="2303838" y="6708611"/>
              <a:ext cx="106625" cy="106398"/>
            </a:xfrm>
            <a:custGeom>
              <a:rect b="b" l="l" r="r" t="t"/>
              <a:pathLst>
                <a:path extrusionOk="0" h="1879" w="1883">
                  <a:moveTo>
                    <a:pt x="928" y="0"/>
                  </a:moveTo>
                  <a:cubicBezTo>
                    <a:pt x="889" y="0"/>
                    <a:pt x="850" y="3"/>
                    <a:pt x="811" y="8"/>
                  </a:cubicBezTo>
                  <a:cubicBezTo>
                    <a:pt x="787" y="8"/>
                    <a:pt x="739" y="20"/>
                    <a:pt x="715" y="20"/>
                  </a:cubicBezTo>
                  <a:cubicBezTo>
                    <a:pt x="608" y="55"/>
                    <a:pt x="513" y="79"/>
                    <a:pt x="441" y="139"/>
                  </a:cubicBezTo>
                  <a:cubicBezTo>
                    <a:pt x="263" y="258"/>
                    <a:pt x="132" y="424"/>
                    <a:pt x="60" y="639"/>
                  </a:cubicBezTo>
                  <a:cubicBezTo>
                    <a:pt x="25" y="722"/>
                    <a:pt x="13" y="829"/>
                    <a:pt x="1" y="936"/>
                  </a:cubicBezTo>
                  <a:cubicBezTo>
                    <a:pt x="1" y="1008"/>
                    <a:pt x="1" y="1079"/>
                    <a:pt x="25" y="1151"/>
                  </a:cubicBezTo>
                  <a:cubicBezTo>
                    <a:pt x="127" y="1589"/>
                    <a:pt x="516" y="1879"/>
                    <a:pt x="940" y="1879"/>
                  </a:cubicBezTo>
                  <a:cubicBezTo>
                    <a:pt x="1011" y="1879"/>
                    <a:pt x="1084" y="1870"/>
                    <a:pt x="1156" y="1853"/>
                  </a:cubicBezTo>
                  <a:cubicBezTo>
                    <a:pt x="1263" y="1829"/>
                    <a:pt x="1346" y="1794"/>
                    <a:pt x="1430" y="1734"/>
                  </a:cubicBezTo>
                  <a:cubicBezTo>
                    <a:pt x="1501" y="1675"/>
                    <a:pt x="1573" y="1615"/>
                    <a:pt x="1632" y="1544"/>
                  </a:cubicBezTo>
                  <a:cubicBezTo>
                    <a:pt x="1692" y="1472"/>
                    <a:pt x="1751" y="1377"/>
                    <a:pt x="1799" y="1294"/>
                  </a:cubicBezTo>
                  <a:cubicBezTo>
                    <a:pt x="1870" y="1115"/>
                    <a:pt x="1882" y="913"/>
                    <a:pt x="1846" y="722"/>
                  </a:cubicBezTo>
                  <a:cubicBezTo>
                    <a:pt x="1748" y="296"/>
                    <a:pt x="1359" y="0"/>
                    <a:pt x="9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3" name="Google Shape;9793;p80"/>
            <p:cNvSpPr/>
            <p:nvPr/>
          </p:nvSpPr>
          <p:spPr>
            <a:xfrm>
              <a:off x="1889909" y="6570785"/>
              <a:ext cx="158493" cy="149773"/>
            </a:xfrm>
            <a:custGeom>
              <a:rect b="b" l="l" r="r" t="t"/>
              <a:pathLst>
                <a:path extrusionOk="0" h="2645" w="2799">
                  <a:moveTo>
                    <a:pt x="1405" y="1"/>
                  </a:moveTo>
                  <a:cubicBezTo>
                    <a:pt x="1322" y="1"/>
                    <a:pt x="1251" y="13"/>
                    <a:pt x="1167" y="37"/>
                  </a:cubicBezTo>
                  <a:cubicBezTo>
                    <a:pt x="453" y="215"/>
                    <a:pt x="0" y="930"/>
                    <a:pt x="179" y="1644"/>
                  </a:cubicBezTo>
                  <a:cubicBezTo>
                    <a:pt x="250" y="1965"/>
                    <a:pt x="465" y="2239"/>
                    <a:pt x="715" y="2418"/>
                  </a:cubicBezTo>
                  <a:cubicBezTo>
                    <a:pt x="786" y="2477"/>
                    <a:pt x="882" y="2513"/>
                    <a:pt x="965" y="2549"/>
                  </a:cubicBezTo>
                  <a:cubicBezTo>
                    <a:pt x="1120" y="2604"/>
                    <a:pt x="1275" y="2644"/>
                    <a:pt x="1441" y="2644"/>
                  </a:cubicBezTo>
                  <a:cubicBezTo>
                    <a:pt x="1491" y="2644"/>
                    <a:pt x="1543" y="2641"/>
                    <a:pt x="1596" y="2632"/>
                  </a:cubicBezTo>
                  <a:cubicBezTo>
                    <a:pt x="1655" y="2632"/>
                    <a:pt x="1715" y="2620"/>
                    <a:pt x="1786" y="2608"/>
                  </a:cubicBezTo>
                  <a:cubicBezTo>
                    <a:pt x="1822" y="2596"/>
                    <a:pt x="1846" y="2596"/>
                    <a:pt x="1882" y="2573"/>
                  </a:cubicBezTo>
                  <a:cubicBezTo>
                    <a:pt x="2322" y="2430"/>
                    <a:pt x="2656" y="2073"/>
                    <a:pt x="2751" y="1644"/>
                  </a:cubicBezTo>
                  <a:cubicBezTo>
                    <a:pt x="2787" y="1537"/>
                    <a:pt x="2787" y="1442"/>
                    <a:pt x="2798" y="1346"/>
                  </a:cubicBezTo>
                  <a:cubicBezTo>
                    <a:pt x="2798" y="1227"/>
                    <a:pt x="2798" y="1120"/>
                    <a:pt x="2775" y="1013"/>
                  </a:cubicBezTo>
                  <a:cubicBezTo>
                    <a:pt x="2632" y="477"/>
                    <a:pt x="2203" y="108"/>
                    <a:pt x="1703" y="13"/>
                  </a:cubicBezTo>
                  <a:cubicBezTo>
                    <a:pt x="1608" y="1"/>
                    <a:pt x="1501" y="1"/>
                    <a:pt x="14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4" name="Google Shape;9794;p80"/>
            <p:cNvSpPr/>
            <p:nvPr/>
          </p:nvSpPr>
          <p:spPr>
            <a:xfrm>
              <a:off x="-66598" y="7476899"/>
              <a:ext cx="58041" cy="54530"/>
            </a:xfrm>
            <a:custGeom>
              <a:rect b="b" l="l" r="r" t="t"/>
              <a:pathLst>
                <a:path extrusionOk="0" h="963" w="1025">
                  <a:moveTo>
                    <a:pt x="520" y="1"/>
                  </a:moveTo>
                  <a:cubicBezTo>
                    <a:pt x="486" y="1"/>
                    <a:pt x="452" y="5"/>
                    <a:pt x="417" y="13"/>
                  </a:cubicBezTo>
                  <a:cubicBezTo>
                    <a:pt x="155" y="72"/>
                    <a:pt x="1" y="322"/>
                    <a:pt x="60" y="584"/>
                  </a:cubicBezTo>
                  <a:cubicBezTo>
                    <a:pt x="96" y="799"/>
                    <a:pt x="322" y="953"/>
                    <a:pt x="536" y="953"/>
                  </a:cubicBezTo>
                  <a:cubicBezTo>
                    <a:pt x="554" y="959"/>
                    <a:pt x="572" y="962"/>
                    <a:pt x="587" y="962"/>
                  </a:cubicBezTo>
                  <a:cubicBezTo>
                    <a:pt x="602" y="962"/>
                    <a:pt x="614" y="959"/>
                    <a:pt x="620" y="953"/>
                  </a:cubicBezTo>
                  <a:cubicBezTo>
                    <a:pt x="691" y="941"/>
                    <a:pt x="774" y="894"/>
                    <a:pt x="810" y="846"/>
                  </a:cubicBezTo>
                  <a:cubicBezTo>
                    <a:pt x="953" y="739"/>
                    <a:pt x="1024" y="549"/>
                    <a:pt x="977" y="370"/>
                  </a:cubicBezTo>
                  <a:cubicBezTo>
                    <a:pt x="925" y="154"/>
                    <a:pt x="732" y="1"/>
                    <a:pt x="5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5" name="Google Shape;9795;p80"/>
            <p:cNvSpPr/>
            <p:nvPr/>
          </p:nvSpPr>
          <p:spPr>
            <a:xfrm>
              <a:off x="2202705" y="7797170"/>
              <a:ext cx="77633" cy="55323"/>
            </a:xfrm>
            <a:custGeom>
              <a:rect b="b" l="l" r="r" t="t"/>
              <a:pathLst>
                <a:path extrusionOk="0" h="977" w="1371">
                  <a:moveTo>
                    <a:pt x="656" y="0"/>
                  </a:moveTo>
                  <a:cubicBezTo>
                    <a:pt x="620" y="12"/>
                    <a:pt x="584" y="12"/>
                    <a:pt x="537" y="24"/>
                  </a:cubicBezTo>
                  <a:cubicBezTo>
                    <a:pt x="465" y="48"/>
                    <a:pt x="394" y="72"/>
                    <a:pt x="346" y="107"/>
                  </a:cubicBezTo>
                  <a:cubicBezTo>
                    <a:pt x="251" y="143"/>
                    <a:pt x="180" y="227"/>
                    <a:pt x="132" y="310"/>
                  </a:cubicBezTo>
                  <a:cubicBezTo>
                    <a:pt x="49" y="453"/>
                    <a:pt x="1" y="631"/>
                    <a:pt x="49" y="810"/>
                  </a:cubicBezTo>
                  <a:cubicBezTo>
                    <a:pt x="60" y="869"/>
                    <a:pt x="72" y="929"/>
                    <a:pt x="108" y="977"/>
                  </a:cubicBezTo>
                  <a:lnTo>
                    <a:pt x="1263" y="977"/>
                  </a:lnTo>
                  <a:cubicBezTo>
                    <a:pt x="1334" y="846"/>
                    <a:pt x="1370" y="679"/>
                    <a:pt x="1323" y="512"/>
                  </a:cubicBezTo>
                  <a:cubicBezTo>
                    <a:pt x="1275" y="310"/>
                    <a:pt x="1132" y="143"/>
                    <a:pt x="953" y="60"/>
                  </a:cubicBezTo>
                  <a:cubicBezTo>
                    <a:pt x="858" y="12"/>
                    <a:pt x="763" y="0"/>
                    <a:pt x="6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6" name="Google Shape;9796;p80"/>
            <p:cNvSpPr/>
            <p:nvPr/>
          </p:nvSpPr>
          <p:spPr>
            <a:xfrm>
              <a:off x="1603386" y="7218858"/>
              <a:ext cx="73556" cy="75255"/>
            </a:xfrm>
            <a:custGeom>
              <a:rect b="b" l="l" r="r" t="t"/>
              <a:pathLst>
                <a:path extrusionOk="0" h="1329" w="1299">
                  <a:moveTo>
                    <a:pt x="660" y="0"/>
                  </a:moveTo>
                  <a:cubicBezTo>
                    <a:pt x="612" y="0"/>
                    <a:pt x="562" y="7"/>
                    <a:pt x="512" y="22"/>
                  </a:cubicBezTo>
                  <a:cubicBezTo>
                    <a:pt x="227" y="69"/>
                    <a:pt x="36" y="319"/>
                    <a:pt x="0" y="593"/>
                  </a:cubicBezTo>
                  <a:cubicBezTo>
                    <a:pt x="0" y="665"/>
                    <a:pt x="0" y="748"/>
                    <a:pt x="12" y="819"/>
                  </a:cubicBezTo>
                  <a:cubicBezTo>
                    <a:pt x="12" y="843"/>
                    <a:pt x="24" y="867"/>
                    <a:pt x="24" y="891"/>
                  </a:cubicBezTo>
                  <a:cubicBezTo>
                    <a:pt x="60" y="986"/>
                    <a:pt x="107" y="1057"/>
                    <a:pt x="167" y="1117"/>
                  </a:cubicBezTo>
                  <a:cubicBezTo>
                    <a:pt x="238" y="1188"/>
                    <a:pt x="310" y="1248"/>
                    <a:pt x="405" y="1284"/>
                  </a:cubicBezTo>
                  <a:cubicBezTo>
                    <a:pt x="477" y="1313"/>
                    <a:pt x="554" y="1328"/>
                    <a:pt x="632" y="1328"/>
                  </a:cubicBezTo>
                  <a:cubicBezTo>
                    <a:pt x="683" y="1328"/>
                    <a:pt x="734" y="1322"/>
                    <a:pt x="786" y="1307"/>
                  </a:cubicBezTo>
                  <a:cubicBezTo>
                    <a:pt x="881" y="1296"/>
                    <a:pt x="965" y="1248"/>
                    <a:pt x="1024" y="1212"/>
                  </a:cubicBezTo>
                  <a:cubicBezTo>
                    <a:pt x="1096" y="1153"/>
                    <a:pt x="1155" y="1081"/>
                    <a:pt x="1203" y="998"/>
                  </a:cubicBezTo>
                  <a:cubicBezTo>
                    <a:pt x="1250" y="915"/>
                    <a:pt x="1274" y="819"/>
                    <a:pt x="1298" y="712"/>
                  </a:cubicBezTo>
                  <a:cubicBezTo>
                    <a:pt x="1298" y="641"/>
                    <a:pt x="1298" y="581"/>
                    <a:pt x="1274" y="510"/>
                  </a:cubicBezTo>
                  <a:cubicBezTo>
                    <a:pt x="1250" y="391"/>
                    <a:pt x="1191" y="272"/>
                    <a:pt x="1108" y="176"/>
                  </a:cubicBezTo>
                  <a:cubicBezTo>
                    <a:pt x="1024" y="105"/>
                    <a:pt x="941" y="57"/>
                    <a:pt x="846" y="34"/>
                  </a:cubicBezTo>
                  <a:cubicBezTo>
                    <a:pt x="790" y="13"/>
                    <a:pt x="727" y="0"/>
                    <a:pt x="6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7" name="Google Shape;9797;p80"/>
            <p:cNvSpPr/>
            <p:nvPr/>
          </p:nvSpPr>
          <p:spPr>
            <a:xfrm>
              <a:off x="1883850" y="7767045"/>
              <a:ext cx="56682" cy="53397"/>
            </a:xfrm>
            <a:custGeom>
              <a:rect b="b" l="l" r="r" t="t"/>
              <a:pathLst>
                <a:path extrusionOk="0" h="943" w="1001">
                  <a:moveTo>
                    <a:pt x="468" y="1"/>
                  </a:moveTo>
                  <a:cubicBezTo>
                    <a:pt x="432" y="1"/>
                    <a:pt x="397" y="4"/>
                    <a:pt x="357" y="8"/>
                  </a:cubicBezTo>
                  <a:cubicBezTo>
                    <a:pt x="346" y="8"/>
                    <a:pt x="334" y="20"/>
                    <a:pt x="322" y="20"/>
                  </a:cubicBezTo>
                  <a:cubicBezTo>
                    <a:pt x="227" y="56"/>
                    <a:pt x="155" y="116"/>
                    <a:pt x="96" y="187"/>
                  </a:cubicBezTo>
                  <a:cubicBezTo>
                    <a:pt x="36" y="258"/>
                    <a:pt x="0" y="366"/>
                    <a:pt x="0" y="473"/>
                  </a:cubicBezTo>
                  <a:cubicBezTo>
                    <a:pt x="0" y="497"/>
                    <a:pt x="0" y="544"/>
                    <a:pt x="24" y="580"/>
                  </a:cubicBezTo>
                  <a:cubicBezTo>
                    <a:pt x="78" y="795"/>
                    <a:pt x="287" y="942"/>
                    <a:pt x="512" y="942"/>
                  </a:cubicBezTo>
                  <a:cubicBezTo>
                    <a:pt x="536" y="942"/>
                    <a:pt x="560" y="941"/>
                    <a:pt x="584" y="937"/>
                  </a:cubicBezTo>
                  <a:cubicBezTo>
                    <a:pt x="834" y="878"/>
                    <a:pt x="1000" y="616"/>
                    <a:pt x="941" y="366"/>
                  </a:cubicBezTo>
                  <a:cubicBezTo>
                    <a:pt x="893" y="199"/>
                    <a:pt x="774" y="68"/>
                    <a:pt x="631" y="20"/>
                  </a:cubicBezTo>
                  <a:cubicBezTo>
                    <a:pt x="569" y="6"/>
                    <a:pt x="518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8" name="Google Shape;9798;p80"/>
            <p:cNvSpPr/>
            <p:nvPr/>
          </p:nvSpPr>
          <p:spPr>
            <a:xfrm>
              <a:off x="2154857" y="7293887"/>
              <a:ext cx="58720" cy="53511"/>
            </a:xfrm>
            <a:custGeom>
              <a:rect b="b" l="l" r="r" t="t"/>
              <a:pathLst>
                <a:path extrusionOk="0" h="945" w="1037">
                  <a:moveTo>
                    <a:pt x="540" y="1"/>
                  </a:moveTo>
                  <a:cubicBezTo>
                    <a:pt x="499" y="1"/>
                    <a:pt x="458" y="6"/>
                    <a:pt x="417" y="18"/>
                  </a:cubicBezTo>
                  <a:cubicBezTo>
                    <a:pt x="155" y="78"/>
                    <a:pt x="1" y="328"/>
                    <a:pt x="48" y="578"/>
                  </a:cubicBezTo>
                  <a:cubicBezTo>
                    <a:pt x="111" y="806"/>
                    <a:pt x="309" y="944"/>
                    <a:pt x="524" y="944"/>
                  </a:cubicBezTo>
                  <a:cubicBezTo>
                    <a:pt x="556" y="944"/>
                    <a:pt x="588" y="941"/>
                    <a:pt x="620" y="935"/>
                  </a:cubicBezTo>
                  <a:cubicBezTo>
                    <a:pt x="870" y="875"/>
                    <a:pt x="1036" y="625"/>
                    <a:pt x="977" y="375"/>
                  </a:cubicBezTo>
                  <a:cubicBezTo>
                    <a:pt x="927" y="147"/>
                    <a:pt x="744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9" name="Google Shape;9799;p80"/>
            <p:cNvSpPr/>
            <p:nvPr/>
          </p:nvSpPr>
          <p:spPr>
            <a:xfrm>
              <a:off x="784929" y="7344453"/>
              <a:ext cx="55323" cy="53284"/>
            </a:xfrm>
            <a:custGeom>
              <a:rect b="b" l="l" r="r" t="t"/>
              <a:pathLst>
                <a:path extrusionOk="0" h="941" w="977">
                  <a:moveTo>
                    <a:pt x="508" y="0"/>
                  </a:moveTo>
                  <a:cubicBezTo>
                    <a:pt x="473" y="0"/>
                    <a:pt x="441" y="6"/>
                    <a:pt x="405" y="18"/>
                  </a:cubicBezTo>
                  <a:cubicBezTo>
                    <a:pt x="357" y="30"/>
                    <a:pt x="322" y="42"/>
                    <a:pt x="286" y="54"/>
                  </a:cubicBezTo>
                  <a:cubicBezTo>
                    <a:pt x="107" y="161"/>
                    <a:pt x="0" y="375"/>
                    <a:pt x="60" y="578"/>
                  </a:cubicBezTo>
                  <a:cubicBezTo>
                    <a:pt x="83" y="673"/>
                    <a:pt x="119" y="744"/>
                    <a:pt x="179" y="804"/>
                  </a:cubicBezTo>
                  <a:cubicBezTo>
                    <a:pt x="262" y="875"/>
                    <a:pt x="345" y="923"/>
                    <a:pt x="453" y="935"/>
                  </a:cubicBezTo>
                  <a:cubicBezTo>
                    <a:pt x="472" y="939"/>
                    <a:pt x="492" y="940"/>
                    <a:pt x="512" y="940"/>
                  </a:cubicBezTo>
                  <a:cubicBezTo>
                    <a:pt x="552" y="940"/>
                    <a:pt x="591" y="935"/>
                    <a:pt x="631" y="935"/>
                  </a:cubicBezTo>
                  <a:cubicBezTo>
                    <a:pt x="750" y="911"/>
                    <a:pt x="834" y="852"/>
                    <a:pt x="893" y="756"/>
                  </a:cubicBezTo>
                  <a:lnTo>
                    <a:pt x="893" y="744"/>
                  </a:lnTo>
                  <a:cubicBezTo>
                    <a:pt x="929" y="697"/>
                    <a:pt x="953" y="625"/>
                    <a:pt x="976" y="542"/>
                  </a:cubicBezTo>
                  <a:cubicBezTo>
                    <a:pt x="976" y="483"/>
                    <a:pt x="976" y="435"/>
                    <a:pt x="953" y="375"/>
                  </a:cubicBezTo>
                  <a:cubicBezTo>
                    <a:pt x="941" y="328"/>
                    <a:pt x="929" y="280"/>
                    <a:pt x="917" y="256"/>
                  </a:cubicBezTo>
                  <a:cubicBezTo>
                    <a:pt x="917" y="232"/>
                    <a:pt x="893" y="221"/>
                    <a:pt x="893" y="209"/>
                  </a:cubicBezTo>
                  <a:cubicBezTo>
                    <a:pt x="834" y="113"/>
                    <a:pt x="762" y="54"/>
                    <a:pt x="655" y="30"/>
                  </a:cubicBezTo>
                  <a:cubicBezTo>
                    <a:pt x="643" y="30"/>
                    <a:pt x="631" y="18"/>
                    <a:pt x="619" y="18"/>
                  </a:cubicBezTo>
                  <a:cubicBezTo>
                    <a:pt x="578" y="6"/>
                    <a:pt x="542" y="0"/>
                    <a:pt x="5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0" name="Google Shape;9800;p80"/>
            <p:cNvSpPr/>
            <p:nvPr/>
          </p:nvSpPr>
          <p:spPr>
            <a:xfrm>
              <a:off x="1977564" y="5832282"/>
              <a:ext cx="80917" cy="74349"/>
            </a:xfrm>
            <a:custGeom>
              <a:rect b="b" l="l" r="r" t="t"/>
              <a:pathLst>
                <a:path extrusionOk="0" h="1313" w="1429">
                  <a:moveTo>
                    <a:pt x="738" y="0"/>
                  </a:moveTo>
                  <a:cubicBezTo>
                    <a:pt x="687" y="0"/>
                    <a:pt x="635" y="6"/>
                    <a:pt x="584" y="18"/>
                  </a:cubicBezTo>
                  <a:cubicBezTo>
                    <a:pt x="226" y="101"/>
                    <a:pt x="0" y="458"/>
                    <a:pt x="96" y="827"/>
                  </a:cubicBezTo>
                  <a:cubicBezTo>
                    <a:pt x="119" y="934"/>
                    <a:pt x="167" y="1018"/>
                    <a:pt x="226" y="1089"/>
                  </a:cubicBezTo>
                  <a:cubicBezTo>
                    <a:pt x="298" y="1137"/>
                    <a:pt x="369" y="1196"/>
                    <a:pt x="465" y="1244"/>
                  </a:cubicBezTo>
                  <a:cubicBezTo>
                    <a:pt x="512" y="1268"/>
                    <a:pt x="572" y="1291"/>
                    <a:pt x="631" y="1303"/>
                  </a:cubicBezTo>
                  <a:cubicBezTo>
                    <a:pt x="673" y="1309"/>
                    <a:pt x="718" y="1312"/>
                    <a:pt x="762" y="1312"/>
                  </a:cubicBezTo>
                  <a:cubicBezTo>
                    <a:pt x="807" y="1312"/>
                    <a:pt x="852" y="1309"/>
                    <a:pt x="893" y="1303"/>
                  </a:cubicBezTo>
                  <a:lnTo>
                    <a:pt x="929" y="1303"/>
                  </a:lnTo>
                  <a:cubicBezTo>
                    <a:pt x="965" y="1291"/>
                    <a:pt x="1000" y="1268"/>
                    <a:pt x="1048" y="1256"/>
                  </a:cubicBezTo>
                  <a:cubicBezTo>
                    <a:pt x="1131" y="1208"/>
                    <a:pt x="1203" y="1149"/>
                    <a:pt x="1262" y="1065"/>
                  </a:cubicBezTo>
                  <a:cubicBezTo>
                    <a:pt x="1381" y="910"/>
                    <a:pt x="1429" y="708"/>
                    <a:pt x="1381" y="518"/>
                  </a:cubicBezTo>
                  <a:cubicBezTo>
                    <a:pt x="1320" y="210"/>
                    <a:pt x="1047" y="0"/>
                    <a:pt x="73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1" name="Google Shape;9801;p80"/>
            <p:cNvSpPr/>
            <p:nvPr/>
          </p:nvSpPr>
          <p:spPr>
            <a:xfrm>
              <a:off x="1920260" y="7329900"/>
              <a:ext cx="31031" cy="30691"/>
            </a:xfrm>
            <a:custGeom>
              <a:rect b="b" l="l" r="r" t="t"/>
              <a:pathLst>
                <a:path extrusionOk="0" h="542" w="548">
                  <a:moveTo>
                    <a:pt x="276" y="0"/>
                  </a:moveTo>
                  <a:cubicBezTo>
                    <a:pt x="268" y="0"/>
                    <a:pt x="259" y="0"/>
                    <a:pt x="250" y="1"/>
                  </a:cubicBezTo>
                  <a:lnTo>
                    <a:pt x="226" y="1"/>
                  </a:lnTo>
                  <a:cubicBezTo>
                    <a:pt x="72" y="37"/>
                    <a:pt x="0" y="168"/>
                    <a:pt x="12" y="299"/>
                  </a:cubicBezTo>
                  <a:lnTo>
                    <a:pt x="12" y="335"/>
                  </a:lnTo>
                  <a:cubicBezTo>
                    <a:pt x="54" y="461"/>
                    <a:pt x="181" y="541"/>
                    <a:pt x="300" y="541"/>
                  </a:cubicBezTo>
                  <a:cubicBezTo>
                    <a:pt x="315" y="541"/>
                    <a:pt x="331" y="540"/>
                    <a:pt x="346" y="537"/>
                  </a:cubicBezTo>
                  <a:cubicBezTo>
                    <a:pt x="393" y="525"/>
                    <a:pt x="429" y="513"/>
                    <a:pt x="465" y="478"/>
                  </a:cubicBezTo>
                  <a:cubicBezTo>
                    <a:pt x="476" y="466"/>
                    <a:pt x="488" y="454"/>
                    <a:pt x="512" y="418"/>
                  </a:cubicBezTo>
                  <a:cubicBezTo>
                    <a:pt x="536" y="359"/>
                    <a:pt x="548" y="287"/>
                    <a:pt x="536" y="216"/>
                  </a:cubicBezTo>
                  <a:cubicBezTo>
                    <a:pt x="536" y="204"/>
                    <a:pt x="524" y="180"/>
                    <a:pt x="524" y="168"/>
                  </a:cubicBezTo>
                  <a:cubicBezTo>
                    <a:pt x="491" y="69"/>
                    <a:pt x="386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2" name="Google Shape;9802;p80"/>
            <p:cNvSpPr/>
            <p:nvPr/>
          </p:nvSpPr>
          <p:spPr>
            <a:xfrm>
              <a:off x="1382889" y="7588846"/>
              <a:ext cx="31767" cy="30408"/>
            </a:xfrm>
            <a:custGeom>
              <a:rect b="b" l="l" r="r" t="t"/>
              <a:pathLst>
                <a:path extrusionOk="0" h="537" w="561">
                  <a:moveTo>
                    <a:pt x="203" y="0"/>
                  </a:moveTo>
                  <a:cubicBezTo>
                    <a:pt x="96" y="24"/>
                    <a:pt x="25" y="107"/>
                    <a:pt x="13" y="191"/>
                  </a:cubicBezTo>
                  <a:lnTo>
                    <a:pt x="13" y="203"/>
                  </a:lnTo>
                  <a:cubicBezTo>
                    <a:pt x="1" y="250"/>
                    <a:pt x="1" y="298"/>
                    <a:pt x="13" y="334"/>
                  </a:cubicBezTo>
                  <a:cubicBezTo>
                    <a:pt x="25" y="417"/>
                    <a:pt x="84" y="477"/>
                    <a:pt x="156" y="500"/>
                  </a:cubicBezTo>
                  <a:cubicBezTo>
                    <a:pt x="194" y="523"/>
                    <a:pt x="233" y="537"/>
                    <a:pt x="277" y="537"/>
                  </a:cubicBezTo>
                  <a:cubicBezTo>
                    <a:pt x="302" y="537"/>
                    <a:pt x="329" y="533"/>
                    <a:pt x="358" y="524"/>
                  </a:cubicBezTo>
                  <a:cubicBezTo>
                    <a:pt x="441" y="500"/>
                    <a:pt x="501" y="453"/>
                    <a:pt x="537" y="369"/>
                  </a:cubicBezTo>
                  <a:cubicBezTo>
                    <a:pt x="549" y="346"/>
                    <a:pt x="561" y="286"/>
                    <a:pt x="549" y="203"/>
                  </a:cubicBezTo>
                  <a:cubicBezTo>
                    <a:pt x="537" y="131"/>
                    <a:pt x="489" y="72"/>
                    <a:pt x="430" y="48"/>
                  </a:cubicBezTo>
                  <a:cubicBezTo>
                    <a:pt x="394" y="24"/>
                    <a:pt x="370" y="12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3" name="Google Shape;9803;p80"/>
            <p:cNvSpPr/>
            <p:nvPr/>
          </p:nvSpPr>
          <p:spPr>
            <a:xfrm>
              <a:off x="1662729" y="7700511"/>
              <a:ext cx="31031" cy="31030"/>
            </a:xfrm>
            <a:custGeom>
              <a:rect b="b" l="l" r="r" t="t"/>
              <a:pathLst>
                <a:path extrusionOk="0" h="548" w="548">
                  <a:moveTo>
                    <a:pt x="266" y="1"/>
                  </a:moveTo>
                  <a:cubicBezTo>
                    <a:pt x="249" y="1"/>
                    <a:pt x="232" y="2"/>
                    <a:pt x="214" y="5"/>
                  </a:cubicBezTo>
                  <a:cubicBezTo>
                    <a:pt x="143" y="29"/>
                    <a:pt x="83" y="64"/>
                    <a:pt x="36" y="148"/>
                  </a:cubicBezTo>
                  <a:cubicBezTo>
                    <a:pt x="12" y="195"/>
                    <a:pt x="0" y="279"/>
                    <a:pt x="12" y="338"/>
                  </a:cubicBezTo>
                  <a:cubicBezTo>
                    <a:pt x="33" y="452"/>
                    <a:pt x="152" y="547"/>
                    <a:pt x="276" y="547"/>
                  </a:cubicBezTo>
                  <a:cubicBezTo>
                    <a:pt x="295" y="547"/>
                    <a:pt x="315" y="545"/>
                    <a:pt x="333" y="541"/>
                  </a:cubicBezTo>
                  <a:cubicBezTo>
                    <a:pt x="441" y="517"/>
                    <a:pt x="512" y="445"/>
                    <a:pt x="548" y="338"/>
                  </a:cubicBezTo>
                  <a:lnTo>
                    <a:pt x="548" y="219"/>
                  </a:lnTo>
                  <a:cubicBezTo>
                    <a:pt x="516" y="82"/>
                    <a:pt x="400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4" name="Google Shape;9804;p80"/>
            <p:cNvSpPr/>
            <p:nvPr/>
          </p:nvSpPr>
          <p:spPr>
            <a:xfrm>
              <a:off x="577908" y="7790828"/>
              <a:ext cx="33805" cy="30521"/>
            </a:xfrm>
            <a:custGeom>
              <a:rect b="b" l="l" r="r" t="t"/>
              <a:pathLst>
                <a:path extrusionOk="0" h="539" w="597">
                  <a:moveTo>
                    <a:pt x="292" y="1"/>
                  </a:moveTo>
                  <a:cubicBezTo>
                    <a:pt x="275" y="1"/>
                    <a:pt x="257" y="2"/>
                    <a:pt x="239" y="5"/>
                  </a:cubicBezTo>
                  <a:cubicBezTo>
                    <a:pt x="84" y="41"/>
                    <a:pt x="1" y="184"/>
                    <a:pt x="25" y="339"/>
                  </a:cubicBezTo>
                  <a:cubicBezTo>
                    <a:pt x="25" y="350"/>
                    <a:pt x="37" y="362"/>
                    <a:pt x="37" y="362"/>
                  </a:cubicBezTo>
                  <a:cubicBezTo>
                    <a:pt x="76" y="471"/>
                    <a:pt x="172" y="538"/>
                    <a:pt x="285" y="538"/>
                  </a:cubicBezTo>
                  <a:cubicBezTo>
                    <a:pt x="309" y="538"/>
                    <a:pt x="333" y="535"/>
                    <a:pt x="358" y="529"/>
                  </a:cubicBezTo>
                  <a:lnTo>
                    <a:pt x="370" y="529"/>
                  </a:lnTo>
                  <a:cubicBezTo>
                    <a:pt x="501" y="481"/>
                    <a:pt x="596" y="350"/>
                    <a:pt x="549" y="196"/>
                  </a:cubicBezTo>
                  <a:cubicBezTo>
                    <a:pt x="537" y="124"/>
                    <a:pt x="489" y="77"/>
                    <a:pt x="441" y="41"/>
                  </a:cubicBezTo>
                  <a:cubicBezTo>
                    <a:pt x="397" y="14"/>
                    <a:pt x="345" y="1"/>
                    <a:pt x="29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5" name="Google Shape;9805;p80"/>
            <p:cNvSpPr/>
            <p:nvPr/>
          </p:nvSpPr>
          <p:spPr>
            <a:xfrm>
              <a:off x="376323" y="7697170"/>
              <a:ext cx="33126" cy="31030"/>
            </a:xfrm>
            <a:custGeom>
              <a:rect b="b" l="l" r="r" t="t"/>
              <a:pathLst>
                <a:path extrusionOk="0" h="548" w="585">
                  <a:moveTo>
                    <a:pt x="276" y="0"/>
                  </a:moveTo>
                  <a:cubicBezTo>
                    <a:pt x="260" y="0"/>
                    <a:pt x="243" y="2"/>
                    <a:pt x="227" y="4"/>
                  </a:cubicBezTo>
                  <a:cubicBezTo>
                    <a:pt x="96" y="40"/>
                    <a:pt x="1" y="171"/>
                    <a:pt x="13" y="302"/>
                  </a:cubicBezTo>
                  <a:lnTo>
                    <a:pt x="13" y="338"/>
                  </a:lnTo>
                  <a:cubicBezTo>
                    <a:pt x="43" y="460"/>
                    <a:pt x="153" y="548"/>
                    <a:pt x="281" y="548"/>
                  </a:cubicBezTo>
                  <a:cubicBezTo>
                    <a:pt x="302" y="548"/>
                    <a:pt x="324" y="545"/>
                    <a:pt x="346" y="540"/>
                  </a:cubicBezTo>
                  <a:cubicBezTo>
                    <a:pt x="370" y="540"/>
                    <a:pt x="406" y="528"/>
                    <a:pt x="418" y="516"/>
                  </a:cubicBezTo>
                  <a:cubicBezTo>
                    <a:pt x="525" y="457"/>
                    <a:pt x="584" y="338"/>
                    <a:pt x="549" y="219"/>
                  </a:cubicBezTo>
                  <a:cubicBezTo>
                    <a:pt x="527" y="81"/>
                    <a:pt x="403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06" name="Google Shape;9806;p80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07" name="Google Shape;9807;p80"/>
          <p:cNvSpPr txBox="1"/>
          <p:nvPr>
            <p:ph type="title"/>
          </p:nvPr>
        </p:nvSpPr>
        <p:spPr>
          <a:xfrm>
            <a:off x="10667933" y="2498800"/>
            <a:ext cx="12387300" cy="39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9808" name="Google Shape;9808;p80"/>
          <p:cNvSpPr txBox="1"/>
          <p:nvPr>
            <p:ph idx="1" type="subTitle"/>
          </p:nvPr>
        </p:nvSpPr>
        <p:spPr>
          <a:xfrm>
            <a:off x="10668333" y="6868133"/>
            <a:ext cx="11796000" cy="366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809" name="Shape 9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10" name="Google Shape;9810;p81"/>
          <p:cNvGrpSpPr/>
          <p:nvPr/>
        </p:nvGrpSpPr>
        <p:grpSpPr>
          <a:xfrm>
            <a:off x="14536344" y="-211"/>
            <a:ext cx="9846715" cy="4657541"/>
            <a:chOff x="2238075" y="1147600"/>
            <a:chExt cx="1906800" cy="901925"/>
          </a:xfrm>
        </p:grpSpPr>
        <p:sp>
          <p:nvSpPr>
            <p:cNvPr id="9811" name="Google Shape;9811;p81"/>
            <p:cNvSpPr/>
            <p:nvPr/>
          </p:nvSpPr>
          <p:spPr>
            <a:xfrm>
              <a:off x="2925350" y="1181225"/>
              <a:ext cx="175" cy="250"/>
            </a:xfrm>
            <a:custGeom>
              <a:rect b="b" l="l" r="r" t="t"/>
              <a:pathLst>
                <a:path extrusionOk="0" h="10" w="7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2" name="Google Shape;9812;p81"/>
            <p:cNvSpPr/>
            <p:nvPr/>
          </p:nvSpPr>
          <p:spPr>
            <a:xfrm>
              <a:off x="2925650" y="1181825"/>
              <a:ext cx="325" cy="400"/>
            </a:xfrm>
            <a:custGeom>
              <a:rect b="b" l="l" r="r" t="t"/>
              <a:pathLst>
                <a:path extrusionOk="0" h="16" w="13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3" name="Google Shape;9813;p81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4" name="Google Shape;9814;p81"/>
            <p:cNvSpPr/>
            <p:nvPr/>
          </p:nvSpPr>
          <p:spPr>
            <a:xfrm>
              <a:off x="2924750" y="1179750"/>
              <a:ext cx="25" cy="300"/>
            </a:xfrm>
            <a:custGeom>
              <a:rect b="b" l="l" r="r" t="t"/>
              <a:pathLst>
                <a:path extrusionOk="0" h="12" w="1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5" name="Google Shape;9815;p81"/>
            <p:cNvSpPr/>
            <p:nvPr/>
          </p:nvSpPr>
          <p:spPr>
            <a:xfrm>
              <a:off x="2925350" y="1181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6" name="Google Shape;9816;p81"/>
            <p:cNvSpPr/>
            <p:nvPr/>
          </p:nvSpPr>
          <p:spPr>
            <a:xfrm>
              <a:off x="2931900" y="1162175"/>
              <a:ext cx="86650" cy="19375"/>
            </a:xfrm>
            <a:custGeom>
              <a:rect b="b" l="l" r="r" t="t"/>
              <a:pathLst>
                <a:path extrusionOk="0" h="775" w="3466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7" name="Google Shape;9817;p81"/>
            <p:cNvSpPr/>
            <p:nvPr/>
          </p:nvSpPr>
          <p:spPr>
            <a:xfrm>
              <a:off x="3024175" y="1148200"/>
              <a:ext cx="134275" cy="20250"/>
            </a:xfrm>
            <a:custGeom>
              <a:rect b="b" l="l" r="r" t="t"/>
              <a:pathLst>
                <a:path extrusionOk="0" h="810" w="5371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8" name="Google Shape;9818;p81"/>
            <p:cNvSpPr/>
            <p:nvPr/>
          </p:nvSpPr>
          <p:spPr>
            <a:xfrm>
              <a:off x="3114950" y="1293450"/>
              <a:ext cx="203925" cy="127125"/>
            </a:xfrm>
            <a:custGeom>
              <a:rect b="b" l="l" r="r" t="t"/>
              <a:pathLst>
                <a:path extrusionOk="0" h="5085" w="8157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9" name="Google Shape;9819;p81"/>
            <p:cNvSpPr/>
            <p:nvPr/>
          </p:nvSpPr>
          <p:spPr>
            <a:xfrm>
              <a:off x="2925950" y="1177350"/>
              <a:ext cx="77425" cy="50325"/>
            </a:xfrm>
            <a:custGeom>
              <a:rect b="b" l="l" r="r" t="t"/>
              <a:pathLst>
                <a:path extrusionOk="0" h="2013" w="3097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0" name="Google Shape;9820;p81"/>
            <p:cNvSpPr/>
            <p:nvPr/>
          </p:nvSpPr>
          <p:spPr>
            <a:xfrm>
              <a:off x="3007800" y="1224975"/>
              <a:ext cx="107175" cy="68200"/>
            </a:xfrm>
            <a:custGeom>
              <a:rect b="b" l="l" r="r" t="t"/>
              <a:pathLst>
                <a:path extrusionOk="0" h="2728" w="4287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1" name="Google Shape;9821;p81"/>
            <p:cNvSpPr/>
            <p:nvPr/>
          </p:nvSpPr>
          <p:spPr>
            <a:xfrm>
              <a:off x="2924750" y="118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2" name="Google Shape;9822;p81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3" name="Google Shape;9823;p81"/>
            <p:cNvSpPr/>
            <p:nvPr/>
          </p:nvSpPr>
          <p:spPr>
            <a:xfrm>
              <a:off x="2925350" y="11812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4" name="Google Shape;9824;p81"/>
            <p:cNvSpPr/>
            <p:nvPr/>
          </p:nvSpPr>
          <p:spPr>
            <a:xfrm>
              <a:off x="2238075" y="1147600"/>
              <a:ext cx="52100" cy="36625"/>
            </a:xfrm>
            <a:custGeom>
              <a:rect b="b" l="l" r="r" t="t"/>
              <a:pathLst>
                <a:path extrusionOk="0" h="1465" w="2084">
                  <a:moveTo>
                    <a:pt x="0" y="0"/>
                  </a:moveTo>
                  <a:lnTo>
                    <a:pt x="1934" y="1433"/>
                  </a:lnTo>
                  <a:lnTo>
                    <a:pt x="1934" y="1433"/>
                  </a:lnTo>
                  <a:cubicBezTo>
                    <a:pt x="1927" y="1424"/>
                    <a:pt x="1921" y="1414"/>
                    <a:pt x="1917" y="1405"/>
                  </a:cubicBezTo>
                  <a:cubicBezTo>
                    <a:pt x="1881" y="1334"/>
                    <a:pt x="1929" y="1250"/>
                    <a:pt x="2012" y="1227"/>
                  </a:cubicBezTo>
                  <a:lnTo>
                    <a:pt x="2084" y="1191"/>
                  </a:lnTo>
                  <a:lnTo>
                    <a:pt x="476" y="0"/>
                  </a:lnTo>
                  <a:close/>
                  <a:moveTo>
                    <a:pt x="1934" y="1433"/>
                  </a:moveTo>
                  <a:lnTo>
                    <a:pt x="1934" y="1433"/>
                  </a:lnTo>
                  <a:cubicBezTo>
                    <a:pt x="1946" y="1450"/>
                    <a:pt x="1961" y="1465"/>
                    <a:pt x="1977" y="1465"/>
                  </a:cubicBezTo>
                  <a:lnTo>
                    <a:pt x="1934" y="143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5" name="Google Shape;9825;p81"/>
            <p:cNvSpPr/>
            <p:nvPr/>
          </p:nvSpPr>
          <p:spPr>
            <a:xfrm>
              <a:off x="2285400" y="1148200"/>
              <a:ext cx="114625" cy="37225"/>
            </a:xfrm>
            <a:custGeom>
              <a:rect b="b" l="l" r="r" t="t"/>
              <a:pathLst>
                <a:path extrusionOk="0" h="1489" w="4585">
                  <a:moveTo>
                    <a:pt x="3703" y="0"/>
                  </a:moveTo>
                  <a:lnTo>
                    <a:pt x="191" y="1191"/>
                  </a:lnTo>
                  <a:lnTo>
                    <a:pt x="119" y="1214"/>
                  </a:lnTo>
                  <a:cubicBezTo>
                    <a:pt x="36" y="1250"/>
                    <a:pt x="0" y="1322"/>
                    <a:pt x="24" y="1393"/>
                  </a:cubicBezTo>
                  <a:cubicBezTo>
                    <a:pt x="36" y="1429"/>
                    <a:pt x="60" y="1441"/>
                    <a:pt x="72" y="1464"/>
                  </a:cubicBezTo>
                  <a:cubicBezTo>
                    <a:pt x="84" y="1464"/>
                    <a:pt x="84" y="1488"/>
                    <a:pt x="95" y="1488"/>
                  </a:cubicBezTo>
                  <a:lnTo>
                    <a:pt x="203" y="1488"/>
                  </a:lnTo>
                  <a:lnTo>
                    <a:pt x="45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6" name="Google Shape;9826;p81"/>
            <p:cNvSpPr/>
            <p:nvPr/>
          </p:nvSpPr>
          <p:spPr>
            <a:xfrm>
              <a:off x="2466075" y="1148200"/>
              <a:ext cx="82475" cy="241125"/>
            </a:xfrm>
            <a:custGeom>
              <a:rect b="b" l="l" r="r" t="t"/>
              <a:pathLst>
                <a:path extrusionOk="0" h="9645" w="3299">
                  <a:moveTo>
                    <a:pt x="0" y="0"/>
                  </a:moveTo>
                  <a:lnTo>
                    <a:pt x="3036" y="9644"/>
                  </a:lnTo>
                  <a:cubicBezTo>
                    <a:pt x="3099" y="9592"/>
                    <a:pt x="3188" y="9558"/>
                    <a:pt x="3265" y="9558"/>
                  </a:cubicBezTo>
                  <a:cubicBezTo>
                    <a:pt x="3276" y="9558"/>
                    <a:pt x="3288" y="9559"/>
                    <a:pt x="3298" y="9561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7" name="Google Shape;9827;p81"/>
            <p:cNvSpPr/>
            <p:nvPr/>
          </p:nvSpPr>
          <p:spPr>
            <a:xfrm>
              <a:off x="2550300" y="1148200"/>
              <a:ext cx="104500" cy="242000"/>
            </a:xfrm>
            <a:custGeom>
              <a:rect b="b" l="l" r="r" t="t"/>
              <a:pathLst>
                <a:path extrusionOk="0" h="9680" w="4180">
                  <a:moveTo>
                    <a:pt x="3870" y="0"/>
                  </a:moveTo>
                  <a:lnTo>
                    <a:pt x="1" y="9549"/>
                  </a:lnTo>
                  <a:lnTo>
                    <a:pt x="13" y="9549"/>
                  </a:lnTo>
                  <a:cubicBezTo>
                    <a:pt x="120" y="9561"/>
                    <a:pt x="191" y="9608"/>
                    <a:pt x="251" y="9680"/>
                  </a:cubicBezTo>
                  <a:lnTo>
                    <a:pt x="418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8" name="Google Shape;9828;p81"/>
            <p:cNvSpPr/>
            <p:nvPr/>
          </p:nvSpPr>
          <p:spPr>
            <a:xfrm>
              <a:off x="2924750" y="1148200"/>
              <a:ext cx="7175" cy="34850"/>
            </a:xfrm>
            <a:custGeom>
              <a:rect b="b" l="l" r="r" t="t"/>
              <a:pathLst>
                <a:path extrusionOk="0" h="1394" w="287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9" name="Google Shape;9829;p81"/>
            <p:cNvSpPr/>
            <p:nvPr/>
          </p:nvSpPr>
          <p:spPr>
            <a:xfrm>
              <a:off x="2963750" y="1147900"/>
              <a:ext cx="65800" cy="224750"/>
            </a:xfrm>
            <a:custGeom>
              <a:rect b="b" l="l" r="r" t="t"/>
              <a:pathLst>
                <a:path extrusionOk="0" h="8990" w="2632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0" name="Google Shape;9830;p81"/>
            <p:cNvSpPr/>
            <p:nvPr/>
          </p:nvSpPr>
          <p:spPr>
            <a:xfrm>
              <a:off x="3178350" y="1148775"/>
              <a:ext cx="49150" cy="83375"/>
            </a:xfrm>
            <a:custGeom>
              <a:rect b="b" l="l" r="r" t="t"/>
              <a:pathLst>
                <a:path extrusionOk="0" h="3335" w="1966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1" name="Google Shape;9831;p81"/>
            <p:cNvSpPr/>
            <p:nvPr/>
          </p:nvSpPr>
          <p:spPr>
            <a:xfrm>
              <a:off x="3226875" y="1235100"/>
              <a:ext cx="97950" cy="179800"/>
            </a:xfrm>
            <a:custGeom>
              <a:rect b="b" l="l" r="r" t="t"/>
              <a:pathLst>
                <a:path extrusionOk="0" h="7192" w="3918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2" name="Google Shape;9832;p81"/>
            <p:cNvSpPr/>
            <p:nvPr/>
          </p:nvSpPr>
          <p:spPr>
            <a:xfrm>
              <a:off x="3496850" y="1223200"/>
              <a:ext cx="70575" cy="90500"/>
            </a:xfrm>
            <a:custGeom>
              <a:rect b="b" l="l" r="r" t="t"/>
              <a:pathLst>
                <a:path extrusionOk="0" h="3620" w="2823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3" name="Google Shape;9833;p81"/>
            <p:cNvSpPr/>
            <p:nvPr/>
          </p:nvSpPr>
          <p:spPr>
            <a:xfrm>
              <a:off x="3568875" y="1316375"/>
              <a:ext cx="104225" cy="127100"/>
            </a:xfrm>
            <a:custGeom>
              <a:rect b="b" l="l" r="r" t="t"/>
              <a:pathLst>
                <a:path extrusionOk="0" h="5084" w="4169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4" name="Google Shape;9834;p81"/>
            <p:cNvSpPr/>
            <p:nvPr/>
          </p:nvSpPr>
          <p:spPr>
            <a:xfrm>
              <a:off x="3432250" y="1148200"/>
              <a:ext cx="64625" cy="75025"/>
            </a:xfrm>
            <a:custGeom>
              <a:rect b="b" l="l" r="r" t="t"/>
              <a:pathLst>
                <a:path extrusionOk="0" h="3001" w="2585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5" name="Google Shape;9835;p81"/>
            <p:cNvSpPr/>
            <p:nvPr/>
          </p:nvSpPr>
          <p:spPr>
            <a:xfrm>
              <a:off x="2964350" y="1148200"/>
              <a:ext cx="427150" cy="226525"/>
            </a:xfrm>
            <a:custGeom>
              <a:rect b="b" l="l" r="r" t="t"/>
              <a:pathLst>
                <a:path extrusionOk="0" h="9061" w="17086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6" name="Google Shape;9836;p81"/>
            <p:cNvSpPr/>
            <p:nvPr/>
          </p:nvSpPr>
          <p:spPr>
            <a:xfrm>
              <a:off x="3321825" y="1432750"/>
              <a:ext cx="8375" cy="4325"/>
            </a:xfrm>
            <a:custGeom>
              <a:rect b="b" l="l" r="r" t="t"/>
              <a:pathLst>
                <a:path extrusionOk="0" h="173" w="335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7" name="Google Shape;9837;p81"/>
            <p:cNvSpPr/>
            <p:nvPr/>
          </p:nvSpPr>
          <p:spPr>
            <a:xfrm>
              <a:off x="3335825" y="1148200"/>
              <a:ext cx="226825" cy="267000"/>
            </a:xfrm>
            <a:custGeom>
              <a:rect b="b" l="l" r="r" t="t"/>
              <a:pathLst>
                <a:path extrusionOk="0" h="10680" w="9073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8" name="Google Shape;9838;p81"/>
            <p:cNvSpPr/>
            <p:nvPr/>
          </p:nvSpPr>
          <p:spPr>
            <a:xfrm>
              <a:off x="3867725" y="1148200"/>
              <a:ext cx="46775" cy="39000"/>
            </a:xfrm>
            <a:custGeom>
              <a:rect b="b" l="l" r="r" t="t"/>
              <a:pathLst>
                <a:path extrusionOk="0" h="1560" w="1871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9" name="Google Shape;9839;p81"/>
            <p:cNvSpPr/>
            <p:nvPr/>
          </p:nvSpPr>
          <p:spPr>
            <a:xfrm>
              <a:off x="3688250" y="1330350"/>
              <a:ext cx="105100" cy="114625"/>
            </a:xfrm>
            <a:custGeom>
              <a:rect b="b" l="l" r="r" t="t"/>
              <a:pathLst>
                <a:path extrusionOk="0" h="4585" w="4204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0" name="Google Shape;9840;p81"/>
            <p:cNvSpPr/>
            <p:nvPr/>
          </p:nvSpPr>
          <p:spPr>
            <a:xfrm>
              <a:off x="3798375" y="1205350"/>
              <a:ext cx="116125" cy="127400"/>
            </a:xfrm>
            <a:custGeom>
              <a:rect b="b" l="l" r="r" t="t"/>
              <a:pathLst>
                <a:path extrusionOk="0" h="5096" w="4645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1" name="Google Shape;9841;p81"/>
            <p:cNvSpPr/>
            <p:nvPr/>
          </p:nvSpPr>
          <p:spPr>
            <a:xfrm>
              <a:off x="3335825" y="1313675"/>
              <a:ext cx="235775" cy="107500"/>
            </a:xfrm>
            <a:custGeom>
              <a:rect b="b" l="l" r="r" t="t"/>
              <a:pathLst>
                <a:path extrusionOk="0" h="4300" w="9431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2" name="Google Shape;9842;p81"/>
            <p:cNvSpPr/>
            <p:nvPr/>
          </p:nvSpPr>
          <p:spPr>
            <a:xfrm>
              <a:off x="3573950" y="1221400"/>
              <a:ext cx="200050" cy="95575"/>
            </a:xfrm>
            <a:custGeom>
              <a:rect b="b" l="l" r="r" t="t"/>
              <a:pathLst>
                <a:path extrusionOk="0" h="3823" w="8002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3" name="Google Shape;9843;p81"/>
            <p:cNvSpPr/>
            <p:nvPr/>
          </p:nvSpPr>
          <p:spPr>
            <a:xfrm>
              <a:off x="3336725" y="1420550"/>
              <a:ext cx="327425" cy="35725"/>
            </a:xfrm>
            <a:custGeom>
              <a:rect b="b" l="l" r="r" t="t"/>
              <a:pathLst>
                <a:path extrusionOk="0" h="1429" w="13097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4" name="Google Shape;9844;p81"/>
            <p:cNvSpPr/>
            <p:nvPr/>
          </p:nvSpPr>
          <p:spPr>
            <a:xfrm>
              <a:off x="3331050" y="1428575"/>
              <a:ext cx="531350" cy="595650"/>
            </a:xfrm>
            <a:custGeom>
              <a:rect b="b" l="l" r="r" t="t"/>
              <a:pathLst>
                <a:path extrusionOk="0" h="23826" w="21254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5" name="Google Shape;9845;p81"/>
            <p:cNvSpPr/>
            <p:nvPr/>
          </p:nvSpPr>
          <p:spPr>
            <a:xfrm>
              <a:off x="3684975" y="1465200"/>
              <a:ext cx="135150" cy="215225"/>
            </a:xfrm>
            <a:custGeom>
              <a:rect b="b" l="l" r="r" t="t"/>
              <a:pathLst>
                <a:path extrusionOk="0" h="8609" w="5406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6" name="Google Shape;9846;p81"/>
            <p:cNvSpPr/>
            <p:nvPr/>
          </p:nvSpPr>
          <p:spPr>
            <a:xfrm>
              <a:off x="3807000" y="1404475"/>
              <a:ext cx="1525" cy="1800"/>
            </a:xfrm>
            <a:custGeom>
              <a:rect b="b" l="l" r="r" t="t"/>
              <a:pathLst>
                <a:path extrusionOk="0" h="72" w="61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7" name="Google Shape;9847;p81"/>
            <p:cNvSpPr/>
            <p:nvPr/>
          </p:nvSpPr>
          <p:spPr>
            <a:xfrm>
              <a:off x="3802850" y="1412200"/>
              <a:ext cx="39600" cy="263150"/>
            </a:xfrm>
            <a:custGeom>
              <a:rect b="b" l="l" r="r" t="t"/>
              <a:pathLst>
                <a:path extrusionOk="0" h="10526" w="1584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8" name="Google Shape;9848;p81"/>
            <p:cNvSpPr/>
            <p:nvPr/>
          </p:nvSpPr>
          <p:spPr>
            <a:xfrm>
              <a:off x="3779925" y="1231525"/>
              <a:ext cx="27400" cy="168800"/>
            </a:xfrm>
            <a:custGeom>
              <a:rect b="b" l="l" r="r" t="t"/>
              <a:pathLst>
                <a:path extrusionOk="0" h="6752" w="1096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9" name="Google Shape;9849;p81"/>
            <p:cNvSpPr/>
            <p:nvPr/>
          </p:nvSpPr>
          <p:spPr>
            <a:xfrm>
              <a:off x="3692700" y="1340475"/>
              <a:ext cx="254525" cy="111350"/>
            </a:xfrm>
            <a:custGeom>
              <a:rect b="b" l="l" r="r" t="t"/>
              <a:pathLst>
                <a:path extrusionOk="0" h="4454" w="10181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0" name="Google Shape;9850;p81"/>
            <p:cNvSpPr/>
            <p:nvPr/>
          </p:nvSpPr>
          <p:spPr>
            <a:xfrm>
              <a:off x="3949600" y="1148200"/>
              <a:ext cx="145275" cy="193775"/>
            </a:xfrm>
            <a:custGeom>
              <a:rect b="b" l="l" r="r" t="t"/>
              <a:pathLst>
                <a:path extrusionOk="0" h="7751" w="5811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1" name="Google Shape;9851;p81"/>
            <p:cNvSpPr/>
            <p:nvPr/>
          </p:nvSpPr>
          <p:spPr>
            <a:xfrm>
              <a:off x="3922500" y="1210400"/>
              <a:ext cx="28300" cy="133075"/>
            </a:xfrm>
            <a:custGeom>
              <a:rect b="b" l="l" r="r" t="t"/>
              <a:pathLst>
                <a:path extrusionOk="0" h="5323" w="1132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2" name="Google Shape;9852;p81"/>
            <p:cNvSpPr/>
            <p:nvPr/>
          </p:nvSpPr>
          <p:spPr>
            <a:xfrm>
              <a:off x="4062400" y="1422025"/>
              <a:ext cx="82475" cy="66100"/>
            </a:xfrm>
            <a:custGeom>
              <a:rect b="b" l="l" r="r" t="t"/>
              <a:pathLst>
                <a:path extrusionOk="0" h="2644" w="3299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3" name="Google Shape;9853;p81"/>
            <p:cNvSpPr/>
            <p:nvPr/>
          </p:nvSpPr>
          <p:spPr>
            <a:xfrm>
              <a:off x="3943925" y="1338950"/>
              <a:ext cx="113725" cy="85775"/>
            </a:xfrm>
            <a:custGeom>
              <a:rect b="b" l="l" r="r" t="t"/>
              <a:pathLst>
                <a:path extrusionOk="0" h="3431" w="4549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4" name="Google Shape;9854;p81"/>
            <p:cNvSpPr/>
            <p:nvPr/>
          </p:nvSpPr>
          <p:spPr>
            <a:xfrm>
              <a:off x="3988275" y="1670575"/>
              <a:ext cx="3300" cy="2400"/>
            </a:xfrm>
            <a:custGeom>
              <a:rect b="b" l="l" r="r" t="t"/>
              <a:pathLst>
                <a:path extrusionOk="0" h="96" w="132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5" name="Google Shape;9855;p81"/>
            <p:cNvSpPr/>
            <p:nvPr/>
          </p:nvSpPr>
          <p:spPr>
            <a:xfrm>
              <a:off x="3997500" y="1148200"/>
              <a:ext cx="147075" cy="480725"/>
            </a:xfrm>
            <a:custGeom>
              <a:rect b="b" l="l" r="r" t="t"/>
              <a:pathLst>
                <a:path extrusionOk="0" h="19229" w="5883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6" name="Google Shape;9856;p81"/>
            <p:cNvSpPr/>
            <p:nvPr/>
          </p:nvSpPr>
          <p:spPr>
            <a:xfrm>
              <a:off x="3833500" y="1736350"/>
              <a:ext cx="39925" cy="281600"/>
            </a:xfrm>
            <a:custGeom>
              <a:rect b="b" l="l" r="r" t="t"/>
              <a:pathLst>
                <a:path extrusionOk="0" h="11264" w="1597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7" name="Google Shape;9857;p81"/>
            <p:cNvSpPr/>
            <p:nvPr/>
          </p:nvSpPr>
          <p:spPr>
            <a:xfrm>
              <a:off x="3873400" y="1667900"/>
              <a:ext cx="115500" cy="351550"/>
            </a:xfrm>
            <a:custGeom>
              <a:rect b="b" l="l" r="r" t="t"/>
              <a:pathLst>
                <a:path extrusionOk="0" h="14062" w="462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8" name="Google Shape;9858;p81"/>
            <p:cNvSpPr/>
            <p:nvPr/>
          </p:nvSpPr>
          <p:spPr>
            <a:xfrm>
              <a:off x="4009425" y="1573825"/>
              <a:ext cx="135450" cy="64925"/>
            </a:xfrm>
            <a:custGeom>
              <a:rect b="b" l="l" r="r" t="t"/>
              <a:pathLst>
                <a:path extrusionOk="0" h="2597" w="5418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9" name="Google Shape;9859;p81"/>
            <p:cNvSpPr/>
            <p:nvPr/>
          </p:nvSpPr>
          <p:spPr>
            <a:xfrm>
              <a:off x="3864450" y="1649725"/>
              <a:ext cx="108075" cy="53925"/>
            </a:xfrm>
            <a:custGeom>
              <a:rect b="b" l="l" r="r" t="t"/>
              <a:pathLst>
                <a:path extrusionOk="0" h="2157" w="4323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0" name="Google Shape;9860;p81"/>
            <p:cNvSpPr/>
            <p:nvPr/>
          </p:nvSpPr>
          <p:spPr>
            <a:xfrm>
              <a:off x="3876375" y="1648550"/>
              <a:ext cx="268500" cy="374775"/>
            </a:xfrm>
            <a:custGeom>
              <a:rect b="b" l="l" r="r" t="t"/>
              <a:pathLst>
                <a:path extrusionOk="0" h="14991" w="1074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1" name="Google Shape;9861;p81"/>
            <p:cNvSpPr/>
            <p:nvPr/>
          </p:nvSpPr>
          <p:spPr>
            <a:xfrm>
              <a:off x="3970725" y="1626200"/>
              <a:ext cx="44675" cy="45050"/>
            </a:xfrm>
            <a:custGeom>
              <a:rect b="b" l="l" r="r" t="t"/>
              <a:pathLst>
                <a:path extrusionOk="0" h="1802" w="1787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2" name="Google Shape;9862;p81"/>
            <p:cNvSpPr/>
            <p:nvPr/>
          </p:nvSpPr>
          <p:spPr>
            <a:xfrm>
              <a:off x="3799275" y="1673800"/>
              <a:ext cx="66400" cy="63775"/>
            </a:xfrm>
            <a:custGeom>
              <a:rect b="b" l="l" r="r" t="t"/>
              <a:pathLst>
                <a:path extrusionOk="0" h="2551" w="2656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3" name="Google Shape;9863;p81"/>
            <p:cNvSpPr/>
            <p:nvPr/>
          </p:nvSpPr>
          <p:spPr>
            <a:xfrm>
              <a:off x="2952150" y="1372925"/>
              <a:ext cx="24425" cy="22850"/>
            </a:xfrm>
            <a:custGeom>
              <a:rect b="b" l="l" r="r" t="t"/>
              <a:pathLst>
                <a:path extrusionOk="0" h="914" w="977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4" name="Google Shape;9864;p81"/>
            <p:cNvSpPr/>
            <p:nvPr/>
          </p:nvSpPr>
          <p:spPr>
            <a:xfrm>
              <a:off x="3905825" y="1180125"/>
              <a:ext cx="33975" cy="32075"/>
            </a:xfrm>
            <a:custGeom>
              <a:rect b="b" l="l" r="r" t="t"/>
              <a:pathLst>
                <a:path extrusionOk="0" h="1283" w="1359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5" name="Google Shape;9865;p81"/>
            <p:cNvSpPr/>
            <p:nvPr/>
          </p:nvSpPr>
          <p:spPr>
            <a:xfrm>
              <a:off x="3663250" y="1438025"/>
              <a:ext cx="32175" cy="31950"/>
            </a:xfrm>
            <a:custGeom>
              <a:rect b="b" l="l" r="r" t="t"/>
              <a:pathLst>
                <a:path extrusionOk="0" h="1278" w="1287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6" name="Google Shape;9866;p81"/>
            <p:cNvSpPr/>
            <p:nvPr/>
          </p:nvSpPr>
          <p:spPr>
            <a:xfrm>
              <a:off x="3771300" y="1209975"/>
              <a:ext cx="23525" cy="22375"/>
            </a:xfrm>
            <a:custGeom>
              <a:rect b="b" l="l" r="r" t="t"/>
              <a:pathLst>
                <a:path extrusionOk="0" h="895" w="941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7" name="Google Shape;9867;p81"/>
            <p:cNvSpPr/>
            <p:nvPr/>
          </p:nvSpPr>
          <p:spPr>
            <a:xfrm>
              <a:off x="3896300" y="1404575"/>
              <a:ext cx="24750" cy="22450"/>
            </a:xfrm>
            <a:custGeom>
              <a:rect b="b" l="l" r="r" t="t"/>
              <a:pathLst>
                <a:path extrusionOk="0" h="898" w="99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8" name="Google Shape;9868;p81"/>
            <p:cNvSpPr/>
            <p:nvPr/>
          </p:nvSpPr>
          <p:spPr>
            <a:xfrm>
              <a:off x="3314975" y="1411675"/>
              <a:ext cx="23550" cy="22800"/>
            </a:xfrm>
            <a:custGeom>
              <a:rect b="b" l="l" r="r" t="t"/>
              <a:pathLst>
                <a:path extrusionOk="0" h="912" w="942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9" name="Google Shape;9869;p81"/>
            <p:cNvSpPr/>
            <p:nvPr/>
          </p:nvSpPr>
          <p:spPr>
            <a:xfrm>
              <a:off x="3166450" y="1148200"/>
              <a:ext cx="18475" cy="4700"/>
            </a:xfrm>
            <a:custGeom>
              <a:rect b="b" l="l" r="r" t="t"/>
              <a:pathLst>
                <a:path extrusionOk="0" h="188" w="739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0" name="Google Shape;9870;p81"/>
            <p:cNvSpPr/>
            <p:nvPr/>
          </p:nvSpPr>
          <p:spPr>
            <a:xfrm>
              <a:off x="2536325" y="1386900"/>
              <a:ext cx="23825" cy="22275"/>
            </a:xfrm>
            <a:custGeom>
              <a:rect b="b" l="l" r="r" t="t"/>
              <a:pathLst>
                <a:path extrusionOk="0" h="891" w="953">
                  <a:moveTo>
                    <a:pt x="512" y="1"/>
                  </a:moveTo>
                  <a:cubicBezTo>
                    <a:pt x="405" y="1"/>
                    <a:pt x="322" y="25"/>
                    <a:pt x="238" y="72"/>
                  </a:cubicBezTo>
                  <a:cubicBezTo>
                    <a:pt x="143" y="132"/>
                    <a:pt x="84" y="239"/>
                    <a:pt x="48" y="358"/>
                  </a:cubicBezTo>
                  <a:cubicBezTo>
                    <a:pt x="0" y="596"/>
                    <a:pt x="167" y="834"/>
                    <a:pt x="405" y="882"/>
                  </a:cubicBezTo>
                  <a:cubicBezTo>
                    <a:pt x="432" y="887"/>
                    <a:pt x="460" y="890"/>
                    <a:pt x="487" y="890"/>
                  </a:cubicBezTo>
                  <a:cubicBezTo>
                    <a:pt x="696" y="890"/>
                    <a:pt x="887" y="735"/>
                    <a:pt x="929" y="525"/>
                  </a:cubicBezTo>
                  <a:cubicBezTo>
                    <a:pt x="953" y="370"/>
                    <a:pt x="917" y="227"/>
                    <a:pt x="810" y="120"/>
                  </a:cubicBezTo>
                  <a:cubicBezTo>
                    <a:pt x="750" y="72"/>
                    <a:pt x="655" y="37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1" name="Google Shape;9871;p81"/>
            <p:cNvSpPr/>
            <p:nvPr/>
          </p:nvSpPr>
          <p:spPr>
            <a:xfrm>
              <a:off x="3852550" y="2017750"/>
              <a:ext cx="33950" cy="31775"/>
            </a:xfrm>
            <a:custGeom>
              <a:rect b="b" l="l" r="r" t="t"/>
              <a:pathLst>
                <a:path extrusionOk="0" h="1271" w="1358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2" name="Google Shape;9872;p81"/>
            <p:cNvSpPr/>
            <p:nvPr/>
          </p:nvSpPr>
          <p:spPr>
            <a:xfrm>
              <a:off x="3796600" y="1402900"/>
              <a:ext cx="13700" cy="13525"/>
            </a:xfrm>
            <a:custGeom>
              <a:rect b="b" l="l" r="r" t="t"/>
              <a:pathLst>
                <a:path extrusionOk="0" h="541" w="548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3" name="Google Shape;9873;p81"/>
            <p:cNvSpPr/>
            <p:nvPr/>
          </p:nvSpPr>
          <p:spPr>
            <a:xfrm>
              <a:off x="3563825" y="1305250"/>
              <a:ext cx="12825" cy="13225"/>
            </a:xfrm>
            <a:custGeom>
              <a:rect b="b" l="l" r="r" t="t"/>
              <a:pathLst>
                <a:path extrusionOk="0" h="529" w="513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4" name="Google Shape;9874;p81"/>
            <p:cNvSpPr/>
            <p:nvPr/>
          </p:nvSpPr>
          <p:spPr>
            <a:xfrm>
              <a:off x="3679325" y="1251700"/>
              <a:ext cx="13400" cy="13375"/>
            </a:xfrm>
            <a:custGeom>
              <a:rect b="b" l="l" r="r" t="t"/>
              <a:pathLst>
                <a:path extrusionOk="0" h="535" w="536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5" name="Google Shape;9875;p81"/>
            <p:cNvSpPr/>
            <p:nvPr/>
          </p:nvSpPr>
          <p:spPr>
            <a:xfrm>
              <a:off x="3144725" y="1163875"/>
              <a:ext cx="14600" cy="13400"/>
            </a:xfrm>
            <a:custGeom>
              <a:rect b="b" l="l" r="r" t="t"/>
              <a:pathLst>
                <a:path extrusionOk="0" h="536" w="584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6" name="Google Shape;9876;p81"/>
            <p:cNvSpPr/>
            <p:nvPr/>
          </p:nvSpPr>
          <p:spPr>
            <a:xfrm>
              <a:off x="3218550" y="1236775"/>
              <a:ext cx="14300" cy="13050"/>
            </a:xfrm>
            <a:custGeom>
              <a:rect b="b" l="l" r="r" t="t"/>
              <a:pathLst>
                <a:path extrusionOk="0" h="522" w="572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7" name="Google Shape;9877;p81"/>
            <p:cNvSpPr/>
            <p:nvPr/>
          </p:nvSpPr>
          <p:spPr>
            <a:xfrm>
              <a:off x="3135200" y="1280250"/>
              <a:ext cx="13725" cy="13400"/>
            </a:xfrm>
            <a:custGeom>
              <a:rect b="b" l="l" r="r" t="t"/>
              <a:pathLst>
                <a:path extrusionOk="0" h="536" w="549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78" name="Google Shape;9878;p81"/>
          <p:cNvSpPr txBox="1"/>
          <p:nvPr>
            <p:ph type="title"/>
          </p:nvPr>
        </p:nvSpPr>
        <p:spPr>
          <a:xfrm>
            <a:off x="2049933" y="6143200"/>
            <a:ext cx="10905600" cy="58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grpSp>
        <p:nvGrpSpPr>
          <p:cNvPr id="9879" name="Google Shape;9879;p81"/>
          <p:cNvGrpSpPr/>
          <p:nvPr/>
        </p:nvGrpSpPr>
        <p:grpSpPr>
          <a:xfrm rot="10800000">
            <a:off x="-33" y="-7"/>
            <a:ext cx="10510959" cy="2725215"/>
            <a:chOff x="2582150" y="3714800"/>
            <a:chExt cx="2689050" cy="697200"/>
          </a:xfrm>
        </p:grpSpPr>
        <p:sp>
          <p:nvSpPr>
            <p:cNvPr id="9880" name="Google Shape;9880;p81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1" name="Google Shape;9881;p81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2" name="Google Shape;9882;p81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3" name="Google Shape;9883;p81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4" name="Google Shape;9884;p81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5" name="Google Shape;9885;p81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6" name="Google Shape;9886;p81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7" name="Google Shape;9887;p81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8" name="Google Shape;9888;p81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9" name="Google Shape;9889;p81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0" name="Google Shape;9890;p81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1" name="Google Shape;9891;p81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2" name="Google Shape;9892;p81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3" name="Google Shape;9893;p81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4" name="Google Shape;9894;p81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5" name="Google Shape;9895;p81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6" name="Google Shape;9896;p81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7" name="Google Shape;9897;p81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8" name="Google Shape;9898;p81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9" name="Google Shape;9899;p81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0" name="Google Shape;9900;p81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1" name="Google Shape;9901;p81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2" name="Google Shape;9902;p81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3" name="Google Shape;9903;p81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4" name="Google Shape;9904;p81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5" name="Google Shape;9905;p81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6" name="Google Shape;9906;p81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7" name="Google Shape;9907;p81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8" name="Google Shape;9908;p81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9" name="Google Shape;9909;p81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0" name="Google Shape;9910;p81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1" name="Google Shape;9911;p81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2" name="Google Shape;9912;p81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3" name="Google Shape;9913;p81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4" name="Google Shape;9914;p81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5" name="Google Shape;9915;p81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6" name="Google Shape;9916;p81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7" name="Google Shape;9917;p81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8" name="Google Shape;9918;p81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9" name="Google Shape;9919;p81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0" name="Google Shape;9920;p81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1" name="Google Shape;9921;p81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2" name="Google Shape;9922;p81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3" name="Google Shape;9923;p81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4" name="Google Shape;9924;p81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5" name="Google Shape;9925;p81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6" name="Google Shape;9926;p81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7" name="Google Shape;9927;p81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8" name="Google Shape;9928;p81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9" name="Google Shape;9929;p81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0" name="Google Shape;9930;p81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1" name="Google Shape;9931;p81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2" name="Google Shape;9932;p81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3" name="Google Shape;9933;p81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4" name="Google Shape;9934;p81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5" name="Google Shape;9935;p81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6" name="Google Shape;9936;p81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7" name="Google Shape;9937;p81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8" name="Google Shape;9938;p81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9" name="Google Shape;9939;p81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940" name="Shape 9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1" name="Google Shape;9941;p82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2" name="Google Shape;9942;p82"/>
          <p:cNvSpPr txBox="1"/>
          <p:nvPr>
            <p:ph hasCustomPrompt="1" type="title"/>
          </p:nvPr>
        </p:nvSpPr>
        <p:spPr>
          <a:xfrm>
            <a:off x="2735200" y="3763450"/>
            <a:ext cx="18913500" cy="47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3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r>
              <a:t>xx%</a:t>
            </a:r>
          </a:p>
        </p:txBody>
      </p:sp>
      <p:sp>
        <p:nvSpPr>
          <p:cNvPr id="9943" name="Google Shape;9943;p82"/>
          <p:cNvSpPr txBox="1"/>
          <p:nvPr>
            <p:ph idx="1" type="subTitle"/>
          </p:nvPr>
        </p:nvSpPr>
        <p:spPr>
          <a:xfrm>
            <a:off x="3423800" y="8626950"/>
            <a:ext cx="17535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5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 sz="4300"/>
            </a:lvl9pPr>
          </a:lstStyle>
          <a:p/>
        </p:txBody>
      </p:sp>
      <p:grpSp>
        <p:nvGrpSpPr>
          <p:cNvPr id="9944" name="Google Shape;9944;p82"/>
          <p:cNvGrpSpPr/>
          <p:nvPr/>
        </p:nvGrpSpPr>
        <p:grpSpPr>
          <a:xfrm flipH="1" rot="10800000">
            <a:off x="13697511" y="8740017"/>
            <a:ext cx="10765575" cy="4182143"/>
            <a:chOff x="874500" y="1324100"/>
            <a:chExt cx="2298225" cy="892800"/>
          </a:xfrm>
        </p:grpSpPr>
        <p:sp>
          <p:nvSpPr>
            <p:cNvPr id="9945" name="Google Shape;9945;p82"/>
            <p:cNvSpPr/>
            <p:nvPr/>
          </p:nvSpPr>
          <p:spPr>
            <a:xfrm>
              <a:off x="3108700" y="1324100"/>
              <a:ext cx="64025" cy="42300"/>
            </a:xfrm>
            <a:custGeom>
              <a:rect b="b" l="l" r="r" t="t"/>
              <a:pathLst>
                <a:path extrusionOk="0" h="1692" w="2561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6" name="Google Shape;9946;p82"/>
            <p:cNvSpPr/>
            <p:nvPr/>
          </p:nvSpPr>
          <p:spPr>
            <a:xfrm>
              <a:off x="3100375" y="1324400"/>
              <a:ext cx="24425" cy="35450"/>
            </a:xfrm>
            <a:custGeom>
              <a:rect b="b" l="l" r="r" t="t"/>
              <a:pathLst>
                <a:path extrusionOk="0" h="1418" w="977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7" name="Google Shape;9947;p82"/>
            <p:cNvSpPr/>
            <p:nvPr/>
          </p:nvSpPr>
          <p:spPr>
            <a:xfrm>
              <a:off x="2658050" y="1324100"/>
              <a:ext cx="77725" cy="101225"/>
            </a:xfrm>
            <a:custGeom>
              <a:rect b="b" l="l" r="r" t="t"/>
              <a:pathLst>
                <a:path extrusionOk="0" h="4049" w="3109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8" name="Google Shape;9948;p82"/>
            <p:cNvSpPr/>
            <p:nvPr/>
          </p:nvSpPr>
          <p:spPr>
            <a:xfrm>
              <a:off x="3039950" y="1324100"/>
              <a:ext cx="46750" cy="37525"/>
            </a:xfrm>
            <a:custGeom>
              <a:rect b="b" l="l" r="r" t="t"/>
              <a:pathLst>
                <a:path extrusionOk="0" h="1501" w="187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9" name="Google Shape;9949;p82"/>
            <p:cNvSpPr/>
            <p:nvPr/>
          </p:nvSpPr>
          <p:spPr>
            <a:xfrm>
              <a:off x="3095625" y="1382750"/>
              <a:ext cx="10725" cy="6125"/>
            </a:xfrm>
            <a:custGeom>
              <a:rect b="b" l="l" r="r" t="t"/>
              <a:pathLst>
                <a:path extrusionOk="0" h="245" w="429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0" name="Google Shape;9950;p82"/>
            <p:cNvSpPr/>
            <p:nvPr/>
          </p:nvSpPr>
          <p:spPr>
            <a:xfrm>
              <a:off x="2519350" y="1324100"/>
              <a:ext cx="119375" cy="105400"/>
            </a:xfrm>
            <a:custGeom>
              <a:rect b="b" l="l" r="r" t="t"/>
              <a:pathLst>
                <a:path extrusionOk="0" h="4216" w="4775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1" name="Google Shape;9951;p82"/>
            <p:cNvSpPr/>
            <p:nvPr/>
          </p:nvSpPr>
          <p:spPr>
            <a:xfrm>
              <a:off x="2959575" y="1324400"/>
              <a:ext cx="127425" cy="44675"/>
            </a:xfrm>
            <a:custGeom>
              <a:rect b="b" l="l" r="r" t="t"/>
              <a:pathLst>
                <a:path extrusionOk="0" h="1787" w="5097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2" name="Google Shape;9952;p82"/>
            <p:cNvSpPr/>
            <p:nvPr/>
          </p:nvSpPr>
          <p:spPr>
            <a:xfrm>
              <a:off x="2669975" y="1368450"/>
              <a:ext cx="416425" cy="72950"/>
            </a:xfrm>
            <a:custGeom>
              <a:rect b="b" l="l" r="r" t="t"/>
              <a:pathLst>
                <a:path extrusionOk="0" h="2918" w="16657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3" name="Google Shape;9953;p82"/>
            <p:cNvSpPr/>
            <p:nvPr/>
          </p:nvSpPr>
          <p:spPr>
            <a:xfrm>
              <a:off x="2464575" y="1378875"/>
              <a:ext cx="629275" cy="804275"/>
            </a:xfrm>
            <a:custGeom>
              <a:rect b="b" l="l" r="r" t="t"/>
              <a:pathLst>
                <a:path extrusionOk="0" h="32171" w="25171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4" name="Google Shape;9954;p82"/>
            <p:cNvSpPr/>
            <p:nvPr/>
          </p:nvSpPr>
          <p:spPr>
            <a:xfrm>
              <a:off x="2489575" y="1454775"/>
              <a:ext cx="155400" cy="285775"/>
            </a:xfrm>
            <a:custGeom>
              <a:rect b="b" l="l" r="r" t="t"/>
              <a:pathLst>
                <a:path extrusionOk="0" h="11431" w="6216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5" name="Google Shape;9955;p82"/>
            <p:cNvSpPr/>
            <p:nvPr/>
          </p:nvSpPr>
          <p:spPr>
            <a:xfrm>
              <a:off x="2481850" y="1387200"/>
              <a:ext cx="1500" cy="2400"/>
            </a:xfrm>
            <a:custGeom>
              <a:rect b="b" l="l" r="r" t="t"/>
              <a:pathLst>
                <a:path extrusionOk="0" h="96" w="6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6" name="Google Shape;9956;p82"/>
            <p:cNvSpPr/>
            <p:nvPr/>
          </p:nvSpPr>
          <p:spPr>
            <a:xfrm>
              <a:off x="2482450" y="1324400"/>
              <a:ext cx="12225" cy="56575"/>
            </a:xfrm>
            <a:custGeom>
              <a:rect b="b" l="l" r="r" t="t"/>
              <a:pathLst>
                <a:path extrusionOk="0" h="2263" w="489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7" name="Google Shape;9957;p82"/>
            <p:cNvSpPr/>
            <p:nvPr/>
          </p:nvSpPr>
          <p:spPr>
            <a:xfrm>
              <a:off x="2461300" y="1397025"/>
              <a:ext cx="28600" cy="338450"/>
            </a:xfrm>
            <a:custGeom>
              <a:rect b="b" l="l" r="r" t="t"/>
              <a:pathLst>
                <a:path extrusionOk="0" h="13538" w="1144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8" name="Google Shape;9958;p82"/>
            <p:cNvSpPr/>
            <p:nvPr/>
          </p:nvSpPr>
          <p:spPr>
            <a:xfrm>
              <a:off x="2299675" y="1324400"/>
              <a:ext cx="333400" cy="114025"/>
            </a:xfrm>
            <a:custGeom>
              <a:rect b="b" l="l" r="r" t="t"/>
              <a:pathLst>
                <a:path extrusionOk="0" h="4561" w="13336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9" name="Google Shape;9959;p82"/>
            <p:cNvSpPr/>
            <p:nvPr/>
          </p:nvSpPr>
          <p:spPr>
            <a:xfrm>
              <a:off x="2163950" y="1324400"/>
              <a:ext cx="136950" cy="109550"/>
            </a:xfrm>
            <a:custGeom>
              <a:rect b="b" l="l" r="r" t="t"/>
              <a:pathLst>
                <a:path extrusionOk="0" h="4382" w="5478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0" name="Google Shape;9960;p82"/>
            <p:cNvSpPr/>
            <p:nvPr/>
          </p:nvSpPr>
          <p:spPr>
            <a:xfrm>
              <a:off x="1971375" y="1430950"/>
              <a:ext cx="188425" cy="158400"/>
            </a:xfrm>
            <a:custGeom>
              <a:rect b="b" l="l" r="r" t="t"/>
              <a:pathLst>
                <a:path extrusionOk="0" h="6336" w="7537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1" name="Google Shape;9961;p82"/>
            <p:cNvSpPr/>
            <p:nvPr/>
          </p:nvSpPr>
          <p:spPr>
            <a:xfrm>
              <a:off x="2269925" y="1742600"/>
              <a:ext cx="5075" cy="3000"/>
            </a:xfrm>
            <a:custGeom>
              <a:rect b="b" l="l" r="r" t="t"/>
              <a:pathLst>
                <a:path extrusionOk="0" h="120" w="203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2" name="Google Shape;9962;p82"/>
            <p:cNvSpPr/>
            <p:nvPr/>
          </p:nvSpPr>
          <p:spPr>
            <a:xfrm>
              <a:off x="2117800" y="1324100"/>
              <a:ext cx="141425" cy="365850"/>
            </a:xfrm>
            <a:custGeom>
              <a:rect b="b" l="l" r="r" t="t"/>
              <a:pathLst>
                <a:path extrusionOk="0" h="14634" w="5657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3" name="Google Shape;9963;p82"/>
            <p:cNvSpPr/>
            <p:nvPr/>
          </p:nvSpPr>
          <p:spPr>
            <a:xfrm>
              <a:off x="2450600" y="1814350"/>
              <a:ext cx="27100" cy="362275"/>
            </a:xfrm>
            <a:custGeom>
              <a:rect b="b" l="l" r="r" t="t"/>
              <a:pathLst>
                <a:path extrusionOk="0" h="14491" w="1084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4" name="Google Shape;9964;p82"/>
            <p:cNvSpPr/>
            <p:nvPr/>
          </p:nvSpPr>
          <p:spPr>
            <a:xfrm>
              <a:off x="2273475" y="1738150"/>
              <a:ext cx="176850" cy="439950"/>
            </a:xfrm>
            <a:custGeom>
              <a:rect b="b" l="l" r="r" t="t"/>
              <a:pathLst>
                <a:path extrusionOk="0" h="17598" w="7074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5" name="Google Shape;9965;p82"/>
            <p:cNvSpPr/>
            <p:nvPr/>
          </p:nvSpPr>
          <p:spPr>
            <a:xfrm>
              <a:off x="2293425" y="1714325"/>
              <a:ext cx="141725" cy="60150"/>
            </a:xfrm>
            <a:custGeom>
              <a:rect b="b" l="l" r="r" t="t"/>
              <a:pathLst>
                <a:path extrusionOk="0" h="2406" w="5669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6" name="Google Shape;9966;p82"/>
            <p:cNvSpPr/>
            <p:nvPr/>
          </p:nvSpPr>
          <p:spPr>
            <a:xfrm>
              <a:off x="1976725" y="1600625"/>
              <a:ext cx="267625" cy="103300"/>
            </a:xfrm>
            <a:custGeom>
              <a:rect b="b" l="l" r="r" t="t"/>
              <a:pathLst>
                <a:path extrusionOk="0" h="4132" w="10705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7" name="Google Shape;9967;p82"/>
            <p:cNvSpPr/>
            <p:nvPr/>
          </p:nvSpPr>
          <p:spPr>
            <a:xfrm>
              <a:off x="1969275" y="1610450"/>
              <a:ext cx="477475" cy="573900"/>
            </a:xfrm>
            <a:custGeom>
              <a:rect b="b" l="l" r="r" t="t"/>
              <a:pathLst>
                <a:path extrusionOk="0" h="22956" w="19099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8" name="Google Shape;9968;p82"/>
            <p:cNvSpPr/>
            <p:nvPr/>
          </p:nvSpPr>
          <p:spPr>
            <a:xfrm>
              <a:off x="1726400" y="1324400"/>
              <a:ext cx="224450" cy="261075"/>
            </a:xfrm>
            <a:custGeom>
              <a:rect b="b" l="l" r="r" t="t"/>
              <a:pathLst>
                <a:path extrusionOk="0" h="10443" w="8978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9" name="Google Shape;9969;p82"/>
            <p:cNvSpPr/>
            <p:nvPr/>
          </p:nvSpPr>
          <p:spPr>
            <a:xfrm>
              <a:off x="1592450" y="1416675"/>
              <a:ext cx="110450" cy="205100"/>
            </a:xfrm>
            <a:custGeom>
              <a:rect b="b" l="l" r="r" t="t"/>
              <a:pathLst>
                <a:path extrusionOk="0" h="8204" w="4418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0" name="Google Shape;9970;p82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1" name="Google Shape;9971;p82"/>
            <p:cNvSpPr/>
            <p:nvPr/>
          </p:nvSpPr>
          <p:spPr>
            <a:xfrm>
              <a:off x="1593350" y="1324400"/>
              <a:ext cx="59850" cy="58675"/>
            </a:xfrm>
            <a:custGeom>
              <a:rect b="b" l="l" r="r" t="t"/>
              <a:pathLst>
                <a:path extrusionOk="0" h="2347" w="2394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2" name="Google Shape;9972;p82"/>
            <p:cNvSpPr/>
            <p:nvPr/>
          </p:nvSpPr>
          <p:spPr>
            <a:xfrm>
              <a:off x="134510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3" name="Google Shape;9973;p82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4" name="Google Shape;9974;p82"/>
            <p:cNvSpPr/>
            <p:nvPr/>
          </p:nvSpPr>
          <p:spPr>
            <a:xfrm>
              <a:off x="1354625" y="1406550"/>
              <a:ext cx="219700" cy="254225"/>
            </a:xfrm>
            <a:custGeom>
              <a:rect b="b" l="l" r="r" t="t"/>
              <a:pathLst>
                <a:path extrusionOk="0" h="10169" w="8788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5" name="Google Shape;9975;p82"/>
            <p:cNvSpPr/>
            <p:nvPr/>
          </p:nvSpPr>
          <p:spPr>
            <a:xfrm>
              <a:off x="1345700" y="1669675"/>
              <a:ext cx="600" cy="325"/>
            </a:xfrm>
            <a:custGeom>
              <a:rect b="b" l="l" r="r" t="t"/>
              <a:pathLst>
                <a:path extrusionOk="0" h="13" w="24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6" name="Google Shape;9976;p82"/>
            <p:cNvSpPr/>
            <p:nvPr/>
          </p:nvSpPr>
          <p:spPr>
            <a:xfrm>
              <a:off x="1348675" y="1635750"/>
              <a:ext cx="339650" cy="34250"/>
            </a:xfrm>
            <a:custGeom>
              <a:rect b="b" l="l" r="r" t="t"/>
              <a:pathLst>
                <a:path extrusionOk="0" h="1370" w="13586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7" name="Google Shape;9977;p82"/>
            <p:cNvSpPr/>
            <p:nvPr/>
          </p:nvSpPr>
          <p:spPr>
            <a:xfrm>
              <a:off x="1346575" y="1669975"/>
              <a:ext cx="1225" cy="625"/>
            </a:xfrm>
            <a:custGeom>
              <a:rect b="b" l="l" r="r" t="t"/>
              <a:pathLst>
                <a:path extrusionOk="0" h="25" w="49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8" name="Google Shape;9978;p82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9" name="Google Shape;9979;p82"/>
            <p:cNvSpPr/>
            <p:nvPr/>
          </p:nvSpPr>
          <p:spPr>
            <a:xfrm>
              <a:off x="1345100" y="16693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0" name="Google Shape;9980;p82"/>
            <p:cNvSpPr/>
            <p:nvPr/>
          </p:nvSpPr>
          <p:spPr>
            <a:xfrm>
              <a:off x="1349275" y="1670125"/>
              <a:ext cx="300" cy="475"/>
            </a:xfrm>
            <a:custGeom>
              <a:rect b="b" l="l" r="r" t="t"/>
              <a:pathLst>
                <a:path extrusionOk="0" h="19" w="12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1" name="Google Shape;9981;p82"/>
            <p:cNvSpPr/>
            <p:nvPr/>
          </p:nvSpPr>
          <p:spPr>
            <a:xfrm>
              <a:off x="1351050" y="16690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2" name="Google Shape;9982;p82"/>
            <p:cNvSpPr/>
            <p:nvPr/>
          </p:nvSpPr>
          <p:spPr>
            <a:xfrm>
              <a:off x="992675" y="1324400"/>
              <a:ext cx="353050" cy="345000"/>
            </a:xfrm>
            <a:custGeom>
              <a:rect b="b" l="l" r="r" t="t"/>
              <a:pathLst>
                <a:path extrusionOk="0" h="13800" w="14122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3" name="Google Shape;9983;p82"/>
            <p:cNvSpPr/>
            <p:nvPr/>
          </p:nvSpPr>
          <p:spPr>
            <a:xfrm>
              <a:off x="1346275" y="1669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4" name="Google Shape;9984;p82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5" name="Google Shape;9985;p82"/>
            <p:cNvSpPr/>
            <p:nvPr/>
          </p:nvSpPr>
          <p:spPr>
            <a:xfrm>
              <a:off x="135105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6" name="Google Shape;9986;p82"/>
            <p:cNvSpPr/>
            <p:nvPr/>
          </p:nvSpPr>
          <p:spPr>
            <a:xfrm>
              <a:off x="1351950" y="166760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7" name="Google Shape;9987;p82"/>
            <p:cNvSpPr/>
            <p:nvPr/>
          </p:nvSpPr>
          <p:spPr>
            <a:xfrm>
              <a:off x="1343300" y="1324400"/>
              <a:ext cx="127425" cy="346500"/>
            </a:xfrm>
            <a:custGeom>
              <a:rect b="b" l="l" r="r" t="t"/>
              <a:pathLst>
                <a:path extrusionOk="0" h="13860" w="5097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8" name="Google Shape;9988;p82"/>
            <p:cNvSpPr/>
            <p:nvPr/>
          </p:nvSpPr>
          <p:spPr>
            <a:xfrm>
              <a:off x="2236875" y="1685475"/>
              <a:ext cx="58075" cy="57750"/>
            </a:xfrm>
            <a:custGeom>
              <a:rect b="b" l="l" r="r" t="t"/>
              <a:pathLst>
                <a:path extrusionOk="0" h="2310" w="2323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9" name="Google Shape;9989;p82"/>
            <p:cNvSpPr/>
            <p:nvPr/>
          </p:nvSpPr>
          <p:spPr>
            <a:xfrm>
              <a:off x="2434225" y="1733500"/>
              <a:ext cx="85450" cy="81450"/>
            </a:xfrm>
            <a:custGeom>
              <a:rect b="b" l="l" r="r" t="t"/>
              <a:pathLst>
                <a:path extrusionOk="0" h="3258" w="3418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0" name="Google Shape;9990;p82"/>
            <p:cNvSpPr/>
            <p:nvPr/>
          </p:nvSpPr>
          <p:spPr>
            <a:xfrm>
              <a:off x="2630075" y="1418625"/>
              <a:ext cx="41100" cy="40925"/>
            </a:xfrm>
            <a:custGeom>
              <a:rect b="b" l="l" r="r" t="t"/>
              <a:pathLst>
                <a:path extrusionOk="0" h="1637" w="1644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1" name="Google Shape;9991;p82"/>
            <p:cNvSpPr/>
            <p:nvPr/>
          </p:nvSpPr>
          <p:spPr>
            <a:xfrm>
              <a:off x="2338375" y="1395450"/>
              <a:ext cx="32475" cy="28775"/>
            </a:xfrm>
            <a:custGeom>
              <a:rect b="b" l="l" r="r" t="t"/>
              <a:pathLst>
                <a:path extrusionOk="0" h="1151" w="1299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2" name="Google Shape;9992;p82"/>
            <p:cNvSpPr/>
            <p:nvPr/>
          </p:nvSpPr>
          <p:spPr>
            <a:xfrm>
              <a:off x="3084300" y="1355525"/>
              <a:ext cx="30375" cy="29150"/>
            </a:xfrm>
            <a:custGeom>
              <a:rect b="b" l="l" r="r" t="t"/>
              <a:pathLst>
                <a:path extrusionOk="0" h="1166" w="1215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3" name="Google Shape;9993;p82"/>
            <p:cNvSpPr/>
            <p:nvPr/>
          </p:nvSpPr>
          <p:spPr>
            <a:xfrm>
              <a:off x="1937425" y="1579200"/>
              <a:ext cx="42300" cy="40575"/>
            </a:xfrm>
            <a:custGeom>
              <a:rect b="b" l="l" r="r" t="t"/>
              <a:pathLst>
                <a:path extrusionOk="0" h="1623" w="1692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4" name="Google Shape;9994;p82"/>
            <p:cNvSpPr/>
            <p:nvPr/>
          </p:nvSpPr>
          <p:spPr>
            <a:xfrm>
              <a:off x="2435125" y="2175825"/>
              <a:ext cx="44075" cy="41075"/>
            </a:xfrm>
            <a:custGeom>
              <a:rect b="b" l="l" r="r" t="t"/>
              <a:pathLst>
                <a:path extrusionOk="0" h="1643" w="1763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5" name="Google Shape;9995;p82"/>
            <p:cNvSpPr/>
            <p:nvPr/>
          </p:nvSpPr>
          <p:spPr>
            <a:xfrm>
              <a:off x="874500" y="1324400"/>
              <a:ext cx="61050" cy="39475"/>
            </a:xfrm>
            <a:custGeom>
              <a:rect b="b" l="l" r="r" t="t"/>
              <a:pathLst>
                <a:path extrusionOk="0" h="1579" w="2442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6" name="Google Shape;9996;p82"/>
            <p:cNvSpPr/>
            <p:nvPr/>
          </p:nvSpPr>
          <p:spPr>
            <a:xfrm>
              <a:off x="1687100" y="1615750"/>
              <a:ext cx="48250" cy="45975"/>
            </a:xfrm>
            <a:custGeom>
              <a:rect b="b" l="l" r="r" t="t"/>
              <a:pathLst>
                <a:path extrusionOk="0" h="1839" w="193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7" name="Google Shape;9997;p82"/>
            <p:cNvSpPr/>
            <p:nvPr/>
          </p:nvSpPr>
          <p:spPr>
            <a:xfrm>
              <a:off x="2480650" y="1385525"/>
              <a:ext cx="17900" cy="16475"/>
            </a:xfrm>
            <a:custGeom>
              <a:rect b="b" l="l" r="r" t="t"/>
              <a:pathLst>
                <a:path extrusionOk="0" h="659" w="716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8" name="Google Shape;9998;p82"/>
            <p:cNvSpPr/>
            <p:nvPr/>
          </p:nvSpPr>
          <p:spPr>
            <a:xfrm>
              <a:off x="1565650" y="1378450"/>
              <a:ext cx="45875" cy="41525"/>
            </a:xfrm>
            <a:custGeom>
              <a:rect b="b" l="l" r="r" t="t"/>
              <a:pathLst>
                <a:path extrusionOk="0" h="1661" w="1835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99" name="Google Shape;9999;p82"/>
          <p:cNvGrpSpPr/>
          <p:nvPr/>
        </p:nvGrpSpPr>
        <p:grpSpPr>
          <a:xfrm flipH="1">
            <a:off x="127" y="13"/>
            <a:ext cx="10765575" cy="4182143"/>
            <a:chOff x="874500" y="1324100"/>
            <a:chExt cx="2298225" cy="892800"/>
          </a:xfrm>
        </p:grpSpPr>
        <p:sp>
          <p:nvSpPr>
            <p:cNvPr id="10000" name="Google Shape;10000;p82"/>
            <p:cNvSpPr/>
            <p:nvPr/>
          </p:nvSpPr>
          <p:spPr>
            <a:xfrm>
              <a:off x="3108700" y="1324100"/>
              <a:ext cx="64025" cy="42300"/>
            </a:xfrm>
            <a:custGeom>
              <a:rect b="b" l="l" r="r" t="t"/>
              <a:pathLst>
                <a:path extrusionOk="0" h="1692" w="2561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1" name="Google Shape;10001;p82"/>
            <p:cNvSpPr/>
            <p:nvPr/>
          </p:nvSpPr>
          <p:spPr>
            <a:xfrm>
              <a:off x="3100375" y="1324400"/>
              <a:ext cx="24425" cy="35450"/>
            </a:xfrm>
            <a:custGeom>
              <a:rect b="b" l="l" r="r" t="t"/>
              <a:pathLst>
                <a:path extrusionOk="0" h="1418" w="977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2" name="Google Shape;10002;p82"/>
            <p:cNvSpPr/>
            <p:nvPr/>
          </p:nvSpPr>
          <p:spPr>
            <a:xfrm>
              <a:off x="2658050" y="1324100"/>
              <a:ext cx="77725" cy="101225"/>
            </a:xfrm>
            <a:custGeom>
              <a:rect b="b" l="l" r="r" t="t"/>
              <a:pathLst>
                <a:path extrusionOk="0" h="4049" w="3109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3" name="Google Shape;10003;p82"/>
            <p:cNvSpPr/>
            <p:nvPr/>
          </p:nvSpPr>
          <p:spPr>
            <a:xfrm>
              <a:off x="3039950" y="1324100"/>
              <a:ext cx="46750" cy="37525"/>
            </a:xfrm>
            <a:custGeom>
              <a:rect b="b" l="l" r="r" t="t"/>
              <a:pathLst>
                <a:path extrusionOk="0" h="1501" w="187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4" name="Google Shape;10004;p82"/>
            <p:cNvSpPr/>
            <p:nvPr/>
          </p:nvSpPr>
          <p:spPr>
            <a:xfrm>
              <a:off x="3095625" y="1382750"/>
              <a:ext cx="10725" cy="6125"/>
            </a:xfrm>
            <a:custGeom>
              <a:rect b="b" l="l" r="r" t="t"/>
              <a:pathLst>
                <a:path extrusionOk="0" h="245" w="429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5" name="Google Shape;10005;p82"/>
            <p:cNvSpPr/>
            <p:nvPr/>
          </p:nvSpPr>
          <p:spPr>
            <a:xfrm>
              <a:off x="2519350" y="1324100"/>
              <a:ext cx="119375" cy="105400"/>
            </a:xfrm>
            <a:custGeom>
              <a:rect b="b" l="l" r="r" t="t"/>
              <a:pathLst>
                <a:path extrusionOk="0" h="4216" w="4775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6" name="Google Shape;10006;p82"/>
            <p:cNvSpPr/>
            <p:nvPr/>
          </p:nvSpPr>
          <p:spPr>
            <a:xfrm>
              <a:off x="2959575" y="1324400"/>
              <a:ext cx="127425" cy="44675"/>
            </a:xfrm>
            <a:custGeom>
              <a:rect b="b" l="l" r="r" t="t"/>
              <a:pathLst>
                <a:path extrusionOk="0" h="1787" w="5097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7" name="Google Shape;10007;p82"/>
            <p:cNvSpPr/>
            <p:nvPr/>
          </p:nvSpPr>
          <p:spPr>
            <a:xfrm>
              <a:off x="2669975" y="1368450"/>
              <a:ext cx="416425" cy="72950"/>
            </a:xfrm>
            <a:custGeom>
              <a:rect b="b" l="l" r="r" t="t"/>
              <a:pathLst>
                <a:path extrusionOk="0" h="2918" w="16657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8" name="Google Shape;10008;p82"/>
            <p:cNvSpPr/>
            <p:nvPr/>
          </p:nvSpPr>
          <p:spPr>
            <a:xfrm>
              <a:off x="2464575" y="1378875"/>
              <a:ext cx="629275" cy="804275"/>
            </a:xfrm>
            <a:custGeom>
              <a:rect b="b" l="l" r="r" t="t"/>
              <a:pathLst>
                <a:path extrusionOk="0" h="32171" w="25171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9" name="Google Shape;10009;p82"/>
            <p:cNvSpPr/>
            <p:nvPr/>
          </p:nvSpPr>
          <p:spPr>
            <a:xfrm>
              <a:off x="2489575" y="1454775"/>
              <a:ext cx="155400" cy="285775"/>
            </a:xfrm>
            <a:custGeom>
              <a:rect b="b" l="l" r="r" t="t"/>
              <a:pathLst>
                <a:path extrusionOk="0" h="11431" w="6216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0" name="Google Shape;10010;p82"/>
            <p:cNvSpPr/>
            <p:nvPr/>
          </p:nvSpPr>
          <p:spPr>
            <a:xfrm>
              <a:off x="2481850" y="1387200"/>
              <a:ext cx="1500" cy="2400"/>
            </a:xfrm>
            <a:custGeom>
              <a:rect b="b" l="l" r="r" t="t"/>
              <a:pathLst>
                <a:path extrusionOk="0" h="96" w="6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1" name="Google Shape;10011;p82"/>
            <p:cNvSpPr/>
            <p:nvPr/>
          </p:nvSpPr>
          <p:spPr>
            <a:xfrm>
              <a:off x="2482450" y="1324400"/>
              <a:ext cx="12225" cy="56575"/>
            </a:xfrm>
            <a:custGeom>
              <a:rect b="b" l="l" r="r" t="t"/>
              <a:pathLst>
                <a:path extrusionOk="0" h="2263" w="489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2" name="Google Shape;10012;p82"/>
            <p:cNvSpPr/>
            <p:nvPr/>
          </p:nvSpPr>
          <p:spPr>
            <a:xfrm>
              <a:off x="2461300" y="1397025"/>
              <a:ext cx="28600" cy="338450"/>
            </a:xfrm>
            <a:custGeom>
              <a:rect b="b" l="l" r="r" t="t"/>
              <a:pathLst>
                <a:path extrusionOk="0" h="13538" w="1144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3" name="Google Shape;10013;p82"/>
            <p:cNvSpPr/>
            <p:nvPr/>
          </p:nvSpPr>
          <p:spPr>
            <a:xfrm>
              <a:off x="2299675" y="1324400"/>
              <a:ext cx="333400" cy="114025"/>
            </a:xfrm>
            <a:custGeom>
              <a:rect b="b" l="l" r="r" t="t"/>
              <a:pathLst>
                <a:path extrusionOk="0" h="4561" w="13336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4" name="Google Shape;10014;p82"/>
            <p:cNvSpPr/>
            <p:nvPr/>
          </p:nvSpPr>
          <p:spPr>
            <a:xfrm>
              <a:off x="2163950" y="1324400"/>
              <a:ext cx="136950" cy="109550"/>
            </a:xfrm>
            <a:custGeom>
              <a:rect b="b" l="l" r="r" t="t"/>
              <a:pathLst>
                <a:path extrusionOk="0" h="4382" w="5478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5" name="Google Shape;10015;p82"/>
            <p:cNvSpPr/>
            <p:nvPr/>
          </p:nvSpPr>
          <p:spPr>
            <a:xfrm>
              <a:off x="1971375" y="1430950"/>
              <a:ext cx="188425" cy="158400"/>
            </a:xfrm>
            <a:custGeom>
              <a:rect b="b" l="l" r="r" t="t"/>
              <a:pathLst>
                <a:path extrusionOk="0" h="6336" w="7537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6" name="Google Shape;10016;p82"/>
            <p:cNvSpPr/>
            <p:nvPr/>
          </p:nvSpPr>
          <p:spPr>
            <a:xfrm>
              <a:off x="2269925" y="1742600"/>
              <a:ext cx="5075" cy="3000"/>
            </a:xfrm>
            <a:custGeom>
              <a:rect b="b" l="l" r="r" t="t"/>
              <a:pathLst>
                <a:path extrusionOk="0" h="120" w="203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7" name="Google Shape;10017;p82"/>
            <p:cNvSpPr/>
            <p:nvPr/>
          </p:nvSpPr>
          <p:spPr>
            <a:xfrm>
              <a:off x="2117800" y="1324100"/>
              <a:ext cx="141425" cy="365850"/>
            </a:xfrm>
            <a:custGeom>
              <a:rect b="b" l="l" r="r" t="t"/>
              <a:pathLst>
                <a:path extrusionOk="0" h="14634" w="5657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8" name="Google Shape;10018;p82"/>
            <p:cNvSpPr/>
            <p:nvPr/>
          </p:nvSpPr>
          <p:spPr>
            <a:xfrm>
              <a:off x="2450600" y="1814350"/>
              <a:ext cx="27100" cy="362275"/>
            </a:xfrm>
            <a:custGeom>
              <a:rect b="b" l="l" r="r" t="t"/>
              <a:pathLst>
                <a:path extrusionOk="0" h="14491" w="1084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9" name="Google Shape;10019;p82"/>
            <p:cNvSpPr/>
            <p:nvPr/>
          </p:nvSpPr>
          <p:spPr>
            <a:xfrm>
              <a:off x="2273475" y="1738150"/>
              <a:ext cx="176850" cy="439950"/>
            </a:xfrm>
            <a:custGeom>
              <a:rect b="b" l="l" r="r" t="t"/>
              <a:pathLst>
                <a:path extrusionOk="0" h="17598" w="7074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0" name="Google Shape;10020;p82"/>
            <p:cNvSpPr/>
            <p:nvPr/>
          </p:nvSpPr>
          <p:spPr>
            <a:xfrm>
              <a:off x="2293425" y="1714325"/>
              <a:ext cx="141725" cy="60150"/>
            </a:xfrm>
            <a:custGeom>
              <a:rect b="b" l="l" r="r" t="t"/>
              <a:pathLst>
                <a:path extrusionOk="0" h="2406" w="5669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1" name="Google Shape;10021;p82"/>
            <p:cNvSpPr/>
            <p:nvPr/>
          </p:nvSpPr>
          <p:spPr>
            <a:xfrm>
              <a:off x="1976725" y="1600625"/>
              <a:ext cx="267625" cy="103300"/>
            </a:xfrm>
            <a:custGeom>
              <a:rect b="b" l="l" r="r" t="t"/>
              <a:pathLst>
                <a:path extrusionOk="0" h="4132" w="10705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2" name="Google Shape;10022;p82"/>
            <p:cNvSpPr/>
            <p:nvPr/>
          </p:nvSpPr>
          <p:spPr>
            <a:xfrm>
              <a:off x="1969275" y="1610450"/>
              <a:ext cx="477475" cy="573900"/>
            </a:xfrm>
            <a:custGeom>
              <a:rect b="b" l="l" r="r" t="t"/>
              <a:pathLst>
                <a:path extrusionOk="0" h="22956" w="19099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3" name="Google Shape;10023;p82"/>
            <p:cNvSpPr/>
            <p:nvPr/>
          </p:nvSpPr>
          <p:spPr>
            <a:xfrm>
              <a:off x="1726400" y="1324400"/>
              <a:ext cx="224450" cy="261075"/>
            </a:xfrm>
            <a:custGeom>
              <a:rect b="b" l="l" r="r" t="t"/>
              <a:pathLst>
                <a:path extrusionOk="0" h="10443" w="8978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4" name="Google Shape;10024;p82"/>
            <p:cNvSpPr/>
            <p:nvPr/>
          </p:nvSpPr>
          <p:spPr>
            <a:xfrm>
              <a:off x="1592450" y="1416675"/>
              <a:ext cx="110450" cy="205100"/>
            </a:xfrm>
            <a:custGeom>
              <a:rect b="b" l="l" r="r" t="t"/>
              <a:pathLst>
                <a:path extrusionOk="0" h="8204" w="4418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5" name="Google Shape;10025;p82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6" name="Google Shape;10026;p82"/>
            <p:cNvSpPr/>
            <p:nvPr/>
          </p:nvSpPr>
          <p:spPr>
            <a:xfrm>
              <a:off x="1593350" y="1324400"/>
              <a:ext cx="59850" cy="58675"/>
            </a:xfrm>
            <a:custGeom>
              <a:rect b="b" l="l" r="r" t="t"/>
              <a:pathLst>
                <a:path extrusionOk="0" h="2347" w="2394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7" name="Google Shape;10027;p82"/>
            <p:cNvSpPr/>
            <p:nvPr/>
          </p:nvSpPr>
          <p:spPr>
            <a:xfrm>
              <a:off x="134510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8" name="Google Shape;10028;p82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9" name="Google Shape;10029;p82"/>
            <p:cNvSpPr/>
            <p:nvPr/>
          </p:nvSpPr>
          <p:spPr>
            <a:xfrm>
              <a:off x="1354625" y="1406550"/>
              <a:ext cx="219700" cy="254225"/>
            </a:xfrm>
            <a:custGeom>
              <a:rect b="b" l="l" r="r" t="t"/>
              <a:pathLst>
                <a:path extrusionOk="0" h="10169" w="8788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0" name="Google Shape;10030;p82"/>
            <p:cNvSpPr/>
            <p:nvPr/>
          </p:nvSpPr>
          <p:spPr>
            <a:xfrm>
              <a:off x="1345700" y="1669675"/>
              <a:ext cx="600" cy="325"/>
            </a:xfrm>
            <a:custGeom>
              <a:rect b="b" l="l" r="r" t="t"/>
              <a:pathLst>
                <a:path extrusionOk="0" h="13" w="24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1" name="Google Shape;10031;p82"/>
            <p:cNvSpPr/>
            <p:nvPr/>
          </p:nvSpPr>
          <p:spPr>
            <a:xfrm>
              <a:off x="1348675" y="1635750"/>
              <a:ext cx="339650" cy="34250"/>
            </a:xfrm>
            <a:custGeom>
              <a:rect b="b" l="l" r="r" t="t"/>
              <a:pathLst>
                <a:path extrusionOk="0" h="1370" w="13586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2" name="Google Shape;10032;p82"/>
            <p:cNvSpPr/>
            <p:nvPr/>
          </p:nvSpPr>
          <p:spPr>
            <a:xfrm>
              <a:off x="1346575" y="1669975"/>
              <a:ext cx="1225" cy="625"/>
            </a:xfrm>
            <a:custGeom>
              <a:rect b="b" l="l" r="r" t="t"/>
              <a:pathLst>
                <a:path extrusionOk="0" h="25" w="49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3" name="Google Shape;10033;p82"/>
            <p:cNvSpPr/>
            <p:nvPr/>
          </p:nvSpPr>
          <p:spPr>
            <a:xfrm>
              <a:off x="1346575" y="1669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4" name="Google Shape;10034;p82"/>
            <p:cNvSpPr/>
            <p:nvPr/>
          </p:nvSpPr>
          <p:spPr>
            <a:xfrm>
              <a:off x="1345100" y="16693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5" name="Google Shape;10035;p82"/>
            <p:cNvSpPr/>
            <p:nvPr/>
          </p:nvSpPr>
          <p:spPr>
            <a:xfrm>
              <a:off x="1349275" y="1670125"/>
              <a:ext cx="300" cy="475"/>
            </a:xfrm>
            <a:custGeom>
              <a:rect b="b" l="l" r="r" t="t"/>
              <a:pathLst>
                <a:path extrusionOk="0" h="19" w="12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6" name="Google Shape;10036;p82"/>
            <p:cNvSpPr/>
            <p:nvPr/>
          </p:nvSpPr>
          <p:spPr>
            <a:xfrm>
              <a:off x="1351050" y="16690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7" name="Google Shape;10037;p82"/>
            <p:cNvSpPr/>
            <p:nvPr/>
          </p:nvSpPr>
          <p:spPr>
            <a:xfrm>
              <a:off x="992675" y="1324400"/>
              <a:ext cx="353050" cy="345000"/>
            </a:xfrm>
            <a:custGeom>
              <a:rect b="b" l="l" r="r" t="t"/>
              <a:pathLst>
                <a:path extrusionOk="0" h="13800" w="14122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8" name="Google Shape;10038;p82"/>
            <p:cNvSpPr/>
            <p:nvPr/>
          </p:nvSpPr>
          <p:spPr>
            <a:xfrm>
              <a:off x="1346275" y="1669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9" name="Google Shape;10039;p82"/>
            <p:cNvSpPr/>
            <p:nvPr/>
          </p:nvSpPr>
          <p:spPr>
            <a:xfrm>
              <a:off x="1348075" y="16705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0" name="Google Shape;10040;p82"/>
            <p:cNvSpPr/>
            <p:nvPr/>
          </p:nvSpPr>
          <p:spPr>
            <a:xfrm>
              <a:off x="1351050" y="16693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1" name="Google Shape;10041;p82"/>
            <p:cNvSpPr/>
            <p:nvPr/>
          </p:nvSpPr>
          <p:spPr>
            <a:xfrm>
              <a:off x="1351950" y="166760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2" name="Google Shape;10042;p82"/>
            <p:cNvSpPr/>
            <p:nvPr/>
          </p:nvSpPr>
          <p:spPr>
            <a:xfrm>
              <a:off x="1343300" y="1324400"/>
              <a:ext cx="127425" cy="346500"/>
            </a:xfrm>
            <a:custGeom>
              <a:rect b="b" l="l" r="r" t="t"/>
              <a:pathLst>
                <a:path extrusionOk="0" h="13860" w="5097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3" name="Google Shape;10043;p82"/>
            <p:cNvSpPr/>
            <p:nvPr/>
          </p:nvSpPr>
          <p:spPr>
            <a:xfrm>
              <a:off x="2236875" y="1685475"/>
              <a:ext cx="58075" cy="57750"/>
            </a:xfrm>
            <a:custGeom>
              <a:rect b="b" l="l" r="r" t="t"/>
              <a:pathLst>
                <a:path extrusionOk="0" h="2310" w="2323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4" name="Google Shape;10044;p82"/>
            <p:cNvSpPr/>
            <p:nvPr/>
          </p:nvSpPr>
          <p:spPr>
            <a:xfrm>
              <a:off x="2434225" y="1733500"/>
              <a:ext cx="85450" cy="81450"/>
            </a:xfrm>
            <a:custGeom>
              <a:rect b="b" l="l" r="r" t="t"/>
              <a:pathLst>
                <a:path extrusionOk="0" h="3258" w="3418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5" name="Google Shape;10045;p82"/>
            <p:cNvSpPr/>
            <p:nvPr/>
          </p:nvSpPr>
          <p:spPr>
            <a:xfrm>
              <a:off x="2630075" y="1418625"/>
              <a:ext cx="41100" cy="40925"/>
            </a:xfrm>
            <a:custGeom>
              <a:rect b="b" l="l" r="r" t="t"/>
              <a:pathLst>
                <a:path extrusionOk="0" h="1637" w="1644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6" name="Google Shape;10046;p82"/>
            <p:cNvSpPr/>
            <p:nvPr/>
          </p:nvSpPr>
          <p:spPr>
            <a:xfrm>
              <a:off x="2338375" y="1395450"/>
              <a:ext cx="32475" cy="28775"/>
            </a:xfrm>
            <a:custGeom>
              <a:rect b="b" l="l" r="r" t="t"/>
              <a:pathLst>
                <a:path extrusionOk="0" h="1151" w="1299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7" name="Google Shape;10047;p82"/>
            <p:cNvSpPr/>
            <p:nvPr/>
          </p:nvSpPr>
          <p:spPr>
            <a:xfrm>
              <a:off x="3084300" y="1355525"/>
              <a:ext cx="30375" cy="29150"/>
            </a:xfrm>
            <a:custGeom>
              <a:rect b="b" l="l" r="r" t="t"/>
              <a:pathLst>
                <a:path extrusionOk="0" h="1166" w="1215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8" name="Google Shape;10048;p82"/>
            <p:cNvSpPr/>
            <p:nvPr/>
          </p:nvSpPr>
          <p:spPr>
            <a:xfrm>
              <a:off x="1937425" y="1579200"/>
              <a:ext cx="42300" cy="40575"/>
            </a:xfrm>
            <a:custGeom>
              <a:rect b="b" l="l" r="r" t="t"/>
              <a:pathLst>
                <a:path extrusionOk="0" h="1623" w="1692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9" name="Google Shape;10049;p82"/>
            <p:cNvSpPr/>
            <p:nvPr/>
          </p:nvSpPr>
          <p:spPr>
            <a:xfrm>
              <a:off x="2435125" y="2175825"/>
              <a:ext cx="44075" cy="41075"/>
            </a:xfrm>
            <a:custGeom>
              <a:rect b="b" l="l" r="r" t="t"/>
              <a:pathLst>
                <a:path extrusionOk="0" h="1643" w="1763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0" name="Google Shape;10050;p82"/>
            <p:cNvSpPr/>
            <p:nvPr/>
          </p:nvSpPr>
          <p:spPr>
            <a:xfrm>
              <a:off x="874500" y="1324400"/>
              <a:ext cx="61050" cy="39475"/>
            </a:xfrm>
            <a:custGeom>
              <a:rect b="b" l="l" r="r" t="t"/>
              <a:pathLst>
                <a:path extrusionOk="0" h="1579" w="2442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1" name="Google Shape;10051;p82"/>
            <p:cNvSpPr/>
            <p:nvPr/>
          </p:nvSpPr>
          <p:spPr>
            <a:xfrm>
              <a:off x="1687100" y="1615750"/>
              <a:ext cx="48250" cy="45975"/>
            </a:xfrm>
            <a:custGeom>
              <a:rect b="b" l="l" r="r" t="t"/>
              <a:pathLst>
                <a:path extrusionOk="0" h="1839" w="193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2" name="Google Shape;10052;p82"/>
            <p:cNvSpPr/>
            <p:nvPr/>
          </p:nvSpPr>
          <p:spPr>
            <a:xfrm>
              <a:off x="2480650" y="1385525"/>
              <a:ext cx="17900" cy="16475"/>
            </a:xfrm>
            <a:custGeom>
              <a:rect b="b" l="l" r="r" t="t"/>
              <a:pathLst>
                <a:path extrusionOk="0" h="659" w="716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3" name="Google Shape;10053;p82"/>
            <p:cNvSpPr/>
            <p:nvPr/>
          </p:nvSpPr>
          <p:spPr>
            <a:xfrm>
              <a:off x="1565650" y="1378450"/>
              <a:ext cx="45875" cy="41525"/>
            </a:xfrm>
            <a:custGeom>
              <a:rect b="b" l="l" r="r" t="t"/>
              <a:pathLst>
                <a:path extrusionOk="0" h="1661" w="1835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054" name="Shape 100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10055" name="Shape 10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56" name="Google Shape;10056;p84"/>
          <p:cNvGrpSpPr/>
          <p:nvPr/>
        </p:nvGrpSpPr>
        <p:grpSpPr>
          <a:xfrm rot="10800000">
            <a:off x="-59408" y="283"/>
            <a:ext cx="5584597" cy="2809558"/>
            <a:chOff x="4905075" y="2588800"/>
            <a:chExt cx="982875" cy="494475"/>
          </a:xfrm>
        </p:grpSpPr>
        <p:sp>
          <p:nvSpPr>
            <p:cNvPr id="10057" name="Google Shape;10057;p84"/>
            <p:cNvSpPr/>
            <p:nvPr/>
          </p:nvSpPr>
          <p:spPr>
            <a:xfrm>
              <a:off x="5082475" y="3000200"/>
              <a:ext cx="30675" cy="83075"/>
            </a:xfrm>
            <a:custGeom>
              <a:rect b="b" l="l" r="r" t="t"/>
              <a:pathLst>
                <a:path extrusionOk="0" h="3323" w="1227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8" name="Google Shape;10058;p84"/>
            <p:cNvSpPr/>
            <p:nvPr/>
          </p:nvSpPr>
          <p:spPr>
            <a:xfrm>
              <a:off x="4905075" y="3083250"/>
              <a:ext cx="300" cy="25"/>
            </a:xfrm>
            <a:custGeom>
              <a:rect b="b" l="l" r="r" t="t"/>
              <a:pathLst>
                <a:path extrusionOk="0" fill="none" h="1" w="12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9" name="Google Shape;10059;p84"/>
            <p:cNvSpPr/>
            <p:nvPr/>
          </p:nvSpPr>
          <p:spPr>
            <a:xfrm>
              <a:off x="5122050" y="2993050"/>
              <a:ext cx="87550" cy="45875"/>
            </a:xfrm>
            <a:custGeom>
              <a:rect b="b" l="l" r="r" t="t"/>
              <a:pathLst>
                <a:path extrusionOk="0" h="1835" w="3502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0" name="Google Shape;10060;p84"/>
            <p:cNvSpPr/>
            <p:nvPr/>
          </p:nvSpPr>
          <p:spPr>
            <a:xfrm>
              <a:off x="5213425" y="3035925"/>
              <a:ext cx="97675" cy="47050"/>
            </a:xfrm>
            <a:custGeom>
              <a:rect b="b" l="l" r="r" t="t"/>
              <a:pathLst>
                <a:path extrusionOk="0" h="1882" w="3907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1" name="Google Shape;10061;p84"/>
            <p:cNvSpPr/>
            <p:nvPr/>
          </p:nvSpPr>
          <p:spPr>
            <a:xfrm>
              <a:off x="4919950" y="2993050"/>
              <a:ext cx="185175" cy="90225"/>
            </a:xfrm>
            <a:custGeom>
              <a:rect b="b" l="l" r="r" t="t"/>
              <a:pathLst>
                <a:path extrusionOk="0" h="3609" w="7407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2" name="Google Shape;10062;p84"/>
            <p:cNvSpPr/>
            <p:nvPr/>
          </p:nvSpPr>
          <p:spPr>
            <a:xfrm>
              <a:off x="4909525" y="2607000"/>
              <a:ext cx="182500" cy="476275"/>
            </a:xfrm>
            <a:custGeom>
              <a:rect b="b" l="l" r="r" t="t"/>
              <a:pathLst>
                <a:path extrusionOk="0" h="19051" w="730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3" name="Google Shape;10063;p84"/>
            <p:cNvSpPr/>
            <p:nvPr/>
          </p:nvSpPr>
          <p:spPr>
            <a:xfrm>
              <a:off x="5113425" y="2823400"/>
              <a:ext cx="33075" cy="158075"/>
            </a:xfrm>
            <a:custGeom>
              <a:rect b="b" l="l" r="r" t="t"/>
              <a:pathLst>
                <a:path extrusionOk="0" h="6323" w="1323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4" name="Google Shape;10064;p84"/>
            <p:cNvSpPr/>
            <p:nvPr/>
          </p:nvSpPr>
          <p:spPr>
            <a:xfrm>
              <a:off x="5201525" y="2989775"/>
              <a:ext cx="925" cy="1225"/>
            </a:xfrm>
            <a:custGeom>
              <a:rect b="b" l="l" r="r" t="t"/>
              <a:pathLst>
                <a:path extrusionOk="0" h="49" w="37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5" name="Google Shape;10065;p84"/>
            <p:cNvSpPr/>
            <p:nvPr/>
          </p:nvSpPr>
          <p:spPr>
            <a:xfrm>
              <a:off x="5156275" y="2820425"/>
              <a:ext cx="44975" cy="165800"/>
            </a:xfrm>
            <a:custGeom>
              <a:rect b="b" l="l" r="r" t="t"/>
              <a:pathLst>
                <a:path extrusionOk="0" h="6632" w="1799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6" name="Google Shape;10066;p84"/>
            <p:cNvSpPr/>
            <p:nvPr/>
          </p:nvSpPr>
          <p:spPr>
            <a:xfrm>
              <a:off x="5198850" y="2995450"/>
              <a:ext cx="26525" cy="87825"/>
            </a:xfrm>
            <a:custGeom>
              <a:rect b="b" l="l" r="r" t="t"/>
              <a:pathLst>
                <a:path extrusionOk="0" h="3513" w="1061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7" name="Google Shape;10067;p84"/>
            <p:cNvSpPr/>
            <p:nvPr/>
          </p:nvSpPr>
          <p:spPr>
            <a:xfrm>
              <a:off x="5123550" y="2988600"/>
              <a:ext cx="175625" cy="8950"/>
            </a:xfrm>
            <a:custGeom>
              <a:rect b="b" l="l" r="r" t="t"/>
              <a:pathLst>
                <a:path extrusionOk="0" h="358" w="7025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8" name="Google Shape;10068;p84"/>
            <p:cNvSpPr/>
            <p:nvPr/>
          </p:nvSpPr>
          <p:spPr>
            <a:xfrm>
              <a:off x="5302725" y="2995150"/>
              <a:ext cx="138750" cy="88125"/>
            </a:xfrm>
            <a:custGeom>
              <a:rect b="b" l="l" r="r" t="t"/>
              <a:pathLst>
                <a:path extrusionOk="0" h="3525" w="555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9" name="Google Shape;10069;p84"/>
            <p:cNvSpPr/>
            <p:nvPr/>
          </p:nvSpPr>
          <p:spPr>
            <a:xfrm>
              <a:off x="5297675" y="2995725"/>
              <a:ext cx="21750" cy="84275"/>
            </a:xfrm>
            <a:custGeom>
              <a:rect b="b" l="l" r="r" t="t"/>
              <a:pathLst>
                <a:path extrusionOk="0" h="3371" w="87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0" name="Google Shape;10070;p84"/>
            <p:cNvSpPr/>
            <p:nvPr/>
          </p:nvSpPr>
          <p:spPr>
            <a:xfrm>
              <a:off x="5349175" y="2817450"/>
              <a:ext cx="69375" cy="103300"/>
            </a:xfrm>
            <a:custGeom>
              <a:rect b="b" l="l" r="r" t="t"/>
              <a:pathLst>
                <a:path extrusionOk="0" h="4132" w="2775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1" name="Google Shape;10071;p84"/>
            <p:cNvSpPr/>
            <p:nvPr/>
          </p:nvSpPr>
          <p:spPr>
            <a:xfrm>
              <a:off x="5297975" y="2921625"/>
              <a:ext cx="51825" cy="76825"/>
            </a:xfrm>
            <a:custGeom>
              <a:rect b="b" l="l" r="r" t="t"/>
              <a:pathLst>
                <a:path extrusionOk="0" h="3073" w="2073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2" name="Google Shape;10072;p84"/>
            <p:cNvSpPr/>
            <p:nvPr/>
          </p:nvSpPr>
          <p:spPr>
            <a:xfrm>
              <a:off x="5247975" y="2787475"/>
              <a:ext cx="2700" cy="1425"/>
            </a:xfrm>
            <a:custGeom>
              <a:rect b="b" l="l" r="r" t="t"/>
              <a:pathLst>
                <a:path extrusionOk="0" h="57" w="108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3" name="Google Shape;10073;p84"/>
            <p:cNvSpPr/>
            <p:nvPr/>
          </p:nvSpPr>
          <p:spPr>
            <a:xfrm>
              <a:off x="5264925" y="2810300"/>
              <a:ext cx="211375" cy="272375"/>
            </a:xfrm>
            <a:custGeom>
              <a:rect b="b" l="l" r="r" t="t"/>
              <a:pathLst>
                <a:path extrusionOk="0" h="10895" w="8455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4" name="Google Shape;10074;p84"/>
            <p:cNvSpPr/>
            <p:nvPr/>
          </p:nvSpPr>
          <p:spPr>
            <a:xfrm>
              <a:off x="5094375" y="2607000"/>
              <a:ext cx="50025" cy="177725"/>
            </a:xfrm>
            <a:custGeom>
              <a:rect b="b" l="l" r="r" t="t"/>
              <a:pathLst>
                <a:path extrusionOk="0" h="7109" w="2001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5" name="Google Shape;10075;p84"/>
            <p:cNvSpPr/>
            <p:nvPr/>
          </p:nvSpPr>
          <p:spPr>
            <a:xfrm>
              <a:off x="5098850" y="2605500"/>
              <a:ext cx="150325" cy="186375"/>
            </a:xfrm>
            <a:custGeom>
              <a:rect b="b" l="l" r="r" t="t"/>
              <a:pathLst>
                <a:path extrusionOk="0" h="7455" w="6013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6" name="Google Shape;10076;p84"/>
            <p:cNvSpPr/>
            <p:nvPr/>
          </p:nvSpPr>
          <p:spPr>
            <a:xfrm>
              <a:off x="5270300" y="2802250"/>
              <a:ext cx="141400" cy="10750"/>
            </a:xfrm>
            <a:custGeom>
              <a:rect b="b" l="l" r="r" t="t"/>
              <a:pathLst>
                <a:path extrusionOk="0" h="430" w="5656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7" name="Google Shape;10077;p84"/>
            <p:cNvSpPr/>
            <p:nvPr/>
          </p:nvSpPr>
          <p:spPr>
            <a:xfrm>
              <a:off x="5167300" y="2797500"/>
              <a:ext cx="75625" cy="7750"/>
            </a:xfrm>
            <a:custGeom>
              <a:rect b="b" l="l" r="r" t="t"/>
              <a:pathLst>
                <a:path extrusionOk="0" h="310" w="3025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8" name="Google Shape;10078;p84"/>
            <p:cNvSpPr/>
            <p:nvPr/>
          </p:nvSpPr>
          <p:spPr>
            <a:xfrm>
              <a:off x="5100325" y="2601350"/>
              <a:ext cx="313750" cy="206300"/>
            </a:xfrm>
            <a:custGeom>
              <a:rect b="b" l="l" r="r" t="t"/>
              <a:pathLst>
                <a:path extrusionOk="0" h="8252" w="1255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9" name="Google Shape;10079;p84"/>
            <p:cNvSpPr/>
            <p:nvPr/>
          </p:nvSpPr>
          <p:spPr>
            <a:xfrm>
              <a:off x="5428950" y="2814475"/>
              <a:ext cx="164325" cy="108950"/>
            </a:xfrm>
            <a:custGeom>
              <a:rect b="b" l="l" r="r" t="t"/>
              <a:pathLst>
                <a:path extrusionOk="0" h="4358" w="6573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0" name="Google Shape;10080;p84"/>
            <p:cNvSpPr/>
            <p:nvPr/>
          </p:nvSpPr>
          <p:spPr>
            <a:xfrm>
              <a:off x="5542350" y="2760000"/>
              <a:ext cx="82775" cy="84250"/>
            </a:xfrm>
            <a:custGeom>
              <a:rect b="b" l="l" r="r" t="t"/>
              <a:pathLst>
                <a:path extrusionOk="0" h="3370" w="3311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1" name="Google Shape;10081;p84"/>
            <p:cNvSpPr/>
            <p:nvPr/>
          </p:nvSpPr>
          <p:spPr>
            <a:xfrm>
              <a:off x="5525375" y="2931750"/>
              <a:ext cx="73550" cy="151525"/>
            </a:xfrm>
            <a:custGeom>
              <a:rect b="b" l="l" r="r" t="t"/>
              <a:pathLst>
                <a:path extrusionOk="0" h="6061" w="2942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2" name="Google Shape;10082;p84"/>
            <p:cNvSpPr/>
            <p:nvPr/>
          </p:nvSpPr>
          <p:spPr>
            <a:xfrm>
              <a:off x="5603675" y="2928475"/>
              <a:ext cx="78000" cy="52400"/>
            </a:xfrm>
            <a:custGeom>
              <a:rect b="b" l="l" r="r" t="t"/>
              <a:pathLst>
                <a:path extrusionOk="0" h="2096" w="312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3" name="Google Shape;10083;p84"/>
            <p:cNvSpPr/>
            <p:nvPr/>
          </p:nvSpPr>
          <p:spPr>
            <a:xfrm>
              <a:off x="5600700" y="2860600"/>
              <a:ext cx="29775" cy="58950"/>
            </a:xfrm>
            <a:custGeom>
              <a:rect b="b" l="l" r="r" t="t"/>
              <a:pathLst>
                <a:path extrusionOk="0" h="2358" w="1191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4" name="Google Shape;10084;p84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5" name="Google Shape;10085;p84"/>
            <p:cNvSpPr/>
            <p:nvPr/>
          </p:nvSpPr>
          <p:spPr>
            <a:xfrm>
              <a:off x="5634325" y="2690050"/>
              <a:ext cx="68475" cy="154200"/>
            </a:xfrm>
            <a:custGeom>
              <a:rect b="b" l="l" r="r" t="t"/>
              <a:pathLst>
                <a:path extrusionOk="0" h="6168" w="2739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6" name="Google Shape;10086;p84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7" name="Google Shape;10087;p84"/>
            <p:cNvSpPr/>
            <p:nvPr/>
          </p:nvSpPr>
          <p:spPr>
            <a:xfrm>
              <a:off x="5705475" y="2684400"/>
              <a:ext cx="0" cy="25"/>
            </a:xfrm>
            <a:custGeom>
              <a:rect b="b" l="l" r="r" t="t"/>
              <a:pathLst>
                <a:path extrusionOk="0" h="1" w="12000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8" name="Google Shape;10088;p84"/>
            <p:cNvSpPr/>
            <p:nvPr/>
          </p:nvSpPr>
          <p:spPr>
            <a:xfrm>
              <a:off x="5544725" y="2684975"/>
              <a:ext cx="159275" cy="67000"/>
            </a:xfrm>
            <a:custGeom>
              <a:rect b="b" l="l" r="r" t="t"/>
              <a:pathLst>
                <a:path extrusionOk="0" h="2680" w="6371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9" name="Google Shape;10089;p84"/>
            <p:cNvSpPr/>
            <p:nvPr/>
          </p:nvSpPr>
          <p:spPr>
            <a:xfrm>
              <a:off x="57057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0" name="Google Shape;10090;p84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1" name="Google Shape;10091;p84"/>
            <p:cNvSpPr/>
            <p:nvPr/>
          </p:nvSpPr>
          <p:spPr>
            <a:xfrm>
              <a:off x="5705475" y="2684400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2" name="Google Shape;10092;p84"/>
            <p:cNvSpPr/>
            <p:nvPr/>
          </p:nvSpPr>
          <p:spPr>
            <a:xfrm>
              <a:off x="5706350" y="2684400"/>
              <a:ext cx="181600" cy="98250"/>
            </a:xfrm>
            <a:custGeom>
              <a:rect b="b" l="l" r="r" t="t"/>
              <a:pathLst>
                <a:path extrusionOk="0" h="3930" w="7264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3" name="Google Shape;10093;p84"/>
            <p:cNvSpPr/>
            <p:nvPr/>
          </p:nvSpPr>
          <p:spPr>
            <a:xfrm>
              <a:off x="5703075" y="26855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4" name="Google Shape;10094;p84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5" name="Google Shape;10095;p84"/>
            <p:cNvSpPr/>
            <p:nvPr/>
          </p:nvSpPr>
          <p:spPr>
            <a:xfrm>
              <a:off x="5703375" y="26855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6" name="Google Shape;10096;p84"/>
            <p:cNvSpPr/>
            <p:nvPr/>
          </p:nvSpPr>
          <p:spPr>
            <a:xfrm>
              <a:off x="5806975" y="2990975"/>
              <a:ext cx="80975" cy="92300"/>
            </a:xfrm>
            <a:custGeom>
              <a:rect b="b" l="l" r="r" t="t"/>
              <a:pathLst>
                <a:path extrusionOk="0" h="3692" w="3239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7" name="Google Shape;10097;p84"/>
            <p:cNvSpPr/>
            <p:nvPr/>
          </p:nvSpPr>
          <p:spPr>
            <a:xfrm>
              <a:off x="5690575" y="3002575"/>
              <a:ext cx="6875" cy="80700"/>
            </a:xfrm>
            <a:custGeom>
              <a:rect b="b" l="l" r="r" t="t"/>
              <a:pathLst>
                <a:path extrusionOk="0" h="3228" w="275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8" name="Google Shape;10098;p84"/>
            <p:cNvSpPr/>
            <p:nvPr/>
          </p:nvSpPr>
          <p:spPr>
            <a:xfrm>
              <a:off x="5695050" y="2684400"/>
              <a:ext cx="12825" cy="278925"/>
            </a:xfrm>
            <a:custGeom>
              <a:rect b="b" l="l" r="r" t="t"/>
              <a:pathLst>
                <a:path extrusionOk="0" h="11157" w="513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9" name="Google Shape;10099;p84"/>
            <p:cNvSpPr/>
            <p:nvPr/>
          </p:nvSpPr>
          <p:spPr>
            <a:xfrm>
              <a:off x="5680150" y="2962925"/>
              <a:ext cx="44675" cy="40925"/>
            </a:xfrm>
            <a:custGeom>
              <a:rect b="b" l="l" r="r" t="t"/>
              <a:pathLst>
                <a:path extrusionOk="0" h="1637" w="1787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0" name="Google Shape;10100;p84"/>
            <p:cNvSpPr/>
            <p:nvPr/>
          </p:nvSpPr>
          <p:spPr>
            <a:xfrm>
              <a:off x="5242300" y="2786925"/>
              <a:ext cx="29500" cy="28675"/>
            </a:xfrm>
            <a:custGeom>
              <a:rect b="b" l="l" r="r" t="t"/>
              <a:pathLst>
                <a:path extrusionOk="0" h="1147" w="118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1" name="Google Shape;10101;p84"/>
            <p:cNvSpPr/>
            <p:nvPr/>
          </p:nvSpPr>
          <p:spPr>
            <a:xfrm>
              <a:off x="5124150" y="2783375"/>
              <a:ext cx="44375" cy="41000"/>
            </a:xfrm>
            <a:custGeom>
              <a:rect b="b" l="l" r="r" t="t"/>
              <a:pathLst>
                <a:path extrusionOk="0" h="1640" w="1775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2" name="Google Shape;10102;p84"/>
            <p:cNvSpPr/>
            <p:nvPr/>
          </p:nvSpPr>
          <p:spPr>
            <a:xfrm>
              <a:off x="5311075" y="3079075"/>
              <a:ext cx="15800" cy="3900"/>
            </a:xfrm>
            <a:custGeom>
              <a:rect b="b" l="l" r="r" t="t"/>
              <a:pathLst>
                <a:path extrusionOk="0" h="156" w="632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3" name="Google Shape;10103;p84"/>
            <p:cNvSpPr/>
            <p:nvPr/>
          </p:nvSpPr>
          <p:spPr>
            <a:xfrm>
              <a:off x="5102400" y="2980750"/>
              <a:ext cx="21475" cy="20375"/>
            </a:xfrm>
            <a:custGeom>
              <a:rect b="b" l="l" r="r" t="t"/>
              <a:pathLst>
                <a:path extrusionOk="0" h="815" w="859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4" name="Google Shape;10104;p84"/>
            <p:cNvSpPr/>
            <p:nvPr/>
          </p:nvSpPr>
          <p:spPr>
            <a:xfrm>
              <a:off x="5251825" y="2953700"/>
              <a:ext cx="16700" cy="14600"/>
            </a:xfrm>
            <a:custGeom>
              <a:rect b="b" l="l" r="r" t="t"/>
              <a:pathLst>
                <a:path extrusionOk="0" h="584" w="668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5" name="Google Shape;10105;p84"/>
            <p:cNvSpPr/>
            <p:nvPr/>
          </p:nvSpPr>
          <p:spPr>
            <a:xfrm>
              <a:off x="5411075" y="2800425"/>
              <a:ext cx="21175" cy="20450"/>
            </a:xfrm>
            <a:custGeom>
              <a:rect b="b" l="l" r="r" t="t"/>
              <a:pathLst>
                <a:path extrusionOk="0" h="818" w="847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6" name="Google Shape;10106;p84"/>
            <p:cNvSpPr/>
            <p:nvPr/>
          </p:nvSpPr>
          <p:spPr>
            <a:xfrm>
              <a:off x="5081275" y="2588800"/>
              <a:ext cx="22950" cy="20300"/>
            </a:xfrm>
            <a:custGeom>
              <a:rect b="b" l="l" r="r" t="t"/>
              <a:pathLst>
                <a:path extrusionOk="0" h="812" w="918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7" name="Google Shape;10107;p84"/>
            <p:cNvSpPr/>
            <p:nvPr/>
          </p:nvSpPr>
          <p:spPr>
            <a:xfrm>
              <a:off x="5522700" y="2742050"/>
              <a:ext cx="24425" cy="23250"/>
            </a:xfrm>
            <a:custGeom>
              <a:rect b="b" l="l" r="r" t="t"/>
              <a:pathLst>
                <a:path extrusionOk="0" h="930" w="977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8" name="Google Shape;10108;p84"/>
            <p:cNvSpPr/>
            <p:nvPr/>
          </p:nvSpPr>
          <p:spPr>
            <a:xfrm>
              <a:off x="5589975" y="2916675"/>
              <a:ext cx="17875" cy="16275"/>
            </a:xfrm>
            <a:custGeom>
              <a:rect b="b" l="l" r="r" t="t"/>
              <a:pathLst>
                <a:path extrusionOk="0" h="651" w="715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9" name="Google Shape;10109;p84"/>
            <p:cNvSpPr/>
            <p:nvPr/>
          </p:nvSpPr>
          <p:spPr>
            <a:xfrm>
              <a:off x="5193500" y="2984600"/>
              <a:ext cx="9250" cy="8725"/>
            </a:xfrm>
            <a:custGeom>
              <a:rect b="b" l="l" r="r" t="t"/>
              <a:pathLst>
                <a:path extrusionOk="0" h="349" w="37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0" name="Google Shape;10110;p84"/>
            <p:cNvSpPr/>
            <p:nvPr/>
          </p:nvSpPr>
          <p:spPr>
            <a:xfrm>
              <a:off x="5617950" y="2840125"/>
              <a:ext cx="23550" cy="21200"/>
            </a:xfrm>
            <a:custGeom>
              <a:rect b="b" l="l" r="r" t="t"/>
              <a:pathLst>
                <a:path extrusionOk="0" h="848" w="942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11" name="Google Shape;10111;p84"/>
          <p:cNvGrpSpPr/>
          <p:nvPr/>
        </p:nvGrpSpPr>
        <p:grpSpPr>
          <a:xfrm flipH="1" rot="10800000">
            <a:off x="18799618" y="283"/>
            <a:ext cx="5584597" cy="2809558"/>
            <a:chOff x="4905075" y="2588800"/>
            <a:chExt cx="982875" cy="494475"/>
          </a:xfrm>
        </p:grpSpPr>
        <p:sp>
          <p:nvSpPr>
            <p:cNvPr id="10112" name="Google Shape;10112;p84"/>
            <p:cNvSpPr/>
            <p:nvPr/>
          </p:nvSpPr>
          <p:spPr>
            <a:xfrm>
              <a:off x="5082475" y="3000200"/>
              <a:ext cx="30675" cy="83075"/>
            </a:xfrm>
            <a:custGeom>
              <a:rect b="b" l="l" r="r" t="t"/>
              <a:pathLst>
                <a:path extrusionOk="0" h="3323" w="1227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3" name="Google Shape;10113;p84"/>
            <p:cNvSpPr/>
            <p:nvPr/>
          </p:nvSpPr>
          <p:spPr>
            <a:xfrm>
              <a:off x="4905075" y="3083250"/>
              <a:ext cx="300" cy="25"/>
            </a:xfrm>
            <a:custGeom>
              <a:rect b="b" l="l" r="r" t="t"/>
              <a:pathLst>
                <a:path extrusionOk="0" fill="none" h="1" w="12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4" name="Google Shape;10114;p84"/>
            <p:cNvSpPr/>
            <p:nvPr/>
          </p:nvSpPr>
          <p:spPr>
            <a:xfrm>
              <a:off x="5122050" y="2993050"/>
              <a:ext cx="87550" cy="45875"/>
            </a:xfrm>
            <a:custGeom>
              <a:rect b="b" l="l" r="r" t="t"/>
              <a:pathLst>
                <a:path extrusionOk="0" h="1835" w="3502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5" name="Google Shape;10115;p84"/>
            <p:cNvSpPr/>
            <p:nvPr/>
          </p:nvSpPr>
          <p:spPr>
            <a:xfrm>
              <a:off x="5213425" y="3035925"/>
              <a:ext cx="97675" cy="47050"/>
            </a:xfrm>
            <a:custGeom>
              <a:rect b="b" l="l" r="r" t="t"/>
              <a:pathLst>
                <a:path extrusionOk="0" h="1882" w="3907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6" name="Google Shape;10116;p84"/>
            <p:cNvSpPr/>
            <p:nvPr/>
          </p:nvSpPr>
          <p:spPr>
            <a:xfrm>
              <a:off x="4919950" y="2993050"/>
              <a:ext cx="185175" cy="90225"/>
            </a:xfrm>
            <a:custGeom>
              <a:rect b="b" l="l" r="r" t="t"/>
              <a:pathLst>
                <a:path extrusionOk="0" h="3609" w="7407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7" name="Google Shape;10117;p84"/>
            <p:cNvSpPr/>
            <p:nvPr/>
          </p:nvSpPr>
          <p:spPr>
            <a:xfrm>
              <a:off x="4909525" y="2607000"/>
              <a:ext cx="182500" cy="476275"/>
            </a:xfrm>
            <a:custGeom>
              <a:rect b="b" l="l" r="r" t="t"/>
              <a:pathLst>
                <a:path extrusionOk="0" h="19051" w="730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8" name="Google Shape;10118;p84"/>
            <p:cNvSpPr/>
            <p:nvPr/>
          </p:nvSpPr>
          <p:spPr>
            <a:xfrm>
              <a:off x="5113425" y="2823400"/>
              <a:ext cx="33075" cy="158075"/>
            </a:xfrm>
            <a:custGeom>
              <a:rect b="b" l="l" r="r" t="t"/>
              <a:pathLst>
                <a:path extrusionOk="0" h="6323" w="1323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9" name="Google Shape;10119;p84"/>
            <p:cNvSpPr/>
            <p:nvPr/>
          </p:nvSpPr>
          <p:spPr>
            <a:xfrm>
              <a:off x="5201525" y="2989775"/>
              <a:ext cx="925" cy="1225"/>
            </a:xfrm>
            <a:custGeom>
              <a:rect b="b" l="l" r="r" t="t"/>
              <a:pathLst>
                <a:path extrusionOk="0" h="49" w="37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0" name="Google Shape;10120;p84"/>
            <p:cNvSpPr/>
            <p:nvPr/>
          </p:nvSpPr>
          <p:spPr>
            <a:xfrm>
              <a:off x="5156275" y="2820425"/>
              <a:ext cx="44975" cy="165800"/>
            </a:xfrm>
            <a:custGeom>
              <a:rect b="b" l="l" r="r" t="t"/>
              <a:pathLst>
                <a:path extrusionOk="0" h="6632" w="1799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1" name="Google Shape;10121;p84"/>
            <p:cNvSpPr/>
            <p:nvPr/>
          </p:nvSpPr>
          <p:spPr>
            <a:xfrm>
              <a:off x="5198850" y="2995450"/>
              <a:ext cx="26525" cy="87825"/>
            </a:xfrm>
            <a:custGeom>
              <a:rect b="b" l="l" r="r" t="t"/>
              <a:pathLst>
                <a:path extrusionOk="0" h="3513" w="1061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2" name="Google Shape;10122;p84"/>
            <p:cNvSpPr/>
            <p:nvPr/>
          </p:nvSpPr>
          <p:spPr>
            <a:xfrm>
              <a:off x="5123550" y="2988600"/>
              <a:ext cx="175625" cy="8950"/>
            </a:xfrm>
            <a:custGeom>
              <a:rect b="b" l="l" r="r" t="t"/>
              <a:pathLst>
                <a:path extrusionOk="0" h="358" w="7025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3" name="Google Shape;10123;p84"/>
            <p:cNvSpPr/>
            <p:nvPr/>
          </p:nvSpPr>
          <p:spPr>
            <a:xfrm>
              <a:off x="5302725" y="2995150"/>
              <a:ext cx="138750" cy="88125"/>
            </a:xfrm>
            <a:custGeom>
              <a:rect b="b" l="l" r="r" t="t"/>
              <a:pathLst>
                <a:path extrusionOk="0" h="3525" w="555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4" name="Google Shape;10124;p84"/>
            <p:cNvSpPr/>
            <p:nvPr/>
          </p:nvSpPr>
          <p:spPr>
            <a:xfrm>
              <a:off x="5297675" y="2995725"/>
              <a:ext cx="21750" cy="84275"/>
            </a:xfrm>
            <a:custGeom>
              <a:rect b="b" l="l" r="r" t="t"/>
              <a:pathLst>
                <a:path extrusionOk="0" h="3371" w="87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5" name="Google Shape;10125;p84"/>
            <p:cNvSpPr/>
            <p:nvPr/>
          </p:nvSpPr>
          <p:spPr>
            <a:xfrm>
              <a:off x="5349175" y="2817450"/>
              <a:ext cx="69375" cy="103300"/>
            </a:xfrm>
            <a:custGeom>
              <a:rect b="b" l="l" r="r" t="t"/>
              <a:pathLst>
                <a:path extrusionOk="0" h="4132" w="2775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6" name="Google Shape;10126;p84"/>
            <p:cNvSpPr/>
            <p:nvPr/>
          </p:nvSpPr>
          <p:spPr>
            <a:xfrm>
              <a:off x="5297975" y="2921625"/>
              <a:ext cx="51825" cy="76825"/>
            </a:xfrm>
            <a:custGeom>
              <a:rect b="b" l="l" r="r" t="t"/>
              <a:pathLst>
                <a:path extrusionOk="0" h="3073" w="2073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7" name="Google Shape;10127;p84"/>
            <p:cNvSpPr/>
            <p:nvPr/>
          </p:nvSpPr>
          <p:spPr>
            <a:xfrm>
              <a:off x="5247975" y="2787475"/>
              <a:ext cx="2700" cy="1425"/>
            </a:xfrm>
            <a:custGeom>
              <a:rect b="b" l="l" r="r" t="t"/>
              <a:pathLst>
                <a:path extrusionOk="0" h="57" w="108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8" name="Google Shape;10128;p84"/>
            <p:cNvSpPr/>
            <p:nvPr/>
          </p:nvSpPr>
          <p:spPr>
            <a:xfrm>
              <a:off x="5264925" y="2810300"/>
              <a:ext cx="211375" cy="272375"/>
            </a:xfrm>
            <a:custGeom>
              <a:rect b="b" l="l" r="r" t="t"/>
              <a:pathLst>
                <a:path extrusionOk="0" h="10895" w="8455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9" name="Google Shape;10129;p84"/>
            <p:cNvSpPr/>
            <p:nvPr/>
          </p:nvSpPr>
          <p:spPr>
            <a:xfrm>
              <a:off x="5094375" y="2607000"/>
              <a:ext cx="50025" cy="177725"/>
            </a:xfrm>
            <a:custGeom>
              <a:rect b="b" l="l" r="r" t="t"/>
              <a:pathLst>
                <a:path extrusionOk="0" h="7109" w="2001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0" name="Google Shape;10130;p84"/>
            <p:cNvSpPr/>
            <p:nvPr/>
          </p:nvSpPr>
          <p:spPr>
            <a:xfrm>
              <a:off x="5098850" y="2605500"/>
              <a:ext cx="150325" cy="186375"/>
            </a:xfrm>
            <a:custGeom>
              <a:rect b="b" l="l" r="r" t="t"/>
              <a:pathLst>
                <a:path extrusionOk="0" h="7455" w="6013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1" name="Google Shape;10131;p84"/>
            <p:cNvSpPr/>
            <p:nvPr/>
          </p:nvSpPr>
          <p:spPr>
            <a:xfrm>
              <a:off x="5270300" y="2802250"/>
              <a:ext cx="141400" cy="10750"/>
            </a:xfrm>
            <a:custGeom>
              <a:rect b="b" l="l" r="r" t="t"/>
              <a:pathLst>
                <a:path extrusionOk="0" h="430" w="5656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2" name="Google Shape;10132;p84"/>
            <p:cNvSpPr/>
            <p:nvPr/>
          </p:nvSpPr>
          <p:spPr>
            <a:xfrm>
              <a:off x="5167300" y="2797500"/>
              <a:ext cx="75625" cy="7750"/>
            </a:xfrm>
            <a:custGeom>
              <a:rect b="b" l="l" r="r" t="t"/>
              <a:pathLst>
                <a:path extrusionOk="0" h="310" w="3025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3" name="Google Shape;10133;p84"/>
            <p:cNvSpPr/>
            <p:nvPr/>
          </p:nvSpPr>
          <p:spPr>
            <a:xfrm>
              <a:off x="5100325" y="2601350"/>
              <a:ext cx="313750" cy="206300"/>
            </a:xfrm>
            <a:custGeom>
              <a:rect b="b" l="l" r="r" t="t"/>
              <a:pathLst>
                <a:path extrusionOk="0" h="8252" w="1255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4" name="Google Shape;10134;p84"/>
            <p:cNvSpPr/>
            <p:nvPr/>
          </p:nvSpPr>
          <p:spPr>
            <a:xfrm>
              <a:off x="5428950" y="2814475"/>
              <a:ext cx="164325" cy="108950"/>
            </a:xfrm>
            <a:custGeom>
              <a:rect b="b" l="l" r="r" t="t"/>
              <a:pathLst>
                <a:path extrusionOk="0" h="4358" w="6573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5" name="Google Shape;10135;p84"/>
            <p:cNvSpPr/>
            <p:nvPr/>
          </p:nvSpPr>
          <p:spPr>
            <a:xfrm>
              <a:off x="5542350" y="2760000"/>
              <a:ext cx="82775" cy="84250"/>
            </a:xfrm>
            <a:custGeom>
              <a:rect b="b" l="l" r="r" t="t"/>
              <a:pathLst>
                <a:path extrusionOk="0" h="3370" w="3311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6" name="Google Shape;10136;p84"/>
            <p:cNvSpPr/>
            <p:nvPr/>
          </p:nvSpPr>
          <p:spPr>
            <a:xfrm>
              <a:off x="5525375" y="2931750"/>
              <a:ext cx="73550" cy="151525"/>
            </a:xfrm>
            <a:custGeom>
              <a:rect b="b" l="l" r="r" t="t"/>
              <a:pathLst>
                <a:path extrusionOk="0" h="6061" w="2942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7" name="Google Shape;10137;p84"/>
            <p:cNvSpPr/>
            <p:nvPr/>
          </p:nvSpPr>
          <p:spPr>
            <a:xfrm>
              <a:off x="5603675" y="2928475"/>
              <a:ext cx="78000" cy="52400"/>
            </a:xfrm>
            <a:custGeom>
              <a:rect b="b" l="l" r="r" t="t"/>
              <a:pathLst>
                <a:path extrusionOk="0" h="2096" w="312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8" name="Google Shape;10138;p84"/>
            <p:cNvSpPr/>
            <p:nvPr/>
          </p:nvSpPr>
          <p:spPr>
            <a:xfrm>
              <a:off x="5600700" y="2860600"/>
              <a:ext cx="29775" cy="58950"/>
            </a:xfrm>
            <a:custGeom>
              <a:rect b="b" l="l" r="r" t="t"/>
              <a:pathLst>
                <a:path extrusionOk="0" h="2358" w="1191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9" name="Google Shape;10139;p84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0" name="Google Shape;10140;p84"/>
            <p:cNvSpPr/>
            <p:nvPr/>
          </p:nvSpPr>
          <p:spPr>
            <a:xfrm>
              <a:off x="5634325" y="2690050"/>
              <a:ext cx="68475" cy="154200"/>
            </a:xfrm>
            <a:custGeom>
              <a:rect b="b" l="l" r="r" t="t"/>
              <a:pathLst>
                <a:path extrusionOk="0" h="6168" w="2739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1" name="Google Shape;10141;p84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2" name="Google Shape;10142;p84"/>
            <p:cNvSpPr/>
            <p:nvPr/>
          </p:nvSpPr>
          <p:spPr>
            <a:xfrm>
              <a:off x="5705475" y="2684400"/>
              <a:ext cx="0" cy="25"/>
            </a:xfrm>
            <a:custGeom>
              <a:rect b="b" l="l" r="r" t="t"/>
              <a:pathLst>
                <a:path extrusionOk="0" h="1" w="12000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3" name="Google Shape;10143;p84"/>
            <p:cNvSpPr/>
            <p:nvPr/>
          </p:nvSpPr>
          <p:spPr>
            <a:xfrm>
              <a:off x="5544725" y="2684975"/>
              <a:ext cx="159275" cy="67000"/>
            </a:xfrm>
            <a:custGeom>
              <a:rect b="b" l="l" r="r" t="t"/>
              <a:pathLst>
                <a:path extrusionOk="0" h="2680" w="6371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4" name="Google Shape;10144;p84"/>
            <p:cNvSpPr/>
            <p:nvPr/>
          </p:nvSpPr>
          <p:spPr>
            <a:xfrm>
              <a:off x="57057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5" name="Google Shape;10145;p84"/>
            <p:cNvSpPr/>
            <p:nvPr/>
          </p:nvSpPr>
          <p:spPr>
            <a:xfrm>
              <a:off x="5706050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6" name="Google Shape;10146;p84"/>
            <p:cNvSpPr/>
            <p:nvPr/>
          </p:nvSpPr>
          <p:spPr>
            <a:xfrm>
              <a:off x="5705475" y="2684400"/>
              <a:ext cx="300" cy="25"/>
            </a:xfrm>
            <a:custGeom>
              <a:rect b="b" l="l" r="r" t="t"/>
              <a:pathLst>
                <a:path extrusionOk="0" h="1" w="12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7" name="Google Shape;10147;p84"/>
            <p:cNvSpPr/>
            <p:nvPr/>
          </p:nvSpPr>
          <p:spPr>
            <a:xfrm>
              <a:off x="5706350" y="2684400"/>
              <a:ext cx="181600" cy="98250"/>
            </a:xfrm>
            <a:custGeom>
              <a:rect b="b" l="l" r="r" t="t"/>
              <a:pathLst>
                <a:path extrusionOk="0" h="3930" w="7264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8" name="Google Shape;10148;p84"/>
            <p:cNvSpPr/>
            <p:nvPr/>
          </p:nvSpPr>
          <p:spPr>
            <a:xfrm>
              <a:off x="5703075" y="2685575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9" name="Google Shape;10149;p84"/>
            <p:cNvSpPr/>
            <p:nvPr/>
          </p:nvSpPr>
          <p:spPr>
            <a:xfrm>
              <a:off x="5704575" y="2684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0" name="Google Shape;10150;p84"/>
            <p:cNvSpPr/>
            <p:nvPr/>
          </p:nvSpPr>
          <p:spPr>
            <a:xfrm>
              <a:off x="5703375" y="26855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1" name="Google Shape;10151;p84"/>
            <p:cNvSpPr/>
            <p:nvPr/>
          </p:nvSpPr>
          <p:spPr>
            <a:xfrm>
              <a:off x="5806975" y="2990975"/>
              <a:ext cx="80975" cy="92300"/>
            </a:xfrm>
            <a:custGeom>
              <a:rect b="b" l="l" r="r" t="t"/>
              <a:pathLst>
                <a:path extrusionOk="0" h="3692" w="3239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2" name="Google Shape;10152;p84"/>
            <p:cNvSpPr/>
            <p:nvPr/>
          </p:nvSpPr>
          <p:spPr>
            <a:xfrm>
              <a:off x="5690575" y="3002575"/>
              <a:ext cx="6875" cy="80700"/>
            </a:xfrm>
            <a:custGeom>
              <a:rect b="b" l="l" r="r" t="t"/>
              <a:pathLst>
                <a:path extrusionOk="0" h="3228" w="275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3" name="Google Shape;10153;p84"/>
            <p:cNvSpPr/>
            <p:nvPr/>
          </p:nvSpPr>
          <p:spPr>
            <a:xfrm>
              <a:off x="5695050" y="2684400"/>
              <a:ext cx="12825" cy="278925"/>
            </a:xfrm>
            <a:custGeom>
              <a:rect b="b" l="l" r="r" t="t"/>
              <a:pathLst>
                <a:path extrusionOk="0" h="11157" w="513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4" name="Google Shape;10154;p84"/>
            <p:cNvSpPr/>
            <p:nvPr/>
          </p:nvSpPr>
          <p:spPr>
            <a:xfrm>
              <a:off x="5680150" y="2962925"/>
              <a:ext cx="44675" cy="40925"/>
            </a:xfrm>
            <a:custGeom>
              <a:rect b="b" l="l" r="r" t="t"/>
              <a:pathLst>
                <a:path extrusionOk="0" h="1637" w="1787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5" name="Google Shape;10155;p84"/>
            <p:cNvSpPr/>
            <p:nvPr/>
          </p:nvSpPr>
          <p:spPr>
            <a:xfrm>
              <a:off x="5242300" y="2786925"/>
              <a:ext cx="29500" cy="28675"/>
            </a:xfrm>
            <a:custGeom>
              <a:rect b="b" l="l" r="r" t="t"/>
              <a:pathLst>
                <a:path extrusionOk="0" h="1147" w="118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6" name="Google Shape;10156;p84"/>
            <p:cNvSpPr/>
            <p:nvPr/>
          </p:nvSpPr>
          <p:spPr>
            <a:xfrm>
              <a:off x="5124150" y="2783375"/>
              <a:ext cx="44375" cy="41000"/>
            </a:xfrm>
            <a:custGeom>
              <a:rect b="b" l="l" r="r" t="t"/>
              <a:pathLst>
                <a:path extrusionOk="0" h="1640" w="1775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7" name="Google Shape;10157;p84"/>
            <p:cNvSpPr/>
            <p:nvPr/>
          </p:nvSpPr>
          <p:spPr>
            <a:xfrm>
              <a:off x="5311075" y="3079075"/>
              <a:ext cx="15800" cy="3900"/>
            </a:xfrm>
            <a:custGeom>
              <a:rect b="b" l="l" r="r" t="t"/>
              <a:pathLst>
                <a:path extrusionOk="0" h="156" w="632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8" name="Google Shape;10158;p84"/>
            <p:cNvSpPr/>
            <p:nvPr/>
          </p:nvSpPr>
          <p:spPr>
            <a:xfrm>
              <a:off x="5102400" y="2980750"/>
              <a:ext cx="21475" cy="20375"/>
            </a:xfrm>
            <a:custGeom>
              <a:rect b="b" l="l" r="r" t="t"/>
              <a:pathLst>
                <a:path extrusionOk="0" h="815" w="859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9" name="Google Shape;10159;p84"/>
            <p:cNvSpPr/>
            <p:nvPr/>
          </p:nvSpPr>
          <p:spPr>
            <a:xfrm>
              <a:off x="5251825" y="2953700"/>
              <a:ext cx="16700" cy="14600"/>
            </a:xfrm>
            <a:custGeom>
              <a:rect b="b" l="l" r="r" t="t"/>
              <a:pathLst>
                <a:path extrusionOk="0" h="584" w="668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0" name="Google Shape;10160;p84"/>
            <p:cNvSpPr/>
            <p:nvPr/>
          </p:nvSpPr>
          <p:spPr>
            <a:xfrm>
              <a:off x="5411075" y="2800425"/>
              <a:ext cx="21175" cy="20450"/>
            </a:xfrm>
            <a:custGeom>
              <a:rect b="b" l="l" r="r" t="t"/>
              <a:pathLst>
                <a:path extrusionOk="0" h="818" w="847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1" name="Google Shape;10161;p84"/>
            <p:cNvSpPr/>
            <p:nvPr/>
          </p:nvSpPr>
          <p:spPr>
            <a:xfrm>
              <a:off x="5081275" y="2588800"/>
              <a:ext cx="22950" cy="20300"/>
            </a:xfrm>
            <a:custGeom>
              <a:rect b="b" l="l" r="r" t="t"/>
              <a:pathLst>
                <a:path extrusionOk="0" h="812" w="918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2" name="Google Shape;10162;p84"/>
            <p:cNvSpPr/>
            <p:nvPr/>
          </p:nvSpPr>
          <p:spPr>
            <a:xfrm>
              <a:off x="5522700" y="2742050"/>
              <a:ext cx="24425" cy="23250"/>
            </a:xfrm>
            <a:custGeom>
              <a:rect b="b" l="l" r="r" t="t"/>
              <a:pathLst>
                <a:path extrusionOk="0" h="930" w="977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3" name="Google Shape;10163;p84"/>
            <p:cNvSpPr/>
            <p:nvPr/>
          </p:nvSpPr>
          <p:spPr>
            <a:xfrm>
              <a:off x="5589975" y="2916675"/>
              <a:ext cx="17875" cy="16275"/>
            </a:xfrm>
            <a:custGeom>
              <a:rect b="b" l="l" r="r" t="t"/>
              <a:pathLst>
                <a:path extrusionOk="0" h="651" w="715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4" name="Google Shape;10164;p84"/>
            <p:cNvSpPr/>
            <p:nvPr/>
          </p:nvSpPr>
          <p:spPr>
            <a:xfrm>
              <a:off x="5193500" y="2984600"/>
              <a:ext cx="9250" cy="8725"/>
            </a:xfrm>
            <a:custGeom>
              <a:rect b="b" l="l" r="r" t="t"/>
              <a:pathLst>
                <a:path extrusionOk="0" h="349" w="37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5" name="Google Shape;10165;p84"/>
            <p:cNvSpPr/>
            <p:nvPr/>
          </p:nvSpPr>
          <p:spPr>
            <a:xfrm>
              <a:off x="5617950" y="2840125"/>
              <a:ext cx="23550" cy="21200"/>
            </a:xfrm>
            <a:custGeom>
              <a:rect b="b" l="l" r="r" t="t"/>
              <a:pathLst>
                <a:path extrusionOk="0" h="848" w="942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66" name="Google Shape;10166;p84"/>
          <p:cNvGrpSpPr/>
          <p:nvPr/>
        </p:nvGrpSpPr>
        <p:grpSpPr>
          <a:xfrm rot="-5400000">
            <a:off x="981689" y="9933316"/>
            <a:ext cx="2809551" cy="4891212"/>
            <a:chOff x="1083450" y="1318750"/>
            <a:chExt cx="624525" cy="1087250"/>
          </a:xfrm>
        </p:grpSpPr>
        <p:sp>
          <p:nvSpPr>
            <p:cNvPr id="10167" name="Google Shape;10167;p84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8" name="Google Shape;10168;p84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9" name="Google Shape;10169;p84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0" name="Google Shape;10170;p84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1" name="Google Shape;10171;p84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2" name="Google Shape;10172;p84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3" name="Google Shape;10173;p84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4" name="Google Shape;10174;p84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5" name="Google Shape;10175;p84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6" name="Google Shape;10176;p84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7" name="Google Shape;10177;p84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8" name="Google Shape;10178;p84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9" name="Google Shape;10179;p84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0" name="Google Shape;10180;p84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1" name="Google Shape;10181;p84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2" name="Google Shape;10182;p84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3" name="Google Shape;10183;p84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4" name="Google Shape;10184;p84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5" name="Google Shape;10185;p84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6" name="Google Shape;10186;p84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7" name="Google Shape;10187;p84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8" name="Google Shape;10188;p84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9" name="Google Shape;10189;p84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0" name="Google Shape;10190;p84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1" name="Google Shape;10191;p84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2" name="Google Shape;10192;p84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3" name="Google Shape;10193;p84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4" name="Google Shape;10194;p84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5" name="Google Shape;10195;p84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6" name="Google Shape;10196;p84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7" name="Google Shape;10197;p84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8" name="Google Shape;10198;p84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9" name="Google Shape;10199;p84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0" name="Google Shape;10200;p84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1" name="Google Shape;10201;p84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2" name="Google Shape;10202;p84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3" name="Google Shape;10203;p84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04" name="Google Shape;10204;p84"/>
          <p:cNvGrpSpPr/>
          <p:nvPr/>
        </p:nvGrpSpPr>
        <p:grpSpPr>
          <a:xfrm flipH="1" rot="5400000">
            <a:off x="20533565" y="9933316"/>
            <a:ext cx="2809551" cy="4891212"/>
            <a:chOff x="1083450" y="1318750"/>
            <a:chExt cx="624525" cy="1087250"/>
          </a:xfrm>
        </p:grpSpPr>
        <p:sp>
          <p:nvSpPr>
            <p:cNvPr id="10205" name="Google Shape;10205;p84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6" name="Google Shape;10206;p84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7" name="Google Shape;10207;p84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8" name="Google Shape;10208;p84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9" name="Google Shape;10209;p84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0" name="Google Shape;10210;p84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1" name="Google Shape;10211;p84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2" name="Google Shape;10212;p84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3" name="Google Shape;10213;p84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4" name="Google Shape;10214;p84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5" name="Google Shape;10215;p84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6" name="Google Shape;10216;p84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7" name="Google Shape;10217;p84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8" name="Google Shape;10218;p84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9" name="Google Shape;10219;p84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0" name="Google Shape;10220;p84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1" name="Google Shape;10221;p84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2" name="Google Shape;10222;p84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3" name="Google Shape;10223;p84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4" name="Google Shape;10224;p84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5" name="Google Shape;10225;p84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6" name="Google Shape;10226;p84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7" name="Google Shape;10227;p84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8" name="Google Shape;10228;p84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9" name="Google Shape;10229;p84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0" name="Google Shape;10230;p84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1" name="Google Shape;10231;p84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2" name="Google Shape;10232;p84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3" name="Google Shape;10233;p84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4" name="Google Shape;10234;p84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5" name="Google Shape;10235;p84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6" name="Google Shape;10236;p84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7" name="Google Shape;10237;p84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8" name="Google Shape;10238;p84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9" name="Google Shape;10239;p84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0" name="Google Shape;10240;p84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1" name="Google Shape;10241;p84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42" name="Google Shape;10242;p84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0243" name="Google Shape;10243;p84"/>
          <p:cNvSpPr txBox="1"/>
          <p:nvPr>
            <p:ph idx="2" type="title"/>
          </p:nvPr>
        </p:nvSpPr>
        <p:spPr>
          <a:xfrm>
            <a:off x="4270424" y="3515267"/>
            <a:ext cx="7921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0244" name="Google Shape;10244;p84"/>
          <p:cNvSpPr txBox="1"/>
          <p:nvPr>
            <p:ph idx="1" type="subTitle"/>
          </p:nvPr>
        </p:nvSpPr>
        <p:spPr>
          <a:xfrm>
            <a:off x="4270433" y="4351667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0245" name="Google Shape;10245;p84"/>
          <p:cNvSpPr txBox="1"/>
          <p:nvPr>
            <p:ph idx="3" type="title"/>
          </p:nvPr>
        </p:nvSpPr>
        <p:spPr>
          <a:xfrm>
            <a:off x="4270000" y="9476933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0246" name="Google Shape;10246;p84"/>
          <p:cNvSpPr txBox="1"/>
          <p:nvPr>
            <p:ph idx="4" type="subTitle"/>
          </p:nvPr>
        </p:nvSpPr>
        <p:spPr>
          <a:xfrm>
            <a:off x="4270033" y="10313333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0247" name="Google Shape;10247;p84"/>
          <p:cNvSpPr txBox="1"/>
          <p:nvPr>
            <p:ph idx="5" type="title"/>
          </p:nvPr>
        </p:nvSpPr>
        <p:spPr>
          <a:xfrm>
            <a:off x="4270518" y="6496067"/>
            <a:ext cx="9157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0248" name="Google Shape;10248;p84"/>
          <p:cNvSpPr txBox="1"/>
          <p:nvPr>
            <p:ph idx="6" type="subTitle"/>
          </p:nvPr>
        </p:nvSpPr>
        <p:spPr>
          <a:xfrm>
            <a:off x="4270433" y="7332467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0249" name="Google Shape;10249;p84"/>
          <p:cNvSpPr txBox="1"/>
          <p:nvPr>
            <p:ph idx="7" type="title"/>
          </p:nvPr>
        </p:nvSpPr>
        <p:spPr>
          <a:xfrm>
            <a:off x="15333595" y="3565400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0250" name="Google Shape;10250;p84"/>
          <p:cNvSpPr txBox="1"/>
          <p:nvPr>
            <p:ph idx="8" type="subTitle"/>
          </p:nvPr>
        </p:nvSpPr>
        <p:spPr>
          <a:xfrm>
            <a:off x="15333601" y="4414880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0251" name="Google Shape;10251;p84"/>
          <p:cNvSpPr txBox="1"/>
          <p:nvPr>
            <p:ph idx="9" type="title"/>
          </p:nvPr>
        </p:nvSpPr>
        <p:spPr>
          <a:xfrm>
            <a:off x="2046000" y="39500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0252" name="Google Shape;10252;p84"/>
          <p:cNvSpPr txBox="1"/>
          <p:nvPr>
            <p:ph idx="13" type="title"/>
          </p:nvPr>
        </p:nvSpPr>
        <p:spPr>
          <a:xfrm>
            <a:off x="2046000" y="9911733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0253" name="Google Shape;10253;p84"/>
          <p:cNvSpPr txBox="1"/>
          <p:nvPr>
            <p:ph idx="14" type="title"/>
          </p:nvPr>
        </p:nvSpPr>
        <p:spPr>
          <a:xfrm>
            <a:off x="2046000" y="69308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0254" name="Google Shape;10254;p84"/>
          <p:cNvSpPr txBox="1"/>
          <p:nvPr>
            <p:ph idx="15" type="title"/>
          </p:nvPr>
        </p:nvSpPr>
        <p:spPr>
          <a:xfrm>
            <a:off x="13109567" y="40001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0255" name="Google Shape;10255;p84"/>
          <p:cNvSpPr txBox="1"/>
          <p:nvPr>
            <p:ph idx="16" type="title"/>
          </p:nvPr>
        </p:nvSpPr>
        <p:spPr>
          <a:xfrm>
            <a:off x="15333595" y="9476935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0256" name="Google Shape;10256;p84"/>
          <p:cNvSpPr txBox="1"/>
          <p:nvPr>
            <p:ph idx="17" type="subTitle"/>
          </p:nvPr>
        </p:nvSpPr>
        <p:spPr>
          <a:xfrm>
            <a:off x="15333600" y="10313333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0257" name="Google Shape;10257;p84"/>
          <p:cNvSpPr txBox="1"/>
          <p:nvPr>
            <p:ph idx="18" type="title"/>
          </p:nvPr>
        </p:nvSpPr>
        <p:spPr>
          <a:xfrm>
            <a:off x="15333966" y="6496084"/>
            <a:ext cx="700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0258" name="Google Shape;10258;p84"/>
          <p:cNvSpPr txBox="1"/>
          <p:nvPr>
            <p:ph idx="19" type="subTitle"/>
          </p:nvPr>
        </p:nvSpPr>
        <p:spPr>
          <a:xfrm>
            <a:off x="15334000" y="7332467"/>
            <a:ext cx="7004100" cy="16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0259" name="Google Shape;10259;p84"/>
          <p:cNvSpPr txBox="1"/>
          <p:nvPr>
            <p:ph idx="20" type="title"/>
          </p:nvPr>
        </p:nvSpPr>
        <p:spPr>
          <a:xfrm>
            <a:off x="13109567" y="9911733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0260" name="Google Shape;10260;p84"/>
          <p:cNvSpPr txBox="1"/>
          <p:nvPr>
            <p:ph idx="21" type="title"/>
          </p:nvPr>
        </p:nvSpPr>
        <p:spPr>
          <a:xfrm>
            <a:off x="13109567" y="6930867"/>
            <a:ext cx="2223900" cy="16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1">
    <p:spTree>
      <p:nvGrpSpPr>
        <p:cNvPr id="10261" name="Shape 10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2" name="Google Shape;10262;p85"/>
          <p:cNvGrpSpPr/>
          <p:nvPr/>
        </p:nvGrpSpPr>
        <p:grpSpPr>
          <a:xfrm rot="5400000">
            <a:off x="1743750" y="4589712"/>
            <a:ext cx="7382564" cy="10870595"/>
            <a:chOff x="2525900" y="1699450"/>
            <a:chExt cx="1076050" cy="1584450"/>
          </a:xfrm>
        </p:grpSpPr>
        <p:sp>
          <p:nvSpPr>
            <p:cNvPr id="10263" name="Google Shape;10263;p85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4" name="Google Shape;10264;p85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5" name="Google Shape;10265;p85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6" name="Google Shape;10266;p85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7" name="Google Shape;10267;p85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8" name="Google Shape;10268;p85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9" name="Google Shape;10269;p85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0" name="Google Shape;10270;p85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1" name="Google Shape;10271;p85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2" name="Google Shape;10272;p85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3" name="Google Shape;10273;p85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4" name="Google Shape;10274;p85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5" name="Google Shape;10275;p85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6" name="Google Shape;10276;p85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7" name="Google Shape;10277;p85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8" name="Google Shape;10278;p85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9" name="Google Shape;10279;p85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0" name="Google Shape;10280;p85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1" name="Google Shape;10281;p85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2" name="Google Shape;10282;p85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3" name="Google Shape;10283;p85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4" name="Google Shape;10284;p85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5" name="Google Shape;10285;p85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6" name="Google Shape;10286;p85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7" name="Google Shape;10287;p85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8" name="Google Shape;10288;p85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9" name="Google Shape;10289;p85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0" name="Google Shape;10290;p85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1" name="Google Shape;10291;p85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2" name="Google Shape;10292;p85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3" name="Google Shape;10293;p85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4" name="Google Shape;10294;p85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5" name="Google Shape;10295;p85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6" name="Google Shape;10296;p85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7" name="Google Shape;10297;p85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8" name="Google Shape;10298;p85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9" name="Google Shape;10299;p85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0" name="Google Shape;10300;p85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1" name="Google Shape;10301;p85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2" name="Google Shape;10302;p85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3" name="Google Shape;10303;p85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4" name="Google Shape;10304;p85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5" name="Google Shape;10305;p85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6" name="Google Shape;10306;p85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7" name="Google Shape;10307;p85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8" name="Google Shape;10308;p85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9" name="Google Shape;10309;p85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0" name="Google Shape;10310;p85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1" name="Google Shape;10311;p85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2" name="Google Shape;10312;p85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3" name="Google Shape;10313;p85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4" name="Google Shape;10314;p85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5" name="Google Shape;10315;p85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6" name="Google Shape;10316;p85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7" name="Google Shape;10317;p85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8" name="Google Shape;10318;p85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9" name="Google Shape;10319;p85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0" name="Google Shape;10320;p85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1" name="Google Shape;10321;p85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2" name="Google Shape;10322;p85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3" name="Google Shape;10323;p85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4" name="Google Shape;10324;p85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5" name="Google Shape;10325;p85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6" name="Google Shape;10326;p85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7" name="Google Shape;10327;p85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8" name="Google Shape;10328;p85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9" name="Google Shape;10329;p85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0" name="Google Shape;10330;p85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31" name="Google Shape;10331;p85"/>
          <p:cNvGrpSpPr/>
          <p:nvPr/>
        </p:nvGrpSpPr>
        <p:grpSpPr>
          <a:xfrm>
            <a:off x="8368932" y="141"/>
            <a:ext cx="16015949" cy="3895226"/>
            <a:chOff x="3877250" y="939525"/>
            <a:chExt cx="2541125" cy="618025"/>
          </a:xfrm>
        </p:grpSpPr>
        <p:sp>
          <p:nvSpPr>
            <p:cNvPr id="10332" name="Google Shape;10332;p85"/>
            <p:cNvSpPr/>
            <p:nvPr/>
          </p:nvSpPr>
          <p:spPr>
            <a:xfrm>
              <a:off x="4697300" y="939825"/>
              <a:ext cx="57475" cy="13725"/>
            </a:xfrm>
            <a:custGeom>
              <a:rect b="b" l="l" r="r" t="t"/>
              <a:pathLst>
                <a:path extrusionOk="0" h="549" w="2299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3" name="Google Shape;10333;p85"/>
            <p:cNvSpPr/>
            <p:nvPr/>
          </p:nvSpPr>
          <p:spPr>
            <a:xfrm>
              <a:off x="4760400" y="947875"/>
              <a:ext cx="126525" cy="36025"/>
            </a:xfrm>
            <a:custGeom>
              <a:rect b="b" l="l" r="r" t="t"/>
              <a:pathLst>
                <a:path extrusionOk="0" h="1441" w="5061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4" name="Google Shape;10334;p85"/>
            <p:cNvSpPr/>
            <p:nvPr/>
          </p:nvSpPr>
          <p:spPr>
            <a:xfrm>
              <a:off x="3888875" y="939825"/>
              <a:ext cx="51500" cy="75925"/>
            </a:xfrm>
            <a:custGeom>
              <a:rect b="b" l="l" r="r" t="t"/>
              <a:pathLst>
                <a:path extrusionOk="0" h="3037" w="206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5" name="Google Shape;10335;p85"/>
            <p:cNvSpPr/>
            <p:nvPr/>
          </p:nvSpPr>
          <p:spPr>
            <a:xfrm>
              <a:off x="4222250" y="939825"/>
              <a:ext cx="22050" cy="8950"/>
            </a:xfrm>
            <a:custGeom>
              <a:rect b="b" l="l" r="r" t="t"/>
              <a:pathLst>
                <a:path extrusionOk="0" h="358" w="882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6" name="Google Shape;10336;p85"/>
            <p:cNvSpPr/>
            <p:nvPr/>
          </p:nvSpPr>
          <p:spPr>
            <a:xfrm>
              <a:off x="3894225" y="942800"/>
              <a:ext cx="103300" cy="77725"/>
            </a:xfrm>
            <a:custGeom>
              <a:rect b="b" l="l" r="r" t="t"/>
              <a:pathLst>
                <a:path extrusionOk="0" h="3109" w="4132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7" name="Google Shape;10337;p85"/>
            <p:cNvSpPr/>
            <p:nvPr/>
          </p:nvSpPr>
          <p:spPr>
            <a:xfrm>
              <a:off x="4006450" y="946075"/>
              <a:ext cx="190525" cy="100350"/>
            </a:xfrm>
            <a:custGeom>
              <a:rect b="b" l="l" r="r" t="t"/>
              <a:pathLst>
                <a:path extrusionOk="0" h="4014" w="7621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8" name="Google Shape;10338;p85"/>
            <p:cNvSpPr/>
            <p:nvPr/>
          </p:nvSpPr>
          <p:spPr>
            <a:xfrm>
              <a:off x="3987100" y="939825"/>
              <a:ext cx="8350" cy="4500"/>
            </a:xfrm>
            <a:custGeom>
              <a:rect b="b" l="l" r="r" t="t"/>
              <a:pathLst>
                <a:path extrusionOk="0" h="180" w="334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9" name="Google Shape;10339;p85"/>
            <p:cNvSpPr/>
            <p:nvPr/>
          </p:nvSpPr>
          <p:spPr>
            <a:xfrm>
              <a:off x="4215100" y="1051750"/>
              <a:ext cx="184275" cy="282800"/>
            </a:xfrm>
            <a:custGeom>
              <a:rect b="b" l="l" r="r" t="t"/>
              <a:pathLst>
                <a:path extrusionOk="0" h="11312" w="7371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0" name="Google Shape;10340;p85"/>
            <p:cNvSpPr/>
            <p:nvPr/>
          </p:nvSpPr>
          <p:spPr>
            <a:xfrm>
              <a:off x="4399650" y="1275000"/>
              <a:ext cx="125925" cy="62825"/>
            </a:xfrm>
            <a:custGeom>
              <a:rect b="b" l="l" r="r" t="t"/>
              <a:pathLst>
                <a:path extrusionOk="0" h="2513" w="5037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1" name="Google Shape;10341;p85"/>
            <p:cNvSpPr/>
            <p:nvPr/>
          </p:nvSpPr>
          <p:spPr>
            <a:xfrm>
              <a:off x="4213300" y="950850"/>
              <a:ext cx="37250" cy="77700"/>
            </a:xfrm>
            <a:custGeom>
              <a:rect b="b" l="l" r="r" t="t"/>
              <a:pathLst>
                <a:path extrusionOk="0" h="3108" w="149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2" name="Google Shape;10342;p85"/>
            <p:cNvSpPr/>
            <p:nvPr/>
          </p:nvSpPr>
          <p:spPr>
            <a:xfrm>
              <a:off x="4248425" y="939825"/>
              <a:ext cx="7475" cy="3600"/>
            </a:xfrm>
            <a:custGeom>
              <a:rect b="b" l="l" r="r" t="t"/>
              <a:pathLst>
                <a:path extrusionOk="0" h="144" w="299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3" name="Google Shape;10343;p85"/>
            <p:cNvSpPr/>
            <p:nvPr/>
          </p:nvSpPr>
          <p:spPr>
            <a:xfrm>
              <a:off x="4253500" y="942650"/>
              <a:ext cx="181900" cy="74600"/>
            </a:xfrm>
            <a:custGeom>
              <a:rect b="b" l="l" r="r" t="t"/>
              <a:pathLst>
                <a:path extrusionOk="0" h="2984" w="7276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4" name="Google Shape;10344;p85"/>
            <p:cNvSpPr/>
            <p:nvPr/>
          </p:nvSpPr>
          <p:spPr>
            <a:xfrm>
              <a:off x="4459775" y="1021675"/>
              <a:ext cx="198850" cy="82475"/>
            </a:xfrm>
            <a:custGeom>
              <a:rect b="b" l="l" r="r" t="t"/>
              <a:pathLst>
                <a:path extrusionOk="0" h="3299" w="7954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5" name="Google Shape;10345;p85"/>
            <p:cNvSpPr/>
            <p:nvPr/>
          </p:nvSpPr>
          <p:spPr>
            <a:xfrm>
              <a:off x="4418400" y="939825"/>
              <a:ext cx="27100" cy="67300"/>
            </a:xfrm>
            <a:custGeom>
              <a:rect b="b" l="l" r="r" t="t"/>
              <a:pathLst>
                <a:path extrusionOk="0" h="2692" w="1084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6" name="Google Shape;10346;p85"/>
            <p:cNvSpPr/>
            <p:nvPr/>
          </p:nvSpPr>
          <p:spPr>
            <a:xfrm>
              <a:off x="4448750" y="1033600"/>
              <a:ext cx="82475" cy="232175"/>
            </a:xfrm>
            <a:custGeom>
              <a:rect b="b" l="l" r="r" t="t"/>
              <a:pathLst>
                <a:path extrusionOk="0" h="9287" w="3299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7" name="Google Shape;10347;p85"/>
            <p:cNvSpPr/>
            <p:nvPr/>
          </p:nvSpPr>
          <p:spPr>
            <a:xfrm>
              <a:off x="4530625" y="1282125"/>
              <a:ext cx="42875" cy="110750"/>
            </a:xfrm>
            <a:custGeom>
              <a:rect b="b" l="l" r="r" t="t"/>
              <a:pathLst>
                <a:path extrusionOk="0" h="4430" w="1715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8" name="Google Shape;10348;p85"/>
            <p:cNvSpPr/>
            <p:nvPr/>
          </p:nvSpPr>
          <p:spPr>
            <a:xfrm>
              <a:off x="4539550" y="1228550"/>
              <a:ext cx="81275" cy="44675"/>
            </a:xfrm>
            <a:custGeom>
              <a:rect b="b" l="l" r="r" t="t"/>
              <a:pathLst>
                <a:path extrusionOk="0" h="1787" w="3251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9" name="Google Shape;10349;p85"/>
            <p:cNvSpPr/>
            <p:nvPr/>
          </p:nvSpPr>
          <p:spPr>
            <a:xfrm>
              <a:off x="4665450" y="1102950"/>
              <a:ext cx="99750" cy="35750"/>
            </a:xfrm>
            <a:custGeom>
              <a:rect b="b" l="l" r="r" t="t"/>
              <a:pathLst>
                <a:path extrusionOk="0" h="1430" w="399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0" name="Google Shape;10350;p85"/>
            <p:cNvSpPr/>
            <p:nvPr/>
          </p:nvSpPr>
          <p:spPr>
            <a:xfrm>
              <a:off x="4576150" y="1236000"/>
              <a:ext cx="52125" cy="157775"/>
            </a:xfrm>
            <a:custGeom>
              <a:rect b="b" l="l" r="r" t="t"/>
              <a:pathLst>
                <a:path extrusionOk="0" h="6311" w="2085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1" name="Google Shape;10351;p85"/>
            <p:cNvSpPr/>
            <p:nvPr/>
          </p:nvSpPr>
          <p:spPr>
            <a:xfrm>
              <a:off x="4627050" y="1106525"/>
              <a:ext cx="36050" cy="112225"/>
            </a:xfrm>
            <a:custGeom>
              <a:rect b="b" l="l" r="r" t="t"/>
              <a:pathLst>
                <a:path extrusionOk="0" h="4489" w="1442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2" name="Google Shape;10352;p85"/>
            <p:cNvSpPr/>
            <p:nvPr/>
          </p:nvSpPr>
          <p:spPr>
            <a:xfrm>
              <a:off x="4658600" y="939825"/>
              <a:ext cx="18475" cy="159275"/>
            </a:xfrm>
            <a:custGeom>
              <a:rect b="b" l="l" r="r" t="t"/>
              <a:pathLst>
                <a:path extrusionOk="0" h="6371" w="739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3" name="Google Shape;10353;p85"/>
            <p:cNvSpPr/>
            <p:nvPr/>
          </p:nvSpPr>
          <p:spPr>
            <a:xfrm>
              <a:off x="4752075" y="939825"/>
              <a:ext cx="37225" cy="176550"/>
            </a:xfrm>
            <a:custGeom>
              <a:rect b="b" l="l" r="r" t="t"/>
              <a:pathLst>
                <a:path extrusionOk="0" h="7062" w="1489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4" name="Google Shape;10354;p85"/>
            <p:cNvSpPr/>
            <p:nvPr/>
          </p:nvSpPr>
          <p:spPr>
            <a:xfrm>
              <a:off x="4804450" y="989825"/>
              <a:ext cx="88725" cy="131000"/>
            </a:xfrm>
            <a:custGeom>
              <a:rect b="b" l="l" r="r" t="t"/>
              <a:pathLst>
                <a:path extrusionOk="0" h="5240" w="3549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5" name="Google Shape;10355;p85"/>
            <p:cNvSpPr/>
            <p:nvPr/>
          </p:nvSpPr>
          <p:spPr>
            <a:xfrm>
              <a:off x="4897925" y="939825"/>
              <a:ext cx="29775" cy="37525"/>
            </a:xfrm>
            <a:custGeom>
              <a:rect b="b" l="l" r="r" t="t"/>
              <a:pathLst>
                <a:path extrusionOk="0" h="1501" w="1191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6" name="Google Shape;10356;p85"/>
            <p:cNvSpPr/>
            <p:nvPr/>
          </p:nvSpPr>
          <p:spPr>
            <a:xfrm>
              <a:off x="4904775" y="979125"/>
              <a:ext cx="209875" cy="36925"/>
            </a:xfrm>
            <a:custGeom>
              <a:rect b="b" l="l" r="r" t="t"/>
              <a:pathLst>
                <a:path extrusionOk="0" h="1477" w="8395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7" name="Google Shape;10357;p85"/>
            <p:cNvSpPr/>
            <p:nvPr/>
          </p:nvSpPr>
          <p:spPr>
            <a:xfrm>
              <a:off x="5115500" y="939825"/>
              <a:ext cx="73850" cy="73250"/>
            </a:xfrm>
            <a:custGeom>
              <a:rect b="b" l="l" r="r" t="t"/>
              <a:pathLst>
                <a:path extrusionOk="0" h="2930" w="2954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8" name="Google Shape;10358;p85"/>
            <p:cNvSpPr/>
            <p:nvPr/>
          </p:nvSpPr>
          <p:spPr>
            <a:xfrm>
              <a:off x="4996450" y="939825"/>
              <a:ext cx="347975" cy="224175"/>
            </a:xfrm>
            <a:custGeom>
              <a:rect b="b" l="l" r="r" t="t"/>
              <a:pathLst>
                <a:path extrusionOk="0" h="8967" w="13919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9" name="Google Shape;10359;p85"/>
            <p:cNvSpPr/>
            <p:nvPr/>
          </p:nvSpPr>
          <p:spPr>
            <a:xfrm>
              <a:off x="5192300" y="939825"/>
              <a:ext cx="157775" cy="220900"/>
            </a:xfrm>
            <a:custGeom>
              <a:rect b="b" l="l" r="r" t="t"/>
              <a:pathLst>
                <a:path extrusionOk="0" h="8836" w="6311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0" name="Google Shape;10360;p85"/>
            <p:cNvSpPr/>
            <p:nvPr/>
          </p:nvSpPr>
          <p:spPr>
            <a:xfrm>
              <a:off x="5357500" y="995500"/>
              <a:ext cx="208675" cy="168500"/>
            </a:xfrm>
            <a:custGeom>
              <a:rect b="b" l="l" r="r" t="t"/>
              <a:pathLst>
                <a:path extrusionOk="0" h="6740" w="8347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1" name="Google Shape;10361;p85"/>
            <p:cNvSpPr/>
            <p:nvPr/>
          </p:nvSpPr>
          <p:spPr>
            <a:xfrm>
              <a:off x="5531925" y="939825"/>
              <a:ext cx="36650" cy="39025"/>
            </a:xfrm>
            <a:custGeom>
              <a:rect b="b" l="l" r="r" t="t"/>
              <a:pathLst>
                <a:path extrusionOk="0" h="1561" w="1466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2" name="Google Shape;10362;p85"/>
            <p:cNvSpPr/>
            <p:nvPr/>
          </p:nvSpPr>
          <p:spPr>
            <a:xfrm>
              <a:off x="5412275" y="940125"/>
              <a:ext cx="30075" cy="14900"/>
            </a:xfrm>
            <a:custGeom>
              <a:rect b="b" l="l" r="r" t="t"/>
              <a:pathLst>
                <a:path extrusionOk="0" h="596" w="1203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3" name="Google Shape;10363;p85"/>
            <p:cNvSpPr/>
            <p:nvPr/>
          </p:nvSpPr>
          <p:spPr>
            <a:xfrm>
              <a:off x="5448000" y="940125"/>
              <a:ext cx="7750" cy="6575"/>
            </a:xfrm>
            <a:custGeom>
              <a:rect b="b" l="l" r="r" t="t"/>
              <a:pathLst>
                <a:path extrusionOk="0" h="263" w="31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4" name="Google Shape;10364;p85"/>
            <p:cNvSpPr/>
            <p:nvPr/>
          </p:nvSpPr>
          <p:spPr>
            <a:xfrm>
              <a:off x="5654850" y="939825"/>
              <a:ext cx="128625" cy="201250"/>
            </a:xfrm>
            <a:custGeom>
              <a:rect b="b" l="l" r="r" t="t"/>
              <a:pathLst>
                <a:path extrusionOk="0" h="8050" w="5145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5" name="Google Shape;10365;p85"/>
            <p:cNvSpPr/>
            <p:nvPr/>
          </p:nvSpPr>
          <p:spPr>
            <a:xfrm>
              <a:off x="5575375" y="939825"/>
              <a:ext cx="14925" cy="36050"/>
            </a:xfrm>
            <a:custGeom>
              <a:rect b="b" l="l" r="r" t="t"/>
              <a:pathLst>
                <a:path extrusionOk="0" h="1442" w="597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6" name="Google Shape;10366;p85"/>
            <p:cNvSpPr/>
            <p:nvPr/>
          </p:nvSpPr>
          <p:spPr>
            <a:xfrm>
              <a:off x="5742075" y="939825"/>
              <a:ext cx="47350" cy="198275"/>
            </a:xfrm>
            <a:custGeom>
              <a:rect b="b" l="l" r="r" t="t"/>
              <a:pathLst>
                <a:path extrusionOk="0" h="7931" w="1894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7" name="Google Shape;10367;p85"/>
            <p:cNvSpPr/>
            <p:nvPr/>
          </p:nvSpPr>
          <p:spPr>
            <a:xfrm>
              <a:off x="5789400" y="1164550"/>
              <a:ext cx="90525" cy="353650"/>
            </a:xfrm>
            <a:custGeom>
              <a:rect b="b" l="l" r="r" t="t"/>
              <a:pathLst>
                <a:path extrusionOk="0" h="14146" w="3621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8" name="Google Shape;10368;p85"/>
            <p:cNvSpPr/>
            <p:nvPr/>
          </p:nvSpPr>
          <p:spPr>
            <a:xfrm>
              <a:off x="6017400" y="939525"/>
              <a:ext cx="8075" cy="4500"/>
            </a:xfrm>
            <a:custGeom>
              <a:rect b="b" l="l" r="r" t="t"/>
              <a:pathLst>
                <a:path extrusionOk="0" h="180" w="323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9" name="Google Shape;10369;p85"/>
            <p:cNvSpPr/>
            <p:nvPr/>
          </p:nvSpPr>
          <p:spPr>
            <a:xfrm>
              <a:off x="5798625" y="956500"/>
              <a:ext cx="225350" cy="187850"/>
            </a:xfrm>
            <a:custGeom>
              <a:rect b="b" l="l" r="r" t="t"/>
              <a:pathLst>
                <a:path extrusionOk="0" h="7514" w="9014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0" name="Google Shape;10370;p85"/>
            <p:cNvSpPr/>
            <p:nvPr/>
          </p:nvSpPr>
          <p:spPr>
            <a:xfrm>
              <a:off x="6031700" y="959775"/>
              <a:ext cx="71750" cy="111650"/>
            </a:xfrm>
            <a:custGeom>
              <a:rect b="b" l="l" r="r" t="t"/>
              <a:pathLst>
                <a:path extrusionOk="0" h="4466" w="287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1" name="Google Shape;10371;p85"/>
            <p:cNvSpPr/>
            <p:nvPr/>
          </p:nvSpPr>
          <p:spPr>
            <a:xfrm>
              <a:off x="6036450" y="939825"/>
              <a:ext cx="12825" cy="7475"/>
            </a:xfrm>
            <a:custGeom>
              <a:rect b="b" l="l" r="r" t="t"/>
              <a:pathLst>
                <a:path extrusionOk="0" h="299" w="513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2" name="Google Shape;10372;p85"/>
            <p:cNvSpPr/>
            <p:nvPr/>
          </p:nvSpPr>
          <p:spPr>
            <a:xfrm>
              <a:off x="5965325" y="1184200"/>
              <a:ext cx="453050" cy="198075"/>
            </a:xfrm>
            <a:custGeom>
              <a:rect b="b" l="l" r="r" t="t"/>
              <a:pathLst>
                <a:path extrusionOk="0" h="7923" w="18122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3" name="Google Shape;10373;p85"/>
            <p:cNvSpPr/>
            <p:nvPr/>
          </p:nvSpPr>
          <p:spPr>
            <a:xfrm>
              <a:off x="6126650" y="939825"/>
              <a:ext cx="68775" cy="119975"/>
            </a:xfrm>
            <a:custGeom>
              <a:rect b="b" l="l" r="r" t="t"/>
              <a:pathLst>
                <a:path extrusionOk="0" h="4799" w="2751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4" name="Google Shape;10374;p85"/>
            <p:cNvSpPr/>
            <p:nvPr/>
          </p:nvSpPr>
          <p:spPr>
            <a:xfrm>
              <a:off x="5887625" y="1106525"/>
              <a:ext cx="218800" cy="414050"/>
            </a:xfrm>
            <a:custGeom>
              <a:rect b="b" l="l" r="r" t="t"/>
              <a:pathLst>
                <a:path extrusionOk="0" h="16562" w="8752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5" name="Google Shape;10375;p85"/>
            <p:cNvSpPr/>
            <p:nvPr/>
          </p:nvSpPr>
          <p:spPr>
            <a:xfrm>
              <a:off x="4762775" y="1114700"/>
              <a:ext cx="59275" cy="58100"/>
            </a:xfrm>
            <a:custGeom>
              <a:rect b="b" l="l" r="r" t="t"/>
              <a:pathLst>
                <a:path extrusionOk="0" h="2324" w="2371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6" name="Google Shape;10376;p85"/>
            <p:cNvSpPr/>
            <p:nvPr/>
          </p:nvSpPr>
          <p:spPr>
            <a:xfrm>
              <a:off x="4558600" y="1391375"/>
              <a:ext cx="30975" cy="29875"/>
            </a:xfrm>
            <a:custGeom>
              <a:rect b="b" l="l" r="r" t="t"/>
              <a:pathLst>
                <a:path extrusionOk="0" h="1195" w="1239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7" name="Google Shape;10377;p85"/>
            <p:cNvSpPr/>
            <p:nvPr/>
          </p:nvSpPr>
          <p:spPr>
            <a:xfrm>
              <a:off x="4196350" y="1025325"/>
              <a:ext cx="30075" cy="30150"/>
            </a:xfrm>
            <a:custGeom>
              <a:rect b="b" l="l" r="r" t="t"/>
              <a:pathLst>
                <a:path extrusionOk="0" h="1206" w="1203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8" name="Google Shape;10378;p85"/>
            <p:cNvSpPr/>
            <p:nvPr/>
          </p:nvSpPr>
          <p:spPr>
            <a:xfrm>
              <a:off x="4432100" y="1005225"/>
              <a:ext cx="30075" cy="29900"/>
            </a:xfrm>
            <a:custGeom>
              <a:rect b="b" l="l" r="r" t="t"/>
              <a:pathLst>
                <a:path extrusionOk="0" h="1196" w="1203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9" name="Google Shape;10379;p85"/>
            <p:cNvSpPr/>
            <p:nvPr/>
          </p:nvSpPr>
          <p:spPr>
            <a:xfrm>
              <a:off x="4392800" y="1332150"/>
              <a:ext cx="9850" cy="10525"/>
            </a:xfrm>
            <a:custGeom>
              <a:rect b="b" l="l" r="r" t="t"/>
              <a:pathLst>
                <a:path extrusionOk="0" h="421" w="394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0" name="Google Shape;10380;p85"/>
            <p:cNvSpPr/>
            <p:nvPr/>
          </p:nvSpPr>
          <p:spPr>
            <a:xfrm>
              <a:off x="5860550" y="1516575"/>
              <a:ext cx="42275" cy="40975"/>
            </a:xfrm>
            <a:custGeom>
              <a:rect b="b" l="l" r="r" t="t"/>
              <a:pathLst>
                <a:path extrusionOk="0" h="1639" w="1691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1" name="Google Shape;10381;p85"/>
            <p:cNvSpPr/>
            <p:nvPr/>
          </p:nvSpPr>
          <p:spPr>
            <a:xfrm>
              <a:off x="5775700" y="1136275"/>
              <a:ext cx="29800" cy="28900"/>
            </a:xfrm>
            <a:custGeom>
              <a:rect b="b" l="l" r="r" t="t"/>
              <a:pathLst>
                <a:path extrusionOk="0" h="1156" w="1192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2" name="Google Shape;10382;p85"/>
            <p:cNvSpPr/>
            <p:nvPr/>
          </p:nvSpPr>
          <p:spPr>
            <a:xfrm>
              <a:off x="5559325" y="973750"/>
              <a:ext cx="30375" cy="28950"/>
            </a:xfrm>
            <a:custGeom>
              <a:rect b="b" l="l" r="r" t="t"/>
              <a:pathLst>
                <a:path extrusionOk="0" h="1158" w="1215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3" name="Google Shape;10383;p85"/>
            <p:cNvSpPr/>
            <p:nvPr/>
          </p:nvSpPr>
          <p:spPr>
            <a:xfrm>
              <a:off x="4618425" y="1217425"/>
              <a:ext cx="22050" cy="20375"/>
            </a:xfrm>
            <a:custGeom>
              <a:rect b="b" l="l" r="r" t="t"/>
              <a:pathLst>
                <a:path extrusionOk="0" h="815" w="882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4" name="Google Shape;10384;p85"/>
            <p:cNvSpPr/>
            <p:nvPr/>
          </p:nvSpPr>
          <p:spPr>
            <a:xfrm>
              <a:off x="5439650" y="946275"/>
              <a:ext cx="21175" cy="20375"/>
            </a:xfrm>
            <a:custGeom>
              <a:rect b="b" l="l" r="r" t="t"/>
              <a:pathLst>
                <a:path extrusionOk="0" h="815" w="847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5" name="Google Shape;10385;p85"/>
            <p:cNvSpPr/>
            <p:nvPr/>
          </p:nvSpPr>
          <p:spPr>
            <a:xfrm>
              <a:off x="5341125" y="1157350"/>
              <a:ext cx="21450" cy="20100"/>
            </a:xfrm>
            <a:custGeom>
              <a:rect b="b" l="l" r="r" t="t"/>
              <a:pathLst>
                <a:path extrusionOk="0" h="804" w="858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6" name="Google Shape;10386;p85"/>
            <p:cNvSpPr/>
            <p:nvPr/>
          </p:nvSpPr>
          <p:spPr>
            <a:xfrm>
              <a:off x="4884825" y="973175"/>
              <a:ext cx="20850" cy="20850"/>
            </a:xfrm>
            <a:custGeom>
              <a:rect b="b" l="l" r="r" t="t"/>
              <a:pathLst>
                <a:path extrusionOk="0" h="834" w="834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7" name="Google Shape;10387;p85"/>
            <p:cNvSpPr/>
            <p:nvPr/>
          </p:nvSpPr>
          <p:spPr>
            <a:xfrm>
              <a:off x="3994525" y="940125"/>
              <a:ext cx="20575" cy="10200"/>
            </a:xfrm>
            <a:custGeom>
              <a:rect b="b" l="l" r="r" t="t"/>
              <a:pathLst>
                <a:path extrusionOk="0" h="408" w="823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8" name="Google Shape;10388;p85"/>
            <p:cNvSpPr/>
            <p:nvPr/>
          </p:nvSpPr>
          <p:spPr>
            <a:xfrm>
              <a:off x="4521100" y="1262650"/>
              <a:ext cx="21150" cy="20400"/>
            </a:xfrm>
            <a:custGeom>
              <a:rect b="b" l="l" r="r" t="t"/>
              <a:pathLst>
                <a:path extrusionOk="0" h="816" w="846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9" name="Google Shape;10389;p85"/>
            <p:cNvSpPr/>
            <p:nvPr/>
          </p:nvSpPr>
          <p:spPr>
            <a:xfrm>
              <a:off x="3877250" y="1014750"/>
              <a:ext cx="22050" cy="20675"/>
            </a:xfrm>
            <a:custGeom>
              <a:rect b="b" l="l" r="r" t="t"/>
              <a:pathLst>
                <a:path extrusionOk="0" h="827" w="882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0" name="Google Shape;10390;p85"/>
            <p:cNvSpPr/>
            <p:nvPr/>
          </p:nvSpPr>
          <p:spPr>
            <a:xfrm>
              <a:off x="6017400" y="939525"/>
              <a:ext cx="25025" cy="23025"/>
            </a:xfrm>
            <a:custGeom>
              <a:rect b="b" l="l" r="r" t="t"/>
              <a:pathLst>
                <a:path extrusionOk="0" h="921" w="1001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1" name="Google Shape;10391;p85"/>
            <p:cNvSpPr/>
            <p:nvPr/>
          </p:nvSpPr>
          <p:spPr>
            <a:xfrm>
              <a:off x="4869650" y="949325"/>
              <a:ext cx="12825" cy="12000"/>
            </a:xfrm>
            <a:custGeom>
              <a:rect b="b" l="l" r="r" t="t"/>
              <a:pathLst>
                <a:path extrusionOk="0" h="480" w="513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2" name="Google Shape;10392;p85"/>
            <p:cNvSpPr/>
            <p:nvPr/>
          </p:nvSpPr>
          <p:spPr>
            <a:xfrm>
              <a:off x="4743150" y="1107375"/>
              <a:ext cx="12225" cy="12000"/>
            </a:xfrm>
            <a:custGeom>
              <a:rect b="b" l="l" r="r" t="t"/>
              <a:pathLst>
                <a:path extrusionOk="0" h="480" w="489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3" name="Google Shape;10393;p85"/>
            <p:cNvSpPr/>
            <p:nvPr/>
          </p:nvSpPr>
          <p:spPr>
            <a:xfrm>
              <a:off x="4242175" y="940725"/>
              <a:ext cx="12525" cy="11700"/>
            </a:xfrm>
            <a:custGeom>
              <a:rect b="b" l="l" r="r" t="t"/>
              <a:pathLst>
                <a:path extrusionOk="0" h="468" w="501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4" name="Google Shape;10394;p85"/>
            <p:cNvSpPr/>
            <p:nvPr/>
          </p:nvSpPr>
          <p:spPr>
            <a:xfrm>
              <a:off x="4657125" y="1097575"/>
              <a:ext cx="11925" cy="11350"/>
            </a:xfrm>
            <a:custGeom>
              <a:rect b="b" l="l" r="r" t="t"/>
              <a:pathLst>
                <a:path extrusionOk="0" h="454" w="477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5" name="Google Shape;10395;p85"/>
            <p:cNvSpPr/>
            <p:nvPr/>
          </p:nvSpPr>
          <p:spPr>
            <a:xfrm>
              <a:off x="5125025" y="1028500"/>
              <a:ext cx="12525" cy="12050"/>
            </a:xfrm>
            <a:custGeom>
              <a:rect b="b" l="l" r="r" t="t"/>
              <a:pathLst>
                <a:path extrusionOk="0" h="482" w="501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6" name="Google Shape;10396;p85"/>
            <p:cNvSpPr/>
            <p:nvPr/>
          </p:nvSpPr>
          <p:spPr>
            <a:xfrm>
              <a:off x="6093300" y="1058450"/>
              <a:ext cx="60150" cy="57725"/>
            </a:xfrm>
            <a:custGeom>
              <a:rect b="b" l="l" r="r" t="t"/>
              <a:pathLst>
                <a:path extrusionOk="0" h="2309" w="2406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97" name="Google Shape;10397;p85"/>
          <p:cNvSpPr txBox="1"/>
          <p:nvPr>
            <p:ph type="title"/>
          </p:nvPr>
        </p:nvSpPr>
        <p:spPr>
          <a:xfrm>
            <a:off x="11902533" y="4619503"/>
            <a:ext cx="10165500" cy="19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0398" name="Google Shape;10398;p85"/>
          <p:cNvSpPr txBox="1"/>
          <p:nvPr>
            <p:ph idx="1" type="subTitle"/>
          </p:nvPr>
        </p:nvSpPr>
        <p:spPr>
          <a:xfrm>
            <a:off x="11902533" y="6659732"/>
            <a:ext cx="10165500" cy="31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1_1">
    <p:spTree>
      <p:nvGrpSpPr>
        <p:cNvPr id="10399" name="Shape 10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00" name="Google Shape;10400;p86"/>
          <p:cNvGrpSpPr/>
          <p:nvPr/>
        </p:nvGrpSpPr>
        <p:grpSpPr>
          <a:xfrm>
            <a:off x="136" y="10941750"/>
            <a:ext cx="10701074" cy="2774507"/>
            <a:chOff x="2582150" y="3714800"/>
            <a:chExt cx="2689050" cy="697200"/>
          </a:xfrm>
        </p:grpSpPr>
        <p:sp>
          <p:nvSpPr>
            <p:cNvPr id="10401" name="Google Shape;10401;p86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2" name="Google Shape;10402;p86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3" name="Google Shape;10403;p86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4" name="Google Shape;10404;p86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5" name="Google Shape;10405;p86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6" name="Google Shape;10406;p86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7" name="Google Shape;10407;p86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8" name="Google Shape;10408;p86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9" name="Google Shape;10409;p86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0" name="Google Shape;10410;p86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1" name="Google Shape;10411;p86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2" name="Google Shape;10412;p86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3" name="Google Shape;10413;p86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4" name="Google Shape;10414;p86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5" name="Google Shape;10415;p86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6" name="Google Shape;10416;p86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7" name="Google Shape;10417;p86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8" name="Google Shape;10418;p86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9" name="Google Shape;10419;p86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0" name="Google Shape;10420;p86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1" name="Google Shape;10421;p86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2" name="Google Shape;10422;p86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3" name="Google Shape;10423;p86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4" name="Google Shape;10424;p86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5" name="Google Shape;10425;p86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6" name="Google Shape;10426;p86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7" name="Google Shape;10427;p86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8" name="Google Shape;10428;p86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9" name="Google Shape;10429;p86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0" name="Google Shape;10430;p86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1" name="Google Shape;10431;p86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2" name="Google Shape;10432;p86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3" name="Google Shape;10433;p86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4" name="Google Shape;10434;p86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5" name="Google Shape;10435;p86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6" name="Google Shape;10436;p86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7" name="Google Shape;10437;p86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8" name="Google Shape;10438;p86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9" name="Google Shape;10439;p86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0" name="Google Shape;10440;p86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1" name="Google Shape;10441;p86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2" name="Google Shape;10442;p86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3" name="Google Shape;10443;p86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4" name="Google Shape;10444;p86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5" name="Google Shape;10445;p86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6" name="Google Shape;10446;p86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7" name="Google Shape;10447;p86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8" name="Google Shape;10448;p86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9" name="Google Shape;10449;p86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0" name="Google Shape;10450;p86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1" name="Google Shape;10451;p86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2" name="Google Shape;10452;p86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3" name="Google Shape;10453;p86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4" name="Google Shape;10454;p86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5" name="Google Shape;10455;p86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6" name="Google Shape;10456;p86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7" name="Google Shape;10457;p86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8" name="Google Shape;10458;p86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9" name="Google Shape;10459;p86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0" name="Google Shape;10460;p86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461" name="Google Shape;10461;p86"/>
          <p:cNvGrpSpPr/>
          <p:nvPr/>
        </p:nvGrpSpPr>
        <p:grpSpPr>
          <a:xfrm>
            <a:off x="13305257" y="67"/>
            <a:ext cx="11151301" cy="3384482"/>
            <a:chOff x="4846107" y="26"/>
            <a:chExt cx="4325395" cy="1312782"/>
          </a:xfrm>
        </p:grpSpPr>
        <p:sp>
          <p:nvSpPr>
            <p:cNvPr id="10462" name="Google Shape;10462;p86"/>
            <p:cNvSpPr/>
            <p:nvPr/>
          </p:nvSpPr>
          <p:spPr>
            <a:xfrm>
              <a:off x="6903427" y="1643"/>
              <a:ext cx="354163" cy="123640"/>
            </a:xfrm>
            <a:custGeom>
              <a:rect b="b" l="l" r="r" t="t"/>
              <a:pathLst>
                <a:path extrusionOk="0" h="2752" w="7883">
                  <a:moveTo>
                    <a:pt x="7704" y="1"/>
                  </a:moveTo>
                  <a:lnTo>
                    <a:pt x="0" y="2358"/>
                  </a:lnTo>
                  <a:cubicBezTo>
                    <a:pt x="84" y="2465"/>
                    <a:pt x="131" y="2608"/>
                    <a:pt x="131" y="2751"/>
                  </a:cubicBezTo>
                  <a:lnTo>
                    <a:pt x="7847" y="382"/>
                  </a:lnTo>
                  <a:lnTo>
                    <a:pt x="7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3" name="Google Shape;10463;p86"/>
            <p:cNvSpPr/>
            <p:nvPr/>
          </p:nvSpPr>
          <p:spPr>
            <a:xfrm>
              <a:off x="7275202" y="1643"/>
              <a:ext cx="36930" cy="11277"/>
            </a:xfrm>
            <a:custGeom>
              <a:rect b="b" l="l" r="r" t="t"/>
              <a:pathLst>
                <a:path extrusionOk="0" h="251" w="822">
                  <a:moveTo>
                    <a:pt x="24" y="1"/>
                  </a:moveTo>
                  <a:lnTo>
                    <a:pt x="0" y="251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4" name="Google Shape;10464;p86"/>
            <p:cNvSpPr/>
            <p:nvPr/>
          </p:nvSpPr>
          <p:spPr>
            <a:xfrm>
              <a:off x="8882618" y="26"/>
              <a:ext cx="288884" cy="170365"/>
            </a:xfrm>
            <a:custGeom>
              <a:rect b="b" l="l" r="r" t="t"/>
              <a:pathLst>
                <a:path extrusionOk="0" h="3792" w="6430">
                  <a:moveTo>
                    <a:pt x="5620" y="1"/>
                  </a:moveTo>
                  <a:lnTo>
                    <a:pt x="24" y="3370"/>
                  </a:lnTo>
                  <a:cubicBezTo>
                    <a:pt x="48" y="3430"/>
                    <a:pt x="48" y="3490"/>
                    <a:pt x="48" y="3537"/>
                  </a:cubicBezTo>
                  <a:cubicBezTo>
                    <a:pt x="48" y="3620"/>
                    <a:pt x="24" y="3716"/>
                    <a:pt x="1" y="3787"/>
                  </a:cubicBezTo>
                  <a:cubicBezTo>
                    <a:pt x="12" y="3790"/>
                    <a:pt x="25" y="3792"/>
                    <a:pt x="38" y="3792"/>
                  </a:cubicBezTo>
                  <a:cubicBezTo>
                    <a:pt x="76" y="3792"/>
                    <a:pt x="117" y="3778"/>
                    <a:pt x="143" y="3751"/>
                  </a:cubicBezTo>
                  <a:lnTo>
                    <a:pt x="6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5" name="Google Shape;10465;p86"/>
            <p:cNvSpPr/>
            <p:nvPr/>
          </p:nvSpPr>
          <p:spPr>
            <a:xfrm>
              <a:off x="8360561" y="191552"/>
              <a:ext cx="471829" cy="839875"/>
            </a:xfrm>
            <a:custGeom>
              <a:rect b="b" l="l" r="r" t="t"/>
              <a:pathLst>
                <a:path extrusionOk="0" h="18694" w="10502">
                  <a:moveTo>
                    <a:pt x="10132" y="0"/>
                  </a:moveTo>
                  <a:lnTo>
                    <a:pt x="0" y="18586"/>
                  </a:lnTo>
                  <a:cubicBezTo>
                    <a:pt x="36" y="18574"/>
                    <a:pt x="95" y="18562"/>
                    <a:pt x="143" y="18562"/>
                  </a:cubicBezTo>
                  <a:cubicBezTo>
                    <a:pt x="250" y="18562"/>
                    <a:pt x="333" y="18622"/>
                    <a:pt x="393" y="18693"/>
                  </a:cubicBezTo>
                  <a:lnTo>
                    <a:pt x="10501" y="179"/>
                  </a:lnTo>
                  <a:cubicBezTo>
                    <a:pt x="10370" y="143"/>
                    <a:pt x="10239" y="84"/>
                    <a:pt x="1013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6" name="Google Shape;10466;p86"/>
            <p:cNvSpPr/>
            <p:nvPr/>
          </p:nvSpPr>
          <p:spPr>
            <a:xfrm>
              <a:off x="7991975" y="886940"/>
              <a:ext cx="368630" cy="156258"/>
            </a:xfrm>
            <a:custGeom>
              <a:rect b="b" l="l" r="r" t="t"/>
              <a:pathLst>
                <a:path extrusionOk="0" h="3478" w="8205">
                  <a:moveTo>
                    <a:pt x="191" y="1"/>
                  </a:moveTo>
                  <a:cubicBezTo>
                    <a:pt x="167" y="143"/>
                    <a:pt x="108" y="262"/>
                    <a:pt x="1" y="370"/>
                  </a:cubicBezTo>
                  <a:lnTo>
                    <a:pt x="8002" y="3477"/>
                  </a:lnTo>
                  <a:cubicBezTo>
                    <a:pt x="8002" y="3453"/>
                    <a:pt x="7990" y="3441"/>
                    <a:pt x="7990" y="3406"/>
                  </a:cubicBezTo>
                  <a:cubicBezTo>
                    <a:pt x="8002" y="3263"/>
                    <a:pt x="8097" y="3156"/>
                    <a:pt x="8204" y="3108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7" name="Google Shape;10467;p86"/>
            <p:cNvSpPr/>
            <p:nvPr/>
          </p:nvSpPr>
          <p:spPr>
            <a:xfrm>
              <a:off x="8754754" y="1643"/>
              <a:ext cx="76017" cy="123101"/>
            </a:xfrm>
            <a:custGeom>
              <a:rect b="b" l="l" r="r" t="t"/>
              <a:pathLst>
                <a:path extrusionOk="0" h="2740" w="1692">
                  <a:moveTo>
                    <a:pt x="1" y="1"/>
                  </a:moveTo>
                  <a:lnTo>
                    <a:pt x="1323" y="2739"/>
                  </a:lnTo>
                  <a:cubicBezTo>
                    <a:pt x="1430" y="2644"/>
                    <a:pt x="1561" y="2584"/>
                    <a:pt x="1692" y="2561"/>
                  </a:cubicBezTo>
                  <a:lnTo>
                    <a:pt x="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8" name="Google Shape;10468;p86"/>
            <p:cNvSpPr/>
            <p:nvPr/>
          </p:nvSpPr>
          <p:spPr>
            <a:xfrm>
              <a:off x="8196845" y="1643"/>
              <a:ext cx="296387" cy="132177"/>
            </a:xfrm>
            <a:custGeom>
              <a:rect b="b" l="l" r="r" t="t"/>
              <a:pathLst>
                <a:path extrusionOk="0" h="2942" w="6597">
                  <a:moveTo>
                    <a:pt x="5620" y="1"/>
                  </a:moveTo>
                  <a:lnTo>
                    <a:pt x="1" y="2572"/>
                  </a:lnTo>
                  <a:cubicBezTo>
                    <a:pt x="96" y="2680"/>
                    <a:pt x="156" y="2799"/>
                    <a:pt x="191" y="2942"/>
                  </a:cubicBezTo>
                  <a:lnTo>
                    <a:pt x="659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9" name="Google Shape;10469;p86"/>
            <p:cNvSpPr/>
            <p:nvPr/>
          </p:nvSpPr>
          <p:spPr>
            <a:xfrm>
              <a:off x="7575812" y="151971"/>
              <a:ext cx="554226" cy="272306"/>
            </a:xfrm>
            <a:custGeom>
              <a:rect b="b" l="l" r="r" t="t"/>
              <a:pathLst>
                <a:path extrusionOk="0" h="6061" w="12336">
                  <a:moveTo>
                    <a:pt x="12181" y="0"/>
                  </a:moveTo>
                  <a:lnTo>
                    <a:pt x="24" y="5668"/>
                  </a:lnTo>
                  <a:cubicBezTo>
                    <a:pt x="24" y="5703"/>
                    <a:pt x="24" y="5727"/>
                    <a:pt x="1" y="5763"/>
                  </a:cubicBezTo>
                  <a:cubicBezTo>
                    <a:pt x="96" y="5834"/>
                    <a:pt x="155" y="5942"/>
                    <a:pt x="155" y="6061"/>
                  </a:cubicBezTo>
                  <a:lnTo>
                    <a:pt x="12335" y="369"/>
                  </a:lnTo>
                  <a:cubicBezTo>
                    <a:pt x="12264" y="262"/>
                    <a:pt x="12204" y="131"/>
                    <a:pt x="1218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0" name="Google Shape;10470;p86"/>
            <p:cNvSpPr/>
            <p:nvPr/>
          </p:nvSpPr>
          <p:spPr>
            <a:xfrm>
              <a:off x="8166878" y="1643"/>
              <a:ext cx="42861" cy="104906"/>
            </a:xfrm>
            <a:custGeom>
              <a:rect b="b" l="l" r="r" t="t"/>
              <a:pathLst>
                <a:path extrusionOk="0" h="2335" w="954">
                  <a:moveTo>
                    <a:pt x="537" y="1"/>
                  </a:moveTo>
                  <a:lnTo>
                    <a:pt x="1" y="2227"/>
                  </a:lnTo>
                  <a:cubicBezTo>
                    <a:pt x="156" y="2227"/>
                    <a:pt x="287" y="2275"/>
                    <a:pt x="406" y="2334"/>
                  </a:cubicBezTo>
                  <a:lnTo>
                    <a:pt x="95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1" name="Google Shape;10471;p86"/>
            <p:cNvSpPr/>
            <p:nvPr/>
          </p:nvSpPr>
          <p:spPr>
            <a:xfrm>
              <a:off x="7972746" y="182971"/>
              <a:ext cx="191526" cy="675665"/>
            </a:xfrm>
            <a:custGeom>
              <a:rect b="b" l="l" r="r" t="t"/>
              <a:pathLst>
                <a:path extrusionOk="0" h="15039" w="4263">
                  <a:moveTo>
                    <a:pt x="3870" y="1"/>
                  </a:moveTo>
                  <a:lnTo>
                    <a:pt x="0" y="14919"/>
                  </a:lnTo>
                  <a:lnTo>
                    <a:pt x="12" y="14919"/>
                  </a:lnTo>
                  <a:cubicBezTo>
                    <a:pt x="143" y="14919"/>
                    <a:pt x="274" y="14967"/>
                    <a:pt x="381" y="15038"/>
                  </a:cubicBezTo>
                  <a:lnTo>
                    <a:pt x="4262" y="84"/>
                  </a:lnTo>
                  <a:lnTo>
                    <a:pt x="4251" y="84"/>
                  </a:lnTo>
                  <a:cubicBezTo>
                    <a:pt x="4096" y="84"/>
                    <a:pt x="3989" y="60"/>
                    <a:pt x="38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2" name="Google Shape;10472;p86"/>
            <p:cNvSpPr/>
            <p:nvPr/>
          </p:nvSpPr>
          <p:spPr>
            <a:xfrm>
              <a:off x="7874849" y="908325"/>
              <a:ext cx="101671" cy="323164"/>
            </a:xfrm>
            <a:custGeom>
              <a:rect b="b" l="l" r="r" t="t"/>
              <a:pathLst>
                <a:path extrusionOk="0" h="7193" w="2263">
                  <a:moveTo>
                    <a:pt x="1846" y="1"/>
                  </a:moveTo>
                  <a:lnTo>
                    <a:pt x="0" y="7109"/>
                  </a:lnTo>
                  <a:lnTo>
                    <a:pt x="72" y="7109"/>
                  </a:lnTo>
                  <a:cubicBezTo>
                    <a:pt x="191" y="7109"/>
                    <a:pt x="310" y="7144"/>
                    <a:pt x="417" y="7192"/>
                  </a:cubicBezTo>
                  <a:lnTo>
                    <a:pt x="2262" y="72"/>
                  </a:lnTo>
                  <a:cubicBezTo>
                    <a:pt x="2227" y="72"/>
                    <a:pt x="2191" y="84"/>
                    <a:pt x="2155" y="84"/>
                  </a:cubicBezTo>
                  <a:cubicBezTo>
                    <a:pt x="2036" y="72"/>
                    <a:pt x="1941" y="48"/>
                    <a:pt x="1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3" name="Google Shape;10473;p86"/>
            <p:cNvSpPr/>
            <p:nvPr/>
          </p:nvSpPr>
          <p:spPr>
            <a:xfrm>
              <a:off x="7710594" y="770308"/>
              <a:ext cx="237577" cy="113487"/>
            </a:xfrm>
            <a:custGeom>
              <a:rect b="b" l="l" r="r" t="t"/>
              <a:pathLst>
                <a:path extrusionOk="0" h="2526" w="5288">
                  <a:moveTo>
                    <a:pt x="108" y="1"/>
                  </a:moveTo>
                  <a:cubicBezTo>
                    <a:pt x="96" y="25"/>
                    <a:pt x="108" y="37"/>
                    <a:pt x="108" y="60"/>
                  </a:cubicBezTo>
                  <a:cubicBezTo>
                    <a:pt x="108" y="203"/>
                    <a:pt x="72" y="322"/>
                    <a:pt x="1" y="406"/>
                  </a:cubicBezTo>
                  <a:lnTo>
                    <a:pt x="5168" y="2525"/>
                  </a:lnTo>
                  <a:lnTo>
                    <a:pt x="5168" y="2477"/>
                  </a:lnTo>
                  <a:cubicBezTo>
                    <a:pt x="5168" y="2346"/>
                    <a:pt x="5216" y="2227"/>
                    <a:pt x="5287" y="2120"/>
                  </a:cubicBezTo>
                  <a:lnTo>
                    <a:pt x="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4" name="Google Shape;10474;p86"/>
            <p:cNvSpPr/>
            <p:nvPr/>
          </p:nvSpPr>
          <p:spPr>
            <a:xfrm>
              <a:off x="7278931" y="423692"/>
              <a:ext cx="279808" cy="120406"/>
            </a:xfrm>
            <a:custGeom>
              <a:rect b="b" l="l" r="r" t="t"/>
              <a:pathLst>
                <a:path extrusionOk="0" h="2680" w="6228">
                  <a:moveTo>
                    <a:pt x="6001" y="1"/>
                  </a:moveTo>
                  <a:lnTo>
                    <a:pt x="1" y="2287"/>
                  </a:lnTo>
                  <a:cubicBezTo>
                    <a:pt x="60" y="2406"/>
                    <a:pt x="108" y="2537"/>
                    <a:pt x="132" y="2680"/>
                  </a:cubicBezTo>
                  <a:lnTo>
                    <a:pt x="6228" y="358"/>
                  </a:lnTo>
                  <a:cubicBezTo>
                    <a:pt x="6097" y="298"/>
                    <a:pt x="6001" y="155"/>
                    <a:pt x="60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5" name="Google Shape;10475;p86"/>
            <p:cNvSpPr/>
            <p:nvPr/>
          </p:nvSpPr>
          <p:spPr>
            <a:xfrm>
              <a:off x="7689748" y="793311"/>
              <a:ext cx="177643" cy="443524"/>
            </a:xfrm>
            <a:custGeom>
              <a:rect b="b" l="l" r="r" t="t"/>
              <a:pathLst>
                <a:path extrusionOk="0" h="9872" w="3954">
                  <a:moveTo>
                    <a:pt x="370" y="1"/>
                  </a:moveTo>
                  <a:cubicBezTo>
                    <a:pt x="263" y="84"/>
                    <a:pt x="143" y="168"/>
                    <a:pt x="1" y="180"/>
                  </a:cubicBezTo>
                  <a:lnTo>
                    <a:pt x="3584" y="9871"/>
                  </a:lnTo>
                  <a:cubicBezTo>
                    <a:pt x="3692" y="9788"/>
                    <a:pt x="3823" y="9728"/>
                    <a:pt x="3953" y="9704"/>
                  </a:cubicBezTo>
                  <a:lnTo>
                    <a:pt x="3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6" name="Google Shape;10476;p86"/>
            <p:cNvSpPr/>
            <p:nvPr/>
          </p:nvSpPr>
          <p:spPr>
            <a:xfrm>
              <a:off x="7564041" y="431195"/>
              <a:ext cx="124135" cy="315661"/>
            </a:xfrm>
            <a:custGeom>
              <a:rect b="b" l="l" r="r" t="t"/>
              <a:pathLst>
                <a:path extrusionOk="0" h="7026" w="2763">
                  <a:moveTo>
                    <a:pt x="370" y="0"/>
                  </a:moveTo>
                  <a:cubicBezTo>
                    <a:pt x="310" y="143"/>
                    <a:pt x="179" y="215"/>
                    <a:pt x="13" y="215"/>
                  </a:cubicBezTo>
                  <a:lnTo>
                    <a:pt x="1" y="215"/>
                  </a:lnTo>
                  <a:lnTo>
                    <a:pt x="2370" y="7025"/>
                  </a:lnTo>
                  <a:cubicBezTo>
                    <a:pt x="2453" y="6973"/>
                    <a:pt x="2572" y="6939"/>
                    <a:pt x="2688" y="6939"/>
                  </a:cubicBezTo>
                  <a:cubicBezTo>
                    <a:pt x="2705" y="6939"/>
                    <a:pt x="2722" y="6940"/>
                    <a:pt x="2739" y="6942"/>
                  </a:cubicBezTo>
                  <a:cubicBezTo>
                    <a:pt x="2743" y="6938"/>
                    <a:pt x="2747" y="6936"/>
                    <a:pt x="2751" y="6936"/>
                  </a:cubicBezTo>
                  <a:cubicBezTo>
                    <a:pt x="2758" y="6936"/>
                    <a:pt x="2763" y="6942"/>
                    <a:pt x="2763" y="6942"/>
                  </a:cubicBez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7" name="Google Shape;10477;p86"/>
            <p:cNvSpPr/>
            <p:nvPr/>
          </p:nvSpPr>
          <p:spPr>
            <a:xfrm>
              <a:off x="7500379" y="1643"/>
              <a:ext cx="77096" cy="409245"/>
            </a:xfrm>
            <a:custGeom>
              <a:rect b="b" l="l" r="r" t="t"/>
              <a:pathLst>
                <a:path extrusionOk="0" h="9109" w="1716">
                  <a:moveTo>
                    <a:pt x="1" y="1"/>
                  </a:moveTo>
                  <a:lnTo>
                    <a:pt x="1310" y="9049"/>
                  </a:lnTo>
                  <a:cubicBezTo>
                    <a:pt x="1358" y="9026"/>
                    <a:pt x="1418" y="9014"/>
                    <a:pt x="1477" y="9014"/>
                  </a:cubicBezTo>
                  <a:cubicBezTo>
                    <a:pt x="1549" y="9014"/>
                    <a:pt x="1644" y="9049"/>
                    <a:pt x="1703" y="9109"/>
                  </a:cubicBezTo>
                  <a:cubicBezTo>
                    <a:pt x="1715" y="9073"/>
                    <a:pt x="1715" y="9049"/>
                    <a:pt x="1715" y="9014"/>
                  </a:cubicBezTo>
                  <a:lnTo>
                    <a:pt x="1715" y="9002"/>
                  </a:lnTo>
                  <a:lnTo>
                    <a:pt x="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8" name="Google Shape;10478;p86"/>
            <p:cNvSpPr/>
            <p:nvPr/>
          </p:nvSpPr>
          <p:spPr>
            <a:xfrm>
              <a:off x="7207811" y="1643"/>
              <a:ext cx="68514" cy="481488"/>
            </a:xfrm>
            <a:custGeom>
              <a:rect b="b" l="l" r="r" t="t"/>
              <a:pathLst>
                <a:path extrusionOk="0" h="10717" w="1525">
                  <a:moveTo>
                    <a:pt x="1107" y="1"/>
                  </a:moveTo>
                  <a:lnTo>
                    <a:pt x="1072" y="382"/>
                  </a:lnTo>
                  <a:lnTo>
                    <a:pt x="0" y="10657"/>
                  </a:lnTo>
                  <a:lnTo>
                    <a:pt x="12" y="10657"/>
                  </a:lnTo>
                  <a:cubicBezTo>
                    <a:pt x="143" y="10657"/>
                    <a:pt x="274" y="10681"/>
                    <a:pt x="393" y="10716"/>
                  </a:cubicBezTo>
                  <a:lnTo>
                    <a:pt x="1500" y="251"/>
                  </a:lnTo>
                  <a:lnTo>
                    <a:pt x="15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9" name="Google Shape;10479;p86"/>
            <p:cNvSpPr/>
            <p:nvPr/>
          </p:nvSpPr>
          <p:spPr>
            <a:xfrm>
              <a:off x="6888466" y="143390"/>
              <a:ext cx="276574" cy="358477"/>
            </a:xfrm>
            <a:custGeom>
              <a:rect b="b" l="l" r="r" t="t"/>
              <a:pathLst>
                <a:path extrusionOk="0" h="7979" w="6156">
                  <a:moveTo>
                    <a:pt x="333" y="1"/>
                  </a:moveTo>
                  <a:cubicBezTo>
                    <a:pt x="238" y="120"/>
                    <a:pt x="143" y="191"/>
                    <a:pt x="0" y="239"/>
                  </a:cubicBezTo>
                  <a:lnTo>
                    <a:pt x="5822" y="7978"/>
                  </a:lnTo>
                  <a:cubicBezTo>
                    <a:pt x="5929" y="7883"/>
                    <a:pt x="6037" y="7811"/>
                    <a:pt x="6156" y="7740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0" name="Google Shape;10480;p86"/>
            <p:cNvSpPr/>
            <p:nvPr/>
          </p:nvSpPr>
          <p:spPr>
            <a:xfrm>
              <a:off x="6775024" y="1643"/>
              <a:ext cx="94752" cy="108096"/>
            </a:xfrm>
            <a:custGeom>
              <a:rect b="b" l="l" r="r" t="t"/>
              <a:pathLst>
                <a:path extrusionOk="0" h="2406" w="2109">
                  <a:moveTo>
                    <a:pt x="1" y="1"/>
                  </a:moveTo>
                  <a:lnTo>
                    <a:pt x="1787" y="2406"/>
                  </a:lnTo>
                  <a:cubicBezTo>
                    <a:pt x="1858" y="2287"/>
                    <a:pt x="1977" y="2203"/>
                    <a:pt x="2108" y="2156"/>
                  </a:cubicBezTo>
                  <a:lnTo>
                    <a:pt x="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1" name="Google Shape;10481;p86"/>
            <p:cNvSpPr/>
            <p:nvPr/>
          </p:nvSpPr>
          <p:spPr>
            <a:xfrm>
              <a:off x="6261009" y="116119"/>
              <a:ext cx="591650" cy="145565"/>
            </a:xfrm>
            <a:custGeom>
              <a:rect b="b" l="l" r="r" t="t"/>
              <a:pathLst>
                <a:path extrusionOk="0" h="3240" w="13169">
                  <a:moveTo>
                    <a:pt x="13097" y="1"/>
                  </a:moveTo>
                  <a:lnTo>
                    <a:pt x="786" y="2644"/>
                  </a:lnTo>
                  <a:lnTo>
                    <a:pt x="0" y="3239"/>
                  </a:lnTo>
                  <a:lnTo>
                    <a:pt x="13133" y="394"/>
                  </a:lnTo>
                  <a:cubicBezTo>
                    <a:pt x="13121" y="334"/>
                    <a:pt x="13109" y="274"/>
                    <a:pt x="13121" y="203"/>
                  </a:cubicBezTo>
                  <a:cubicBezTo>
                    <a:pt x="13121" y="132"/>
                    <a:pt x="13133" y="60"/>
                    <a:pt x="131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2" name="Google Shape;10482;p86"/>
            <p:cNvSpPr/>
            <p:nvPr/>
          </p:nvSpPr>
          <p:spPr>
            <a:xfrm>
              <a:off x="5973203" y="1643"/>
              <a:ext cx="50319" cy="38054"/>
            </a:xfrm>
            <a:custGeom>
              <a:rect b="b" l="l" r="r" t="t"/>
              <a:pathLst>
                <a:path extrusionOk="0" h="847" w="1120">
                  <a:moveTo>
                    <a:pt x="0" y="1"/>
                  </a:moveTo>
                  <a:lnTo>
                    <a:pt x="905" y="846"/>
                  </a:lnTo>
                  <a:lnTo>
                    <a:pt x="1120" y="489"/>
                  </a:ln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3" name="Google Shape;10483;p86"/>
            <p:cNvSpPr/>
            <p:nvPr/>
          </p:nvSpPr>
          <p:spPr>
            <a:xfrm>
              <a:off x="6027745" y="36417"/>
              <a:ext cx="228995" cy="216685"/>
            </a:xfrm>
            <a:custGeom>
              <a:rect b="b" l="l" r="r" t="t"/>
              <a:pathLst>
                <a:path extrusionOk="0" h="4823" w="5097">
                  <a:moveTo>
                    <a:pt x="215" y="1"/>
                  </a:moveTo>
                  <a:lnTo>
                    <a:pt x="1" y="358"/>
                  </a:lnTo>
                  <a:lnTo>
                    <a:pt x="4763" y="4823"/>
                  </a:lnTo>
                  <a:lnTo>
                    <a:pt x="5097" y="456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4" name="Google Shape;10484;p86"/>
            <p:cNvSpPr/>
            <p:nvPr/>
          </p:nvSpPr>
          <p:spPr>
            <a:xfrm>
              <a:off x="5634045" y="1643"/>
              <a:ext cx="973624" cy="724860"/>
            </a:xfrm>
            <a:custGeom>
              <a:rect b="b" l="l" r="r" t="t"/>
              <a:pathLst>
                <a:path extrusionOk="0" h="16134" w="21671">
                  <a:moveTo>
                    <a:pt x="20992" y="1"/>
                  </a:moveTo>
                  <a:lnTo>
                    <a:pt x="13860" y="5335"/>
                  </a:lnTo>
                  <a:lnTo>
                    <a:pt x="13538" y="5597"/>
                  </a:lnTo>
                  <a:lnTo>
                    <a:pt x="203" y="15586"/>
                  </a:lnTo>
                  <a:lnTo>
                    <a:pt x="1" y="15919"/>
                  </a:lnTo>
                  <a:cubicBezTo>
                    <a:pt x="60" y="15979"/>
                    <a:pt x="120" y="16062"/>
                    <a:pt x="156" y="16134"/>
                  </a:cubicBezTo>
                  <a:lnTo>
                    <a:pt x="13979" y="5787"/>
                  </a:lnTo>
                  <a:lnTo>
                    <a:pt x="14765" y="5192"/>
                  </a:lnTo>
                  <a:lnTo>
                    <a:pt x="216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5" name="Google Shape;10485;p86"/>
            <p:cNvSpPr/>
            <p:nvPr/>
          </p:nvSpPr>
          <p:spPr>
            <a:xfrm>
              <a:off x="5616389" y="1643"/>
              <a:ext cx="441368" cy="715246"/>
            </a:xfrm>
            <a:custGeom>
              <a:rect b="b" l="l" r="r" t="t"/>
              <a:pathLst>
                <a:path extrusionOk="0" h="15920" w="9824">
                  <a:moveTo>
                    <a:pt x="9347" y="1"/>
                  </a:moveTo>
                  <a:lnTo>
                    <a:pt x="9050" y="489"/>
                  </a:lnTo>
                  <a:lnTo>
                    <a:pt x="8835" y="846"/>
                  </a:lnTo>
                  <a:lnTo>
                    <a:pt x="1" y="15741"/>
                  </a:lnTo>
                  <a:cubicBezTo>
                    <a:pt x="144" y="15765"/>
                    <a:pt x="263" y="15824"/>
                    <a:pt x="370" y="15919"/>
                  </a:cubicBezTo>
                  <a:lnTo>
                    <a:pt x="572" y="15586"/>
                  </a:lnTo>
                  <a:lnTo>
                    <a:pt x="9145" y="1132"/>
                  </a:lnTo>
                  <a:lnTo>
                    <a:pt x="9359" y="775"/>
                  </a:lnTo>
                  <a:lnTo>
                    <a:pt x="98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6" name="Google Shape;10486;p86"/>
            <p:cNvSpPr/>
            <p:nvPr/>
          </p:nvSpPr>
          <p:spPr>
            <a:xfrm>
              <a:off x="4969702" y="287292"/>
              <a:ext cx="625346" cy="441907"/>
            </a:xfrm>
            <a:custGeom>
              <a:rect b="b" l="l" r="r" t="t"/>
              <a:pathLst>
                <a:path extrusionOk="0" h="9836" w="13919">
                  <a:moveTo>
                    <a:pt x="250" y="1"/>
                  </a:moveTo>
                  <a:cubicBezTo>
                    <a:pt x="191" y="120"/>
                    <a:pt x="107" y="239"/>
                    <a:pt x="0" y="310"/>
                  </a:cubicBezTo>
                  <a:lnTo>
                    <a:pt x="13693" y="9835"/>
                  </a:lnTo>
                  <a:cubicBezTo>
                    <a:pt x="13740" y="9716"/>
                    <a:pt x="13812" y="9597"/>
                    <a:pt x="13919" y="950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7" name="Google Shape;10487;p86"/>
            <p:cNvSpPr/>
            <p:nvPr/>
          </p:nvSpPr>
          <p:spPr>
            <a:xfrm>
              <a:off x="4959549" y="1643"/>
              <a:ext cx="181372" cy="238610"/>
            </a:xfrm>
            <a:custGeom>
              <a:rect b="b" l="l" r="r" t="t"/>
              <a:pathLst>
                <a:path extrusionOk="0" h="5311" w="4037">
                  <a:moveTo>
                    <a:pt x="3536" y="1"/>
                  </a:moveTo>
                  <a:lnTo>
                    <a:pt x="0" y="5085"/>
                  </a:lnTo>
                  <a:cubicBezTo>
                    <a:pt x="131" y="5132"/>
                    <a:pt x="250" y="5204"/>
                    <a:pt x="345" y="5311"/>
                  </a:cubicBezTo>
                  <a:lnTo>
                    <a:pt x="40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8" name="Google Shape;10488;p86"/>
            <p:cNvSpPr/>
            <p:nvPr/>
          </p:nvSpPr>
          <p:spPr>
            <a:xfrm>
              <a:off x="5312589" y="2183"/>
              <a:ext cx="238610" cy="146598"/>
            </a:xfrm>
            <a:custGeom>
              <a:rect b="b" l="l" r="r" t="t"/>
              <a:pathLst>
                <a:path extrusionOk="0" h="3263" w="5311">
                  <a:moveTo>
                    <a:pt x="4560" y="1"/>
                  </a:moveTo>
                  <a:lnTo>
                    <a:pt x="0" y="2906"/>
                  </a:lnTo>
                  <a:cubicBezTo>
                    <a:pt x="107" y="2989"/>
                    <a:pt x="179" y="3120"/>
                    <a:pt x="215" y="3263"/>
                  </a:cubicBezTo>
                  <a:lnTo>
                    <a:pt x="4417" y="560"/>
                  </a:lnTo>
                  <a:cubicBezTo>
                    <a:pt x="4406" y="524"/>
                    <a:pt x="4394" y="465"/>
                    <a:pt x="4394" y="405"/>
                  </a:cubicBezTo>
                  <a:cubicBezTo>
                    <a:pt x="4394" y="205"/>
                    <a:pt x="4550" y="46"/>
                    <a:pt x="4736" y="46"/>
                  </a:cubicBezTo>
                  <a:cubicBezTo>
                    <a:pt x="4749" y="46"/>
                    <a:pt x="4762" y="47"/>
                    <a:pt x="4775" y="48"/>
                  </a:cubicBezTo>
                  <a:cubicBezTo>
                    <a:pt x="4894" y="48"/>
                    <a:pt x="4989" y="108"/>
                    <a:pt x="5048" y="179"/>
                  </a:cubicBezTo>
                  <a:lnTo>
                    <a:pt x="5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9" name="Google Shape;10489;p86"/>
            <p:cNvSpPr/>
            <p:nvPr/>
          </p:nvSpPr>
          <p:spPr>
            <a:xfrm>
              <a:off x="5243580" y="1643"/>
              <a:ext cx="53509" cy="125752"/>
            </a:xfrm>
            <a:custGeom>
              <a:rect b="b" l="l" r="r" t="t"/>
              <a:pathLst>
                <a:path extrusionOk="0" h="2799" w="1191">
                  <a:moveTo>
                    <a:pt x="0" y="1"/>
                  </a:moveTo>
                  <a:lnTo>
                    <a:pt x="798" y="2799"/>
                  </a:lnTo>
                  <a:cubicBezTo>
                    <a:pt x="881" y="2751"/>
                    <a:pt x="1000" y="2727"/>
                    <a:pt x="1120" y="2727"/>
                  </a:cubicBezTo>
                  <a:cubicBezTo>
                    <a:pt x="1155" y="2727"/>
                    <a:pt x="1167" y="2727"/>
                    <a:pt x="1191" y="2739"/>
                  </a:cubicBez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0" name="Google Shape;10490;p86"/>
            <p:cNvSpPr/>
            <p:nvPr/>
          </p:nvSpPr>
          <p:spPr>
            <a:xfrm>
              <a:off x="4846107" y="1643"/>
              <a:ext cx="92056" cy="233803"/>
            </a:xfrm>
            <a:custGeom>
              <a:rect b="b" l="l" r="r" t="t"/>
              <a:pathLst>
                <a:path extrusionOk="0" h="5204" w="2049">
                  <a:moveTo>
                    <a:pt x="1" y="1"/>
                  </a:moveTo>
                  <a:lnTo>
                    <a:pt x="1656" y="5204"/>
                  </a:lnTo>
                  <a:cubicBezTo>
                    <a:pt x="1787" y="5132"/>
                    <a:pt x="1894" y="5073"/>
                    <a:pt x="2049" y="5061"/>
                  </a:cubicBezTo>
                  <a:lnTo>
                    <a:pt x="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1" name="Google Shape;10491;p86"/>
            <p:cNvSpPr/>
            <p:nvPr/>
          </p:nvSpPr>
          <p:spPr>
            <a:xfrm>
              <a:off x="7120606" y="480346"/>
              <a:ext cx="166951" cy="165423"/>
            </a:xfrm>
            <a:custGeom>
              <a:rect b="b" l="l" r="r" t="t"/>
              <a:pathLst>
                <a:path extrusionOk="0" h="3682" w="3716">
                  <a:moveTo>
                    <a:pt x="1866" y="1"/>
                  </a:moveTo>
                  <a:cubicBezTo>
                    <a:pt x="1554" y="1"/>
                    <a:pt x="1245" y="84"/>
                    <a:pt x="989" y="240"/>
                  </a:cubicBezTo>
                  <a:cubicBezTo>
                    <a:pt x="870" y="311"/>
                    <a:pt x="739" y="383"/>
                    <a:pt x="655" y="478"/>
                  </a:cubicBezTo>
                  <a:cubicBezTo>
                    <a:pt x="298" y="799"/>
                    <a:pt x="60" y="1252"/>
                    <a:pt x="48" y="1776"/>
                  </a:cubicBezTo>
                  <a:cubicBezTo>
                    <a:pt x="0" y="2788"/>
                    <a:pt x="810" y="3633"/>
                    <a:pt x="1810" y="3681"/>
                  </a:cubicBezTo>
                  <a:cubicBezTo>
                    <a:pt x="1832" y="3682"/>
                    <a:pt x="1854" y="3682"/>
                    <a:pt x="1875" y="3682"/>
                  </a:cubicBezTo>
                  <a:cubicBezTo>
                    <a:pt x="2859" y="3682"/>
                    <a:pt x="3680" y="2897"/>
                    <a:pt x="3715" y="1907"/>
                  </a:cubicBezTo>
                  <a:cubicBezTo>
                    <a:pt x="3715" y="1728"/>
                    <a:pt x="3703" y="1561"/>
                    <a:pt x="3679" y="1395"/>
                  </a:cubicBezTo>
                  <a:cubicBezTo>
                    <a:pt x="3644" y="1264"/>
                    <a:pt x="3596" y="1133"/>
                    <a:pt x="3548" y="1014"/>
                  </a:cubicBezTo>
                  <a:cubicBezTo>
                    <a:pt x="3286" y="549"/>
                    <a:pt x="2858" y="192"/>
                    <a:pt x="2334" y="61"/>
                  </a:cubicBezTo>
                  <a:cubicBezTo>
                    <a:pt x="2215" y="26"/>
                    <a:pt x="2084" y="2"/>
                    <a:pt x="1953" y="2"/>
                  </a:cubicBezTo>
                  <a:lnTo>
                    <a:pt x="1929" y="2"/>
                  </a:lnTo>
                  <a:cubicBezTo>
                    <a:pt x="1908" y="1"/>
                    <a:pt x="1887" y="1"/>
                    <a:pt x="18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2" name="Google Shape;10492;p86"/>
            <p:cNvSpPr/>
            <p:nvPr/>
          </p:nvSpPr>
          <p:spPr>
            <a:xfrm>
              <a:off x="7833651" y="1227131"/>
              <a:ext cx="86710" cy="85677"/>
            </a:xfrm>
            <a:custGeom>
              <a:rect b="b" l="l" r="r" t="t"/>
              <a:pathLst>
                <a:path extrusionOk="0" h="1907" w="1930">
                  <a:moveTo>
                    <a:pt x="989" y="1"/>
                  </a:moveTo>
                  <a:cubicBezTo>
                    <a:pt x="965" y="1"/>
                    <a:pt x="941" y="1"/>
                    <a:pt x="917" y="13"/>
                  </a:cubicBezTo>
                  <a:cubicBezTo>
                    <a:pt x="858" y="13"/>
                    <a:pt x="810" y="37"/>
                    <a:pt x="750" y="37"/>
                  </a:cubicBezTo>
                  <a:cubicBezTo>
                    <a:pt x="620" y="60"/>
                    <a:pt x="489" y="120"/>
                    <a:pt x="381" y="191"/>
                  </a:cubicBezTo>
                  <a:cubicBezTo>
                    <a:pt x="155" y="358"/>
                    <a:pt x="12" y="608"/>
                    <a:pt x="12" y="930"/>
                  </a:cubicBezTo>
                  <a:cubicBezTo>
                    <a:pt x="0" y="1442"/>
                    <a:pt x="393" y="1894"/>
                    <a:pt x="929" y="1906"/>
                  </a:cubicBezTo>
                  <a:cubicBezTo>
                    <a:pt x="937" y="1906"/>
                    <a:pt x="945" y="1906"/>
                    <a:pt x="952" y="1906"/>
                  </a:cubicBezTo>
                  <a:cubicBezTo>
                    <a:pt x="1466" y="1906"/>
                    <a:pt x="1882" y="1517"/>
                    <a:pt x="1917" y="989"/>
                  </a:cubicBezTo>
                  <a:cubicBezTo>
                    <a:pt x="1929" y="584"/>
                    <a:pt x="1691" y="227"/>
                    <a:pt x="1334" y="72"/>
                  </a:cubicBezTo>
                  <a:cubicBezTo>
                    <a:pt x="1227" y="37"/>
                    <a:pt x="1108" y="1"/>
                    <a:pt x="9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3" name="Google Shape;10493;p86"/>
            <p:cNvSpPr/>
            <p:nvPr/>
          </p:nvSpPr>
          <p:spPr>
            <a:xfrm>
              <a:off x="8798109" y="115040"/>
              <a:ext cx="86710" cy="85722"/>
            </a:xfrm>
            <a:custGeom>
              <a:rect b="b" l="l" r="r" t="t"/>
              <a:pathLst>
                <a:path extrusionOk="0" h="1908" w="1930">
                  <a:moveTo>
                    <a:pt x="1000" y="1"/>
                  </a:moveTo>
                  <a:cubicBezTo>
                    <a:pt x="917" y="1"/>
                    <a:pt x="822" y="25"/>
                    <a:pt x="750" y="37"/>
                  </a:cubicBezTo>
                  <a:cubicBezTo>
                    <a:pt x="619" y="60"/>
                    <a:pt x="477" y="120"/>
                    <a:pt x="381" y="215"/>
                  </a:cubicBezTo>
                  <a:cubicBezTo>
                    <a:pt x="167" y="382"/>
                    <a:pt x="36" y="632"/>
                    <a:pt x="24" y="930"/>
                  </a:cubicBezTo>
                  <a:cubicBezTo>
                    <a:pt x="0" y="1239"/>
                    <a:pt x="155" y="1537"/>
                    <a:pt x="393" y="1715"/>
                  </a:cubicBezTo>
                  <a:cubicBezTo>
                    <a:pt x="500" y="1811"/>
                    <a:pt x="631" y="1870"/>
                    <a:pt x="762" y="1894"/>
                  </a:cubicBezTo>
                  <a:cubicBezTo>
                    <a:pt x="822" y="1906"/>
                    <a:pt x="870" y="1906"/>
                    <a:pt x="929" y="1906"/>
                  </a:cubicBezTo>
                  <a:cubicBezTo>
                    <a:pt x="946" y="1907"/>
                    <a:pt x="962" y="1907"/>
                    <a:pt x="979" y="1907"/>
                  </a:cubicBezTo>
                  <a:cubicBezTo>
                    <a:pt x="1386" y="1907"/>
                    <a:pt x="1732" y="1629"/>
                    <a:pt x="1870" y="1251"/>
                  </a:cubicBezTo>
                  <a:cubicBezTo>
                    <a:pt x="1893" y="1168"/>
                    <a:pt x="1905" y="1096"/>
                    <a:pt x="1905" y="1001"/>
                  </a:cubicBezTo>
                  <a:cubicBezTo>
                    <a:pt x="1929" y="930"/>
                    <a:pt x="1905" y="870"/>
                    <a:pt x="1905" y="810"/>
                  </a:cubicBezTo>
                  <a:cubicBezTo>
                    <a:pt x="1834" y="358"/>
                    <a:pt x="1477" y="25"/>
                    <a:pt x="10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4" name="Google Shape;10494;p86"/>
            <p:cNvSpPr/>
            <p:nvPr/>
          </p:nvSpPr>
          <p:spPr>
            <a:xfrm>
              <a:off x="8121951" y="101158"/>
              <a:ext cx="86171" cy="85632"/>
            </a:xfrm>
            <a:custGeom>
              <a:rect b="b" l="l" r="r" t="t"/>
              <a:pathLst>
                <a:path extrusionOk="0" h="1906" w="1918">
                  <a:moveTo>
                    <a:pt x="967" y="0"/>
                  </a:moveTo>
                  <a:cubicBezTo>
                    <a:pt x="453" y="0"/>
                    <a:pt x="24" y="401"/>
                    <a:pt x="1" y="929"/>
                  </a:cubicBezTo>
                  <a:cubicBezTo>
                    <a:pt x="1" y="1000"/>
                    <a:pt x="1" y="1060"/>
                    <a:pt x="25" y="1131"/>
                  </a:cubicBezTo>
                  <a:cubicBezTo>
                    <a:pt x="48" y="1262"/>
                    <a:pt x="108" y="1393"/>
                    <a:pt x="179" y="1500"/>
                  </a:cubicBezTo>
                  <a:cubicBezTo>
                    <a:pt x="275" y="1631"/>
                    <a:pt x="394" y="1739"/>
                    <a:pt x="549" y="1822"/>
                  </a:cubicBezTo>
                  <a:cubicBezTo>
                    <a:pt x="668" y="1881"/>
                    <a:pt x="787" y="1905"/>
                    <a:pt x="930" y="1905"/>
                  </a:cubicBezTo>
                  <a:lnTo>
                    <a:pt x="941" y="1905"/>
                  </a:lnTo>
                  <a:cubicBezTo>
                    <a:pt x="1465" y="1893"/>
                    <a:pt x="1882" y="1489"/>
                    <a:pt x="1918" y="988"/>
                  </a:cubicBezTo>
                  <a:cubicBezTo>
                    <a:pt x="1918" y="893"/>
                    <a:pt x="1894" y="798"/>
                    <a:pt x="1882" y="715"/>
                  </a:cubicBezTo>
                  <a:cubicBezTo>
                    <a:pt x="1858" y="584"/>
                    <a:pt x="1775" y="465"/>
                    <a:pt x="1703" y="346"/>
                  </a:cubicBezTo>
                  <a:cubicBezTo>
                    <a:pt x="1632" y="238"/>
                    <a:pt x="1525" y="167"/>
                    <a:pt x="1406" y="107"/>
                  </a:cubicBezTo>
                  <a:cubicBezTo>
                    <a:pt x="1287" y="48"/>
                    <a:pt x="1156" y="0"/>
                    <a:pt x="1001" y="0"/>
                  </a:cubicBezTo>
                  <a:lnTo>
                    <a:pt x="989" y="0"/>
                  </a:lnTo>
                  <a:cubicBezTo>
                    <a:pt x="982" y="0"/>
                    <a:pt x="974" y="0"/>
                    <a:pt x="9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5" name="Google Shape;10495;p86"/>
            <p:cNvSpPr/>
            <p:nvPr/>
          </p:nvSpPr>
          <p:spPr>
            <a:xfrm>
              <a:off x="8352519" y="1025496"/>
              <a:ext cx="30012" cy="28394"/>
            </a:xfrm>
            <a:custGeom>
              <a:rect b="b" l="l" r="r" t="t"/>
              <a:pathLst>
                <a:path extrusionOk="0" h="632" w="668">
                  <a:moveTo>
                    <a:pt x="322" y="0"/>
                  </a:moveTo>
                  <a:cubicBezTo>
                    <a:pt x="274" y="0"/>
                    <a:pt x="215" y="12"/>
                    <a:pt x="191" y="24"/>
                  </a:cubicBezTo>
                  <a:cubicBezTo>
                    <a:pt x="72" y="72"/>
                    <a:pt x="0" y="179"/>
                    <a:pt x="0" y="310"/>
                  </a:cubicBezTo>
                  <a:cubicBezTo>
                    <a:pt x="0" y="334"/>
                    <a:pt x="0" y="369"/>
                    <a:pt x="12" y="381"/>
                  </a:cubicBezTo>
                  <a:cubicBezTo>
                    <a:pt x="36" y="536"/>
                    <a:pt x="155" y="631"/>
                    <a:pt x="322" y="631"/>
                  </a:cubicBezTo>
                  <a:cubicBezTo>
                    <a:pt x="501" y="631"/>
                    <a:pt x="655" y="500"/>
                    <a:pt x="667" y="322"/>
                  </a:cubicBezTo>
                  <a:cubicBezTo>
                    <a:pt x="667" y="250"/>
                    <a:pt x="655" y="179"/>
                    <a:pt x="608" y="131"/>
                  </a:cubicBezTo>
                  <a:cubicBezTo>
                    <a:pt x="512" y="60"/>
                    <a:pt x="429" y="0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6" name="Google Shape;10496;p86"/>
            <p:cNvSpPr/>
            <p:nvPr/>
          </p:nvSpPr>
          <p:spPr>
            <a:xfrm>
              <a:off x="4902311" y="228437"/>
              <a:ext cx="84014" cy="83026"/>
            </a:xfrm>
            <a:custGeom>
              <a:rect b="b" l="l" r="r" t="t"/>
              <a:pathLst>
                <a:path extrusionOk="0" h="1848" w="1870">
                  <a:moveTo>
                    <a:pt x="976" y="1"/>
                  </a:moveTo>
                  <a:cubicBezTo>
                    <a:pt x="917" y="1"/>
                    <a:pt x="857" y="1"/>
                    <a:pt x="798" y="13"/>
                  </a:cubicBezTo>
                  <a:cubicBezTo>
                    <a:pt x="667" y="25"/>
                    <a:pt x="536" y="84"/>
                    <a:pt x="417" y="156"/>
                  </a:cubicBezTo>
                  <a:cubicBezTo>
                    <a:pt x="179" y="322"/>
                    <a:pt x="24" y="596"/>
                    <a:pt x="24" y="894"/>
                  </a:cubicBezTo>
                  <a:cubicBezTo>
                    <a:pt x="0" y="1394"/>
                    <a:pt x="417" y="1823"/>
                    <a:pt x="917" y="1846"/>
                  </a:cubicBezTo>
                  <a:cubicBezTo>
                    <a:pt x="930" y="1847"/>
                    <a:pt x="943" y="1847"/>
                    <a:pt x="955" y="1847"/>
                  </a:cubicBezTo>
                  <a:cubicBezTo>
                    <a:pt x="1166" y="1847"/>
                    <a:pt x="1355" y="1756"/>
                    <a:pt x="1512" y="1644"/>
                  </a:cubicBezTo>
                  <a:cubicBezTo>
                    <a:pt x="1619" y="1549"/>
                    <a:pt x="1703" y="1442"/>
                    <a:pt x="1762" y="1323"/>
                  </a:cubicBezTo>
                  <a:cubicBezTo>
                    <a:pt x="1822" y="1203"/>
                    <a:pt x="1858" y="1084"/>
                    <a:pt x="1858" y="953"/>
                  </a:cubicBezTo>
                  <a:cubicBezTo>
                    <a:pt x="1869" y="680"/>
                    <a:pt x="1762" y="441"/>
                    <a:pt x="1607" y="275"/>
                  </a:cubicBezTo>
                  <a:cubicBezTo>
                    <a:pt x="1512" y="180"/>
                    <a:pt x="1393" y="96"/>
                    <a:pt x="1262" y="60"/>
                  </a:cubicBezTo>
                  <a:cubicBezTo>
                    <a:pt x="1167" y="25"/>
                    <a:pt x="1060" y="13"/>
                    <a:pt x="9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7" name="Google Shape;10497;p86"/>
            <p:cNvSpPr/>
            <p:nvPr/>
          </p:nvSpPr>
          <p:spPr>
            <a:xfrm>
              <a:off x="7656052" y="742947"/>
              <a:ext cx="59439" cy="58451"/>
            </a:xfrm>
            <a:custGeom>
              <a:rect b="b" l="l" r="r" t="t"/>
              <a:pathLst>
                <a:path extrusionOk="0" h="1301" w="1323">
                  <a:moveTo>
                    <a:pt x="662" y="1"/>
                  </a:moveTo>
                  <a:cubicBezTo>
                    <a:pt x="543" y="1"/>
                    <a:pt x="419" y="45"/>
                    <a:pt x="334" y="98"/>
                  </a:cubicBezTo>
                  <a:cubicBezTo>
                    <a:pt x="155" y="193"/>
                    <a:pt x="36" y="408"/>
                    <a:pt x="12" y="634"/>
                  </a:cubicBezTo>
                  <a:cubicBezTo>
                    <a:pt x="1" y="991"/>
                    <a:pt x="286" y="1301"/>
                    <a:pt x="643" y="1301"/>
                  </a:cubicBezTo>
                  <a:cubicBezTo>
                    <a:pt x="679" y="1301"/>
                    <a:pt x="715" y="1301"/>
                    <a:pt x="751" y="1289"/>
                  </a:cubicBezTo>
                  <a:cubicBezTo>
                    <a:pt x="893" y="1265"/>
                    <a:pt x="1013" y="1205"/>
                    <a:pt x="1120" y="1110"/>
                  </a:cubicBezTo>
                  <a:cubicBezTo>
                    <a:pt x="1167" y="1086"/>
                    <a:pt x="1179" y="1050"/>
                    <a:pt x="1215" y="1015"/>
                  </a:cubicBezTo>
                  <a:cubicBezTo>
                    <a:pt x="1286" y="908"/>
                    <a:pt x="1310" y="789"/>
                    <a:pt x="1322" y="669"/>
                  </a:cubicBezTo>
                  <a:lnTo>
                    <a:pt x="1322" y="634"/>
                  </a:lnTo>
                  <a:cubicBezTo>
                    <a:pt x="1322" y="300"/>
                    <a:pt x="1060" y="38"/>
                    <a:pt x="727" y="3"/>
                  </a:cubicBezTo>
                  <a:lnTo>
                    <a:pt x="703" y="3"/>
                  </a:lnTo>
                  <a:cubicBezTo>
                    <a:pt x="689" y="1"/>
                    <a:pt x="676" y="1"/>
                    <a:pt x="6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8" name="Google Shape;10498;p86"/>
            <p:cNvSpPr/>
            <p:nvPr/>
          </p:nvSpPr>
          <p:spPr>
            <a:xfrm>
              <a:off x="5263349" y="123082"/>
              <a:ext cx="58900" cy="58900"/>
            </a:xfrm>
            <a:custGeom>
              <a:rect b="b" l="l" r="r" t="t"/>
              <a:pathLst>
                <a:path extrusionOk="0" h="1311" w="1311">
                  <a:moveTo>
                    <a:pt x="668" y="0"/>
                  </a:moveTo>
                  <a:cubicBezTo>
                    <a:pt x="560" y="24"/>
                    <a:pt x="441" y="48"/>
                    <a:pt x="358" y="96"/>
                  </a:cubicBezTo>
                  <a:cubicBezTo>
                    <a:pt x="156" y="203"/>
                    <a:pt x="25" y="405"/>
                    <a:pt x="13" y="643"/>
                  </a:cubicBezTo>
                  <a:cubicBezTo>
                    <a:pt x="1" y="1001"/>
                    <a:pt x="275" y="1310"/>
                    <a:pt x="632" y="1310"/>
                  </a:cubicBezTo>
                  <a:cubicBezTo>
                    <a:pt x="989" y="1310"/>
                    <a:pt x="1287" y="1036"/>
                    <a:pt x="1311" y="691"/>
                  </a:cubicBezTo>
                  <a:cubicBezTo>
                    <a:pt x="1311" y="643"/>
                    <a:pt x="1311" y="584"/>
                    <a:pt x="1287" y="536"/>
                  </a:cubicBezTo>
                  <a:cubicBezTo>
                    <a:pt x="1263" y="405"/>
                    <a:pt x="1191" y="274"/>
                    <a:pt x="1084" y="179"/>
                  </a:cubicBezTo>
                  <a:cubicBezTo>
                    <a:pt x="989" y="96"/>
                    <a:pt x="870" y="36"/>
                    <a:pt x="739" y="24"/>
                  </a:cubicBezTo>
                  <a:cubicBezTo>
                    <a:pt x="715" y="24"/>
                    <a:pt x="691" y="0"/>
                    <a:pt x="6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9" name="Google Shape;10499;p86"/>
            <p:cNvSpPr/>
            <p:nvPr/>
          </p:nvSpPr>
          <p:spPr>
            <a:xfrm>
              <a:off x="5583232" y="708218"/>
              <a:ext cx="58900" cy="58945"/>
            </a:xfrm>
            <a:custGeom>
              <a:rect b="b" l="l" r="r" t="t"/>
              <a:pathLst>
                <a:path extrusionOk="0" h="1312" w="1311">
                  <a:moveTo>
                    <a:pt x="649" y="0"/>
                  </a:moveTo>
                  <a:cubicBezTo>
                    <a:pt x="502" y="0"/>
                    <a:pt x="383" y="57"/>
                    <a:pt x="275" y="133"/>
                  </a:cubicBezTo>
                  <a:cubicBezTo>
                    <a:pt x="167" y="228"/>
                    <a:pt x="72" y="347"/>
                    <a:pt x="48" y="478"/>
                  </a:cubicBezTo>
                  <a:cubicBezTo>
                    <a:pt x="37" y="526"/>
                    <a:pt x="25" y="585"/>
                    <a:pt x="25" y="645"/>
                  </a:cubicBezTo>
                  <a:cubicBezTo>
                    <a:pt x="1" y="1002"/>
                    <a:pt x="287" y="1312"/>
                    <a:pt x="644" y="1312"/>
                  </a:cubicBezTo>
                  <a:cubicBezTo>
                    <a:pt x="1001" y="1312"/>
                    <a:pt x="1299" y="1026"/>
                    <a:pt x="1310" y="692"/>
                  </a:cubicBezTo>
                  <a:cubicBezTo>
                    <a:pt x="1310" y="585"/>
                    <a:pt x="1299" y="490"/>
                    <a:pt x="1263" y="407"/>
                  </a:cubicBezTo>
                  <a:cubicBezTo>
                    <a:pt x="1239" y="335"/>
                    <a:pt x="1180" y="252"/>
                    <a:pt x="1120" y="192"/>
                  </a:cubicBezTo>
                  <a:cubicBezTo>
                    <a:pt x="1013" y="97"/>
                    <a:pt x="882" y="38"/>
                    <a:pt x="751" y="14"/>
                  </a:cubicBezTo>
                  <a:cubicBezTo>
                    <a:pt x="739" y="14"/>
                    <a:pt x="703" y="14"/>
                    <a:pt x="691" y="2"/>
                  </a:cubicBezTo>
                  <a:cubicBezTo>
                    <a:pt x="677" y="1"/>
                    <a:pt x="663" y="0"/>
                    <a:pt x="64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0" name="Google Shape;10500;p86"/>
            <p:cNvSpPr/>
            <p:nvPr/>
          </p:nvSpPr>
          <p:spPr>
            <a:xfrm>
              <a:off x="6850457" y="96351"/>
              <a:ext cx="58900" cy="58316"/>
            </a:xfrm>
            <a:custGeom>
              <a:rect b="b" l="l" r="r" t="t"/>
              <a:pathLst>
                <a:path extrusionOk="0" h="1298" w="1311">
                  <a:moveTo>
                    <a:pt x="691" y="0"/>
                  </a:moveTo>
                  <a:cubicBezTo>
                    <a:pt x="596" y="0"/>
                    <a:pt x="525" y="24"/>
                    <a:pt x="429" y="36"/>
                  </a:cubicBezTo>
                  <a:cubicBezTo>
                    <a:pt x="298" y="83"/>
                    <a:pt x="191" y="167"/>
                    <a:pt x="108" y="286"/>
                  </a:cubicBezTo>
                  <a:cubicBezTo>
                    <a:pt x="72" y="333"/>
                    <a:pt x="60" y="381"/>
                    <a:pt x="48" y="417"/>
                  </a:cubicBezTo>
                  <a:cubicBezTo>
                    <a:pt x="13" y="476"/>
                    <a:pt x="1" y="560"/>
                    <a:pt x="1" y="631"/>
                  </a:cubicBezTo>
                  <a:cubicBezTo>
                    <a:pt x="1" y="703"/>
                    <a:pt x="1" y="762"/>
                    <a:pt x="13" y="822"/>
                  </a:cubicBezTo>
                  <a:cubicBezTo>
                    <a:pt x="96" y="1095"/>
                    <a:pt x="334" y="1298"/>
                    <a:pt x="632" y="1298"/>
                  </a:cubicBezTo>
                  <a:cubicBezTo>
                    <a:pt x="703" y="1298"/>
                    <a:pt x="775" y="1286"/>
                    <a:pt x="834" y="1274"/>
                  </a:cubicBezTo>
                  <a:cubicBezTo>
                    <a:pt x="965" y="1238"/>
                    <a:pt x="1084" y="1167"/>
                    <a:pt x="1179" y="1048"/>
                  </a:cubicBezTo>
                  <a:cubicBezTo>
                    <a:pt x="1251" y="941"/>
                    <a:pt x="1298" y="822"/>
                    <a:pt x="1310" y="691"/>
                  </a:cubicBezTo>
                  <a:lnTo>
                    <a:pt x="1310" y="643"/>
                  </a:lnTo>
                  <a:cubicBezTo>
                    <a:pt x="1310" y="500"/>
                    <a:pt x="1263" y="357"/>
                    <a:pt x="1179" y="262"/>
                  </a:cubicBezTo>
                  <a:cubicBezTo>
                    <a:pt x="1060" y="107"/>
                    <a:pt x="882" y="24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1" name="Google Shape;10501;p86"/>
            <p:cNvSpPr/>
            <p:nvPr/>
          </p:nvSpPr>
          <p:spPr>
            <a:xfrm>
              <a:off x="7942241" y="853244"/>
              <a:ext cx="59933" cy="58900"/>
            </a:xfrm>
            <a:custGeom>
              <a:rect b="b" l="l" r="r" t="t"/>
              <a:pathLst>
                <a:path extrusionOk="0" h="1311" w="1334">
                  <a:moveTo>
                    <a:pt x="655" y="0"/>
                  </a:moveTo>
                  <a:cubicBezTo>
                    <a:pt x="441" y="0"/>
                    <a:pt x="238" y="108"/>
                    <a:pt x="119" y="286"/>
                  </a:cubicBezTo>
                  <a:cubicBezTo>
                    <a:pt x="48" y="393"/>
                    <a:pt x="0" y="512"/>
                    <a:pt x="0" y="643"/>
                  </a:cubicBezTo>
                  <a:lnTo>
                    <a:pt x="0" y="691"/>
                  </a:lnTo>
                  <a:cubicBezTo>
                    <a:pt x="0" y="929"/>
                    <a:pt x="143" y="1132"/>
                    <a:pt x="334" y="1239"/>
                  </a:cubicBezTo>
                  <a:cubicBezTo>
                    <a:pt x="417" y="1286"/>
                    <a:pt x="524" y="1310"/>
                    <a:pt x="631" y="1310"/>
                  </a:cubicBezTo>
                  <a:cubicBezTo>
                    <a:pt x="655" y="1310"/>
                    <a:pt x="703" y="1310"/>
                    <a:pt x="739" y="1298"/>
                  </a:cubicBezTo>
                  <a:cubicBezTo>
                    <a:pt x="870" y="1286"/>
                    <a:pt x="1000" y="1203"/>
                    <a:pt x="1108" y="1120"/>
                  </a:cubicBezTo>
                  <a:cubicBezTo>
                    <a:pt x="1215" y="1024"/>
                    <a:pt x="1274" y="893"/>
                    <a:pt x="1298" y="751"/>
                  </a:cubicBezTo>
                  <a:cubicBezTo>
                    <a:pt x="1310" y="715"/>
                    <a:pt x="1310" y="703"/>
                    <a:pt x="1310" y="679"/>
                  </a:cubicBezTo>
                  <a:cubicBezTo>
                    <a:pt x="1334" y="453"/>
                    <a:pt x="1227" y="239"/>
                    <a:pt x="1048" y="119"/>
                  </a:cubicBezTo>
                  <a:cubicBezTo>
                    <a:pt x="941" y="48"/>
                    <a:pt x="8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2" name="Google Shape;10502;p86"/>
            <p:cNvSpPr/>
            <p:nvPr/>
          </p:nvSpPr>
          <p:spPr>
            <a:xfrm>
              <a:off x="5509416" y="2722"/>
              <a:ext cx="33201" cy="34280"/>
            </a:xfrm>
            <a:custGeom>
              <a:rect b="b" l="l" r="r" t="t"/>
              <a:pathLst>
                <a:path extrusionOk="0" h="763" w="739">
                  <a:moveTo>
                    <a:pt x="382" y="1"/>
                  </a:moveTo>
                  <a:cubicBezTo>
                    <a:pt x="179" y="24"/>
                    <a:pt x="13" y="167"/>
                    <a:pt x="1" y="382"/>
                  </a:cubicBezTo>
                  <a:cubicBezTo>
                    <a:pt x="1" y="441"/>
                    <a:pt x="13" y="501"/>
                    <a:pt x="25" y="536"/>
                  </a:cubicBezTo>
                  <a:cubicBezTo>
                    <a:pt x="84" y="679"/>
                    <a:pt x="203" y="763"/>
                    <a:pt x="358" y="763"/>
                  </a:cubicBezTo>
                  <a:cubicBezTo>
                    <a:pt x="560" y="763"/>
                    <a:pt x="739" y="596"/>
                    <a:pt x="739" y="405"/>
                  </a:cubicBezTo>
                  <a:cubicBezTo>
                    <a:pt x="739" y="298"/>
                    <a:pt x="715" y="215"/>
                    <a:pt x="656" y="143"/>
                  </a:cubicBezTo>
                  <a:cubicBezTo>
                    <a:pt x="596" y="60"/>
                    <a:pt x="489" y="1"/>
                    <a:pt x="38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3" name="Google Shape;10503;p86"/>
            <p:cNvSpPr/>
            <p:nvPr/>
          </p:nvSpPr>
          <p:spPr>
            <a:xfrm>
              <a:off x="6911963" y="26264"/>
              <a:ext cx="33741" cy="33741"/>
            </a:xfrm>
            <a:custGeom>
              <a:rect b="b" l="l" r="r" t="t"/>
              <a:pathLst>
                <a:path extrusionOk="0" h="751" w="751">
                  <a:moveTo>
                    <a:pt x="394" y="0"/>
                  </a:moveTo>
                  <a:cubicBezTo>
                    <a:pt x="180" y="0"/>
                    <a:pt x="1" y="155"/>
                    <a:pt x="1" y="358"/>
                  </a:cubicBezTo>
                  <a:cubicBezTo>
                    <a:pt x="1" y="572"/>
                    <a:pt x="156" y="727"/>
                    <a:pt x="358" y="750"/>
                  </a:cubicBezTo>
                  <a:cubicBezTo>
                    <a:pt x="572" y="750"/>
                    <a:pt x="751" y="596"/>
                    <a:pt x="751" y="393"/>
                  </a:cubicBezTo>
                  <a:cubicBezTo>
                    <a:pt x="751" y="179"/>
                    <a:pt x="596" y="0"/>
                    <a:pt x="3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4" name="Google Shape;10504;p86"/>
            <p:cNvSpPr/>
            <p:nvPr/>
          </p:nvSpPr>
          <p:spPr>
            <a:xfrm>
              <a:off x="7304090" y="451503"/>
              <a:ext cx="33201" cy="33741"/>
            </a:xfrm>
            <a:custGeom>
              <a:rect b="b" l="l" r="r" t="t"/>
              <a:pathLst>
                <a:path extrusionOk="0" h="751" w="739">
                  <a:moveTo>
                    <a:pt x="358" y="0"/>
                  </a:moveTo>
                  <a:cubicBezTo>
                    <a:pt x="165" y="0"/>
                    <a:pt x="0" y="141"/>
                    <a:pt x="0" y="358"/>
                  </a:cubicBezTo>
                  <a:cubicBezTo>
                    <a:pt x="0" y="572"/>
                    <a:pt x="143" y="751"/>
                    <a:pt x="357" y="751"/>
                  </a:cubicBezTo>
                  <a:cubicBezTo>
                    <a:pt x="560" y="751"/>
                    <a:pt x="738" y="584"/>
                    <a:pt x="738" y="394"/>
                  </a:cubicBezTo>
                  <a:cubicBezTo>
                    <a:pt x="738" y="179"/>
                    <a:pt x="596" y="1"/>
                    <a:pt x="381" y="1"/>
                  </a:cubicBezTo>
                  <a:cubicBezTo>
                    <a:pt x="373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5" name="Google Shape;10505;p86"/>
            <p:cNvSpPr/>
            <p:nvPr/>
          </p:nvSpPr>
          <p:spPr>
            <a:xfrm>
              <a:off x="7549080" y="406575"/>
              <a:ext cx="33741" cy="34280"/>
            </a:xfrm>
            <a:custGeom>
              <a:rect b="b" l="l" r="r" t="t"/>
              <a:pathLst>
                <a:path extrusionOk="0" h="763" w="751">
                  <a:moveTo>
                    <a:pt x="393" y="1"/>
                  </a:moveTo>
                  <a:cubicBezTo>
                    <a:pt x="334" y="1"/>
                    <a:pt x="274" y="25"/>
                    <a:pt x="226" y="36"/>
                  </a:cubicBezTo>
                  <a:cubicBezTo>
                    <a:pt x="96" y="96"/>
                    <a:pt x="0" y="215"/>
                    <a:pt x="0" y="358"/>
                  </a:cubicBezTo>
                  <a:lnTo>
                    <a:pt x="0" y="382"/>
                  </a:lnTo>
                  <a:cubicBezTo>
                    <a:pt x="0" y="536"/>
                    <a:pt x="96" y="679"/>
                    <a:pt x="226" y="739"/>
                  </a:cubicBezTo>
                  <a:cubicBezTo>
                    <a:pt x="274" y="751"/>
                    <a:pt x="298" y="763"/>
                    <a:pt x="346" y="763"/>
                  </a:cubicBezTo>
                  <a:lnTo>
                    <a:pt x="357" y="763"/>
                  </a:lnTo>
                  <a:cubicBezTo>
                    <a:pt x="512" y="763"/>
                    <a:pt x="643" y="679"/>
                    <a:pt x="703" y="560"/>
                  </a:cubicBezTo>
                  <a:cubicBezTo>
                    <a:pt x="738" y="513"/>
                    <a:pt x="750" y="453"/>
                    <a:pt x="750" y="406"/>
                  </a:cubicBezTo>
                  <a:cubicBezTo>
                    <a:pt x="750" y="286"/>
                    <a:pt x="703" y="167"/>
                    <a:pt x="619" y="96"/>
                  </a:cubicBezTo>
                  <a:cubicBezTo>
                    <a:pt x="560" y="48"/>
                    <a:pt x="477" y="1"/>
                    <a:pt x="39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6" name="Google Shape;10506;p86"/>
            <p:cNvSpPr/>
            <p:nvPr/>
          </p:nvSpPr>
          <p:spPr>
            <a:xfrm>
              <a:off x="6200536" y="299064"/>
              <a:ext cx="34280" cy="33785"/>
            </a:xfrm>
            <a:custGeom>
              <a:rect b="b" l="l" r="r" t="t"/>
              <a:pathLst>
                <a:path extrusionOk="0" h="752" w="763">
                  <a:moveTo>
                    <a:pt x="394" y="1"/>
                  </a:moveTo>
                  <a:cubicBezTo>
                    <a:pt x="179" y="1"/>
                    <a:pt x="1" y="155"/>
                    <a:pt x="1" y="358"/>
                  </a:cubicBezTo>
                  <a:cubicBezTo>
                    <a:pt x="1" y="560"/>
                    <a:pt x="155" y="751"/>
                    <a:pt x="358" y="751"/>
                  </a:cubicBezTo>
                  <a:cubicBezTo>
                    <a:pt x="365" y="751"/>
                    <a:pt x="371" y="751"/>
                    <a:pt x="378" y="751"/>
                  </a:cubicBezTo>
                  <a:cubicBezTo>
                    <a:pt x="573" y="751"/>
                    <a:pt x="751" y="589"/>
                    <a:pt x="751" y="393"/>
                  </a:cubicBezTo>
                  <a:cubicBezTo>
                    <a:pt x="763" y="179"/>
                    <a:pt x="596" y="1"/>
                    <a:pt x="3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07" name="Google Shape;10507;p86"/>
          <p:cNvSpPr txBox="1"/>
          <p:nvPr>
            <p:ph type="title"/>
          </p:nvPr>
        </p:nvSpPr>
        <p:spPr>
          <a:xfrm>
            <a:off x="1800100" y="2997267"/>
            <a:ext cx="12643200" cy="43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0508" name="Google Shape;10508;p86"/>
          <p:cNvSpPr txBox="1"/>
          <p:nvPr>
            <p:ph idx="1" type="subTitle"/>
          </p:nvPr>
        </p:nvSpPr>
        <p:spPr>
          <a:xfrm>
            <a:off x="1800100" y="8157267"/>
            <a:ext cx="12643200" cy="26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10509" name="Shape 10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10" name="Google Shape;10510;p87"/>
          <p:cNvGrpSpPr/>
          <p:nvPr/>
        </p:nvGrpSpPr>
        <p:grpSpPr>
          <a:xfrm rot="-5400000">
            <a:off x="161952" y="8591072"/>
            <a:ext cx="4819951" cy="5144021"/>
            <a:chOff x="4060900" y="1586625"/>
            <a:chExt cx="982000" cy="1048025"/>
          </a:xfrm>
        </p:grpSpPr>
        <p:sp>
          <p:nvSpPr>
            <p:cNvPr id="10511" name="Google Shape;10511;p87"/>
            <p:cNvSpPr/>
            <p:nvPr/>
          </p:nvSpPr>
          <p:spPr>
            <a:xfrm>
              <a:off x="4535675" y="1586625"/>
              <a:ext cx="155700" cy="223875"/>
            </a:xfrm>
            <a:custGeom>
              <a:rect b="b" l="l" r="r" t="t"/>
              <a:pathLst>
                <a:path extrusionOk="0" h="8955" w="6228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2" name="Google Shape;10512;p87"/>
            <p:cNvSpPr/>
            <p:nvPr/>
          </p:nvSpPr>
          <p:spPr>
            <a:xfrm>
              <a:off x="4392200" y="1586625"/>
              <a:ext cx="25025" cy="13125"/>
            </a:xfrm>
            <a:custGeom>
              <a:rect b="b" l="l" r="r" t="t"/>
              <a:pathLst>
                <a:path extrusionOk="0" h="525" w="1001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3" name="Google Shape;10513;p87"/>
            <p:cNvSpPr/>
            <p:nvPr/>
          </p:nvSpPr>
          <p:spPr>
            <a:xfrm>
              <a:off x="4244875" y="1599725"/>
              <a:ext cx="147950" cy="103625"/>
            </a:xfrm>
            <a:custGeom>
              <a:rect b="b" l="l" r="r" t="t"/>
              <a:pathLst>
                <a:path extrusionOk="0" h="4145" w="5918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4" name="Google Shape;10514;p87"/>
            <p:cNvSpPr/>
            <p:nvPr/>
          </p:nvSpPr>
          <p:spPr>
            <a:xfrm>
              <a:off x="4368975" y="1586625"/>
              <a:ext cx="317625" cy="228925"/>
            </a:xfrm>
            <a:custGeom>
              <a:rect b="b" l="l" r="r" t="t"/>
              <a:pathLst>
                <a:path extrusionOk="0" h="9157" w="12705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5" name="Google Shape;10515;p87"/>
            <p:cNvSpPr/>
            <p:nvPr/>
          </p:nvSpPr>
          <p:spPr>
            <a:xfrm>
              <a:off x="4224025" y="1586625"/>
              <a:ext cx="14025" cy="106900"/>
            </a:xfrm>
            <a:custGeom>
              <a:rect b="b" l="l" r="r" t="t"/>
              <a:pathLst>
                <a:path extrusionOk="0" h="4276" w="561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6" name="Google Shape;10516;p87"/>
            <p:cNvSpPr/>
            <p:nvPr/>
          </p:nvSpPr>
          <p:spPr>
            <a:xfrm>
              <a:off x="4149025" y="1586625"/>
              <a:ext cx="80975" cy="110475"/>
            </a:xfrm>
            <a:custGeom>
              <a:rect b="b" l="l" r="r" t="t"/>
              <a:pathLst>
                <a:path extrusionOk="0" h="4419" w="3239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7" name="Google Shape;10517;p87"/>
            <p:cNvSpPr/>
            <p:nvPr/>
          </p:nvSpPr>
          <p:spPr>
            <a:xfrm>
              <a:off x="4705925" y="1827450"/>
              <a:ext cx="298275" cy="234875"/>
            </a:xfrm>
            <a:custGeom>
              <a:rect b="b" l="l" r="r" t="t"/>
              <a:pathLst>
                <a:path extrusionOk="0" h="9395" w="11931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8" name="Google Shape;10518;p87"/>
            <p:cNvSpPr/>
            <p:nvPr/>
          </p:nvSpPr>
          <p:spPr>
            <a:xfrm>
              <a:off x="4240700" y="1717600"/>
              <a:ext cx="163125" cy="235475"/>
            </a:xfrm>
            <a:custGeom>
              <a:rect b="b" l="l" r="r" t="t"/>
              <a:pathLst>
                <a:path extrusionOk="0" h="9419" w="6525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9" name="Google Shape;10519;p87"/>
            <p:cNvSpPr/>
            <p:nvPr/>
          </p:nvSpPr>
          <p:spPr>
            <a:xfrm>
              <a:off x="4165400" y="1884000"/>
              <a:ext cx="124725" cy="117300"/>
            </a:xfrm>
            <a:custGeom>
              <a:rect b="b" l="l" r="r" t="t"/>
              <a:pathLst>
                <a:path extrusionOk="0" h="4692" w="4989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0" name="Google Shape;10520;p87"/>
            <p:cNvSpPr/>
            <p:nvPr/>
          </p:nvSpPr>
          <p:spPr>
            <a:xfrm>
              <a:off x="4415725" y="1825350"/>
              <a:ext cx="268800" cy="134875"/>
            </a:xfrm>
            <a:custGeom>
              <a:rect b="b" l="l" r="r" t="t"/>
              <a:pathLst>
                <a:path extrusionOk="0" h="5395" w="10752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1" name="Google Shape;10521;p87"/>
            <p:cNvSpPr/>
            <p:nvPr/>
          </p:nvSpPr>
          <p:spPr>
            <a:xfrm>
              <a:off x="4410950" y="1967925"/>
              <a:ext cx="78325" cy="111950"/>
            </a:xfrm>
            <a:custGeom>
              <a:rect b="b" l="l" r="r" t="t"/>
              <a:pathLst>
                <a:path extrusionOk="0" h="4478" w="3133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2" name="Google Shape;10522;p87"/>
            <p:cNvSpPr/>
            <p:nvPr/>
          </p:nvSpPr>
          <p:spPr>
            <a:xfrm>
              <a:off x="4061200" y="2123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3" name="Google Shape;10523;p87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4" name="Google Shape;10524;p87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5" name="Google Shape;10525;p87"/>
            <p:cNvSpPr/>
            <p:nvPr/>
          </p:nvSpPr>
          <p:spPr>
            <a:xfrm>
              <a:off x="4313325" y="1964350"/>
              <a:ext cx="84550" cy="44675"/>
            </a:xfrm>
            <a:custGeom>
              <a:rect b="b" l="l" r="r" t="t"/>
              <a:pathLst>
                <a:path extrusionOk="0" h="1787" w="3382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6" name="Google Shape;10526;p87"/>
            <p:cNvSpPr/>
            <p:nvPr/>
          </p:nvSpPr>
          <p:spPr>
            <a:xfrm>
              <a:off x="4068650" y="2015250"/>
              <a:ext cx="221775" cy="104225"/>
            </a:xfrm>
            <a:custGeom>
              <a:rect b="b" l="l" r="r" t="t"/>
              <a:pathLst>
                <a:path extrusionOk="0" h="4169" w="8871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7" name="Google Shape;10527;p87"/>
            <p:cNvSpPr/>
            <p:nvPr/>
          </p:nvSpPr>
          <p:spPr>
            <a:xfrm>
              <a:off x="4060900" y="2122125"/>
              <a:ext cx="25" cy="900"/>
            </a:xfrm>
            <a:custGeom>
              <a:rect b="b" l="l" r="r" t="t"/>
              <a:pathLst>
                <a:path extrusionOk="0" h="36" w="1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8" name="Google Shape;10528;p87"/>
            <p:cNvSpPr/>
            <p:nvPr/>
          </p:nvSpPr>
          <p:spPr>
            <a:xfrm>
              <a:off x="4060900" y="21233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9" name="Google Shape;10529;p87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0" name="Google Shape;10530;p87"/>
            <p:cNvSpPr/>
            <p:nvPr/>
          </p:nvSpPr>
          <p:spPr>
            <a:xfrm>
              <a:off x="4060900" y="1888450"/>
              <a:ext cx="92900" cy="233400"/>
            </a:xfrm>
            <a:custGeom>
              <a:rect b="b" l="l" r="r" t="t"/>
              <a:pathLst>
                <a:path extrusionOk="0" h="9336" w="3716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1" name="Google Shape;10531;p87"/>
            <p:cNvSpPr/>
            <p:nvPr/>
          </p:nvSpPr>
          <p:spPr>
            <a:xfrm>
              <a:off x="4060900" y="21236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2" name="Google Shape;10532;p87"/>
            <p:cNvSpPr/>
            <p:nvPr/>
          </p:nvSpPr>
          <p:spPr>
            <a:xfrm>
              <a:off x="4061200" y="2124500"/>
              <a:ext cx="217925" cy="393825"/>
            </a:xfrm>
            <a:custGeom>
              <a:rect b="b" l="l" r="r" t="t"/>
              <a:pathLst>
                <a:path extrusionOk="0" h="15753" w="8717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3" name="Google Shape;10533;p87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4" name="Google Shape;10534;p87"/>
            <p:cNvSpPr/>
            <p:nvPr/>
          </p:nvSpPr>
          <p:spPr>
            <a:xfrm>
              <a:off x="4060900" y="2123000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5" name="Google Shape;10535;p87"/>
            <p:cNvSpPr/>
            <p:nvPr/>
          </p:nvSpPr>
          <p:spPr>
            <a:xfrm>
              <a:off x="4062400" y="2119775"/>
              <a:ext cx="325" cy="275"/>
            </a:xfrm>
            <a:custGeom>
              <a:rect b="b" l="l" r="r" t="t"/>
              <a:pathLst>
                <a:path extrusionOk="0" h="11" w="13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6" name="Google Shape;10536;p87"/>
            <p:cNvSpPr/>
            <p:nvPr/>
          </p:nvSpPr>
          <p:spPr>
            <a:xfrm>
              <a:off x="4061200" y="21206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7" name="Google Shape;10537;p87"/>
            <p:cNvSpPr/>
            <p:nvPr/>
          </p:nvSpPr>
          <p:spPr>
            <a:xfrm>
              <a:off x="4062400" y="212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8" name="Google Shape;10538;p87"/>
            <p:cNvSpPr/>
            <p:nvPr/>
          </p:nvSpPr>
          <p:spPr>
            <a:xfrm>
              <a:off x="4063000" y="21194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9" name="Google Shape;10539;p87"/>
            <p:cNvSpPr/>
            <p:nvPr/>
          </p:nvSpPr>
          <p:spPr>
            <a:xfrm>
              <a:off x="4348750" y="2085200"/>
              <a:ext cx="488175" cy="446225"/>
            </a:xfrm>
            <a:custGeom>
              <a:rect b="b" l="l" r="r" t="t"/>
              <a:pathLst>
                <a:path extrusionOk="0" h="17849" w="19527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0" name="Google Shape;10540;p87"/>
            <p:cNvSpPr/>
            <p:nvPr/>
          </p:nvSpPr>
          <p:spPr>
            <a:xfrm>
              <a:off x="4521375" y="2069725"/>
              <a:ext cx="477175" cy="31875"/>
            </a:xfrm>
            <a:custGeom>
              <a:rect b="b" l="l" r="r" t="t"/>
              <a:pathLst>
                <a:path extrusionOk="0" h="1275" w="19087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1" name="Google Shape;10541;p87"/>
            <p:cNvSpPr/>
            <p:nvPr/>
          </p:nvSpPr>
          <p:spPr>
            <a:xfrm>
              <a:off x="4060900" y="2098000"/>
              <a:ext cx="405150" cy="28075"/>
            </a:xfrm>
            <a:custGeom>
              <a:rect b="b" l="l" r="r" t="t"/>
              <a:pathLst>
                <a:path extrusionOk="0" h="1123" w="16206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2" name="Google Shape;10542;p87"/>
            <p:cNvSpPr/>
            <p:nvPr/>
          </p:nvSpPr>
          <p:spPr>
            <a:xfrm>
              <a:off x="4238325" y="2509150"/>
              <a:ext cx="136050" cy="125500"/>
            </a:xfrm>
            <a:custGeom>
              <a:rect b="b" l="l" r="r" t="t"/>
              <a:pathLst>
                <a:path extrusionOk="0" h="5020" w="5442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3" name="Google Shape;10543;p87"/>
            <p:cNvSpPr/>
            <p:nvPr/>
          </p:nvSpPr>
          <p:spPr>
            <a:xfrm>
              <a:off x="4463650" y="2077450"/>
              <a:ext cx="61025" cy="59300"/>
            </a:xfrm>
            <a:custGeom>
              <a:rect b="b" l="l" r="r" t="t"/>
              <a:pathLst>
                <a:path extrusionOk="0" h="2372" w="2441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4" name="Google Shape;10544;p87"/>
            <p:cNvSpPr/>
            <p:nvPr/>
          </p:nvSpPr>
          <p:spPr>
            <a:xfrm>
              <a:off x="4997625" y="2051475"/>
              <a:ext cx="45275" cy="42075"/>
            </a:xfrm>
            <a:custGeom>
              <a:rect b="b" l="l" r="r" t="t"/>
              <a:pathLst>
                <a:path extrusionOk="0" h="1683" w="1811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5" name="Google Shape;10545;p87"/>
            <p:cNvSpPr/>
            <p:nvPr/>
          </p:nvSpPr>
          <p:spPr>
            <a:xfrm>
              <a:off x="4680925" y="1807100"/>
              <a:ext cx="31875" cy="29875"/>
            </a:xfrm>
            <a:custGeom>
              <a:rect b="b" l="l" r="r" t="t"/>
              <a:pathLst>
                <a:path extrusionOk="0" h="1195" w="1275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6" name="Google Shape;10546;p87"/>
            <p:cNvSpPr/>
            <p:nvPr/>
          </p:nvSpPr>
          <p:spPr>
            <a:xfrm>
              <a:off x="4217475" y="1692975"/>
              <a:ext cx="32775" cy="29775"/>
            </a:xfrm>
            <a:custGeom>
              <a:rect b="b" l="l" r="r" t="t"/>
              <a:pathLst>
                <a:path extrusionOk="0" h="1191" w="1311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7" name="Google Shape;10547;p87"/>
            <p:cNvSpPr/>
            <p:nvPr/>
          </p:nvSpPr>
          <p:spPr>
            <a:xfrm>
              <a:off x="4181750" y="2480200"/>
              <a:ext cx="48250" cy="41975"/>
            </a:xfrm>
            <a:custGeom>
              <a:rect b="b" l="l" r="r" t="t"/>
              <a:pathLst>
                <a:path extrusionOk="0" h="1679" w="193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8" name="Google Shape;10548;p87"/>
            <p:cNvSpPr/>
            <p:nvPr/>
          </p:nvSpPr>
          <p:spPr>
            <a:xfrm>
              <a:off x="4137400" y="1857875"/>
              <a:ext cx="38125" cy="33450"/>
            </a:xfrm>
            <a:custGeom>
              <a:rect b="b" l="l" r="r" t="t"/>
              <a:pathLst>
                <a:path extrusionOk="0" h="1338" w="1525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9" name="Google Shape;10549;p87"/>
            <p:cNvSpPr/>
            <p:nvPr/>
          </p:nvSpPr>
          <p:spPr>
            <a:xfrm>
              <a:off x="4394275" y="1948925"/>
              <a:ext cx="24450" cy="24450"/>
            </a:xfrm>
            <a:custGeom>
              <a:rect b="b" l="l" r="r" t="t"/>
              <a:pathLst>
                <a:path extrusionOk="0" h="978" w="978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0" name="Google Shape;10550;p87"/>
            <p:cNvSpPr/>
            <p:nvPr/>
          </p:nvSpPr>
          <p:spPr>
            <a:xfrm>
              <a:off x="4283550" y="1992300"/>
              <a:ext cx="31000" cy="30675"/>
            </a:xfrm>
            <a:custGeom>
              <a:rect b="b" l="l" r="r" t="t"/>
              <a:pathLst>
                <a:path extrusionOk="0" h="1227" w="124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51" name="Google Shape;10551;p87"/>
          <p:cNvGrpSpPr/>
          <p:nvPr/>
        </p:nvGrpSpPr>
        <p:grpSpPr>
          <a:xfrm flipH="1" rot="5400000">
            <a:off x="19256746" y="8454545"/>
            <a:ext cx="4819951" cy="5144021"/>
            <a:chOff x="4060900" y="1586625"/>
            <a:chExt cx="982000" cy="1048025"/>
          </a:xfrm>
        </p:grpSpPr>
        <p:sp>
          <p:nvSpPr>
            <p:cNvPr id="10552" name="Google Shape;10552;p87"/>
            <p:cNvSpPr/>
            <p:nvPr/>
          </p:nvSpPr>
          <p:spPr>
            <a:xfrm>
              <a:off x="4535675" y="1586625"/>
              <a:ext cx="155700" cy="223875"/>
            </a:xfrm>
            <a:custGeom>
              <a:rect b="b" l="l" r="r" t="t"/>
              <a:pathLst>
                <a:path extrusionOk="0" h="8955" w="6228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3" name="Google Shape;10553;p87"/>
            <p:cNvSpPr/>
            <p:nvPr/>
          </p:nvSpPr>
          <p:spPr>
            <a:xfrm>
              <a:off x="4392200" y="1586625"/>
              <a:ext cx="25025" cy="13125"/>
            </a:xfrm>
            <a:custGeom>
              <a:rect b="b" l="l" r="r" t="t"/>
              <a:pathLst>
                <a:path extrusionOk="0" h="525" w="1001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4" name="Google Shape;10554;p87"/>
            <p:cNvSpPr/>
            <p:nvPr/>
          </p:nvSpPr>
          <p:spPr>
            <a:xfrm>
              <a:off x="4244875" y="1599725"/>
              <a:ext cx="147950" cy="103625"/>
            </a:xfrm>
            <a:custGeom>
              <a:rect b="b" l="l" r="r" t="t"/>
              <a:pathLst>
                <a:path extrusionOk="0" h="4145" w="5918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5" name="Google Shape;10555;p87"/>
            <p:cNvSpPr/>
            <p:nvPr/>
          </p:nvSpPr>
          <p:spPr>
            <a:xfrm>
              <a:off x="4368975" y="1586625"/>
              <a:ext cx="317625" cy="228925"/>
            </a:xfrm>
            <a:custGeom>
              <a:rect b="b" l="l" r="r" t="t"/>
              <a:pathLst>
                <a:path extrusionOk="0" h="9157" w="12705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6" name="Google Shape;10556;p87"/>
            <p:cNvSpPr/>
            <p:nvPr/>
          </p:nvSpPr>
          <p:spPr>
            <a:xfrm>
              <a:off x="4224025" y="1586625"/>
              <a:ext cx="14025" cy="106900"/>
            </a:xfrm>
            <a:custGeom>
              <a:rect b="b" l="l" r="r" t="t"/>
              <a:pathLst>
                <a:path extrusionOk="0" h="4276" w="561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7" name="Google Shape;10557;p87"/>
            <p:cNvSpPr/>
            <p:nvPr/>
          </p:nvSpPr>
          <p:spPr>
            <a:xfrm>
              <a:off x="4149025" y="1586625"/>
              <a:ext cx="80975" cy="110475"/>
            </a:xfrm>
            <a:custGeom>
              <a:rect b="b" l="l" r="r" t="t"/>
              <a:pathLst>
                <a:path extrusionOk="0" h="4419" w="3239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8" name="Google Shape;10558;p87"/>
            <p:cNvSpPr/>
            <p:nvPr/>
          </p:nvSpPr>
          <p:spPr>
            <a:xfrm>
              <a:off x="4705925" y="1827450"/>
              <a:ext cx="298275" cy="234875"/>
            </a:xfrm>
            <a:custGeom>
              <a:rect b="b" l="l" r="r" t="t"/>
              <a:pathLst>
                <a:path extrusionOk="0" h="9395" w="11931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9" name="Google Shape;10559;p87"/>
            <p:cNvSpPr/>
            <p:nvPr/>
          </p:nvSpPr>
          <p:spPr>
            <a:xfrm>
              <a:off x="4240700" y="1717600"/>
              <a:ext cx="163125" cy="235475"/>
            </a:xfrm>
            <a:custGeom>
              <a:rect b="b" l="l" r="r" t="t"/>
              <a:pathLst>
                <a:path extrusionOk="0" h="9419" w="6525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0" name="Google Shape;10560;p87"/>
            <p:cNvSpPr/>
            <p:nvPr/>
          </p:nvSpPr>
          <p:spPr>
            <a:xfrm>
              <a:off x="4165400" y="1884000"/>
              <a:ext cx="124725" cy="117300"/>
            </a:xfrm>
            <a:custGeom>
              <a:rect b="b" l="l" r="r" t="t"/>
              <a:pathLst>
                <a:path extrusionOk="0" h="4692" w="4989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1" name="Google Shape;10561;p87"/>
            <p:cNvSpPr/>
            <p:nvPr/>
          </p:nvSpPr>
          <p:spPr>
            <a:xfrm>
              <a:off x="4415725" y="1825350"/>
              <a:ext cx="268800" cy="134875"/>
            </a:xfrm>
            <a:custGeom>
              <a:rect b="b" l="l" r="r" t="t"/>
              <a:pathLst>
                <a:path extrusionOk="0" h="5395" w="10752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2" name="Google Shape;10562;p87"/>
            <p:cNvSpPr/>
            <p:nvPr/>
          </p:nvSpPr>
          <p:spPr>
            <a:xfrm>
              <a:off x="4410950" y="1967925"/>
              <a:ext cx="78325" cy="111950"/>
            </a:xfrm>
            <a:custGeom>
              <a:rect b="b" l="l" r="r" t="t"/>
              <a:pathLst>
                <a:path extrusionOk="0" h="4478" w="3133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3" name="Google Shape;10563;p87"/>
            <p:cNvSpPr/>
            <p:nvPr/>
          </p:nvSpPr>
          <p:spPr>
            <a:xfrm>
              <a:off x="4061200" y="2123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4" name="Google Shape;10564;p87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5" name="Google Shape;10565;p87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6" name="Google Shape;10566;p87"/>
            <p:cNvSpPr/>
            <p:nvPr/>
          </p:nvSpPr>
          <p:spPr>
            <a:xfrm>
              <a:off x="4313325" y="1964350"/>
              <a:ext cx="84550" cy="44675"/>
            </a:xfrm>
            <a:custGeom>
              <a:rect b="b" l="l" r="r" t="t"/>
              <a:pathLst>
                <a:path extrusionOk="0" h="1787" w="3382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7" name="Google Shape;10567;p87"/>
            <p:cNvSpPr/>
            <p:nvPr/>
          </p:nvSpPr>
          <p:spPr>
            <a:xfrm>
              <a:off x="4068650" y="2015250"/>
              <a:ext cx="221775" cy="104225"/>
            </a:xfrm>
            <a:custGeom>
              <a:rect b="b" l="l" r="r" t="t"/>
              <a:pathLst>
                <a:path extrusionOk="0" h="4169" w="8871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8" name="Google Shape;10568;p87"/>
            <p:cNvSpPr/>
            <p:nvPr/>
          </p:nvSpPr>
          <p:spPr>
            <a:xfrm>
              <a:off x="4060900" y="2122125"/>
              <a:ext cx="25" cy="900"/>
            </a:xfrm>
            <a:custGeom>
              <a:rect b="b" l="l" r="r" t="t"/>
              <a:pathLst>
                <a:path extrusionOk="0" h="36" w="1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9" name="Google Shape;10569;p87"/>
            <p:cNvSpPr/>
            <p:nvPr/>
          </p:nvSpPr>
          <p:spPr>
            <a:xfrm>
              <a:off x="4060900" y="21233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0" name="Google Shape;10570;p87"/>
            <p:cNvSpPr/>
            <p:nvPr/>
          </p:nvSpPr>
          <p:spPr>
            <a:xfrm>
              <a:off x="4060900" y="21230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1" name="Google Shape;10571;p87"/>
            <p:cNvSpPr/>
            <p:nvPr/>
          </p:nvSpPr>
          <p:spPr>
            <a:xfrm>
              <a:off x="4060900" y="1888450"/>
              <a:ext cx="92900" cy="233400"/>
            </a:xfrm>
            <a:custGeom>
              <a:rect b="b" l="l" r="r" t="t"/>
              <a:pathLst>
                <a:path extrusionOk="0" h="9336" w="3716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2" name="Google Shape;10572;p87"/>
            <p:cNvSpPr/>
            <p:nvPr/>
          </p:nvSpPr>
          <p:spPr>
            <a:xfrm>
              <a:off x="4060900" y="21236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3" name="Google Shape;10573;p87"/>
            <p:cNvSpPr/>
            <p:nvPr/>
          </p:nvSpPr>
          <p:spPr>
            <a:xfrm>
              <a:off x="4061200" y="2124500"/>
              <a:ext cx="217925" cy="393825"/>
            </a:xfrm>
            <a:custGeom>
              <a:rect b="b" l="l" r="r" t="t"/>
              <a:pathLst>
                <a:path extrusionOk="0" h="15753" w="8717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4" name="Google Shape;10574;p87"/>
            <p:cNvSpPr/>
            <p:nvPr/>
          </p:nvSpPr>
          <p:spPr>
            <a:xfrm>
              <a:off x="4060900" y="21218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5" name="Google Shape;10575;p87"/>
            <p:cNvSpPr/>
            <p:nvPr/>
          </p:nvSpPr>
          <p:spPr>
            <a:xfrm>
              <a:off x="4060900" y="2123000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6" name="Google Shape;10576;p87"/>
            <p:cNvSpPr/>
            <p:nvPr/>
          </p:nvSpPr>
          <p:spPr>
            <a:xfrm>
              <a:off x="4062400" y="2119775"/>
              <a:ext cx="325" cy="275"/>
            </a:xfrm>
            <a:custGeom>
              <a:rect b="b" l="l" r="r" t="t"/>
              <a:pathLst>
                <a:path extrusionOk="0" h="11" w="13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7" name="Google Shape;10577;p87"/>
            <p:cNvSpPr/>
            <p:nvPr/>
          </p:nvSpPr>
          <p:spPr>
            <a:xfrm>
              <a:off x="4061200" y="21206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8" name="Google Shape;10578;p87"/>
            <p:cNvSpPr/>
            <p:nvPr/>
          </p:nvSpPr>
          <p:spPr>
            <a:xfrm>
              <a:off x="4062400" y="212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9" name="Google Shape;10579;p87"/>
            <p:cNvSpPr/>
            <p:nvPr/>
          </p:nvSpPr>
          <p:spPr>
            <a:xfrm>
              <a:off x="4063000" y="21194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0" name="Google Shape;10580;p87"/>
            <p:cNvSpPr/>
            <p:nvPr/>
          </p:nvSpPr>
          <p:spPr>
            <a:xfrm>
              <a:off x="4348750" y="2085200"/>
              <a:ext cx="488175" cy="446225"/>
            </a:xfrm>
            <a:custGeom>
              <a:rect b="b" l="l" r="r" t="t"/>
              <a:pathLst>
                <a:path extrusionOk="0" h="17849" w="19527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1" name="Google Shape;10581;p87"/>
            <p:cNvSpPr/>
            <p:nvPr/>
          </p:nvSpPr>
          <p:spPr>
            <a:xfrm>
              <a:off x="4521375" y="2069725"/>
              <a:ext cx="477175" cy="31875"/>
            </a:xfrm>
            <a:custGeom>
              <a:rect b="b" l="l" r="r" t="t"/>
              <a:pathLst>
                <a:path extrusionOk="0" h="1275" w="19087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2" name="Google Shape;10582;p87"/>
            <p:cNvSpPr/>
            <p:nvPr/>
          </p:nvSpPr>
          <p:spPr>
            <a:xfrm>
              <a:off x="4060900" y="2098000"/>
              <a:ext cx="405150" cy="28075"/>
            </a:xfrm>
            <a:custGeom>
              <a:rect b="b" l="l" r="r" t="t"/>
              <a:pathLst>
                <a:path extrusionOk="0" h="1123" w="16206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3" name="Google Shape;10583;p87"/>
            <p:cNvSpPr/>
            <p:nvPr/>
          </p:nvSpPr>
          <p:spPr>
            <a:xfrm>
              <a:off x="4238325" y="2509150"/>
              <a:ext cx="136050" cy="125500"/>
            </a:xfrm>
            <a:custGeom>
              <a:rect b="b" l="l" r="r" t="t"/>
              <a:pathLst>
                <a:path extrusionOk="0" h="5020" w="5442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4" name="Google Shape;10584;p87"/>
            <p:cNvSpPr/>
            <p:nvPr/>
          </p:nvSpPr>
          <p:spPr>
            <a:xfrm>
              <a:off x="4463650" y="2077450"/>
              <a:ext cx="61025" cy="59300"/>
            </a:xfrm>
            <a:custGeom>
              <a:rect b="b" l="l" r="r" t="t"/>
              <a:pathLst>
                <a:path extrusionOk="0" h="2372" w="2441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5" name="Google Shape;10585;p87"/>
            <p:cNvSpPr/>
            <p:nvPr/>
          </p:nvSpPr>
          <p:spPr>
            <a:xfrm>
              <a:off x="4997625" y="2051475"/>
              <a:ext cx="45275" cy="42075"/>
            </a:xfrm>
            <a:custGeom>
              <a:rect b="b" l="l" r="r" t="t"/>
              <a:pathLst>
                <a:path extrusionOk="0" h="1683" w="1811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6" name="Google Shape;10586;p87"/>
            <p:cNvSpPr/>
            <p:nvPr/>
          </p:nvSpPr>
          <p:spPr>
            <a:xfrm>
              <a:off x="4680925" y="1807100"/>
              <a:ext cx="31875" cy="29875"/>
            </a:xfrm>
            <a:custGeom>
              <a:rect b="b" l="l" r="r" t="t"/>
              <a:pathLst>
                <a:path extrusionOk="0" h="1195" w="1275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7" name="Google Shape;10587;p87"/>
            <p:cNvSpPr/>
            <p:nvPr/>
          </p:nvSpPr>
          <p:spPr>
            <a:xfrm>
              <a:off x="4217475" y="1692975"/>
              <a:ext cx="32775" cy="29775"/>
            </a:xfrm>
            <a:custGeom>
              <a:rect b="b" l="l" r="r" t="t"/>
              <a:pathLst>
                <a:path extrusionOk="0" h="1191" w="1311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8" name="Google Shape;10588;p87"/>
            <p:cNvSpPr/>
            <p:nvPr/>
          </p:nvSpPr>
          <p:spPr>
            <a:xfrm>
              <a:off x="4181750" y="2480200"/>
              <a:ext cx="48250" cy="41975"/>
            </a:xfrm>
            <a:custGeom>
              <a:rect b="b" l="l" r="r" t="t"/>
              <a:pathLst>
                <a:path extrusionOk="0" h="1679" w="193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9" name="Google Shape;10589;p87"/>
            <p:cNvSpPr/>
            <p:nvPr/>
          </p:nvSpPr>
          <p:spPr>
            <a:xfrm>
              <a:off x="4137400" y="1857875"/>
              <a:ext cx="38125" cy="33450"/>
            </a:xfrm>
            <a:custGeom>
              <a:rect b="b" l="l" r="r" t="t"/>
              <a:pathLst>
                <a:path extrusionOk="0" h="1338" w="1525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0" name="Google Shape;10590;p87"/>
            <p:cNvSpPr/>
            <p:nvPr/>
          </p:nvSpPr>
          <p:spPr>
            <a:xfrm>
              <a:off x="4394275" y="1948925"/>
              <a:ext cx="24450" cy="24450"/>
            </a:xfrm>
            <a:custGeom>
              <a:rect b="b" l="l" r="r" t="t"/>
              <a:pathLst>
                <a:path extrusionOk="0" h="978" w="978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1" name="Google Shape;10591;p87"/>
            <p:cNvSpPr/>
            <p:nvPr/>
          </p:nvSpPr>
          <p:spPr>
            <a:xfrm>
              <a:off x="4283550" y="1992300"/>
              <a:ext cx="31000" cy="30675"/>
            </a:xfrm>
            <a:custGeom>
              <a:rect b="b" l="l" r="r" t="t"/>
              <a:pathLst>
                <a:path extrusionOk="0" h="1227" w="124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92" name="Google Shape;10592;p87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3" name="Google Shape;10593;p87"/>
          <p:cNvSpPr txBox="1"/>
          <p:nvPr>
            <p:ph type="title"/>
          </p:nvPr>
        </p:nvSpPr>
        <p:spPr>
          <a:xfrm>
            <a:off x="5431667" y="8267467"/>
            <a:ext cx="13520700" cy="14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0594" name="Google Shape;10594;p87"/>
          <p:cNvSpPr txBox="1"/>
          <p:nvPr>
            <p:ph idx="1" type="subTitle"/>
          </p:nvPr>
        </p:nvSpPr>
        <p:spPr>
          <a:xfrm>
            <a:off x="2813533" y="4030200"/>
            <a:ext cx="18756900" cy="39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8000"/>
              <a:buNone/>
              <a:defRPr sz="8000"/>
            </a:lvl9pPr>
          </a:lstStyle>
          <a:p/>
        </p:txBody>
      </p:sp>
      <p:grpSp>
        <p:nvGrpSpPr>
          <p:cNvPr id="10595" name="Google Shape;10595;p87"/>
          <p:cNvGrpSpPr/>
          <p:nvPr/>
        </p:nvGrpSpPr>
        <p:grpSpPr>
          <a:xfrm flipH="1" rot="10800000">
            <a:off x="381" y="-562"/>
            <a:ext cx="11099592" cy="2877693"/>
            <a:chOff x="2582150" y="3714800"/>
            <a:chExt cx="2689050" cy="697200"/>
          </a:xfrm>
        </p:grpSpPr>
        <p:sp>
          <p:nvSpPr>
            <p:cNvPr id="10596" name="Google Shape;10596;p87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7" name="Google Shape;10597;p87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8" name="Google Shape;10598;p87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9" name="Google Shape;10599;p87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0" name="Google Shape;10600;p87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1" name="Google Shape;10601;p87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2" name="Google Shape;10602;p87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3" name="Google Shape;10603;p87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4" name="Google Shape;10604;p87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5" name="Google Shape;10605;p87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6" name="Google Shape;10606;p87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7" name="Google Shape;10607;p87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8" name="Google Shape;10608;p87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9" name="Google Shape;10609;p87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0" name="Google Shape;10610;p87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1" name="Google Shape;10611;p87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2" name="Google Shape;10612;p87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3" name="Google Shape;10613;p87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4" name="Google Shape;10614;p87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5" name="Google Shape;10615;p87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6" name="Google Shape;10616;p87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7" name="Google Shape;10617;p87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8" name="Google Shape;10618;p87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9" name="Google Shape;10619;p87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0" name="Google Shape;10620;p87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1" name="Google Shape;10621;p87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2" name="Google Shape;10622;p87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3" name="Google Shape;10623;p87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4" name="Google Shape;10624;p87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5" name="Google Shape;10625;p87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6" name="Google Shape;10626;p87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7" name="Google Shape;10627;p87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8" name="Google Shape;10628;p87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9" name="Google Shape;10629;p87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0" name="Google Shape;10630;p87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1" name="Google Shape;10631;p87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2" name="Google Shape;10632;p87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3" name="Google Shape;10633;p87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4" name="Google Shape;10634;p87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5" name="Google Shape;10635;p87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6" name="Google Shape;10636;p87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7" name="Google Shape;10637;p87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8" name="Google Shape;10638;p87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9" name="Google Shape;10639;p87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0" name="Google Shape;10640;p87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1" name="Google Shape;10641;p87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2" name="Google Shape;10642;p87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3" name="Google Shape;10643;p87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4" name="Google Shape;10644;p87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5" name="Google Shape;10645;p87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6" name="Google Shape;10646;p87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7" name="Google Shape;10647;p87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8" name="Google Shape;10648;p87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9" name="Google Shape;10649;p87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0" name="Google Shape;10650;p87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1" name="Google Shape;10651;p87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2" name="Google Shape;10652;p87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3" name="Google Shape;10653;p87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4" name="Google Shape;10654;p87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5" name="Google Shape;10655;p87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6" name="Google Shape;10656;p87"/>
          <p:cNvGrpSpPr/>
          <p:nvPr/>
        </p:nvGrpSpPr>
        <p:grpSpPr>
          <a:xfrm rot="10800000">
            <a:off x="13284509" y="-562"/>
            <a:ext cx="11099592" cy="2877693"/>
            <a:chOff x="2582150" y="3714800"/>
            <a:chExt cx="2689050" cy="697200"/>
          </a:xfrm>
        </p:grpSpPr>
        <p:sp>
          <p:nvSpPr>
            <p:cNvPr id="10657" name="Google Shape;10657;p87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8" name="Google Shape;10658;p87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9" name="Google Shape;10659;p87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0" name="Google Shape;10660;p87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1" name="Google Shape;10661;p87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2" name="Google Shape;10662;p87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3" name="Google Shape;10663;p87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4" name="Google Shape;10664;p87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5" name="Google Shape;10665;p87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6" name="Google Shape;10666;p87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7" name="Google Shape;10667;p87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8" name="Google Shape;10668;p87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9" name="Google Shape;10669;p87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0" name="Google Shape;10670;p87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1" name="Google Shape;10671;p87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2" name="Google Shape;10672;p87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3" name="Google Shape;10673;p87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4" name="Google Shape;10674;p87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5" name="Google Shape;10675;p87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6" name="Google Shape;10676;p87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7" name="Google Shape;10677;p87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8" name="Google Shape;10678;p87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9" name="Google Shape;10679;p87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0" name="Google Shape;10680;p87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1" name="Google Shape;10681;p87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2" name="Google Shape;10682;p87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3" name="Google Shape;10683;p87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4" name="Google Shape;10684;p87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5" name="Google Shape;10685;p87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6" name="Google Shape;10686;p87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7" name="Google Shape;10687;p87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8" name="Google Shape;10688;p87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9" name="Google Shape;10689;p87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0" name="Google Shape;10690;p87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1" name="Google Shape;10691;p87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2" name="Google Shape;10692;p87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3" name="Google Shape;10693;p87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4" name="Google Shape;10694;p87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5" name="Google Shape;10695;p87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6" name="Google Shape;10696;p87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7" name="Google Shape;10697;p87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8" name="Google Shape;10698;p87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9" name="Google Shape;10699;p87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0" name="Google Shape;10700;p87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1" name="Google Shape;10701;p87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2" name="Google Shape;10702;p87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3" name="Google Shape;10703;p87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4" name="Google Shape;10704;p87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5" name="Google Shape;10705;p87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6" name="Google Shape;10706;p87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7" name="Google Shape;10707;p87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8" name="Google Shape;10708;p87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9" name="Google Shape;10709;p87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0" name="Google Shape;10710;p87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1" name="Google Shape;10711;p87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2" name="Google Shape;10712;p87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3" name="Google Shape;10713;p87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4" name="Google Shape;10714;p87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5" name="Google Shape;10715;p87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6" name="Google Shape;10716;p87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0">
    <p:spTree>
      <p:nvGrpSpPr>
        <p:cNvPr id="10717" name="Shape 10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18" name="Google Shape;10718;p88"/>
          <p:cNvGrpSpPr/>
          <p:nvPr/>
        </p:nvGrpSpPr>
        <p:grpSpPr>
          <a:xfrm flipH="1">
            <a:off x="-445" y="10125519"/>
            <a:ext cx="8675209" cy="3590523"/>
            <a:chOff x="4145150" y="2643900"/>
            <a:chExt cx="1914550" cy="792400"/>
          </a:xfrm>
        </p:grpSpPr>
        <p:sp>
          <p:nvSpPr>
            <p:cNvPr id="10719" name="Google Shape;10719;p88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0" name="Google Shape;10720;p88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1" name="Google Shape;10721;p88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2" name="Google Shape;10722;p88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3" name="Google Shape;10723;p88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4" name="Google Shape;10724;p88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5" name="Google Shape;10725;p88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6" name="Google Shape;10726;p88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7" name="Google Shape;10727;p88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8" name="Google Shape;10728;p88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9" name="Google Shape;10729;p88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0" name="Google Shape;10730;p88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1" name="Google Shape;10731;p88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2" name="Google Shape;10732;p88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3" name="Google Shape;10733;p88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4" name="Google Shape;10734;p88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5" name="Google Shape;10735;p88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6" name="Google Shape;10736;p88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7" name="Google Shape;10737;p88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8" name="Google Shape;10738;p88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9" name="Google Shape;10739;p88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0" name="Google Shape;10740;p88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1" name="Google Shape;10741;p88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2" name="Google Shape;10742;p88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3" name="Google Shape;10743;p88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4" name="Google Shape;10744;p88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5" name="Google Shape;10745;p88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6" name="Google Shape;10746;p88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7" name="Google Shape;10747;p88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8" name="Google Shape;10748;p88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9" name="Google Shape;10749;p88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0" name="Google Shape;10750;p88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1" name="Google Shape;10751;p88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2" name="Google Shape;10752;p88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3" name="Google Shape;10753;p88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4" name="Google Shape;10754;p88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5" name="Google Shape;10755;p88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6" name="Google Shape;10756;p88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7" name="Google Shape;10757;p88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8" name="Google Shape;10758;p88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9" name="Google Shape;10759;p88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0" name="Google Shape;10760;p88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1" name="Google Shape;10761;p88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2" name="Google Shape;10762;p88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3" name="Google Shape;10763;p88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4" name="Google Shape;10764;p88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5" name="Google Shape;10765;p88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6" name="Google Shape;10766;p88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7" name="Google Shape;10767;p88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8" name="Google Shape;10768;p88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9" name="Google Shape;10769;p88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0" name="Google Shape;10770;p88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1" name="Google Shape;10771;p88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2" name="Google Shape;10772;p88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3" name="Google Shape;10773;p88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4" name="Google Shape;10774;p88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5" name="Google Shape;10775;p88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6" name="Google Shape;10776;p88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7" name="Google Shape;10777;p88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8" name="Google Shape;10778;p88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9" name="Google Shape;10779;p88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0" name="Google Shape;10780;p88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781" name="Google Shape;10781;p88"/>
          <p:cNvGrpSpPr/>
          <p:nvPr/>
        </p:nvGrpSpPr>
        <p:grpSpPr>
          <a:xfrm>
            <a:off x="11" y="-87"/>
            <a:ext cx="3366939" cy="5861582"/>
            <a:chOff x="1083450" y="1318750"/>
            <a:chExt cx="624525" cy="1087250"/>
          </a:xfrm>
        </p:grpSpPr>
        <p:sp>
          <p:nvSpPr>
            <p:cNvPr id="10782" name="Google Shape;10782;p88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3" name="Google Shape;10783;p88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4" name="Google Shape;10784;p88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5" name="Google Shape;10785;p88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6" name="Google Shape;10786;p88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7" name="Google Shape;10787;p88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8" name="Google Shape;10788;p88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9" name="Google Shape;10789;p88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0" name="Google Shape;10790;p88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1" name="Google Shape;10791;p88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2" name="Google Shape;10792;p88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3" name="Google Shape;10793;p88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4" name="Google Shape;10794;p88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5" name="Google Shape;10795;p88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6" name="Google Shape;10796;p88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7" name="Google Shape;10797;p88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8" name="Google Shape;10798;p88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9" name="Google Shape;10799;p88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0" name="Google Shape;10800;p88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1" name="Google Shape;10801;p8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2" name="Google Shape;10802;p88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3" name="Google Shape;10803;p88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4" name="Google Shape;10804;p88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5" name="Google Shape;10805;p88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6" name="Google Shape;10806;p8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7" name="Google Shape;10807;p88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8" name="Google Shape;10808;p88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9" name="Google Shape;10809;p88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0" name="Google Shape;10810;p88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1" name="Google Shape;10811;p88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2" name="Google Shape;10812;p88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3" name="Google Shape;10813;p88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4" name="Google Shape;10814;p88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5" name="Google Shape;10815;p88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6" name="Google Shape;10816;p88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7" name="Google Shape;10817;p88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8" name="Google Shape;10818;p88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819" name="Google Shape;10819;p88"/>
          <p:cNvGrpSpPr/>
          <p:nvPr/>
        </p:nvGrpSpPr>
        <p:grpSpPr>
          <a:xfrm flipH="1">
            <a:off x="21017078" y="-87"/>
            <a:ext cx="3366939" cy="5861582"/>
            <a:chOff x="1083450" y="1318750"/>
            <a:chExt cx="624525" cy="1087250"/>
          </a:xfrm>
        </p:grpSpPr>
        <p:sp>
          <p:nvSpPr>
            <p:cNvPr id="10820" name="Google Shape;10820;p88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1" name="Google Shape;10821;p88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2" name="Google Shape;10822;p88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3" name="Google Shape;10823;p88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4" name="Google Shape;10824;p88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5" name="Google Shape;10825;p88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6" name="Google Shape;10826;p88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7" name="Google Shape;10827;p88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8" name="Google Shape;10828;p88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9" name="Google Shape;10829;p88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0" name="Google Shape;10830;p88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1" name="Google Shape;10831;p88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2" name="Google Shape;10832;p88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3" name="Google Shape;10833;p88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4" name="Google Shape;10834;p88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5" name="Google Shape;10835;p88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6" name="Google Shape;10836;p88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7" name="Google Shape;10837;p88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8" name="Google Shape;10838;p88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9" name="Google Shape;10839;p8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0" name="Google Shape;10840;p88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1" name="Google Shape;10841;p88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2" name="Google Shape;10842;p88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3" name="Google Shape;10843;p88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4" name="Google Shape;10844;p88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5" name="Google Shape;10845;p88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6" name="Google Shape;10846;p88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7" name="Google Shape;10847;p88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8" name="Google Shape;10848;p88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9" name="Google Shape;10849;p88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0" name="Google Shape;10850;p88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1" name="Google Shape;10851;p88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2" name="Google Shape;10852;p88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3" name="Google Shape;10853;p88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4" name="Google Shape;10854;p88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5" name="Google Shape;10855;p88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6" name="Google Shape;10856;p88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857" name="Google Shape;10857;p88"/>
          <p:cNvGrpSpPr/>
          <p:nvPr/>
        </p:nvGrpSpPr>
        <p:grpSpPr>
          <a:xfrm>
            <a:off x="15708425" y="10125358"/>
            <a:ext cx="8675209" cy="3590523"/>
            <a:chOff x="4145150" y="2643900"/>
            <a:chExt cx="1914550" cy="792400"/>
          </a:xfrm>
        </p:grpSpPr>
        <p:sp>
          <p:nvSpPr>
            <p:cNvPr id="10858" name="Google Shape;10858;p88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9" name="Google Shape;10859;p88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0" name="Google Shape;10860;p88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1" name="Google Shape;10861;p88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2" name="Google Shape;10862;p88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3" name="Google Shape;10863;p88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4" name="Google Shape;10864;p88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5" name="Google Shape;10865;p88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6" name="Google Shape;10866;p88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7" name="Google Shape;10867;p88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8" name="Google Shape;10868;p88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9" name="Google Shape;10869;p88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0" name="Google Shape;10870;p88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1" name="Google Shape;10871;p88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2" name="Google Shape;10872;p88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3" name="Google Shape;10873;p88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4" name="Google Shape;10874;p88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5" name="Google Shape;10875;p88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6" name="Google Shape;10876;p88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7" name="Google Shape;10877;p88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8" name="Google Shape;10878;p88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9" name="Google Shape;10879;p88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0" name="Google Shape;10880;p88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1" name="Google Shape;10881;p88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2" name="Google Shape;10882;p88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3" name="Google Shape;10883;p88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4" name="Google Shape;10884;p88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5" name="Google Shape;10885;p88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6" name="Google Shape;10886;p88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7" name="Google Shape;10887;p88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8" name="Google Shape;10888;p88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9" name="Google Shape;10889;p88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0" name="Google Shape;10890;p88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1" name="Google Shape;10891;p88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2" name="Google Shape;10892;p88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3" name="Google Shape;10893;p88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4" name="Google Shape;10894;p88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5" name="Google Shape;10895;p88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6" name="Google Shape;10896;p88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7" name="Google Shape;10897;p88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8" name="Google Shape;10898;p88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9" name="Google Shape;10899;p88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0" name="Google Shape;10900;p88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1" name="Google Shape;10901;p88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2" name="Google Shape;10902;p88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3" name="Google Shape;10903;p88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4" name="Google Shape;10904;p88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5" name="Google Shape;10905;p88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6" name="Google Shape;10906;p88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7" name="Google Shape;10907;p88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8" name="Google Shape;10908;p88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9" name="Google Shape;10909;p88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0" name="Google Shape;10910;p88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1" name="Google Shape;10911;p88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2" name="Google Shape;10912;p88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3" name="Google Shape;10913;p88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4" name="Google Shape;10914;p88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5" name="Google Shape;10915;p88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6" name="Google Shape;10916;p88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7" name="Google Shape;10917;p88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8" name="Google Shape;10918;p88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9" name="Google Shape;10919;p88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920" name="Google Shape;10920;p88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">
    <p:spTree>
      <p:nvGrpSpPr>
        <p:cNvPr id="10921" name="Shape 10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22" name="Google Shape;10922;p89"/>
          <p:cNvGrpSpPr/>
          <p:nvPr/>
        </p:nvGrpSpPr>
        <p:grpSpPr>
          <a:xfrm flipH="1" rot="-5400000">
            <a:off x="16012281" y="5409082"/>
            <a:ext cx="4890743" cy="11852864"/>
            <a:chOff x="5728375" y="1492875"/>
            <a:chExt cx="1308525" cy="3171250"/>
          </a:xfrm>
        </p:grpSpPr>
        <p:sp>
          <p:nvSpPr>
            <p:cNvPr id="10923" name="Google Shape;10923;p89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4" name="Google Shape;10924;p89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5" name="Google Shape;10925;p89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6" name="Google Shape;10926;p89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7" name="Google Shape;10927;p89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8" name="Google Shape;10928;p89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9" name="Google Shape;10929;p89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0" name="Google Shape;10930;p89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1" name="Google Shape;10931;p89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2" name="Google Shape;10932;p89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3" name="Google Shape;10933;p89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4" name="Google Shape;10934;p89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5" name="Google Shape;10935;p89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6" name="Google Shape;10936;p89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7" name="Google Shape;10937;p89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8" name="Google Shape;10938;p89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9" name="Google Shape;10939;p89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0" name="Google Shape;10940;p89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1" name="Google Shape;10941;p89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2" name="Google Shape;10942;p89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3" name="Google Shape;10943;p89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4" name="Google Shape;10944;p89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5" name="Google Shape;10945;p89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6" name="Google Shape;10946;p89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7" name="Google Shape;10947;p89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8" name="Google Shape;10948;p89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9" name="Google Shape;10949;p89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0" name="Google Shape;10950;p89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1" name="Google Shape;10951;p89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2" name="Google Shape;10952;p89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3" name="Google Shape;10953;p89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4" name="Google Shape;10954;p89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5" name="Google Shape;10955;p89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6" name="Google Shape;10956;p89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7" name="Google Shape;10957;p89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8" name="Google Shape;10958;p89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9" name="Google Shape;10959;p89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0" name="Google Shape;10960;p89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1" name="Google Shape;10961;p89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2" name="Google Shape;10962;p89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3" name="Google Shape;10963;p89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4" name="Google Shape;10964;p89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5" name="Google Shape;10965;p89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6" name="Google Shape;10966;p89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7" name="Google Shape;10967;p89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8" name="Google Shape;10968;p89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9" name="Google Shape;10969;p89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0" name="Google Shape;10970;p89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1" name="Google Shape;10971;p89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2" name="Google Shape;10972;p89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3" name="Google Shape;10973;p89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4" name="Google Shape;10974;p89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5" name="Google Shape;10975;p89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6" name="Google Shape;10976;p89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7" name="Google Shape;10977;p89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8" name="Google Shape;10978;p89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9" name="Google Shape;10979;p89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0" name="Google Shape;10980;p89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1" name="Google Shape;10981;p89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2" name="Google Shape;10982;p89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3" name="Google Shape;10983;p89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4" name="Google Shape;10984;p89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5" name="Google Shape;10985;p89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6" name="Google Shape;10986;p89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7" name="Google Shape;10987;p89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8" name="Google Shape;10988;p89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9" name="Google Shape;10989;p89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0" name="Google Shape;10990;p89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1" name="Google Shape;10991;p89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2" name="Google Shape;10992;p89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3" name="Google Shape;10993;p89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4" name="Google Shape;10994;p89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5" name="Google Shape;10995;p89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6" name="Google Shape;10996;p89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7" name="Google Shape;10997;p89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998" name="Google Shape;10998;p89"/>
          <p:cNvGrpSpPr/>
          <p:nvPr/>
        </p:nvGrpSpPr>
        <p:grpSpPr>
          <a:xfrm flipH="1" rot="5400000">
            <a:off x="3481081" y="-3481085"/>
            <a:ext cx="4890743" cy="11852864"/>
            <a:chOff x="5728375" y="1492875"/>
            <a:chExt cx="1308525" cy="3171250"/>
          </a:xfrm>
        </p:grpSpPr>
        <p:sp>
          <p:nvSpPr>
            <p:cNvPr id="10999" name="Google Shape;10999;p89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0" name="Google Shape;11000;p89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1" name="Google Shape;11001;p89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2" name="Google Shape;11002;p89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3" name="Google Shape;11003;p89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4" name="Google Shape;11004;p89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5" name="Google Shape;11005;p89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6" name="Google Shape;11006;p89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7" name="Google Shape;11007;p89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8" name="Google Shape;11008;p89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9" name="Google Shape;11009;p89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0" name="Google Shape;11010;p89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1" name="Google Shape;11011;p89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2" name="Google Shape;11012;p89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3" name="Google Shape;11013;p89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4" name="Google Shape;11014;p89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5" name="Google Shape;11015;p89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6" name="Google Shape;11016;p89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7" name="Google Shape;11017;p89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8" name="Google Shape;11018;p89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9" name="Google Shape;11019;p89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0" name="Google Shape;11020;p89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1" name="Google Shape;11021;p89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2" name="Google Shape;11022;p89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3" name="Google Shape;11023;p89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4" name="Google Shape;11024;p89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5" name="Google Shape;11025;p89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6" name="Google Shape;11026;p89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7" name="Google Shape;11027;p89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8" name="Google Shape;11028;p89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9" name="Google Shape;11029;p89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0" name="Google Shape;11030;p89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1" name="Google Shape;11031;p89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2" name="Google Shape;11032;p89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3" name="Google Shape;11033;p89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4" name="Google Shape;11034;p89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5" name="Google Shape;11035;p89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6" name="Google Shape;11036;p89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7" name="Google Shape;11037;p89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8" name="Google Shape;11038;p89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9" name="Google Shape;11039;p89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0" name="Google Shape;11040;p89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1" name="Google Shape;11041;p89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2" name="Google Shape;11042;p89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3" name="Google Shape;11043;p89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4" name="Google Shape;11044;p89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5" name="Google Shape;11045;p89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6" name="Google Shape;11046;p89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7" name="Google Shape;11047;p89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8" name="Google Shape;11048;p89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9" name="Google Shape;11049;p89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0" name="Google Shape;11050;p89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1" name="Google Shape;11051;p89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2" name="Google Shape;11052;p89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3" name="Google Shape;11053;p89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4" name="Google Shape;11054;p89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5" name="Google Shape;11055;p89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6" name="Google Shape;11056;p89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7" name="Google Shape;11057;p89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8" name="Google Shape;11058;p89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9" name="Google Shape;11059;p89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0" name="Google Shape;11060;p89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1" name="Google Shape;11061;p89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2" name="Google Shape;11062;p89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3" name="Google Shape;11063;p89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4" name="Google Shape;11064;p89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5" name="Google Shape;11065;p89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6" name="Google Shape;11066;p89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7" name="Google Shape;11067;p89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8" name="Google Shape;11068;p89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9" name="Google Shape;11069;p89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0" name="Google Shape;11070;p89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1" name="Google Shape;11071;p89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2" name="Google Shape;11072;p89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3" name="Google Shape;11073;p89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074" name="Google Shape;11074;p89"/>
          <p:cNvSpPr txBox="1"/>
          <p:nvPr>
            <p:ph type="title"/>
          </p:nvPr>
        </p:nvSpPr>
        <p:spPr>
          <a:xfrm>
            <a:off x="1920000" y="4379600"/>
            <a:ext cx="92991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1075" name="Google Shape;11075;p89"/>
          <p:cNvSpPr txBox="1"/>
          <p:nvPr>
            <p:ph idx="1" type="subTitle"/>
          </p:nvPr>
        </p:nvSpPr>
        <p:spPr>
          <a:xfrm>
            <a:off x="1920000" y="5906800"/>
            <a:ext cx="9299100" cy="28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1">
    <p:spTree>
      <p:nvGrpSpPr>
        <p:cNvPr id="11076" name="Shape 1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77" name="Google Shape;11077;p90"/>
          <p:cNvGrpSpPr/>
          <p:nvPr/>
        </p:nvGrpSpPr>
        <p:grpSpPr>
          <a:xfrm rot="10800000">
            <a:off x="-24" y="19"/>
            <a:ext cx="2537685" cy="3017634"/>
            <a:chOff x="3048875" y="2669025"/>
            <a:chExt cx="504550" cy="599975"/>
          </a:xfrm>
        </p:grpSpPr>
        <p:sp>
          <p:nvSpPr>
            <p:cNvPr id="11078" name="Google Shape;11078;p90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9" name="Google Shape;11079;p90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0" name="Google Shape;11080;p90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1" name="Google Shape;11081;p90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2" name="Google Shape;11082;p90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3" name="Google Shape;11083;p90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4" name="Google Shape;11084;p90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5" name="Google Shape;11085;p90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6" name="Google Shape;11086;p90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7" name="Google Shape;11087;p90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8" name="Google Shape;11088;p90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9" name="Google Shape;11089;p90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0" name="Google Shape;11090;p90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1" name="Google Shape;11091;p90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2" name="Google Shape;11092;p90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3" name="Google Shape;11093;p90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4" name="Google Shape;11094;p90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5" name="Google Shape;11095;p90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6" name="Google Shape;11096;p90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7" name="Google Shape;11097;p90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8" name="Google Shape;11098;p90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9" name="Google Shape;11099;p90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00" name="Google Shape;11100;p90"/>
          <p:cNvGrpSpPr/>
          <p:nvPr/>
        </p:nvGrpSpPr>
        <p:grpSpPr>
          <a:xfrm flipH="1" rot="10800000">
            <a:off x="21846309" y="19"/>
            <a:ext cx="2537685" cy="3017634"/>
            <a:chOff x="3048875" y="2669025"/>
            <a:chExt cx="504550" cy="599975"/>
          </a:xfrm>
        </p:grpSpPr>
        <p:sp>
          <p:nvSpPr>
            <p:cNvPr id="11101" name="Google Shape;11101;p90"/>
            <p:cNvSpPr/>
            <p:nvPr/>
          </p:nvSpPr>
          <p:spPr>
            <a:xfrm>
              <a:off x="3048875" y="3200825"/>
              <a:ext cx="57175" cy="68175"/>
            </a:xfrm>
            <a:custGeom>
              <a:rect b="b" l="l" r="r" t="t"/>
              <a:pathLst>
                <a:path extrusionOk="0" h="2727" w="2287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2" name="Google Shape;11102;p90"/>
            <p:cNvSpPr/>
            <p:nvPr/>
          </p:nvSpPr>
          <p:spPr>
            <a:xfrm>
              <a:off x="3117925" y="2833225"/>
              <a:ext cx="56300" cy="351550"/>
            </a:xfrm>
            <a:custGeom>
              <a:rect b="b" l="l" r="r" t="t"/>
              <a:pathLst>
                <a:path extrusionOk="0" h="14062" w="2252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3" name="Google Shape;11103;p90"/>
            <p:cNvSpPr/>
            <p:nvPr/>
          </p:nvSpPr>
          <p:spPr>
            <a:xfrm>
              <a:off x="3174200" y="2826975"/>
              <a:ext cx="144675" cy="8050"/>
            </a:xfrm>
            <a:custGeom>
              <a:rect b="b" l="l" r="r" t="t"/>
              <a:pathLst>
                <a:path extrusionOk="0" h="322" w="5787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4" name="Google Shape;11104;p90"/>
            <p:cNvSpPr/>
            <p:nvPr/>
          </p:nvSpPr>
          <p:spPr>
            <a:xfrm>
              <a:off x="3128650" y="3208250"/>
              <a:ext cx="68500" cy="60175"/>
            </a:xfrm>
            <a:custGeom>
              <a:rect b="b" l="l" r="r" t="t"/>
              <a:pathLst>
                <a:path extrusionOk="0" h="2407" w="274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5" name="Google Shape;11105;p90"/>
            <p:cNvSpPr/>
            <p:nvPr/>
          </p:nvSpPr>
          <p:spPr>
            <a:xfrm>
              <a:off x="3202775" y="3124925"/>
              <a:ext cx="147350" cy="144075"/>
            </a:xfrm>
            <a:custGeom>
              <a:rect b="b" l="l" r="r" t="t"/>
              <a:pathLst>
                <a:path extrusionOk="0" h="5763" w="5894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6" name="Google Shape;11106;p90"/>
            <p:cNvSpPr/>
            <p:nvPr/>
          </p:nvSpPr>
          <p:spPr>
            <a:xfrm>
              <a:off x="3367375" y="2941850"/>
              <a:ext cx="161950" cy="165825"/>
            </a:xfrm>
            <a:custGeom>
              <a:rect b="b" l="l" r="r" t="t"/>
              <a:pathLst>
                <a:path extrusionOk="0" h="6633" w="6478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7" name="Google Shape;11107;p90"/>
            <p:cNvSpPr/>
            <p:nvPr/>
          </p:nvSpPr>
          <p:spPr>
            <a:xfrm>
              <a:off x="3356050" y="3130875"/>
              <a:ext cx="23850" cy="137550"/>
            </a:xfrm>
            <a:custGeom>
              <a:rect b="b" l="l" r="r" t="t"/>
              <a:pathLst>
                <a:path extrusionOk="0" h="5502" w="954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8" name="Google Shape;11108;p90"/>
            <p:cNvSpPr/>
            <p:nvPr/>
          </p:nvSpPr>
          <p:spPr>
            <a:xfrm>
              <a:off x="3310225" y="2699575"/>
              <a:ext cx="19975" cy="123550"/>
            </a:xfrm>
            <a:custGeom>
              <a:rect b="b" l="l" r="r" t="t"/>
              <a:pathLst>
                <a:path extrusionOk="0" h="4942" w="799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9" name="Google Shape;11109;p90"/>
            <p:cNvSpPr/>
            <p:nvPr/>
          </p:nvSpPr>
          <p:spPr>
            <a:xfrm>
              <a:off x="3338500" y="2828750"/>
              <a:ext cx="94675" cy="9550"/>
            </a:xfrm>
            <a:custGeom>
              <a:rect b="b" l="l" r="r" t="t"/>
              <a:pathLst>
                <a:path extrusionOk="0" h="382" w="3787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0" name="Google Shape;11110;p90"/>
            <p:cNvSpPr/>
            <p:nvPr/>
          </p:nvSpPr>
          <p:spPr>
            <a:xfrm>
              <a:off x="3531375" y="2913875"/>
              <a:ext cx="22050" cy="23850"/>
            </a:xfrm>
            <a:custGeom>
              <a:rect b="b" l="l" r="r" t="t"/>
              <a:pathLst>
                <a:path extrusionOk="0" h="954" w="882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1" name="Google Shape;11111;p90"/>
            <p:cNvSpPr/>
            <p:nvPr/>
          </p:nvSpPr>
          <p:spPr>
            <a:xfrm>
              <a:off x="3319750" y="2693325"/>
              <a:ext cx="118200" cy="135750"/>
            </a:xfrm>
            <a:custGeom>
              <a:rect b="b" l="l" r="r" t="t"/>
              <a:pathLst>
                <a:path extrusionOk="0" h="5430" w="4728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2" name="Google Shape;11112;p90"/>
            <p:cNvSpPr/>
            <p:nvPr/>
          </p:nvSpPr>
          <p:spPr>
            <a:xfrm>
              <a:off x="3446250" y="2840650"/>
              <a:ext cx="82775" cy="98250"/>
            </a:xfrm>
            <a:custGeom>
              <a:rect b="b" l="l" r="r" t="t"/>
              <a:pathLst>
                <a:path extrusionOk="0" h="3930" w="3311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3" name="Google Shape;11113;p90"/>
            <p:cNvSpPr/>
            <p:nvPr/>
          </p:nvSpPr>
          <p:spPr>
            <a:xfrm>
              <a:off x="3528700" y="2944550"/>
              <a:ext cx="24725" cy="46750"/>
            </a:xfrm>
            <a:custGeom>
              <a:rect b="b" l="l" r="r" t="t"/>
              <a:pathLst>
                <a:path extrusionOk="0" h="1870" w="989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4" name="Google Shape;11114;p90"/>
            <p:cNvSpPr/>
            <p:nvPr/>
          </p:nvSpPr>
          <p:spPr>
            <a:xfrm>
              <a:off x="3292950" y="2669025"/>
              <a:ext cx="34550" cy="31750"/>
            </a:xfrm>
            <a:custGeom>
              <a:rect b="b" l="l" r="r" t="t"/>
              <a:pathLst>
                <a:path extrusionOk="0" h="1270" w="1382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5" name="Google Shape;11115;p90"/>
            <p:cNvSpPr/>
            <p:nvPr/>
          </p:nvSpPr>
          <p:spPr>
            <a:xfrm>
              <a:off x="3103950" y="3184550"/>
              <a:ext cx="32475" cy="31650"/>
            </a:xfrm>
            <a:custGeom>
              <a:rect b="b" l="l" r="r" t="t"/>
              <a:pathLst>
                <a:path extrusionOk="0" h="1266" w="1299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6" name="Google Shape;11116;p90"/>
            <p:cNvSpPr/>
            <p:nvPr/>
          </p:nvSpPr>
          <p:spPr>
            <a:xfrm>
              <a:off x="3340000" y="3100100"/>
              <a:ext cx="35125" cy="32400"/>
            </a:xfrm>
            <a:custGeom>
              <a:rect b="b" l="l" r="r" t="t"/>
              <a:pathLst>
                <a:path extrusionOk="0" h="1296" w="1405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7" name="Google Shape;11117;p90"/>
            <p:cNvSpPr/>
            <p:nvPr/>
          </p:nvSpPr>
          <p:spPr>
            <a:xfrm>
              <a:off x="3163775" y="2824375"/>
              <a:ext cx="12225" cy="10675"/>
            </a:xfrm>
            <a:custGeom>
              <a:rect b="b" l="l" r="r" t="t"/>
              <a:pathLst>
                <a:path extrusionOk="0" h="427" w="489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8" name="Google Shape;11118;p90"/>
            <p:cNvSpPr/>
            <p:nvPr/>
          </p:nvSpPr>
          <p:spPr>
            <a:xfrm>
              <a:off x="3431975" y="2823200"/>
              <a:ext cx="22625" cy="21500"/>
            </a:xfrm>
            <a:custGeom>
              <a:rect b="b" l="l" r="r" t="t"/>
              <a:pathLst>
                <a:path extrusionOk="0" h="860" w="905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9" name="Google Shape;11119;p90"/>
            <p:cNvSpPr/>
            <p:nvPr/>
          </p:nvSpPr>
          <p:spPr>
            <a:xfrm>
              <a:off x="3317375" y="2821475"/>
              <a:ext cx="22350" cy="22125"/>
            </a:xfrm>
            <a:custGeom>
              <a:rect b="b" l="l" r="r" t="t"/>
              <a:pathLst>
                <a:path extrusionOk="0" h="885" w="894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0" name="Google Shape;11120;p90"/>
            <p:cNvSpPr/>
            <p:nvPr/>
          </p:nvSpPr>
          <p:spPr>
            <a:xfrm>
              <a:off x="3196225" y="3268725"/>
              <a:ext cx="925" cy="275"/>
            </a:xfrm>
            <a:custGeom>
              <a:rect b="b" l="l" r="r" t="t"/>
              <a:pathLst>
                <a:path extrusionOk="0" h="11" w="37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1" name="Google Shape;11121;p90"/>
            <p:cNvSpPr/>
            <p:nvPr/>
          </p:nvSpPr>
          <p:spPr>
            <a:xfrm>
              <a:off x="3524525" y="2933525"/>
              <a:ext cx="14025" cy="12750"/>
            </a:xfrm>
            <a:custGeom>
              <a:rect b="b" l="l" r="r" t="t"/>
              <a:pathLst>
                <a:path extrusionOk="0" h="510" w="561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2" name="Google Shape;11122;p90"/>
            <p:cNvSpPr/>
            <p:nvPr/>
          </p:nvSpPr>
          <p:spPr>
            <a:xfrm>
              <a:off x="3325700" y="2843050"/>
              <a:ext cx="34250" cy="258075"/>
            </a:xfrm>
            <a:custGeom>
              <a:rect b="b" l="l" r="r" t="t"/>
              <a:pathLst>
                <a:path extrusionOk="0" h="10323" w="137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123" name="Google Shape;11123;p90"/>
          <p:cNvSpPr txBox="1"/>
          <p:nvPr>
            <p:ph idx="1" type="subTitle"/>
          </p:nvPr>
        </p:nvSpPr>
        <p:spPr>
          <a:xfrm>
            <a:off x="1920000" y="2945067"/>
            <a:ext cx="20544000" cy="90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Char char="■"/>
              <a:defRPr/>
            </a:lvl9pPr>
          </a:lstStyle>
          <a:p/>
        </p:txBody>
      </p:sp>
      <p:sp>
        <p:nvSpPr>
          <p:cNvPr id="11124" name="Google Shape;11124;p90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11125" name="Shape 1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26" name="Google Shape;11126;p91"/>
          <p:cNvGrpSpPr/>
          <p:nvPr/>
        </p:nvGrpSpPr>
        <p:grpSpPr>
          <a:xfrm>
            <a:off x="11" y="44"/>
            <a:ext cx="3673206" cy="6394770"/>
            <a:chOff x="1083450" y="1318750"/>
            <a:chExt cx="624525" cy="1087250"/>
          </a:xfrm>
        </p:grpSpPr>
        <p:sp>
          <p:nvSpPr>
            <p:cNvPr id="11127" name="Google Shape;11127;p91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8" name="Google Shape;11128;p91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9" name="Google Shape;11129;p91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0" name="Google Shape;11130;p91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1" name="Google Shape;11131;p91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2" name="Google Shape;11132;p91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3" name="Google Shape;11133;p91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4" name="Google Shape;11134;p91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5" name="Google Shape;11135;p91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6" name="Google Shape;11136;p91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7" name="Google Shape;11137;p91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8" name="Google Shape;11138;p91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9" name="Google Shape;11139;p91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0" name="Google Shape;11140;p91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1" name="Google Shape;11141;p91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2" name="Google Shape;11142;p91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3" name="Google Shape;11143;p91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4" name="Google Shape;11144;p91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5" name="Google Shape;11145;p91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6" name="Google Shape;11146;p9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7" name="Google Shape;11147;p91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8" name="Google Shape;11148;p91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9" name="Google Shape;11149;p91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0" name="Google Shape;11150;p91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1" name="Google Shape;11151;p9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2" name="Google Shape;11152;p91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3" name="Google Shape;11153;p91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4" name="Google Shape;11154;p91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5" name="Google Shape;11155;p91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6" name="Google Shape;11156;p91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7" name="Google Shape;11157;p91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8" name="Google Shape;11158;p91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9" name="Google Shape;11159;p91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0" name="Google Shape;11160;p91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1" name="Google Shape;11161;p91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2" name="Google Shape;11162;p91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3" name="Google Shape;11163;p91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64" name="Google Shape;11164;p91"/>
          <p:cNvGrpSpPr/>
          <p:nvPr/>
        </p:nvGrpSpPr>
        <p:grpSpPr>
          <a:xfrm flipH="1">
            <a:off x="20711211" y="44"/>
            <a:ext cx="3673206" cy="6394770"/>
            <a:chOff x="1083450" y="1318750"/>
            <a:chExt cx="624525" cy="1087250"/>
          </a:xfrm>
        </p:grpSpPr>
        <p:sp>
          <p:nvSpPr>
            <p:cNvPr id="11165" name="Google Shape;11165;p91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6" name="Google Shape;11166;p91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7" name="Google Shape;11167;p91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8" name="Google Shape;11168;p91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9" name="Google Shape;11169;p91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0" name="Google Shape;11170;p91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1" name="Google Shape;11171;p91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2" name="Google Shape;11172;p91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3" name="Google Shape;11173;p91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4" name="Google Shape;11174;p91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5" name="Google Shape;11175;p91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6" name="Google Shape;11176;p91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7" name="Google Shape;11177;p91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8" name="Google Shape;11178;p91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9" name="Google Shape;11179;p91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0" name="Google Shape;11180;p91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1" name="Google Shape;11181;p91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2" name="Google Shape;11182;p91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3" name="Google Shape;11183;p91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4" name="Google Shape;11184;p9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5" name="Google Shape;11185;p91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6" name="Google Shape;11186;p91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7" name="Google Shape;11187;p91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8" name="Google Shape;11188;p91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9" name="Google Shape;11189;p91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0" name="Google Shape;11190;p91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1" name="Google Shape;11191;p91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2" name="Google Shape;11192;p91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3" name="Google Shape;11193;p91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4" name="Google Shape;11194;p91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5" name="Google Shape;11195;p91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6" name="Google Shape;11196;p91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7" name="Google Shape;11197;p91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8" name="Google Shape;11198;p91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9" name="Google Shape;11199;p91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0" name="Google Shape;11200;p91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1" name="Google Shape;11201;p91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202" name="Google Shape;11202;p91"/>
          <p:cNvGrpSpPr/>
          <p:nvPr/>
        </p:nvGrpSpPr>
        <p:grpSpPr>
          <a:xfrm>
            <a:off x="-3" y="11397596"/>
            <a:ext cx="8941898" cy="2318399"/>
            <a:chOff x="2582150" y="3714800"/>
            <a:chExt cx="2689050" cy="697200"/>
          </a:xfrm>
        </p:grpSpPr>
        <p:sp>
          <p:nvSpPr>
            <p:cNvPr id="11203" name="Google Shape;11203;p91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4" name="Google Shape;11204;p91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5" name="Google Shape;11205;p91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6" name="Google Shape;11206;p91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7" name="Google Shape;11207;p91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8" name="Google Shape;11208;p91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9" name="Google Shape;11209;p91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0" name="Google Shape;11210;p91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1" name="Google Shape;11211;p91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2" name="Google Shape;11212;p91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3" name="Google Shape;11213;p91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4" name="Google Shape;11214;p91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5" name="Google Shape;11215;p91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6" name="Google Shape;11216;p91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7" name="Google Shape;11217;p91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8" name="Google Shape;11218;p91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9" name="Google Shape;11219;p91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0" name="Google Shape;11220;p91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1" name="Google Shape;11221;p91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2" name="Google Shape;11222;p91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3" name="Google Shape;11223;p91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4" name="Google Shape;11224;p91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5" name="Google Shape;11225;p91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6" name="Google Shape;11226;p91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7" name="Google Shape;11227;p91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8" name="Google Shape;11228;p91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9" name="Google Shape;11229;p91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0" name="Google Shape;11230;p91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1" name="Google Shape;11231;p91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2" name="Google Shape;11232;p91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3" name="Google Shape;11233;p91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4" name="Google Shape;11234;p91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5" name="Google Shape;11235;p91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6" name="Google Shape;11236;p91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7" name="Google Shape;11237;p91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8" name="Google Shape;11238;p91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9" name="Google Shape;11239;p91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0" name="Google Shape;11240;p91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1" name="Google Shape;11241;p91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2" name="Google Shape;11242;p91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3" name="Google Shape;11243;p91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4" name="Google Shape;11244;p91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5" name="Google Shape;11245;p91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6" name="Google Shape;11246;p91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7" name="Google Shape;11247;p91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8" name="Google Shape;11248;p91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9" name="Google Shape;11249;p91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0" name="Google Shape;11250;p91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1" name="Google Shape;11251;p91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2" name="Google Shape;11252;p91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3" name="Google Shape;11253;p91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4" name="Google Shape;11254;p91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5" name="Google Shape;11255;p91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6" name="Google Shape;11256;p91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7" name="Google Shape;11257;p91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8" name="Google Shape;11258;p91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9" name="Google Shape;11259;p91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0" name="Google Shape;11260;p91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1" name="Google Shape;11261;p91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2" name="Google Shape;11262;p91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263" name="Google Shape;11263;p91"/>
          <p:cNvGrpSpPr/>
          <p:nvPr/>
        </p:nvGrpSpPr>
        <p:grpSpPr>
          <a:xfrm flipH="1">
            <a:off x="15442592" y="11397596"/>
            <a:ext cx="8941898" cy="2318399"/>
            <a:chOff x="2582150" y="3714800"/>
            <a:chExt cx="2689050" cy="697200"/>
          </a:xfrm>
        </p:grpSpPr>
        <p:sp>
          <p:nvSpPr>
            <p:cNvPr id="11264" name="Google Shape;11264;p91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5" name="Google Shape;11265;p91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6" name="Google Shape;11266;p91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7" name="Google Shape;11267;p91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8" name="Google Shape;11268;p91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9" name="Google Shape;11269;p91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0" name="Google Shape;11270;p91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1" name="Google Shape;11271;p91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2" name="Google Shape;11272;p91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3" name="Google Shape;11273;p91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4" name="Google Shape;11274;p91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5" name="Google Shape;11275;p91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6" name="Google Shape;11276;p91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7" name="Google Shape;11277;p91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8" name="Google Shape;11278;p91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9" name="Google Shape;11279;p91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0" name="Google Shape;11280;p91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1" name="Google Shape;11281;p91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2" name="Google Shape;11282;p91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3" name="Google Shape;11283;p91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4" name="Google Shape;11284;p91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5" name="Google Shape;11285;p91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6" name="Google Shape;11286;p91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7" name="Google Shape;11287;p91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8" name="Google Shape;11288;p91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9" name="Google Shape;11289;p91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0" name="Google Shape;11290;p91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1" name="Google Shape;11291;p91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2" name="Google Shape;11292;p91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3" name="Google Shape;11293;p91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4" name="Google Shape;11294;p91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5" name="Google Shape;11295;p91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6" name="Google Shape;11296;p91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7" name="Google Shape;11297;p91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8" name="Google Shape;11298;p91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9" name="Google Shape;11299;p91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0" name="Google Shape;11300;p91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1" name="Google Shape;11301;p91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2" name="Google Shape;11302;p91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3" name="Google Shape;11303;p91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4" name="Google Shape;11304;p91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5" name="Google Shape;11305;p91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6" name="Google Shape;11306;p91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7" name="Google Shape;11307;p91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8" name="Google Shape;11308;p91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9" name="Google Shape;11309;p91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0" name="Google Shape;11310;p91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1" name="Google Shape;11311;p91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2" name="Google Shape;11312;p91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3" name="Google Shape;11313;p91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4" name="Google Shape;11314;p91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5" name="Google Shape;11315;p91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6" name="Google Shape;11316;p91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7" name="Google Shape;11317;p91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8" name="Google Shape;11318;p91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9" name="Google Shape;11319;p91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0" name="Google Shape;11320;p91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1" name="Google Shape;11321;p91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2" name="Google Shape;11322;p91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3" name="Google Shape;11323;p91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24" name="Google Shape;11324;p91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1325" name="Google Shape;11325;p91"/>
          <p:cNvSpPr txBox="1"/>
          <p:nvPr>
            <p:ph idx="2" type="title"/>
          </p:nvPr>
        </p:nvSpPr>
        <p:spPr>
          <a:xfrm>
            <a:off x="2251600" y="69927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326" name="Google Shape;11326;p91"/>
          <p:cNvSpPr txBox="1"/>
          <p:nvPr>
            <p:ph idx="1" type="subTitle"/>
          </p:nvPr>
        </p:nvSpPr>
        <p:spPr>
          <a:xfrm>
            <a:off x="2251467" y="78597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327" name="Google Shape;11327;p91"/>
          <p:cNvSpPr txBox="1"/>
          <p:nvPr>
            <p:ph idx="3" type="title"/>
          </p:nvPr>
        </p:nvSpPr>
        <p:spPr>
          <a:xfrm>
            <a:off x="9043001" y="69927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328" name="Google Shape;11328;p91"/>
          <p:cNvSpPr txBox="1"/>
          <p:nvPr>
            <p:ph idx="4" type="subTitle"/>
          </p:nvPr>
        </p:nvSpPr>
        <p:spPr>
          <a:xfrm>
            <a:off x="9042805" y="78597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329" name="Google Shape;11329;p91"/>
          <p:cNvSpPr txBox="1"/>
          <p:nvPr>
            <p:ph idx="5" type="title"/>
          </p:nvPr>
        </p:nvSpPr>
        <p:spPr>
          <a:xfrm>
            <a:off x="15834267" y="69927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330" name="Google Shape;11330;p91"/>
          <p:cNvSpPr txBox="1"/>
          <p:nvPr>
            <p:ph idx="6" type="subTitle"/>
          </p:nvPr>
        </p:nvSpPr>
        <p:spPr>
          <a:xfrm>
            <a:off x="15834143" y="78597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6_1">
    <p:spTree>
      <p:nvGrpSpPr>
        <p:cNvPr id="11331" name="Shape 11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32" name="Google Shape;11332;p92"/>
          <p:cNvGrpSpPr/>
          <p:nvPr/>
        </p:nvGrpSpPr>
        <p:grpSpPr>
          <a:xfrm>
            <a:off x="14850473" y="-168"/>
            <a:ext cx="9532268" cy="2318335"/>
            <a:chOff x="3877250" y="939525"/>
            <a:chExt cx="2541125" cy="618025"/>
          </a:xfrm>
        </p:grpSpPr>
        <p:sp>
          <p:nvSpPr>
            <p:cNvPr id="11333" name="Google Shape;11333;p92"/>
            <p:cNvSpPr/>
            <p:nvPr/>
          </p:nvSpPr>
          <p:spPr>
            <a:xfrm>
              <a:off x="4697300" y="939825"/>
              <a:ext cx="57475" cy="13725"/>
            </a:xfrm>
            <a:custGeom>
              <a:rect b="b" l="l" r="r" t="t"/>
              <a:pathLst>
                <a:path extrusionOk="0" h="549" w="2299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4" name="Google Shape;11334;p92"/>
            <p:cNvSpPr/>
            <p:nvPr/>
          </p:nvSpPr>
          <p:spPr>
            <a:xfrm>
              <a:off x="4760400" y="947875"/>
              <a:ext cx="126525" cy="36025"/>
            </a:xfrm>
            <a:custGeom>
              <a:rect b="b" l="l" r="r" t="t"/>
              <a:pathLst>
                <a:path extrusionOk="0" h="1441" w="5061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5" name="Google Shape;11335;p92"/>
            <p:cNvSpPr/>
            <p:nvPr/>
          </p:nvSpPr>
          <p:spPr>
            <a:xfrm>
              <a:off x="3888875" y="939825"/>
              <a:ext cx="51500" cy="75925"/>
            </a:xfrm>
            <a:custGeom>
              <a:rect b="b" l="l" r="r" t="t"/>
              <a:pathLst>
                <a:path extrusionOk="0" h="3037" w="206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6" name="Google Shape;11336;p92"/>
            <p:cNvSpPr/>
            <p:nvPr/>
          </p:nvSpPr>
          <p:spPr>
            <a:xfrm>
              <a:off x="4222250" y="939825"/>
              <a:ext cx="22050" cy="8950"/>
            </a:xfrm>
            <a:custGeom>
              <a:rect b="b" l="l" r="r" t="t"/>
              <a:pathLst>
                <a:path extrusionOk="0" h="358" w="882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7" name="Google Shape;11337;p92"/>
            <p:cNvSpPr/>
            <p:nvPr/>
          </p:nvSpPr>
          <p:spPr>
            <a:xfrm>
              <a:off x="3894225" y="942800"/>
              <a:ext cx="103300" cy="77725"/>
            </a:xfrm>
            <a:custGeom>
              <a:rect b="b" l="l" r="r" t="t"/>
              <a:pathLst>
                <a:path extrusionOk="0" h="3109" w="4132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8" name="Google Shape;11338;p92"/>
            <p:cNvSpPr/>
            <p:nvPr/>
          </p:nvSpPr>
          <p:spPr>
            <a:xfrm>
              <a:off x="4006450" y="946075"/>
              <a:ext cx="190525" cy="100350"/>
            </a:xfrm>
            <a:custGeom>
              <a:rect b="b" l="l" r="r" t="t"/>
              <a:pathLst>
                <a:path extrusionOk="0" h="4014" w="7621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9" name="Google Shape;11339;p92"/>
            <p:cNvSpPr/>
            <p:nvPr/>
          </p:nvSpPr>
          <p:spPr>
            <a:xfrm>
              <a:off x="3987100" y="939825"/>
              <a:ext cx="8350" cy="4500"/>
            </a:xfrm>
            <a:custGeom>
              <a:rect b="b" l="l" r="r" t="t"/>
              <a:pathLst>
                <a:path extrusionOk="0" h="180" w="334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0" name="Google Shape;11340;p92"/>
            <p:cNvSpPr/>
            <p:nvPr/>
          </p:nvSpPr>
          <p:spPr>
            <a:xfrm>
              <a:off x="4215100" y="1051750"/>
              <a:ext cx="184275" cy="282800"/>
            </a:xfrm>
            <a:custGeom>
              <a:rect b="b" l="l" r="r" t="t"/>
              <a:pathLst>
                <a:path extrusionOk="0" h="11312" w="7371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1" name="Google Shape;11341;p92"/>
            <p:cNvSpPr/>
            <p:nvPr/>
          </p:nvSpPr>
          <p:spPr>
            <a:xfrm>
              <a:off x="4399650" y="1275000"/>
              <a:ext cx="125925" cy="62825"/>
            </a:xfrm>
            <a:custGeom>
              <a:rect b="b" l="l" r="r" t="t"/>
              <a:pathLst>
                <a:path extrusionOk="0" h="2513" w="5037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2" name="Google Shape;11342;p92"/>
            <p:cNvSpPr/>
            <p:nvPr/>
          </p:nvSpPr>
          <p:spPr>
            <a:xfrm>
              <a:off x="4213300" y="950850"/>
              <a:ext cx="37250" cy="77700"/>
            </a:xfrm>
            <a:custGeom>
              <a:rect b="b" l="l" r="r" t="t"/>
              <a:pathLst>
                <a:path extrusionOk="0" h="3108" w="149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3" name="Google Shape;11343;p92"/>
            <p:cNvSpPr/>
            <p:nvPr/>
          </p:nvSpPr>
          <p:spPr>
            <a:xfrm>
              <a:off x="4248425" y="939825"/>
              <a:ext cx="7475" cy="3600"/>
            </a:xfrm>
            <a:custGeom>
              <a:rect b="b" l="l" r="r" t="t"/>
              <a:pathLst>
                <a:path extrusionOk="0" h="144" w="299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4" name="Google Shape;11344;p92"/>
            <p:cNvSpPr/>
            <p:nvPr/>
          </p:nvSpPr>
          <p:spPr>
            <a:xfrm>
              <a:off x="4253500" y="942650"/>
              <a:ext cx="181900" cy="74600"/>
            </a:xfrm>
            <a:custGeom>
              <a:rect b="b" l="l" r="r" t="t"/>
              <a:pathLst>
                <a:path extrusionOk="0" h="2984" w="7276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5" name="Google Shape;11345;p92"/>
            <p:cNvSpPr/>
            <p:nvPr/>
          </p:nvSpPr>
          <p:spPr>
            <a:xfrm>
              <a:off x="4459775" y="1021675"/>
              <a:ext cx="198850" cy="82475"/>
            </a:xfrm>
            <a:custGeom>
              <a:rect b="b" l="l" r="r" t="t"/>
              <a:pathLst>
                <a:path extrusionOk="0" h="3299" w="7954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6" name="Google Shape;11346;p92"/>
            <p:cNvSpPr/>
            <p:nvPr/>
          </p:nvSpPr>
          <p:spPr>
            <a:xfrm>
              <a:off x="4418400" y="939825"/>
              <a:ext cx="27100" cy="67300"/>
            </a:xfrm>
            <a:custGeom>
              <a:rect b="b" l="l" r="r" t="t"/>
              <a:pathLst>
                <a:path extrusionOk="0" h="2692" w="1084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7" name="Google Shape;11347;p92"/>
            <p:cNvSpPr/>
            <p:nvPr/>
          </p:nvSpPr>
          <p:spPr>
            <a:xfrm>
              <a:off x="4448750" y="1033600"/>
              <a:ext cx="82475" cy="232175"/>
            </a:xfrm>
            <a:custGeom>
              <a:rect b="b" l="l" r="r" t="t"/>
              <a:pathLst>
                <a:path extrusionOk="0" h="9287" w="3299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8" name="Google Shape;11348;p92"/>
            <p:cNvSpPr/>
            <p:nvPr/>
          </p:nvSpPr>
          <p:spPr>
            <a:xfrm>
              <a:off x="4530625" y="1282125"/>
              <a:ext cx="42875" cy="110750"/>
            </a:xfrm>
            <a:custGeom>
              <a:rect b="b" l="l" r="r" t="t"/>
              <a:pathLst>
                <a:path extrusionOk="0" h="4430" w="1715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9" name="Google Shape;11349;p92"/>
            <p:cNvSpPr/>
            <p:nvPr/>
          </p:nvSpPr>
          <p:spPr>
            <a:xfrm>
              <a:off x="4539550" y="1228550"/>
              <a:ext cx="81275" cy="44675"/>
            </a:xfrm>
            <a:custGeom>
              <a:rect b="b" l="l" r="r" t="t"/>
              <a:pathLst>
                <a:path extrusionOk="0" h="1787" w="3251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0" name="Google Shape;11350;p92"/>
            <p:cNvSpPr/>
            <p:nvPr/>
          </p:nvSpPr>
          <p:spPr>
            <a:xfrm>
              <a:off x="4665450" y="1102950"/>
              <a:ext cx="99750" cy="35750"/>
            </a:xfrm>
            <a:custGeom>
              <a:rect b="b" l="l" r="r" t="t"/>
              <a:pathLst>
                <a:path extrusionOk="0" h="1430" w="399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1" name="Google Shape;11351;p92"/>
            <p:cNvSpPr/>
            <p:nvPr/>
          </p:nvSpPr>
          <p:spPr>
            <a:xfrm>
              <a:off x="4576150" y="1236000"/>
              <a:ext cx="52125" cy="157775"/>
            </a:xfrm>
            <a:custGeom>
              <a:rect b="b" l="l" r="r" t="t"/>
              <a:pathLst>
                <a:path extrusionOk="0" h="6311" w="2085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2" name="Google Shape;11352;p92"/>
            <p:cNvSpPr/>
            <p:nvPr/>
          </p:nvSpPr>
          <p:spPr>
            <a:xfrm>
              <a:off x="4627050" y="1106525"/>
              <a:ext cx="36050" cy="112225"/>
            </a:xfrm>
            <a:custGeom>
              <a:rect b="b" l="l" r="r" t="t"/>
              <a:pathLst>
                <a:path extrusionOk="0" h="4489" w="1442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3" name="Google Shape;11353;p92"/>
            <p:cNvSpPr/>
            <p:nvPr/>
          </p:nvSpPr>
          <p:spPr>
            <a:xfrm>
              <a:off x="4658600" y="939825"/>
              <a:ext cx="18475" cy="159275"/>
            </a:xfrm>
            <a:custGeom>
              <a:rect b="b" l="l" r="r" t="t"/>
              <a:pathLst>
                <a:path extrusionOk="0" h="6371" w="739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4" name="Google Shape;11354;p92"/>
            <p:cNvSpPr/>
            <p:nvPr/>
          </p:nvSpPr>
          <p:spPr>
            <a:xfrm>
              <a:off x="4752075" y="939825"/>
              <a:ext cx="37225" cy="176550"/>
            </a:xfrm>
            <a:custGeom>
              <a:rect b="b" l="l" r="r" t="t"/>
              <a:pathLst>
                <a:path extrusionOk="0" h="7062" w="1489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5" name="Google Shape;11355;p92"/>
            <p:cNvSpPr/>
            <p:nvPr/>
          </p:nvSpPr>
          <p:spPr>
            <a:xfrm>
              <a:off x="4804450" y="989825"/>
              <a:ext cx="88725" cy="131000"/>
            </a:xfrm>
            <a:custGeom>
              <a:rect b="b" l="l" r="r" t="t"/>
              <a:pathLst>
                <a:path extrusionOk="0" h="5240" w="3549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6" name="Google Shape;11356;p92"/>
            <p:cNvSpPr/>
            <p:nvPr/>
          </p:nvSpPr>
          <p:spPr>
            <a:xfrm>
              <a:off x="4897925" y="939825"/>
              <a:ext cx="29775" cy="37525"/>
            </a:xfrm>
            <a:custGeom>
              <a:rect b="b" l="l" r="r" t="t"/>
              <a:pathLst>
                <a:path extrusionOk="0" h="1501" w="1191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7" name="Google Shape;11357;p92"/>
            <p:cNvSpPr/>
            <p:nvPr/>
          </p:nvSpPr>
          <p:spPr>
            <a:xfrm>
              <a:off x="4904775" y="979125"/>
              <a:ext cx="209875" cy="36925"/>
            </a:xfrm>
            <a:custGeom>
              <a:rect b="b" l="l" r="r" t="t"/>
              <a:pathLst>
                <a:path extrusionOk="0" h="1477" w="8395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8" name="Google Shape;11358;p92"/>
            <p:cNvSpPr/>
            <p:nvPr/>
          </p:nvSpPr>
          <p:spPr>
            <a:xfrm>
              <a:off x="5115500" y="939825"/>
              <a:ext cx="73850" cy="73250"/>
            </a:xfrm>
            <a:custGeom>
              <a:rect b="b" l="l" r="r" t="t"/>
              <a:pathLst>
                <a:path extrusionOk="0" h="2930" w="2954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9" name="Google Shape;11359;p92"/>
            <p:cNvSpPr/>
            <p:nvPr/>
          </p:nvSpPr>
          <p:spPr>
            <a:xfrm>
              <a:off x="4996450" y="939825"/>
              <a:ext cx="347975" cy="224175"/>
            </a:xfrm>
            <a:custGeom>
              <a:rect b="b" l="l" r="r" t="t"/>
              <a:pathLst>
                <a:path extrusionOk="0" h="8967" w="13919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0" name="Google Shape;11360;p92"/>
            <p:cNvSpPr/>
            <p:nvPr/>
          </p:nvSpPr>
          <p:spPr>
            <a:xfrm>
              <a:off x="5192300" y="939825"/>
              <a:ext cx="157775" cy="220900"/>
            </a:xfrm>
            <a:custGeom>
              <a:rect b="b" l="l" r="r" t="t"/>
              <a:pathLst>
                <a:path extrusionOk="0" h="8836" w="6311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1" name="Google Shape;11361;p92"/>
            <p:cNvSpPr/>
            <p:nvPr/>
          </p:nvSpPr>
          <p:spPr>
            <a:xfrm>
              <a:off x="5357500" y="995500"/>
              <a:ext cx="208675" cy="168500"/>
            </a:xfrm>
            <a:custGeom>
              <a:rect b="b" l="l" r="r" t="t"/>
              <a:pathLst>
                <a:path extrusionOk="0" h="6740" w="8347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2" name="Google Shape;11362;p92"/>
            <p:cNvSpPr/>
            <p:nvPr/>
          </p:nvSpPr>
          <p:spPr>
            <a:xfrm>
              <a:off x="5531925" y="939825"/>
              <a:ext cx="36650" cy="39025"/>
            </a:xfrm>
            <a:custGeom>
              <a:rect b="b" l="l" r="r" t="t"/>
              <a:pathLst>
                <a:path extrusionOk="0" h="1561" w="1466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3" name="Google Shape;11363;p92"/>
            <p:cNvSpPr/>
            <p:nvPr/>
          </p:nvSpPr>
          <p:spPr>
            <a:xfrm>
              <a:off x="5412275" y="940125"/>
              <a:ext cx="30075" cy="14900"/>
            </a:xfrm>
            <a:custGeom>
              <a:rect b="b" l="l" r="r" t="t"/>
              <a:pathLst>
                <a:path extrusionOk="0" h="596" w="1203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4" name="Google Shape;11364;p92"/>
            <p:cNvSpPr/>
            <p:nvPr/>
          </p:nvSpPr>
          <p:spPr>
            <a:xfrm>
              <a:off x="5448000" y="940125"/>
              <a:ext cx="7750" cy="6575"/>
            </a:xfrm>
            <a:custGeom>
              <a:rect b="b" l="l" r="r" t="t"/>
              <a:pathLst>
                <a:path extrusionOk="0" h="263" w="31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5" name="Google Shape;11365;p92"/>
            <p:cNvSpPr/>
            <p:nvPr/>
          </p:nvSpPr>
          <p:spPr>
            <a:xfrm>
              <a:off x="5654850" y="939825"/>
              <a:ext cx="128625" cy="201250"/>
            </a:xfrm>
            <a:custGeom>
              <a:rect b="b" l="l" r="r" t="t"/>
              <a:pathLst>
                <a:path extrusionOk="0" h="8050" w="5145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6" name="Google Shape;11366;p92"/>
            <p:cNvSpPr/>
            <p:nvPr/>
          </p:nvSpPr>
          <p:spPr>
            <a:xfrm>
              <a:off x="5575375" y="939825"/>
              <a:ext cx="14925" cy="36050"/>
            </a:xfrm>
            <a:custGeom>
              <a:rect b="b" l="l" r="r" t="t"/>
              <a:pathLst>
                <a:path extrusionOk="0" h="1442" w="597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7" name="Google Shape;11367;p92"/>
            <p:cNvSpPr/>
            <p:nvPr/>
          </p:nvSpPr>
          <p:spPr>
            <a:xfrm>
              <a:off x="5742075" y="939825"/>
              <a:ext cx="47350" cy="198275"/>
            </a:xfrm>
            <a:custGeom>
              <a:rect b="b" l="l" r="r" t="t"/>
              <a:pathLst>
                <a:path extrusionOk="0" h="7931" w="1894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8" name="Google Shape;11368;p92"/>
            <p:cNvSpPr/>
            <p:nvPr/>
          </p:nvSpPr>
          <p:spPr>
            <a:xfrm>
              <a:off x="5789400" y="1164550"/>
              <a:ext cx="90525" cy="353650"/>
            </a:xfrm>
            <a:custGeom>
              <a:rect b="b" l="l" r="r" t="t"/>
              <a:pathLst>
                <a:path extrusionOk="0" h="14146" w="3621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9" name="Google Shape;11369;p92"/>
            <p:cNvSpPr/>
            <p:nvPr/>
          </p:nvSpPr>
          <p:spPr>
            <a:xfrm>
              <a:off x="6017400" y="939525"/>
              <a:ext cx="8075" cy="4500"/>
            </a:xfrm>
            <a:custGeom>
              <a:rect b="b" l="l" r="r" t="t"/>
              <a:pathLst>
                <a:path extrusionOk="0" h="180" w="323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0" name="Google Shape;11370;p92"/>
            <p:cNvSpPr/>
            <p:nvPr/>
          </p:nvSpPr>
          <p:spPr>
            <a:xfrm>
              <a:off x="5798625" y="956500"/>
              <a:ext cx="225350" cy="187850"/>
            </a:xfrm>
            <a:custGeom>
              <a:rect b="b" l="l" r="r" t="t"/>
              <a:pathLst>
                <a:path extrusionOk="0" h="7514" w="9014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1" name="Google Shape;11371;p92"/>
            <p:cNvSpPr/>
            <p:nvPr/>
          </p:nvSpPr>
          <p:spPr>
            <a:xfrm>
              <a:off x="6031700" y="959775"/>
              <a:ext cx="71750" cy="111650"/>
            </a:xfrm>
            <a:custGeom>
              <a:rect b="b" l="l" r="r" t="t"/>
              <a:pathLst>
                <a:path extrusionOk="0" h="4466" w="287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2" name="Google Shape;11372;p92"/>
            <p:cNvSpPr/>
            <p:nvPr/>
          </p:nvSpPr>
          <p:spPr>
            <a:xfrm>
              <a:off x="6036450" y="939825"/>
              <a:ext cx="12825" cy="7475"/>
            </a:xfrm>
            <a:custGeom>
              <a:rect b="b" l="l" r="r" t="t"/>
              <a:pathLst>
                <a:path extrusionOk="0" h="299" w="513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3" name="Google Shape;11373;p92"/>
            <p:cNvSpPr/>
            <p:nvPr/>
          </p:nvSpPr>
          <p:spPr>
            <a:xfrm>
              <a:off x="5965325" y="1184200"/>
              <a:ext cx="453050" cy="198075"/>
            </a:xfrm>
            <a:custGeom>
              <a:rect b="b" l="l" r="r" t="t"/>
              <a:pathLst>
                <a:path extrusionOk="0" h="7923" w="18122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4" name="Google Shape;11374;p92"/>
            <p:cNvSpPr/>
            <p:nvPr/>
          </p:nvSpPr>
          <p:spPr>
            <a:xfrm>
              <a:off x="6126650" y="939825"/>
              <a:ext cx="68775" cy="119975"/>
            </a:xfrm>
            <a:custGeom>
              <a:rect b="b" l="l" r="r" t="t"/>
              <a:pathLst>
                <a:path extrusionOk="0" h="4799" w="2751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5" name="Google Shape;11375;p92"/>
            <p:cNvSpPr/>
            <p:nvPr/>
          </p:nvSpPr>
          <p:spPr>
            <a:xfrm>
              <a:off x="5887625" y="1106525"/>
              <a:ext cx="218800" cy="414050"/>
            </a:xfrm>
            <a:custGeom>
              <a:rect b="b" l="l" r="r" t="t"/>
              <a:pathLst>
                <a:path extrusionOk="0" h="16562" w="8752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6" name="Google Shape;11376;p92"/>
            <p:cNvSpPr/>
            <p:nvPr/>
          </p:nvSpPr>
          <p:spPr>
            <a:xfrm>
              <a:off x="4762775" y="1114700"/>
              <a:ext cx="59275" cy="58100"/>
            </a:xfrm>
            <a:custGeom>
              <a:rect b="b" l="l" r="r" t="t"/>
              <a:pathLst>
                <a:path extrusionOk="0" h="2324" w="2371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7" name="Google Shape;11377;p92"/>
            <p:cNvSpPr/>
            <p:nvPr/>
          </p:nvSpPr>
          <p:spPr>
            <a:xfrm>
              <a:off x="4558600" y="1391375"/>
              <a:ext cx="30975" cy="29875"/>
            </a:xfrm>
            <a:custGeom>
              <a:rect b="b" l="l" r="r" t="t"/>
              <a:pathLst>
                <a:path extrusionOk="0" h="1195" w="1239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8" name="Google Shape;11378;p92"/>
            <p:cNvSpPr/>
            <p:nvPr/>
          </p:nvSpPr>
          <p:spPr>
            <a:xfrm>
              <a:off x="4196350" y="1025325"/>
              <a:ext cx="30075" cy="30150"/>
            </a:xfrm>
            <a:custGeom>
              <a:rect b="b" l="l" r="r" t="t"/>
              <a:pathLst>
                <a:path extrusionOk="0" h="1206" w="1203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9" name="Google Shape;11379;p92"/>
            <p:cNvSpPr/>
            <p:nvPr/>
          </p:nvSpPr>
          <p:spPr>
            <a:xfrm>
              <a:off x="4432100" y="1005225"/>
              <a:ext cx="30075" cy="29900"/>
            </a:xfrm>
            <a:custGeom>
              <a:rect b="b" l="l" r="r" t="t"/>
              <a:pathLst>
                <a:path extrusionOk="0" h="1196" w="1203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0" name="Google Shape;11380;p92"/>
            <p:cNvSpPr/>
            <p:nvPr/>
          </p:nvSpPr>
          <p:spPr>
            <a:xfrm>
              <a:off x="4392800" y="1332150"/>
              <a:ext cx="9850" cy="10525"/>
            </a:xfrm>
            <a:custGeom>
              <a:rect b="b" l="l" r="r" t="t"/>
              <a:pathLst>
                <a:path extrusionOk="0" h="421" w="394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1" name="Google Shape;11381;p92"/>
            <p:cNvSpPr/>
            <p:nvPr/>
          </p:nvSpPr>
          <p:spPr>
            <a:xfrm>
              <a:off x="5860550" y="1516575"/>
              <a:ext cx="42275" cy="40975"/>
            </a:xfrm>
            <a:custGeom>
              <a:rect b="b" l="l" r="r" t="t"/>
              <a:pathLst>
                <a:path extrusionOk="0" h="1639" w="1691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2" name="Google Shape;11382;p92"/>
            <p:cNvSpPr/>
            <p:nvPr/>
          </p:nvSpPr>
          <p:spPr>
            <a:xfrm>
              <a:off x="5775700" y="1136275"/>
              <a:ext cx="29800" cy="28900"/>
            </a:xfrm>
            <a:custGeom>
              <a:rect b="b" l="l" r="r" t="t"/>
              <a:pathLst>
                <a:path extrusionOk="0" h="1156" w="1192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3" name="Google Shape;11383;p92"/>
            <p:cNvSpPr/>
            <p:nvPr/>
          </p:nvSpPr>
          <p:spPr>
            <a:xfrm>
              <a:off x="5559325" y="973750"/>
              <a:ext cx="30375" cy="28950"/>
            </a:xfrm>
            <a:custGeom>
              <a:rect b="b" l="l" r="r" t="t"/>
              <a:pathLst>
                <a:path extrusionOk="0" h="1158" w="1215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4" name="Google Shape;11384;p92"/>
            <p:cNvSpPr/>
            <p:nvPr/>
          </p:nvSpPr>
          <p:spPr>
            <a:xfrm>
              <a:off x="4618425" y="1217425"/>
              <a:ext cx="22050" cy="20375"/>
            </a:xfrm>
            <a:custGeom>
              <a:rect b="b" l="l" r="r" t="t"/>
              <a:pathLst>
                <a:path extrusionOk="0" h="815" w="882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5" name="Google Shape;11385;p92"/>
            <p:cNvSpPr/>
            <p:nvPr/>
          </p:nvSpPr>
          <p:spPr>
            <a:xfrm>
              <a:off x="5439650" y="946275"/>
              <a:ext cx="21175" cy="20375"/>
            </a:xfrm>
            <a:custGeom>
              <a:rect b="b" l="l" r="r" t="t"/>
              <a:pathLst>
                <a:path extrusionOk="0" h="815" w="847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6" name="Google Shape;11386;p92"/>
            <p:cNvSpPr/>
            <p:nvPr/>
          </p:nvSpPr>
          <p:spPr>
            <a:xfrm>
              <a:off x="5341125" y="1157350"/>
              <a:ext cx="21450" cy="20100"/>
            </a:xfrm>
            <a:custGeom>
              <a:rect b="b" l="l" r="r" t="t"/>
              <a:pathLst>
                <a:path extrusionOk="0" h="804" w="858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7" name="Google Shape;11387;p92"/>
            <p:cNvSpPr/>
            <p:nvPr/>
          </p:nvSpPr>
          <p:spPr>
            <a:xfrm>
              <a:off x="4884825" y="973175"/>
              <a:ext cx="20850" cy="20850"/>
            </a:xfrm>
            <a:custGeom>
              <a:rect b="b" l="l" r="r" t="t"/>
              <a:pathLst>
                <a:path extrusionOk="0" h="834" w="834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8" name="Google Shape;11388;p92"/>
            <p:cNvSpPr/>
            <p:nvPr/>
          </p:nvSpPr>
          <p:spPr>
            <a:xfrm>
              <a:off x="3994525" y="940125"/>
              <a:ext cx="20575" cy="10200"/>
            </a:xfrm>
            <a:custGeom>
              <a:rect b="b" l="l" r="r" t="t"/>
              <a:pathLst>
                <a:path extrusionOk="0" h="408" w="823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9" name="Google Shape;11389;p92"/>
            <p:cNvSpPr/>
            <p:nvPr/>
          </p:nvSpPr>
          <p:spPr>
            <a:xfrm>
              <a:off x="4521100" y="1262650"/>
              <a:ext cx="21150" cy="20400"/>
            </a:xfrm>
            <a:custGeom>
              <a:rect b="b" l="l" r="r" t="t"/>
              <a:pathLst>
                <a:path extrusionOk="0" h="816" w="846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0" name="Google Shape;11390;p92"/>
            <p:cNvSpPr/>
            <p:nvPr/>
          </p:nvSpPr>
          <p:spPr>
            <a:xfrm>
              <a:off x="3877250" y="1014750"/>
              <a:ext cx="22050" cy="20675"/>
            </a:xfrm>
            <a:custGeom>
              <a:rect b="b" l="l" r="r" t="t"/>
              <a:pathLst>
                <a:path extrusionOk="0" h="827" w="882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1" name="Google Shape;11391;p92"/>
            <p:cNvSpPr/>
            <p:nvPr/>
          </p:nvSpPr>
          <p:spPr>
            <a:xfrm>
              <a:off x="6017400" y="939525"/>
              <a:ext cx="25025" cy="23025"/>
            </a:xfrm>
            <a:custGeom>
              <a:rect b="b" l="l" r="r" t="t"/>
              <a:pathLst>
                <a:path extrusionOk="0" h="921" w="1001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2" name="Google Shape;11392;p92"/>
            <p:cNvSpPr/>
            <p:nvPr/>
          </p:nvSpPr>
          <p:spPr>
            <a:xfrm>
              <a:off x="4869650" y="949325"/>
              <a:ext cx="12825" cy="12000"/>
            </a:xfrm>
            <a:custGeom>
              <a:rect b="b" l="l" r="r" t="t"/>
              <a:pathLst>
                <a:path extrusionOk="0" h="480" w="513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3" name="Google Shape;11393;p92"/>
            <p:cNvSpPr/>
            <p:nvPr/>
          </p:nvSpPr>
          <p:spPr>
            <a:xfrm>
              <a:off x="4743150" y="1107375"/>
              <a:ext cx="12225" cy="12000"/>
            </a:xfrm>
            <a:custGeom>
              <a:rect b="b" l="l" r="r" t="t"/>
              <a:pathLst>
                <a:path extrusionOk="0" h="480" w="489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4" name="Google Shape;11394;p92"/>
            <p:cNvSpPr/>
            <p:nvPr/>
          </p:nvSpPr>
          <p:spPr>
            <a:xfrm>
              <a:off x="4242175" y="940725"/>
              <a:ext cx="12525" cy="11700"/>
            </a:xfrm>
            <a:custGeom>
              <a:rect b="b" l="l" r="r" t="t"/>
              <a:pathLst>
                <a:path extrusionOk="0" h="468" w="501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5" name="Google Shape;11395;p92"/>
            <p:cNvSpPr/>
            <p:nvPr/>
          </p:nvSpPr>
          <p:spPr>
            <a:xfrm>
              <a:off x="4657125" y="1097575"/>
              <a:ext cx="11925" cy="11350"/>
            </a:xfrm>
            <a:custGeom>
              <a:rect b="b" l="l" r="r" t="t"/>
              <a:pathLst>
                <a:path extrusionOk="0" h="454" w="477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6" name="Google Shape;11396;p92"/>
            <p:cNvSpPr/>
            <p:nvPr/>
          </p:nvSpPr>
          <p:spPr>
            <a:xfrm>
              <a:off x="5125025" y="1028500"/>
              <a:ext cx="12525" cy="12050"/>
            </a:xfrm>
            <a:custGeom>
              <a:rect b="b" l="l" r="r" t="t"/>
              <a:pathLst>
                <a:path extrusionOk="0" h="482" w="501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7" name="Google Shape;11397;p92"/>
            <p:cNvSpPr/>
            <p:nvPr/>
          </p:nvSpPr>
          <p:spPr>
            <a:xfrm>
              <a:off x="6093300" y="1058450"/>
              <a:ext cx="60150" cy="57725"/>
            </a:xfrm>
            <a:custGeom>
              <a:rect b="b" l="l" r="r" t="t"/>
              <a:pathLst>
                <a:path extrusionOk="0" h="2309" w="2406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98" name="Google Shape;11398;p92"/>
          <p:cNvGrpSpPr/>
          <p:nvPr/>
        </p:nvGrpSpPr>
        <p:grpSpPr>
          <a:xfrm flipH="1">
            <a:off x="7" y="-168"/>
            <a:ext cx="9532268" cy="2318335"/>
            <a:chOff x="3877250" y="939525"/>
            <a:chExt cx="2541125" cy="618025"/>
          </a:xfrm>
        </p:grpSpPr>
        <p:sp>
          <p:nvSpPr>
            <p:cNvPr id="11399" name="Google Shape;11399;p92"/>
            <p:cNvSpPr/>
            <p:nvPr/>
          </p:nvSpPr>
          <p:spPr>
            <a:xfrm>
              <a:off x="4697300" y="939825"/>
              <a:ext cx="57475" cy="13725"/>
            </a:xfrm>
            <a:custGeom>
              <a:rect b="b" l="l" r="r" t="t"/>
              <a:pathLst>
                <a:path extrusionOk="0" h="549" w="2299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0" name="Google Shape;11400;p92"/>
            <p:cNvSpPr/>
            <p:nvPr/>
          </p:nvSpPr>
          <p:spPr>
            <a:xfrm>
              <a:off x="4760400" y="947875"/>
              <a:ext cx="126525" cy="36025"/>
            </a:xfrm>
            <a:custGeom>
              <a:rect b="b" l="l" r="r" t="t"/>
              <a:pathLst>
                <a:path extrusionOk="0" h="1441" w="5061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1" name="Google Shape;11401;p92"/>
            <p:cNvSpPr/>
            <p:nvPr/>
          </p:nvSpPr>
          <p:spPr>
            <a:xfrm>
              <a:off x="3888875" y="939825"/>
              <a:ext cx="51500" cy="75925"/>
            </a:xfrm>
            <a:custGeom>
              <a:rect b="b" l="l" r="r" t="t"/>
              <a:pathLst>
                <a:path extrusionOk="0" h="3037" w="206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2" name="Google Shape;11402;p92"/>
            <p:cNvSpPr/>
            <p:nvPr/>
          </p:nvSpPr>
          <p:spPr>
            <a:xfrm>
              <a:off x="4222250" y="939825"/>
              <a:ext cx="22050" cy="8950"/>
            </a:xfrm>
            <a:custGeom>
              <a:rect b="b" l="l" r="r" t="t"/>
              <a:pathLst>
                <a:path extrusionOk="0" h="358" w="882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3" name="Google Shape;11403;p92"/>
            <p:cNvSpPr/>
            <p:nvPr/>
          </p:nvSpPr>
          <p:spPr>
            <a:xfrm>
              <a:off x="3894225" y="942800"/>
              <a:ext cx="103300" cy="77725"/>
            </a:xfrm>
            <a:custGeom>
              <a:rect b="b" l="l" r="r" t="t"/>
              <a:pathLst>
                <a:path extrusionOk="0" h="3109" w="4132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4" name="Google Shape;11404;p92"/>
            <p:cNvSpPr/>
            <p:nvPr/>
          </p:nvSpPr>
          <p:spPr>
            <a:xfrm>
              <a:off x="4006450" y="946075"/>
              <a:ext cx="190525" cy="100350"/>
            </a:xfrm>
            <a:custGeom>
              <a:rect b="b" l="l" r="r" t="t"/>
              <a:pathLst>
                <a:path extrusionOk="0" h="4014" w="7621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5" name="Google Shape;11405;p92"/>
            <p:cNvSpPr/>
            <p:nvPr/>
          </p:nvSpPr>
          <p:spPr>
            <a:xfrm>
              <a:off x="3987100" y="939825"/>
              <a:ext cx="8350" cy="4500"/>
            </a:xfrm>
            <a:custGeom>
              <a:rect b="b" l="l" r="r" t="t"/>
              <a:pathLst>
                <a:path extrusionOk="0" h="180" w="334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6" name="Google Shape;11406;p92"/>
            <p:cNvSpPr/>
            <p:nvPr/>
          </p:nvSpPr>
          <p:spPr>
            <a:xfrm>
              <a:off x="4215100" y="1051750"/>
              <a:ext cx="184275" cy="282800"/>
            </a:xfrm>
            <a:custGeom>
              <a:rect b="b" l="l" r="r" t="t"/>
              <a:pathLst>
                <a:path extrusionOk="0" h="11312" w="7371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7" name="Google Shape;11407;p92"/>
            <p:cNvSpPr/>
            <p:nvPr/>
          </p:nvSpPr>
          <p:spPr>
            <a:xfrm>
              <a:off x="4399650" y="1275000"/>
              <a:ext cx="125925" cy="62825"/>
            </a:xfrm>
            <a:custGeom>
              <a:rect b="b" l="l" r="r" t="t"/>
              <a:pathLst>
                <a:path extrusionOk="0" h="2513" w="5037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8" name="Google Shape;11408;p92"/>
            <p:cNvSpPr/>
            <p:nvPr/>
          </p:nvSpPr>
          <p:spPr>
            <a:xfrm>
              <a:off x="4213300" y="950850"/>
              <a:ext cx="37250" cy="77700"/>
            </a:xfrm>
            <a:custGeom>
              <a:rect b="b" l="l" r="r" t="t"/>
              <a:pathLst>
                <a:path extrusionOk="0" h="3108" w="149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9" name="Google Shape;11409;p92"/>
            <p:cNvSpPr/>
            <p:nvPr/>
          </p:nvSpPr>
          <p:spPr>
            <a:xfrm>
              <a:off x="4248425" y="939825"/>
              <a:ext cx="7475" cy="3600"/>
            </a:xfrm>
            <a:custGeom>
              <a:rect b="b" l="l" r="r" t="t"/>
              <a:pathLst>
                <a:path extrusionOk="0" h="144" w="299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0" name="Google Shape;11410;p92"/>
            <p:cNvSpPr/>
            <p:nvPr/>
          </p:nvSpPr>
          <p:spPr>
            <a:xfrm>
              <a:off x="4253500" y="942650"/>
              <a:ext cx="181900" cy="74600"/>
            </a:xfrm>
            <a:custGeom>
              <a:rect b="b" l="l" r="r" t="t"/>
              <a:pathLst>
                <a:path extrusionOk="0" h="2984" w="7276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1" name="Google Shape;11411;p92"/>
            <p:cNvSpPr/>
            <p:nvPr/>
          </p:nvSpPr>
          <p:spPr>
            <a:xfrm>
              <a:off x="4459775" y="1021675"/>
              <a:ext cx="198850" cy="82475"/>
            </a:xfrm>
            <a:custGeom>
              <a:rect b="b" l="l" r="r" t="t"/>
              <a:pathLst>
                <a:path extrusionOk="0" h="3299" w="7954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2" name="Google Shape;11412;p92"/>
            <p:cNvSpPr/>
            <p:nvPr/>
          </p:nvSpPr>
          <p:spPr>
            <a:xfrm>
              <a:off x="4418400" y="939825"/>
              <a:ext cx="27100" cy="67300"/>
            </a:xfrm>
            <a:custGeom>
              <a:rect b="b" l="l" r="r" t="t"/>
              <a:pathLst>
                <a:path extrusionOk="0" h="2692" w="1084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3" name="Google Shape;11413;p92"/>
            <p:cNvSpPr/>
            <p:nvPr/>
          </p:nvSpPr>
          <p:spPr>
            <a:xfrm>
              <a:off x="4448750" y="1033600"/>
              <a:ext cx="82475" cy="232175"/>
            </a:xfrm>
            <a:custGeom>
              <a:rect b="b" l="l" r="r" t="t"/>
              <a:pathLst>
                <a:path extrusionOk="0" h="9287" w="3299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4" name="Google Shape;11414;p92"/>
            <p:cNvSpPr/>
            <p:nvPr/>
          </p:nvSpPr>
          <p:spPr>
            <a:xfrm>
              <a:off x="4530625" y="1282125"/>
              <a:ext cx="42875" cy="110750"/>
            </a:xfrm>
            <a:custGeom>
              <a:rect b="b" l="l" r="r" t="t"/>
              <a:pathLst>
                <a:path extrusionOk="0" h="4430" w="1715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5" name="Google Shape;11415;p92"/>
            <p:cNvSpPr/>
            <p:nvPr/>
          </p:nvSpPr>
          <p:spPr>
            <a:xfrm>
              <a:off x="4539550" y="1228550"/>
              <a:ext cx="81275" cy="44675"/>
            </a:xfrm>
            <a:custGeom>
              <a:rect b="b" l="l" r="r" t="t"/>
              <a:pathLst>
                <a:path extrusionOk="0" h="1787" w="3251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6" name="Google Shape;11416;p92"/>
            <p:cNvSpPr/>
            <p:nvPr/>
          </p:nvSpPr>
          <p:spPr>
            <a:xfrm>
              <a:off x="4665450" y="1102950"/>
              <a:ext cx="99750" cy="35750"/>
            </a:xfrm>
            <a:custGeom>
              <a:rect b="b" l="l" r="r" t="t"/>
              <a:pathLst>
                <a:path extrusionOk="0" h="1430" w="399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7" name="Google Shape;11417;p92"/>
            <p:cNvSpPr/>
            <p:nvPr/>
          </p:nvSpPr>
          <p:spPr>
            <a:xfrm>
              <a:off x="4576150" y="1236000"/>
              <a:ext cx="52125" cy="157775"/>
            </a:xfrm>
            <a:custGeom>
              <a:rect b="b" l="l" r="r" t="t"/>
              <a:pathLst>
                <a:path extrusionOk="0" h="6311" w="2085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8" name="Google Shape;11418;p92"/>
            <p:cNvSpPr/>
            <p:nvPr/>
          </p:nvSpPr>
          <p:spPr>
            <a:xfrm>
              <a:off x="4627050" y="1106525"/>
              <a:ext cx="36050" cy="112225"/>
            </a:xfrm>
            <a:custGeom>
              <a:rect b="b" l="l" r="r" t="t"/>
              <a:pathLst>
                <a:path extrusionOk="0" h="4489" w="1442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9" name="Google Shape;11419;p92"/>
            <p:cNvSpPr/>
            <p:nvPr/>
          </p:nvSpPr>
          <p:spPr>
            <a:xfrm>
              <a:off x="4658600" y="939825"/>
              <a:ext cx="18475" cy="159275"/>
            </a:xfrm>
            <a:custGeom>
              <a:rect b="b" l="l" r="r" t="t"/>
              <a:pathLst>
                <a:path extrusionOk="0" h="6371" w="739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0" name="Google Shape;11420;p92"/>
            <p:cNvSpPr/>
            <p:nvPr/>
          </p:nvSpPr>
          <p:spPr>
            <a:xfrm>
              <a:off x="4752075" y="939825"/>
              <a:ext cx="37225" cy="176550"/>
            </a:xfrm>
            <a:custGeom>
              <a:rect b="b" l="l" r="r" t="t"/>
              <a:pathLst>
                <a:path extrusionOk="0" h="7062" w="1489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1" name="Google Shape;11421;p92"/>
            <p:cNvSpPr/>
            <p:nvPr/>
          </p:nvSpPr>
          <p:spPr>
            <a:xfrm>
              <a:off x="4804450" y="989825"/>
              <a:ext cx="88725" cy="131000"/>
            </a:xfrm>
            <a:custGeom>
              <a:rect b="b" l="l" r="r" t="t"/>
              <a:pathLst>
                <a:path extrusionOk="0" h="5240" w="3549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2" name="Google Shape;11422;p92"/>
            <p:cNvSpPr/>
            <p:nvPr/>
          </p:nvSpPr>
          <p:spPr>
            <a:xfrm>
              <a:off x="4897925" y="939825"/>
              <a:ext cx="29775" cy="37525"/>
            </a:xfrm>
            <a:custGeom>
              <a:rect b="b" l="l" r="r" t="t"/>
              <a:pathLst>
                <a:path extrusionOk="0" h="1501" w="1191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3" name="Google Shape;11423;p92"/>
            <p:cNvSpPr/>
            <p:nvPr/>
          </p:nvSpPr>
          <p:spPr>
            <a:xfrm>
              <a:off x="4904775" y="979125"/>
              <a:ext cx="209875" cy="36925"/>
            </a:xfrm>
            <a:custGeom>
              <a:rect b="b" l="l" r="r" t="t"/>
              <a:pathLst>
                <a:path extrusionOk="0" h="1477" w="8395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4" name="Google Shape;11424;p92"/>
            <p:cNvSpPr/>
            <p:nvPr/>
          </p:nvSpPr>
          <p:spPr>
            <a:xfrm>
              <a:off x="5115500" y="939825"/>
              <a:ext cx="73850" cy="73250"/>
            </a:xfrm>
            <a:custGeom>
              <a:rect b="b" l="l" r="r" t="t"/>
              <a:pathLst>
                <a:path extrusionOk="0" h="2930" w="2954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5" name="Google Shape;11425;p92"/>
            <p:cNvSpPr/>
            <p:nvPr/>
          </p:nvSpPr>
          <p:spPr>
            <a:xfrm>
              <a:off x="4996450" y="939825"/>
              <a:ext cx="347975" cy="224175"/>
            </a:xfrm>
            <a:custGeom>
              <a:rect b="b" l="l" r="r" t="t"/>
              <a:pathLst>
                <a:path extrusionOk="0" h="8967" w="13919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6" name="Google Shape;11426;p92"/>
            <p:cNvSpPr/>
            <p:nvPr/>
          </p:nvSpPr>
          <p:spPr>
            <a:xfrm>
              <a:off x="5192300" y="939825"/>
              <a:ext cx="157775" cy="220900"/>
            </a:xfrm>
            <a:custGeom>
              <a:rect b="b" l="l" r="r" t="t"/>
              <a:pathLst>
                <a:path extrusionOk="0" h="8836" w="6311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7" name="Google Shape;11427;p92"/>
            <p:cNvSpPr/>
            <p:nvPr/>
          </p:nvSpPr>
          <p:spPr>
            <a:xfrm>
              <a:off x="5357500" y="995500"/>
              <a:ext cx="208675" cy="168500"/>
            </a:xfrm>
            <a:custGeom>
              <a:rect b="b" l="l" r="r" t="t"/>
              <a:pathLst>
                <a:path extrusionOk="0" h="6740" w="8347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8" name="Google Shape;11428;p92"/>
            <p:cNvSpPr/>
            <p:nvPr/>
          </p:nvSpPr>
          <p:spPr>
            <a:xfrm>
              <a:off x="5531925" y="939825"/>
              <a:ext cx="36650" cy="39025"/>
            </a:xfrm>
            <a:custGeom>
              <a:rect b="b" l="l" r="r" t="t"/>
              <a:pathLst>
                <a:path extrusionOk="0" h="1561" w="1466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9" name="Google Shape;11429;p92"/>
            <p:cNvSpPr/>
            <p:nvPr/>
          </p:nvSpPr>
          <p:spPr>
            <a:xfrm>
              <a:off x="5412275" y="940125"/>
              <a:ext cx="30075" cy="14900"/>
            </a:xfrm>
            <a:custGeom>
              <a:rect b="b" l="l" r="r" t="t"/>
              <a:pathLst>
                <a:path extrusionOk="0" h="596" w="1203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0" name="Google Shape;11430;p92"/>
            <p:cNvSpPr/>
            <p:nvPr/>
          </p:nvSpPr>
          <p:spPr>
            <a:xfrm>
              <a:off x="5448000" y="940125"/>
              <a:ext cx="7750" cy="6575"/>
            </a:xfrm>
            <a:custGeom>
              <a:rect b="b" l="l" r="r" t="t"/>
              <a:pathLst>
                <a:path extrusionOk="0" h="263" w="31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1" name="Google Shape;11431;p92"/>
            <p:cNvSpPr/>
            <p:nvPr/>
          </p:nvSpPr>
          <p:spPr>
            <a:xfrm>
              <a:off x="5654850" y="939825"/>
              <a:ext cx="128625" cy="201250"/>
            </a:xfrm>
            <a:custGeom>
              <a:rect b="b" l="l" r="r" t="t"/>
              <a:pathLst>
                <a:path extrusionOk="0" h="8050" w="5145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2" name="Google Shape;11432;p92"/>
            <p:cNvSpPr/>
            <p:nvPr/>
          </p:nvSpPr>
          <p:spPr>
            <a:xfrm>
              <a:off x="5575375" y="939825"/>
              <a:ext cx="14925" cy="36050"/>
            </a:xfrm>
            <a:custGeom>
              <a:rect b="b" l="l" r="r" t="t"/>
              <a:pathLst>
                <a:path extrusionOk="0" h="1442" w="597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3" name="Google Shape;11433;p92"/>
            <p:cNvSpPr/>
            <p:nvPr/>
          </p:nvSpPr>
          <p:spPr>
            <a:xfrm>
              <a:off x="5742075" y="939825"/>
              <a:ext cx="47350" cy="198275"/>
            </a:xfrm>
            <a:custGeom>
              <a:rect b="b" l="l" r="r" t="t"/>
              <a:pathLst>
                <a:path extrusionOk="0" h="7931" w="1894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4" name="Google Shape;11434;p92"/>
            <p:cNvSpPr/>
            <p:nvPr/>
          </p:nvSpPr>
          <p:spPr>
            <a:xfrm>
              <a:off x="5789400" y="1164550"/>
              <a:ext cx="90525" cy="353650"/>
            </a:xfrm>
            <a:custGeom>
              <a:rect b="b" l="l" r="r" t="t"/>
              <a:pathLst>
                <a:path extrusionOk="0" h="14146" w="3621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5" name="Google Shape;11435;p92"/>
            <p:cNvSpPr/>
            <p:nvPr/>
          </p:nvSpPr>
          <p:spPr>
            <a:xfrm>
              <a:off x="6017400" y="939525"/>
              <a:ext cx="8075" cy="4500"/>
            </a:xfrm>
            <a:custGeom>
              <a:rect b="b" l="l" r="r" t="t"/>
              <a:pathLst>
                <a:path extrusionOk="0" h="180" w="323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6" name="Google Shape;11436;p92"/>
            <p:cNvSpPr/>
            <p:nvPr/>
          </p:nvSpPr>
          <p:spPr>
            <a:xfrm>
              <a:off x="5798625" y="956500"/>
              <a:ext cx="225350" cy="187850"/>
            </a:xfrm>
            <a:custGeom>
              <a:rect b="b" l="l" r="r" t="t"/>
              <a:pathLst>
                <a:path extrusionOk="0" h="7514" w="9014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7" name="Google Shape;11437;p92"/>
            <p:cNvSpPr/>
            <p:nvPr/>
          </p:nvSpPr>
          <p:spPr>
            <a:xfrm>
              <a:off x="6031700" y="959775"/>
              <a:ext cx="71750" cy="111650"/>
            </a:xfrm>
            <a:custGeom>
              <a:rect b="b" l="l" r="r" t="t"/>
              <a:pathLst>
                <a:path extrusionOk="0" h="4466" w="287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8" name="Google Shape;11438;p92"/>
            <p:cNvSpPr/>
            <p:nvPr/>
          </p:nvSpPr>
          <p:spPr>
            <a:xfrm>
              <a:off x="6036450" y="939825"/>
              <a:ext cx="12825" cy="7475"/>
            </a:xfrm>
            <a:custGeom>
              <a:rect b="b" l="l" r="r" t="t"/>
              <a:pathLst>
                <a:path extrusionOk="0" h="299" w="513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9" name="Google Shape;11439;p92"/>
            <p:cNvSpPr/>
            <p:nvPr/>
          </p:nvSpPr>
          <p:spPr>
            <a:xfrm>
              <a:off x="5965325" y="1184200"/>
              <a:ext cx="453050" cy="198075"/>
            </a:xfrm>
            <a:custGeom>
              <a:rect b="b" l="l" r="r" t="t"/>
              <a:pathLst>
                <a:path extrusionOk="0" h="7923" w="18122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0" name="Google Shape;11440;p92"/>
            <p:cNvSpPr/>
            <p:nvPr/>
          </p:nvSpPr>
          <p:spPr>
            <a:xfrm>
              <a:off x="6126650" y="939825"/>
              <a:ext cx="68775" cy="119975"/>
            </a:xfrm>
            <a:custGeom>
              <a:rect b="b" l="l" r="r" t="t"/>
              <a:pathLst>
                <a:path extrusionOk="0" h="4799" w="2751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1" name="Google Shape;11441;p92"/>
            <p:cNvSpPr/>
            <p:nvPr/>
          </p:nvSpPr>
          <p:spPr>
            <a:xfrm>
              <a:off x="5887625" y="1106525"/>
              <a:ext cx="218800" cy="414050"/>
            </a:xfrm>
            <a:custGeom>
              <a:rect b="b" l="l" r="r" t="t"/>
              <a:pathLst>
                <a:path extrusionOk="0" h="16562" w="8752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2" name="Google Shape;11442;p92"/>
            <p:cNvSpPr/>
            <p:nvPr/>
          </p:nvSpPr>
          <p:spPr>
            <a:xfrm>
              <a:off x="4762775" y="1114700"/>
              <a:ext cx="59275" cy="58100"/>
            </a:xfrm>
            <a:custGeom>
              <a:rect b="b" l="l" r="r" t="t"/>
              <a:pathLst>
                <a:path extrusionOk="0" h="2324" w="2371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3" name="Google Shape;11443;p92"/>
            <p:cNvSpPr/>
            <p:nvPr/>
          </p:nvSpPr>
          <p:spPr>
            <a:xfrm>
              <a:off x="4558600" y="1391375"/>
              <a:ext cx="30975" cy="29875"/>
            </a:xfrm>
            <a:custGeom>
              <a:rect b="b" l="l" r="r" t="t"/>
              <a:pathLst>
                <a:path extrusionOk="0" h="1195" w="1239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4" name="Google Shape;11444;p92"/>
            <p:cNvSpPr/>
            <p:nvPr/>
          </p:nvSpPr>
          <p:spPr>
            <a:xfrm>
              <a:off x="4196350" y="1025325"/>
              <a:ext cx="30075" cy="30150"/>
            </a:xfrm>
            <a:custGeom>
              <a:rect b="b" l="l" r="r" t="t"/>
              <a:pathLst>
                <a:path extrusionOk="0" h="1206" w="1203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5" name="Google Shape;11445;p92"/>
            <p:cNvSpPr/>
            <p:nvPr/>
          </p:nvSpPr>
          <p:spPr>
            <a:xfrm>
              <a:off x="4432100" y="1005225"/>
              <a:ext cx="30075" cy="29900"/>
            </a:xfrm>
            <a:custGeom>
              <a:rect b="b" l="l" r="r" t="t"/>
              <a:pathLst>
                <a:path extrusionOk="0" h="1196" w="1203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6" name="Google Shape;11446;p92"/>
            <p:cNvSpPr/>
            <p:nvPr/>
          </p:nvSpPr>
          <p:spPr>
            <a:xfrm>
              <a:off x="4392800" y="1332150"/>
              <a:ext cx="9850" cy="10525"/>
            </a:xfrm>
            <a:custGeom>
              <a:rect b="b" l="l" r="r" t="t"/>
              <a:pathLst>
                <a:path extrusionOk="0" h="421" w="394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7" name="Google Shape;11447;p92"/>
            <p:cNvSpPr/>
            <p:nvPr/>
          </p:nvSpPr>
          <p:spPr>
            <a:xfrm>
              <a:off x="5860550" y="1516575"/>
              <a:ext cx="42275" cy="40975"/>
            </a:xfrm>
            <a:custGeom>
              <a:rect b="b" l="l" r="r" t="t"/>
              <a:pathLst>
                <a:path extrusionOk="0" h="1639" w="1691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8" name="Google Shape;11448;p92"/>
            <p:cNvSpPr/>
            <p:nvPr/>
          </p:nvSpPr>
          <p:spPr>
            <a:xfrm>
              <a:off x="5775700" y="1136275"/>
              <a:ext cx="29800" cy="28900"/>
            </a:xfrm>
            <a:custGeom>
              <a:rect b="b" l="l" r="r" t="t"/>
              <a:pathLst>
                <a:path extrusionOk="0" h="1156" w="1192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9" name="Google Shape;11449;p92"/>
            <p:cNvSpPr/>
            <p:nvPr/>
          </p:nvSpPr>
          <p:spPr>
            <a:xfrm>
              <a:off x="5559325" y="973750"/>
              <a:ext cx="30375" cy="28950"/>
            </a:xfrm>
            <a:custGeom>
              <a:rect b="b" l="l" r="r" t="t"/>
              <a:pathLst>
                <a:path extrusionOk="0" h="1158" w="1215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0" name="Google Shape;11450;p92"/>
            <p:cNvSpPr/>
            <p:nvPr/>
          </p:nvSpPr>
          <p:spPr>
            <a:xfrm>
              <a:off x="4618425" y="1217425"/>
              <a:ext cx="22050" cy="20375"/>
            </a:xfrm>
            <a:custGeom>
              <a:rect b="b" l="l" r="r" t="t"/>
              <a:pathLst>
                <a:path extrusionOk="0" h="815" w="882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1" name="Google Shape;11451;p92"/>
            <p:cNvSpPr/>
            <p:nvPr/>
          </p:nvSpPr>
          <p:spPr>
            <a:xfrm>
              <a:off x="5439650" y="946275"/>
              <a:ext cx="21175" cy="20375"/>
            </a:xfrm>
            <a:custGeom>
              <a:rect b="b" l="l" r="r" t="t"/>
              <a:pathLst>
                <a:path extrusionOk="0" h="815" w="847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2" name="Google Shape;11452;p92"/>
            <p:cNvSpPr/>
            <p:nvPr/>
          </p:nvSpPr>
          <p:spPr>
            <a:xfrm>
              <a:off x="5341125" y="1157350"/>
              <a:ext cx="21450" cy="20100"/>
            </a:xfrm>
            <a:custGeom>
              <a:rect b="b" l="l" r="r" t="t"/>
              <a:pathLst>
                <a:path extrusionOk="0" h="804" w="858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3" name="Google Shape;11453;p92"/>
            <p:cNvSpPr/>
            <p:nvPr/>
          </p:nvSpPr>
          <p:spPr>
            <a:xfrm>
              <a:off x="4884825" y="973175"/>
              <a:ext cx="20850" cy="20850"/>
            </a:xfrm>
            <a:custGeom>
              <a:rect b="b" l="l" r="r" t="t"/>
              <a:pathLst>
                <a:path extrusionOk="0" h="834" w="834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4" name="Google Shape;11454;p92"/>
            <p:cNvSpPr/>
            <p:nvPr/>
          </p:nvSpPr>
          <p:spPr>
            <a:xfrm>
              <a:off x="3994525" y="940125"/>
              <a:ext cx="20575" cy="10200"/>
            </a:xfrm>
            <a:custGeom>
              <a:rect b="b" l="l" r="r" t="t"/>
              <a:pathLst>
                <a:path extrusionOk="0" h="408" w="823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5" name="Google Shape;11455;p92"/>
            <p:cNvSpPr/>
            <p:nvPr/>
          </p:nvSpPr>
          <p:spPr>
            <a:xfrm>
              <a:off x="4521100" y="1262650"/>
              <a:ext cx="21150" cy="20400"/>
            </a:xfrm>
            <a:custGeom>
              <a:rect b="b" l="l" r="r" t="t"/>
              <a:pathLst>
                <a:path extrusionOk="0" h="816" w="846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6" name="Google Shape;11456;p92"/>
            <p:cNvSpPr/>
            <p:nvPr/>
          </p:nvSpPr>
          <p:spPr>
            <a:xfrm>
              <a:off x="3877250" y="1014750"/>
              <a:ext cx="22050" cy="20675"/>
            </a:xfrm>
            <a:custGeom>
              <a:rect b="b" l="l" r="r" t="t"/>
              <a:pathLst>
                <a:path extrusionOk="0" h="827" w="882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7" name="Google Shape;11457;p92"/>
            <p:cNvSpPr/>
            <p:nvPr/>
          </p:nvSpPr>
          <p:spPr>
            <a:xfrm>
              <a:off x="6017400" y="939525"/>
              <a:ext cx="25025" cy="23025"/>
            </a:xfrm>
            <a:custGeom>
              <a:rect b="b" l="l" r="r" t="t"/>
              <a:pathLst>
                <a:path extrusionOk="0" h="921" w="1001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8" name="Google Shape;11458;p92"/>
            <p:cNvSpPr/>
            <p:nvPr/>
          </p:nvSpPr>
          <p:spPr>
            <a:xfrm>
              <a:off x="4869650" y="949325"/>
              <a:ext cx="12825" cy="12000"/>
            </a:xfrm>
            <a:custGeom>
              <a:rect b="b" l="l" r="r" t="t"/>
              <a:pathLst>
                <a:path extrusionOk="0" h="480" w="513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9" name="Google Shape;11459;p92"/>
            <p:cNvSpPr/>
            <p:nvPr/>
          </p:nvSpPr>
          <p:spPr>
            <a:xfrm>
              <a:off x="4743150" y="1107375"/>
              <a:ext cx="12225" cy="12000"/>
            </a:xfrm>
            <a:custGeom>
              <a:rect b="b" l="l" r="r" t="t"/>
              <a:pathLst>
                <a:path extrusionOk="0" h="480" w="489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0" name="Google Shape;11460;p92"/>
            <p:cNvSpPr/>
            <p:nvPr/>
          </p:nvSpPr>
          <p:spPr>
            <a:xfrm>
              <a:off x="4242175" y="940725"/>
              <a:ext cx="12525" cy="11700"/>
            </a:xfrm>
            <a:custGeom>
              <a:rect b="b" l="l" r="r" t="t"/>
              <a:pathLst>
                <a:path extrusionOk="0" h="468" w="501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1" name="Google Shape;11461;p92"/>
            <p:cNvSpPr/>
            <p:nvPr/>
          </p:nvSpPr>
          <p:spPr>
            <a:xfrm>
              <a:off x="4657125" y="1097575"/>
              <a:ext cx="11925" cy="11350"/>
            </a:xfrm>
            <a:custGeom>
              <a:rect b="b" l="l" r="r" t="t"/>
              <a:pathLst>
                <a:path extrusionOk="0" h="454" w="477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2" name="Google Shape;11462;p92"/>
            <p:cNvSpPr/>
            <p:nvPr/>
          </p:nvSpPr>
          <p:spPr>
            <a:xfrm>
              <a:off x="5125025" y="1028500"/>
              <a:ext cx="12525" cy="12050"/>
            </a:xfrm>
            <a:custGeom>
              <a:rect b="b" l="l" r="r" t="t"/>
              <a:pathLst>
                <a:path extrusionOk="0" h="482" w="501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3" name="Google Shape;11463;p92"/>
            <p:cNvSpPr/>
            <p:nvPr/>
          </p:nvSpPr>
          <p:spPr>
            <a:xfrm>
              <a:off x="6093300" y="1058450"/>
              <a:ext cx="60150" cy="57725"/>
            </a:xfrm>
            <a:custGeom>
              <a:rect b="b" l="l" r="r" t="t"/>
              <a:pathLst>
                <a:path extrusionOk="0" h="2309" w="2406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464" name="Google Shape;11464;p92"/>
          <p:cNvGrpSpPr/>
          <p:nvPr/>
        </p:nvGrpSpPr>
        <p:grpSpPr>
          <a:xfrm>
            <a:off x="15548360" y="9349000"/>
            <a:ext cx="8833925" cy="3656213"/>
            <a:chOff x="4145150" y="2643900"/>
            <a:chExt cx="1914550" cy="792400"/>
          </a:xfrm>
        </p:grpSpPr>
        <p:sp>
          <p:nvSpPr>
            <p:cNvPr id="11465" name="Google Shape;11465;p92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6" name="Google Shape;11466;p92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7" name="Google Shape;11467;p92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8" name="Google Shape;11468;p92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9" name="Google Shape;11469;p92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0" name="Google Shape;11470;p92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1" name="Google Shape;11471;p92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2" name="Google Shape;11472;p92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3" name="Google Shape;11473;p92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4" name="Google Shape;11474;p92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5" name="Google Shape;11475;p92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6" name="Google Shape;11476;p92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7" name="Google Shape;11477;p92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8" name="Google Shape;11478;p92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9" name="Google Shape;11479;p92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0" name="Google Shape;11480;p92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1" name="Google Shape;11481;p92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2" name="Google Shape;11482;p92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3" name="Google Shape;11483;p92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4" name="Google Shape;11484;p92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5" name="Google Shape;11485;p92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6" name="Google Shape;11486;p92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7" name="Google Shape;11487;p92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8" name="Google Shape;11488;p92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9" name="Google Shape;11489;p92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0" name="Google Shape;11490;p92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1" name="Google Shape;11491;p92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2" name="Google Shape;11492;p92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3" name="Google Shape;11493;p92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4" name="Google Shape;11494;p92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5" name="Google Shape;11495;p92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6" name="Google Shape;11496;p92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7" name="Google Shape;11497;p92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8" name="Google Shape;11498;p92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9" name="Google Shape;11499;p92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0" name="Google Shape;11500;p92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1" name="Google Shape;11501;p92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2" name="Google Shape;11502;p92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3" name="Google Shape;11503;p92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4" name="Google Shape;11504;p92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5" name="Google Shape;11505;p92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6" name="Google Shape;11506;p92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7" name="Google Shape;11507;p92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8" name="Google Shape;11508;p92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9" name="Google Shape;11509;p92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0" name="Google Shape;11510;p92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1" name="Google Shape;11511;p92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2" name="Google Shape;11512;p92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3" name="Google Shape;11513;p92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4" name="Google Shape;11514;p92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5" name="Google Shape;11515;p92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6" name="Google Shape;11516;p92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7" name="Google Shape;11517;p92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8" name="Google Shape;11518;p92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9" name="Google Shape;11519;p92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0" name="Google Shape;11520;p92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1" name="Google Shape;11521;p92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2" name="Google Shape;11522;p92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3" name="Google Shape;11523;p92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4" name="Google Shape;11524;p92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5" name="Google Shape;11525;p92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6" name="Google Shape;11526;p92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527" name="Google Shape;11527;p92"/>
          <p:cNvGrpSpPr/>
          <p:nvPr/>
        </p:nvGrpSpPr>
        <p:grpSpPr>
          <a:xfrm flipH="1">
            <a:off x="234" y="9349000"/>
            <a:ext cx="8833925" cy="3656213"/>
            <a:chOff x="4145150" y="2643900"/>
            <a:chExt cx="1914550" cy="792400"/>
          </a:xfrm>
        </p:grpSpPr>
        <p:sp>
          <p:nvSpPr>
            <p:cNvPr id="11528" name="Google Shape;11528;p92"/>
            <p:cNvSpPr/>
            <p:nvPr/>
          </p:nvSpPr>
          <p:spPr>
            <a:xfrm>
              <a:off x="5202425" y="3311250"/>
              <a:ext cx="149150" cy="50325"/>
            </a:xfrm>
            <a:custGeom>
              <a:rect b="b" l="l" r="r" t="t"/>
              <a:pathLst>
                <a:path extrusionOk="0" h="2013" w="5966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9" name="Google Shape;11529;p92"/>
            <p:cNvSpPr/>
            <p:nvPr/>
          </p:nvSpPr>
          <p:spPr>
            <a:xfrm>
              <a:off x="5104200" y="3285350"/>
              <a:ext cx="91100" cy="31575"/>
            </a:xfrm>
            <a:custGeom>
              <a:rect b="b" l="l" r="r" t="t"/>
              <a:pathLst>
                <a:path extrusionOk="0" h="1263" w="3644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0" name="Google Shape;11530;p92"/>
            <p:cNvSpPr/>
            <p:nvPr/>
          </p:nvSpPr>
          <p:spPr>
            <a:xfrm>
              <a:off x="5098850" y="3282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1" name="Google Shape;11531;p92"/>
            <p:cNvSpPr/>
            <p:nvPr/>
          </p:nvSpPr>
          <p:spPr>
            <a:xfrm>
              <a:off x="5097050" y="3284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2" name="Google Shape;11532;p92"/>
            <p:cNvSpPr/>
            <p:nvPr/>
          </p:nvSpPr>
          <p:spPr>
            <a:xfrm>
              <a:off x="5317625" y="3080875"/>
              <a:ext cx="235450" cy="109550"/>
            </a:xfrm>
            <a:custGeom>
              <a:rect b="b" l="l" r="r" t="t"/>
              <a:pathLst>
                <a:path extrusionOk="0" h="4382" w="9418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3" name="Google Shape;11533;p92"/>
            <p:cNvSpPr/>
            <p:nvPr/>
          </p:nvSpPr>
          <p:spPr>
            <a:xfrm>
              <a:off x="5193500" y="3188625"/>
              <a:ext cx="122950" cy="59850"/>
            </a:xfrm>
            <a:custGeom>
              <a:rect b="b" l="l" r="r" t="t"/>
              <a:pathLst>
                <a:path extrusionOk="0" h="2394" w="4918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4" name="Google Shape;11534;p92"/>
            <p:cNvSpPr/>
            <p:nvPr/>
          </p:nvSpPr>
          <p:spPr>
            <a:xfrm>
              <a:off x="5097050" y="3284450"/>
              <a:ext cx="25" cy="1225"/>
            </a:xfrm>
            <a:custGeom>
              <a:rect b="b" l="l" r="r" t="t"/>
              <a:pathLst>
                <a:path extrusionOk="0" h="49" w="1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5" name="Google Shape;11535;p92"/>
            <p:cNvSpPr/>
            <p:nvPr/>
          </p:nvSpPr>
          <p:spPr>
            <a:xfrm>
              <a:off x="5098550" y="3243975"/>
              <a:ext cx="88425" cy="44675"/>
            </a:xfrm>
            <a:custGeom>
              <a:rect b="b" l="l" r="r" t="t"/>
              <a:pathLst>
                <a:path extrusionOk="0" h="1787" w="3537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6" name="Google Shape;11536;p92"/>
            <p:cNvSpPr/>
            <p:nvPr/>
          </p:nvSpPr>
          <p:spPr>
            <a:xfrm>
              <a:off x="5098250" y="3282675"/>
              <a:ext cx="625" cy="325"/>
            </a:xfrm>
            <a:custGeom>
              <a:rect b="b" l="l" r="r" t="t"/>
              <a:pathLst>
                <a:path extrusionOk="0" h="13" w="25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7" name="Google Shape;11537;p92"/>
            <p:cNvSpPr/>
            <p:nvPr/>
          </p:nvSpPr>
          <p:spPr>
            <a:xfrm>
              <a:off x="5097650" y="3283275"/>
              <a:ext cx="625" cy="625"/>
            </a:xfrm>
            <a:custGeom>
              <a:rect b="b" l="l" r="r" t="t"/>
              <a:pathLst>
                <a:path extrusionOk="0" h="25" w="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8" name="Google Shape;11538;p92"/>
            <p:cNvSpPr/>
            <p:nvPr/>
          </p:nvSpPr>
          <p:spPr>
            <a:xfrm>
              <a:off x="4158250" y="3228800"/>
              <a:ext cx="79800" cy="113125"/>
            </a:xfrm>
            <a:custGeom>
              <a:rect b="b" l="l" r="r" t="t"/>
              <a:pathLst>
                <a:path extrusionOk="0" h="4525" w="3192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9" name="Google Shape;11539;p92"/>
            <p:cNvSpPr/>
            <p:nvPr/>
          </p:nvSpPr>
          <p:spPr>
            <a:xfrm>
              <a:off x="4308850" y="3190700"/>
              <a:ext cx="106000" cy="64325"/>
            </a:xfrm>
            <a:custGeom>
              <a:rect b="b" l="l" r="r" t="t"/>
              <a:pathLst>
                <a:path extrusionOk="0" h="2573" w="424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0" name="Google Shape;11540;p92"/>
            <p:cNvSpPr/>
            <p:nvPr/>
          </p:nvSpPr>
          <p:spPr>
            <a:xfrm>
              <a:off x="4410075" y="3190700"/>
              <a:ext cx="176525" cy="91100"/>
            </a:xfrm>
            <a:custGeom>
              <a:rect b="b" l="l" r="r" t="t"/>
              <a:pathLst>
                <a:path extrusionOk="0" h="3644" w="7061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1" name="Google Shape;11541;p92"/>
            <p:cNvSpPr/>
            <p:nvPr/>
          </p:nvSpPr>
          <p:spPr>
            <a:xfrm>
              <a:off x="4164500" y="3260350"/>
              <a:ext cx="127725" cy="87525"/>
            </a:xfrm>
            <a:custGeom>
              <a:rect b="b" l="l" r="r" t="t"/>
              <a:pathLst>
                <a:path extrusionOk="0" h="3501" w="5109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2" name="Google Shape;11542;p92"/>
            <p:cNvSpPr/>
            <p:nvPr/>
          </p:nvSpPr>
          <p:spPr>
            <a:xfrm>
              <a:off x="4228800" y="3220775"/>
              <a:ext cx="61325" cy="41400"/>
            </a:xfrm>
            <a:custGeom>
              <a:rect b="b" l="l" r="r" t="t"/>
              <a:pathLst>
                <a:path extrusionOk="0" h="1656" w="2453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3" name="Google Shape;11543;p92"/>
            <p:cNvSpPr/>
            <p:nvPr/>
          </p:nvSpPr>
          <p:spPr>
            <a:xfrm>
              <a:off x="4302900" y="3265125"/>
              <a:ext cx="222375" cy="130500"/>
            </a:xfrm>
            <a:custGeom>
              <a:rect b="b" l="l" r="r" t="t"/>
              <a:pathLst>
                <a:path extrusionOk="0" h="5220" w="8895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4" name="Google Shape;11544;p92"/>
            <p:cNvSpPr/>
            <p:nvPr/>
          </p:nvSpPr>
          <p:spPr>
            <a:xfrm>
              <a:off x="4545500" y="3403525"/>
              <a:ext cx="25325" cy="32475"/>
            </a:xfrm>
            <a:custGeom>
              <a:rect b="b" l="l" r="r" t="t"/>
              <a:pathLst>
                <a:path extrusionOk="0" h="1299" w="1013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5" name="Google Shape;11545;p92"/>
            <p:cNvSpPr/>
            <p:nvPr/>
          </p:nvSpPr>
          <p:spPr>
            <a:xfrm>
              <a:off x="4592225" y="3007050"/>
              <a:ext cx="130100" cy="268800"/>
            </a:xfrm>
            <a:custGeom>
              <a:rect b="b" l="l" r="r" t="t"/>
              <a:pathLst>
                <a:path extrusionOk="0" h="10752" w="5204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6" name="Google Shape;11546;p92"/>
            <p:cNvSpPr/>
            <p:nvPr/>
          </p:nvSpPr>
          <p:spPr>
            <a:xfrm>
              <a:off x="4545500" y="3284450"/>
              <a:ext cx="48550" cy="91125"/>
            </a:xfrm>
            <a:custGeom>
              <a:rect b="b" l="l" r="r" t="t"/>
              <a:pathLst>
                <a:path extrusionOk="0" h="3645" w="1942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7" name="Google Shape;11547;p92"/>
            <p:cNvSpPr/>
            <p:nvPr/>
          </p:nvSpPr>
          <p:spPr>
            <a:xfrm>
              <a:off x="4597575" y="3275225"/>
              <a:ext cx="212850" cy="99450"/>
            </a:xfrm>
            <a:custGeom>
              <a:rect b="b" l="l" r="r" t="t"/>
              <a:pathLst>
                <a:path extrusionOk="0" h="3978" w="8514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8" name="Google Shape;11548;p92"/>
            <p:cNvSpPr/>
            <p:nvPr/>
          </p:nvSpPr>
          <p:spPr>
            <a:xfrm>
              <a:off x="4838700" y="3381500"/>
              <a:ext cx="124725" cy="54200"/>
            </a:xfrm>
            <a:custGeom>
              <a:rect b="b" l="l" r="r" t="t"/>
              <a:pathLst>
                <a:path extrusionOk="0" h="2168" w="4989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9" name="Google Shape;11549;p92"/>
            <p:cNvSpPr/>
            <p:nvPr/>
          </p:nvSpPr>
          <p:spPr>
            <a:xfrm>
              <a:off x="4723500" y="3007350"/>
              <a:ext cx="99725" cy="355725"/>
            </a:xfrm>
            <a:custGeom>
              <a:rect b="b" l="l" r="r" t="t"/>
              <a:pathLst>
                <a:path extrusionOk="0" h="14229" w="3989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0" name="Google Shape;11550;p92"/>
            <p:cNvSpPr/>
            <p:nvPr/>
          </p:nvSpPr>
          <p:spPr>
            <a:xfrm>
              <a:off x="4825300" y="3394600"/>
              <a:ext cx="18475" cy="41100"/>
            </a:xfrm>
            <a:custGeom>
              <a:rect b="b" l="l" r="r" t="t"/>
              <a:pathLst>
                <a:path extrusionOk="0" h="1644" w="739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1" name="Google Shape;11551;p92"/>
            <p:cNvSpPr/>
            <p:nvPr/>
          </p:nvSpPr>
          <p:spPr>
            <a:xfrm>
              <a:off x="5078300" y="3281775"/>
              <a:ext cx="26825" cy="153325"/>
            </a:xfrm>
            <a:custGeom>
              <a:rect b="b" l="l" r="r" t="t"/>
              <a:pathLst>
                <a:path extrusionOk="0" h="6133" w="1073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2" name="Google Shape;11552;p92"/>
            <p:cNvSpPr/>
            <p:nvPr/>
          </p:nvSpPr>
          <p:spPr>
            <a:xfrm>
              <a:off x="5165975" y="3082950"/>
              <a:ext cx="51650" cy="352750"/>
            </a:xfrm>
            <a:custGeom>
              <a:rect b="b" l="l" r="r" t="t"/>
              <a:pathLst>
                <a:path extrusionOk="0" h="14110" w="2066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3" name="Google Shape;11553;p92"/>
            <p:cNvSpPr/>
            <p:nvPr/>
          </p:nvSpPr>
          <p:spPr>
            <a:xfrm>
              <a:off x="5303025" y="3368700"/>
              <a:ext cx="54800" cy="67000"/>
            </a:xfrm>
            <a:custGeom>
              <a:rect b="b" l="l" r="r" t="t"/>
              <a:pathLst>
                <a:path extrusionOk="0" h="2680" w="2192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4" name="Google Shape;11554;p92"/>
            <p:cNvSpPr/>
            <p:nvPr/>
          </p:nvSpPr>
          <p:spPr>
            <a:xfrm>
              <a:off x="5430125" y="3087425"/>
              <a:ext cx="129500" cy="180700"/>
            </a:xfrm>
            <a:custGeom>
              <a:rect b="b" l="l" r="r" t="t"/>
              <a:pathLst>
                <a:path extrusionOk="0" h="7228" w="518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5" name="Google Shape;11555;p92"/>
            <p:cNvSpPr/>
            <p:nvPr/>
          </p:nvSpPr>
          <p:spPr>
            <a:xfrm>
              <a:off x="5365250" y="3269875"/>
              <a:ext cx="63425" cy="84550"/>
            </a:xfrm>
            <a:custGeom>
              <a:rect b="b" l="l" r="r" t="t"/>
              <a:pathLst>
                <a:path extrusionOk="0" h="3382" w="2537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6" name="Google Shape;11556;p92"/>
            <p:cNvSpPr/>
            <p:nvPr/>
          </p:nvSpPr>
          <p:spPr>
            <a:xfrm>
              <a:off x="5372675" y="3356800"/>
              <a:ext cx="248275" cy="56575"/>
            </a:xfrm>
            <a:custGeom>
              <a:rect b="b" l="l" r="r" t="t"/>
              <a:pathLst>
                <a:path extrusionOk="0" h="2263" w="9931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7" name="Google Shape;11557;p92"/>
            <p:cNvSpPr/>
            <p:nvPr/>
          </p:nvSpPr>
          <p:spPr>
            <a:xfrm>
              <a:off x="5718250" y="3230300"/>
              <a:ext cx="86350" cy="88125"/>
            </a:xfrm>
            <a:custGeom>
              <a:rect b="b" l="l" r="r" t="t"/>
              <a:pathLst>
                <a:path extrusionOk="0" h="3525" w="3454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8" name="Google Shape;11558;p92"/>
            <p:cNvSpPr/>
            <p:nvPr/>
          </p:nvSpPr>
          <p:spPr>
            <a:xfrm>
              <a:off x="5808450" y="3104675"/>
              <a:ext cx="128625" cy="124150"/>
            </a:xfrm>
            <a:custGeom>
              <a:rect b="b" l="l" r="r" t="t"/>
              <a:pathLst>
                <a:path extrusionOk="0" h="4966" w="5145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9" name="Google Shape;11559;p92"/>
            <p:cNvSpPr/>
            <p:nvPr/>
          </p:nvSpPr>
          <p:spPr>
            <a:xfrm>
              <a:off x="5622425" y="3317200"/>
              <a:ext cx="94375" cy="92000"/>
            </a:xfrm>
            <a:custGeom>
              <a:rect b="b" l="l" r="r" t="t"/>
              <a:pathLst>
                <a:path extrusionOk="0" h="3680" w="3775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0" name="Google Shape;11560;p92"/>
            <p:cNvSpPr/>
            <p:nvPr/>
          </p:nvSpPr>
          <p:spPr>
            <a:xfrm>
              <a:off x="5166700" y="3082050"/>
              <a:ext cx="498600" cy="354250"/>
            </a:xfrm>
            <a:custGeom>
              <a:rect b="b" l="l" r="r" t="t"/>
              <a:pathLst>
                <a:path extrusionOk="0" h="14170" w="19944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1" name="Google Shape;11561;p92"/>
            <p:cNvSpPr/>
            <p:nvPr/>
          </p:nvSpPr>
          <p:spPr>
            <a:xfrm>
              <a:off x="5558725" y="3064225"/>
              <a:ext cx="8950" cy="4750"/>
            </a:xfrm>
            <a:custGeom>
              <a:rect b="b" l="l" r="r" t="t"/>
              <a:pathLst>
                <a:path extrusionOk="0" h="190" w="358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2" name="Google Shape;11562;p92"/>
            <p:cNvSpPr/>
            <p:nvPr/>
          </p:nvSpPr>
          <p:spPr>
            <a:xfrm>
              <a:off x="5571525" y="3089200"/>
              <a:ext cx="223250" cy="346500"/>
            </a:xfrm>
            <a:custGeom>
              <a:rect b="b" l="l" r="r" t="t"/>
              <a:pathLst>
                <a:path extrusionOk="0" h="13860" w="893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3" name="Google Shape;11563;p92"/>
            <p:cNvSpPr/>
            <p:nvPr/>
          </p:nvSpPr>
          <p:spPr>
            <a:xfrm>
              <a:off x="6055500" y="3242800"/>
              <a:ext cx="4200" cy="14900"/>
            </a:xfrm>
            <a:custGeom>
              <a:rect b="b" l="l" r="r" t="t"/>
              <a:pathLst>
                <a:path extrusionOk="0" h="596" w="168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4" name="Google Shape;11564;p92"/>
            <p:cNvSpPr/>
            <p:nvPr/>
          </p:nvSpPr>
          <p:spPr>
            <a:xfrm>
              <a:off x="5953400" y="3107050"/>
              <a:ext cx="98850" cy="137250"/>
            </a:xfrm>
            <a:custGeom>
              <a:rect b="b" l="l" r="r" t="t"/>
              <a:pathLst>
                <a:path extrusionOk="0" h="5490" w="3954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5" name="Google Shape;11565;p92"/>
            <p:cNvSpPr/>
            <p:nvPr/>
          </p:nvSpPr>
          <p:spPr>
            <a:xfrm>
              <a:off x="5571825" y="3083850"/>
              <a:ext cx="239625" cy="146475"/>
            </a:xfrm>
            <a:custGeom>
              <a:rect b="b" l="l" r="r" t="t"/>
              <a:pathLst>
                <a:path extrusionOk="0" h="5859" w="9585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6" name="Google Shape;11566;p92"/>
            <p:cNvSpPr/>
            <p:nvPr/>
          </p:nvSpPr>
          <p:spPr>
            <a:xfrm>
              <a:off x="5814100" y="3227900"/>
              <a:ext cx="202450" cy="130700"/>
            </a:xfrm>
            <a:custGeom>
              <a:rect b="b" l="l" r="r" t="t"/>
              <a:pathLst>
                <a:path extrusionOk="0" h="5228" w="8098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7" name="Google Shape;11567;p92"/>
            <p:cNvSpPr/>
            <p:nvPr/>
          </p:nvSpPr>
          <p:spPr>
            <a:xfrm>
              <a:off x="5574500" y="3075800"/>
              <a:ext cx="354825" cy="22650"/>
            </a:xfrm>
            <a:custGeom>
              <a:rect b="b" l="l" r="r" t="t"/>
              <a:pathLst>
                <a:path extrusionOk="0" h="906" w="14193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8" name="Google Shape;11568;p92"/>
            <p:cNvSpPr/>
            <p:nvPr/>
          </p:nvSpPr>
          <p:spPr>
            <a:xfrm>
              <a:off x="5569125" y="2643900"/>
              <a:ext cx="490575" cy="431025"/>
            </a:xfrm>
            <a:custGeom>
              <a:rect b="b" l="l" r="r" t="t"/>
              <a:pathLst>
                <a:path extrusionOk="0" h="17241" w="19623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9" name="Google Shape;11569;p92"/>
            <p:cNvSpPr/>
            <p:nvPr/>
          </p:nvSpPr>
          <p:spPr>
            <a:xfrm>
              <a:off x="5954000" y="2949300"/>
              <a:ext cx="105100" cy="136050"/>
            </a:xfrm>
            <a:custGeom>
              <a:rect b="b" l="l" r="r" t="t"/>
              <a:pathLst>
                <a:path extrusionOk="0" h="5442" w="4204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0" name="Google Shape;11570;p92"/>
            <p:cNvSpPr/>
            <p:nvPr/>
          </p:nvSpPr>
          <p:spPr>
            <a:xfrm>
              <a:off x="6022475" y="3206175"/>
              <a:ext cx="37225" cy="143500"/>
            </a:xfrm>
            <a:custGeom>
              <a:rect b="b" l="l" r="r" t="t"/>
              <a:pathLst>
                <a:path extrusionOk="0" h="5740" w="1489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1" name="Google Shape;11571;p92"/>
            <p:cNvSpPr/>
            <p:nvPr/>
          </p:nvSpPr>
          <p:spPr>
            <a:xfrm>
              <a:off x="5959075" y="3100225"/>
              <a:ext cx="100625" cy="64900"/>
            </a:xfrm>
            <a:custGeom>
              <a:rect b="b" l="l" r="r" t="t"/>
              <a:pathLst>
                <a:path extrusionOk="0" h="2596" w="4025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2" name="Google Shape;11572;p92"/>
            <p:cNvSpPr/>
            <p:nvPr/>
          </p:nvSpPr>
          <p:spPr>
            <a:xfrm>
              <a:off x="4523175" y="3371975"/>
              <a:ext cx="36625" cy="35750"/>
            </a:xfrm>
            <a:custGeom>
              <a:rect b="b" l="l" r="r" t="t"/>
              <a:pathLst>
                <a:path extrusionOk="0" h="1430" w="1465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3" name="Google Shape;11573;p92"/>
            <p:cNvSpPr/>
            <p:nvPr/>
          </p:nvSpPr>
          <p:spPr>
            <a:xfrm>
              <a:off x="4806850" y="3361225"/>
              <a:ext cx="35725" cy="35175"/>
            </a:xfrm>
            <a:custGeom>
              <a:rect b="b" l="l" r="r" t="t"/>
              <a:pathLst>
                <a:path extrusionOk="0" h="1407" w="1429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4" name="Google Shape;11574;p92"/>
            <p:cNvSpPr/>
            <p:nvPr/>
          </p:nvSpPr>
          <p:spPr>
            <a:xfrm>
              <a:off x="4231475" y="3218375"/>
              <a:ext cx="12225" cy="12250"/>
            </a:xfrm>
            <a:custGeom>
              <a:rect b="b" l="l" r="r" t="t"/>
              <a:pathLst>
                <a:path extrusionOk="0" h="490" w="489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5" name="Google Shape;11575;p92"/>
            <p:cNvSpPr/>
            <p:nvPr/>
          </p:nvSpPr>
          <p:spPr>
            <a:xfrm>
              <a:off x="5155100" y="3058225"/>
              <a:ext cx="25325" cy="25050"/>
            </a:xfrm>
            <a:custGeom>
              <a:rect b="b" l="l" r="r" t="t"/>
              <a:pathLst>
                <a:path extrusionOk="0" h="1002" w="1013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6" name="Google Shape;11576;p92"/>
            <p:cNvSpPr/>
            <p:nvPr/>
          </p:nvSpPr>
          <p:spPr>
            <a:xfrm>
              <a:off x="5929000" y="3079000"/>
              <a:ext cx="34850" cy="34325"/>
            </a:xfrm>
            <a:custGeom>
              <a:rect b="b" l="l" r="r" t="t"/>
              <a:pathLst>
                <a:path extrusionOk="0" h="1373" w="1394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7" name="Google Shape;11577;p92"/>
            <p:cNvSpPr/>
            <p:nvPr/>
          </p:nvSpPr>
          <p:spPr>
            <a:xfrm>
              <a:off x="6012050" y="3348375"/>
              <a:ext cx="25625" cy="24275"/>
            </a:xfrm>
            <a:custGeom>
              <a:rect b="b" l="l" r="r" t="t"/>
              <a:pathLst>
                <a:path extrusionOk="0" h="971" w="1025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8" name="Google Shape;11578;p92"/>
            <p:cNvSpPr/>
            <p:nvPr/>
          </p:nvSpPr>
          <p:spPr>
            <a:xfrm>
              <a:off x="5550375" y="3068250"/>
              <a:ext cx="25025" cy="24250"/>
            </a:xfrm>
            <a:custGeom>
              <a:rect b="b" l="l" r="r" t="t"/>
              <a:pathLst>
                <a:path extrusionOk="0" h="970" w="1001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9" name="Google Shape;11579;p92"/>
            <p:cNvSpPr/>
            <p:nvPr/>
          </p:nvSpPr>
          <p:spPr>
            <a:xfrm>
              <a:off x="5349175" y="3348750"/>
              <a:ext cx="25025" cy="24850"/>
            </a:xfrm>
            <a:custGeom>
              <a:rect b="b" l="l" r="r" t="t"/>
              <a:pathLst>
                <a:path extrusionOk="0" h="994" w="1001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0" name="Google Shape;11580;p92"/>
            <p:cNvSpPr/>
            <p:nvPr/>
          </p:nvSpPr>
          <p:spPr>
            <a:xfrm>
              <a:off x="4288925" y="3245425"/>
              <a:ext cx="24725" cy="24575"/>
            </a:xfrm>
            <a:custGeom>
              <a:rect b="b" l="l" r="r" t="t"/>
              <a:pathLst>
                <a:path extrusionOk="0" h="983" w="989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1" name="Google Shape;11581;p92"/>
            <p:cNvSpPr/>
            <p:nvPr/>
          </p:nvSpPr>
          <p:spPr>
            <a:xfrm>
              <a:off x="4145150" y="3339825"/>
              <a:ext cx="26225" cy="24750"/>
            </a:xfrm>
            <a:custGeom>
              <a:rect b="b" l="l" r="r" t="t"/>
              <a:pathLst>
                <a:path extrusionOk="0" h="990" w="1049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2" name="Google Shape;11582;p92"/>
            <p:cNvSpPr/>
            <p:nvPr/>
          </p:nvSpPr>
          <p:spPr>
            <a:xfrm>
              <a:off x="4710100" y="2985275"/>
              <a:ext cx="25625" cy="24775"/>
            </a:xfrm>
            <a:custGeom>
              <a:rect b="b" l="l" r="r" t="t"/>
              <a:pathLst>
                <a:path extrusionOk="0" h="991" w="1025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3" name="Google Shape;11583;p92"/>
            <p:cNvSpPr/>
            <p:nvPr/>
          </p:nvSpPr>
          <p:spPr>
            <a:xfrm>
              <a:off x="5801300" y="3226125"/>
              <a:ext cx="14625" cy="14600"/>
            </a:xfrm>
            <a:custGeom>
              <a:rect b="b" l="l" r="r" t="t"/>
              <a:pathLst>
                <a:path extrusionOk="0" h="584" w="585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4" name="Google Shape;11584;p92"/>
            <p:cNvSpPr/>
            <p:nvPr/>
          </p:nvSpPr>
          <p:spPr>
            <a:xfrm>
              <a:off x="5918575" y="3299625"/>
              <a:ext cx="14600" cy="14325"/>
            </a:xfrm>
            <a:custGeom>
              <a:rect b="b" l="l" r="r" t="t"/>
              <a:pathLst>
                <a:path extrusionOk="0" h="573" w="584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5" name="Google Shape;11585;p92"/>
            <p:cNvSpPr/>
            <p:nvPr/>
          </p:nvSpPr>
          <p:spPr>
            <a:xfrm>
              <a:off x="5332800" y="3319575"/>
              <a:ext cx="14300" cy="14025"/>
            </a:xfrm>
            <a:custGeom>
              <a:rect b="b" l="l" r="r" t="t"/>
              <a:pathLst>
                <a:path extrusionOk="0" h="561" w="572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6" name="Google Shape;11586;p92"/>
            <p:cNvSpPr/>
            <p:nvPr/>
          </p:nvSpPr>
          <p:spPr>
            <a:xfrm>
              <a:off x="4583900" y="3272550"/>
              <a:ext cx="14600" cy="14375"/>
            </a:xfrm>
            <a:custGeom>
              <a:rect b="b" l="l" r="r" t="t"/>
              <a:pathLst>
                <a:path extrusionOk="0" h="575" w="584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7" name="Google Shape;11587;p92"/>
            <p:cNvSpPr/>
            <p:nvPr/>
          </p:nvSpPr>
          <p:spPr>
            <a:xfrm>
              <a:off x="5421500" y="3251650"/>
              <a:ext cx="14900" cy="14400"/>
            </a:xfrm>
            <a:custGeom>
              <a:rect b="b" l="l" r="r" t="t"/>
              <a:pathLst>
                <a:path extrusionOk="0" h="576" w="596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8" name="Google Shape;11588;p92"/>
            <p:cNvSpPr/>
            <p:nvPr/>
          </p:nvSpPr>
          <p:spPr>
            <a:xfrm>
              <a:off x="5632525" y="3428525"/>
              <a:ext cx="14025" cy="7175"/>
            </a:xfrm>
            <a:custGeom>
              <a:rect b="b" l="l" r="r" t="t"/>
              <a:pathLst>
                <a:path extrusionOk="0" h="287" w="561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9" name="Google Shape;11589;p92"/>
            <p:cNvSpPr/>
            <p:nvPr/>
          </p:nvSpPr>
          <p:spPr>
            <a:xfrm>
              <a:off x="5338150" y="3193075"/>
              <a:ext cx="14025" cy="14050"/>
            </a:xfrm>
            <a:custGeom>
              <a:rect b="b" l="l" r="r" t="t"/>
              <a:pathLst>
                <a:path extrusionOk="0" h="562" w="561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590" name="Google Shape;11590;p92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91" name="Google Shape;11591;p92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1592" name="Google Shape;11592;p92"/>
          <p:cNvSpPr txBox="1"/>
          <p:nvPr>
            <p:ph idx="2" type="title"/>
          </p:nvPr>
        </p:nvSpPr>
        <p:spPr>
          <a:xfrm>
            <a:off x="1966133" y="7941867"/>
            <a:ext cx="68697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593" name="Google Shape;11593;p92"/>
          <p:cNvSpPr txBox="1"/>
          <p:nvPr>
            <p:ph idx="1" type="subTitle"/>
          </p:nvPr>
        </p:nvSpPr>
        <p:spPr>
          <a:xfrm>
            <a:off x="1966134" y="8802467"/>
            <a:ext cx="68697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594" name="Google Shape;11594;p92"/>
          <p:cNvSpPr txBox="1"/>
          <p:nvPr>
            <p:ph idx="3" type="title"/>
          </p:nvPr>
        </p:nvSpPr>
        <p:spPr>
          <a:xfrm>
            <a:off x="8757401" y="7941867"/>
            <a:ext cx="68697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595" name="Google Shape;11595;p92"/>
          <p:cNvSpPr txBox="1"/>
          <p:nvPr>
            <p:ph idx="4" type="subTitle"/>
          </p:nvPr>
        </p:nvSpPr>
        <p:spPr>
          <a:xfrm>
            <a:off x="8757406" y="8802467"/>
            <a:ext cx="68697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596" name="Google Shape;11596;p92"/>
          <p:cNvSpPr txBox="1"/>
          <p:nvPr>
            <p:ph idx="5" type="title"/>
          </p:nvPr>
        </p:nvSpPr>
        <p:spPr>
          <a:xfrm>
            <a:off x="15548668" y="7941867"/>
            <a:ext cx="68697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597" name="Google Shape;11597;p92"/>
          <p:cNvSpPr txBox="1"/>
          <p:nvPr>
            <p:ph idx="6" type="subTitle"/>
          </p:nvPr>
        </p:nvSpPr>
        <p:spPr>
          <a:xfrm>
            <a:off x="15548678" y="8802467"/>
            <a:ext cx="68697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11598" name="Shape 1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99" name="Google Shape;11599;p93"/>
          <p:cNvGrpSpPr/>
          <p:nvPr/>
        </p:nvGrpSpPr>
        <p:grpSpPr>
          <a:xfrm>
            <a:off x="-239" y="73"/>
            <a:ext cx="5083696" cy="13715692"/>
            <a:chOff x="5970375" y="1301775"/>
            <a:chExt cx="1053725" cy="2842925"/>
          </a:xfrm>
        </p:grpSpPr>
        <p:sp>
          <p:nvSpPr>
            <p:cNvPr id="11600" name="Google Shape;11600;p93"/>
            <p:cNvSpPr/>
            <p:nvPr/>
          </p:nvSpPr>
          <p:spPr>
            <a:xfrm>
              <a:off x="6219225" y="1995325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1" name="Google Shape;11601;p93"/>
            <p:cNvSpPr/>
            <p:nvPr/>
          </p:nvSpPr>
          <p:spPr>
            <a:xfrm>
              <a:off x="6136175" y="2102475"/>
              <a:ext cx="53900" cy="152425"/>
            </a:xfrm>
            <a:custGeom>
              <a:rect b="b" l="l" r="r" t="t"/>
              <a:pathLst>
                <a:path extrusionOk="0" h="6097" w="2156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2" name="Google Shape;11602;p93"/>
            <p:cNvSpPr/>
            <p:nvPr/>
          </p:nvSpPr>
          <p:spPr>
            <a:xfrm>
              <a:off x="6184700" y="2002450"/>
              <a:ext cx="34250" cy="92900"/>
            </a:xfrm>
            <a:custGeom>
              <a:rect b="b" l="l" r="r" t="t"/>
              <a:pathLst>
                <a:path extrusionOk="0" h="3716" w="137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3" name="Google Shape;11603;p93"/>
            <p:cNvSpPr/>
            <p:nvPr/>
          </p:nvSpPr>
          <p:spPr>
            <a:xfrm>
              <a:off x="6221900" y="1997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4" name="Google Shape;11604;p93"/>
            <p:cNvSpPr/>
            <p:nvPr/>
          </p:nvSpPr>
          <p:spPr>
            <a:xfrm>
              <a:off x="6312675" y="2223325"/>
              <a:ext cx="108075" cy="243800"/>
            </a:xfrm>
            <a:custGeom>
              <a:rect b="b" l="l" r="r" t="t"/>
              <a:pathLst>
                <a:path extrusionOk="0" h="9752" w="4323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5" name="Google Shape;11605;p93"/>
            <p:cNvSpPr/>
            <p:nvPr/>
          </p:nvSpPr>
          <p:spPr>
            <a:xfrm>
              <a:off x="6255225" y="2095025"/>
              <a:ext cx="59275" cy="127725"/>
            </a:xfrm>
            <a:custGeom>
              <a:rect b="b" l="l" r="r" t="t"/>
              <a:pathLst>
                <a:path extrusionOk="0" h="5109" w="2371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6" name="Google Shape;11606;p93"/>
            <p:cNvSpPr/>
            <p:nvPr/>
          </p:nvSpPr>
          <p:spPr>
            <a:xfrm>
              <a:off x="6215350" y="1997100"/>
              <a:ext cx="44675" cy="91100"/>
            </a:xfrm>
            <a:custGeom>
              <a:rect b="b" l="l" r="r" t="t"/>
              <a:pathLst>
                <a:path extrusionOk="0" h="3644" w="1787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7" name="Google Shape;11607;p93"/>
            <p:cNvSpPr/>
            <p:nvPr/>
          </p:nvSpPr>
          <p:spPr>
            <a:xfrm>
              <a:off x="6221300" y="1996500"/>
              <a:ext cx="625" cy="625"/>
            </a:xfrm>
            <a:custGeom>
              <a:rect b="b" l="l" r="r" t="t"/>
              <a:pathLst>
                <a:path extrusionOk="0" h="25" w="25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8" name="Google Shape;11608;p93"/>
            <p:cNvSpPr/>
            <p:nvPr/>
          </p:nvSpPr>
          <p:spPr>
            <a:xfrm>
              <a:off x="6220700" y="1995900"/>
              <a:ext cx="325" cy="625"/>
            </a:xfrm>
            <a:custGeom>
              <a:rect b="b" l="l" r="r" t="t"/>
              <a:pathLst>
                <a:path extrusionOk="0" h="25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9" name="Google Shape;11609;p93"/>
            <p:cNvSpPr/>
            <p:nvPr/>
          </p:nvSpPr>
          <p:spPr>
            <a:xfrm>
              <a:off x="6218925" y="1995325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0" name="Google Shape;11610;p93"/>
            <p:cNvSpPr/>
            <p:nvPr/>
          </p:nvSpPr>
          <p:spPr>
            <a:xfrm>
              <a:off x="6231425" y="1302075"/>
              <a:ext cx="94675" cy="169400"/>
            </a:xfrm>
            <a:custGeom>
              <a:rect b="b" l="l" r="r" t="t"/>
              <a:pathLst>
                <a:path extrusionOk="0" h="6776" w="3787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1" name="Google Shape;11611;p93"/>
            <p:cNvSpPr/>
            <p:nvPr/>
          </p:nvSpPr>
          <p:spPr>
            <a:xfrm>
              <a:off x="6115625" y="1301775"/>
              <a:ext cx="69975" cy="103900"/>
            </a:xfrm>
            <a:custGeom>
              <a:rect b="b" l="l" r="r" t="t"/>
              <a:pathLst>
                <a:path extrusionOk="0" h="4156" w="2799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2" name="Google Shape;11612;p93"/>
            <p:cNvSpPr/>
            <p:nvPr/>
          </p:nvSpPr>
          <p:spPr>
            <a:xfrm>
              <a:off x="5970675" y="1427100"/>
              <a:ext cx="136650" cy="81875"/>
            </a:xfrm>
            <a:custGeom>
              <a:rect b="b" l="l" r="r" t="t"/>
              <a:pathLst>
                <a:path extrusionOk="0" h="3275" w="5466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3" name="Google Shape;11613;p93"/>
            <p:cNvSpPr/>
            <p:nvPr/>
          </p:nvSpPr>
          <p:spPr>
            <a:xfrm>
              <a:off x="6136175" y="1427100"/>
              <a:ext cx="92600" cy="51500"/>
            </a:xfrm>
            <a:custGeom>
              <a:rect b="b" l="l" r="r" t="t"/>
              <a:pathLst>
                <a:path extrusionOk="0" h="2060" w="3704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4" name="Google Shape;11614;p93"/>
            <p:cNvSpPr/>
            <p:nvPr/>
          </p:nvSpPr>
          <p:spPr>
            <a:xfrm>
              <a:off x="6237075" y="1476500"/>
              <a:ext cx="274475" cy="138425"/>
            </a:xfrm>
            <a:custGeom>
              <a:rect b="b" l="l" r="r" t="t"/>
              <a:pathLst>
                <a:path extrusionOk="0" h="5537" w="10979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5" name="Google Shape;11615;p93"/>
            <p:cNvSpPr/>
            <p:nvPr/>
          </p:nvSpPr>
          <p:spPr>
            <a:xfrm>
              <a:off x="6132900" y="1482450"/>
              <a:ext cx="104800" cy="217325"/>
            </a:xfrm>
            <a:custGeom>
              <a:rect b="b" l="l" r="r" t="t"/>
              <a:pathLst>
                <a:path extrusionOk="0" h="8693" w="4192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6" name="Google Shape;11616;p93"/>
            <p:cNvSpPr/>
            <p:nvPr/>
          </p:nvSpPr>
          <p:spPr>
            <a:xfrm>
              <a:off x="6007575" y="1728325"/>
              <a:ext cx="116725" cy="237850"/>
            </a:xfrm>
            <a:custGeom>
              <a:rect b="b" l="l" r="r" t="t"/>
              <a:pathLst>
                <a:path extrusionOk="0" h="9514" w="4669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7" name="Google Shape;11617;p93"/>
            <p:cNvSpPr/>
            <p:nvPr/>
          </p:nvSpPr>
          <p:spPr>
            <a:xfrm>
              <a:off x="6143900" y="1616400"/>
              <a:ext cx="367050" cy="96175"/>
            </a:xfrm>
            <a:custGeom>
              <a:rect b="b" l="l" r="r" t="t"/>
              <a:pathLst>
                <a:path extrusionOk="0" h="3847" w="14682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8" name="Google Shape;11618;p93"/>
            <p:cNvSpPr/>
            <p:nvPr/>
          </p:nvSpPr>
          <p:spPr>
            <a:xfrm>
              <a:off x="5970375" y="1714025"/>
              <a:ext cx="140525" cy="44075"/>
            </a:xfrm>
            <a:custGeom>
              <a:rect b="b" l="l" r="r" t="t"/>
              <a:pathLst>
                <a:path extrusionOk="0" h="1763" w="5621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9" name="Google Shape;11619;p93"/>
            <p:cNvSpPr/>
            <p:nvPr/>
          </p:nvSpPr>
          <p:spPr>
            <a:xfrm>
              <a:off x="5970675" y="1973575"/>
              <a:ext cx="37525" cy="103625"/>
            </a:xfrm>
            <a:custGeom>
              <a:rect b="b" l="l" r="r" t="t"/>
              <a:pathLst>
                <a:path extrusionOk="0" h="4145" w="1501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0" name="Google Shape;11620;p93"/>
            <p:cNvSpPr/>
            <p:nvPr/>
          </p:nvSpPr>
          <p:spPr>
            <a:xfrm>
              <a:off x="5970675" y="1952450"/>
              <a:ext cx="34250" cy="18775"/>
            </a:xfrm>
            <a:custGeom>
              <a:rect b="b" l="l" r="r" t="t"/>
              <a:pathLst>
                <a:path extrusionOk="0" h="751" w="137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1" name="Google Shape;11621;p93"/>
            <p:cNvSpPr/>
            <p:nvPr/>
          </p:nvSpPr>
          <p:spPr>
            <a:xfrm>
              <a:off x="6014125" y="1966450"/>
              <a:ext cx="208100" cy="36925"/>
            </a:xfrm>
            <a:custGeom>
              <a:rect b="b" l="l" r="r" t="t"/>
              <a:pathLst>
                <a:path extrusionOk="0" h="1477" w="8324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2" name="Google Shape;11622;p93"/>
            <p:cNvSpPr/>
            <p:nvPr/>
          </p:nvSpPr>
          <p:spPr>
            <a:xfrm>
              <a:off x="5982875" y="2070275"/>
              <a:ext cx="442350" cy="54550"/>
            </a:xfrm>
            <a:custGeom>
              <a:rect b="b" l="l" r="r" t="t"/>
              <a:pathLst>
                <a:path extrusionOk="0" h="2182" w="17694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3" name="Google Shape;11623;p93"/>
            <p:cNvSpPr/>
            <p:nvPr/>
          </p:nvSpPr>
          <p:spPr>
            <a:xfrm>
              <a:off x="5975150" y="2142950"/>
              <a:ext cx="153600" cy="118500"/>
            </a:xfrm>
            <a:custGeom>
              <a:rect b="b" l="l" r="r" t="t"/>
              <a:pathLst>
                <a:path extrusionOk="0" h="4740" w="6144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4" name="Google Shape;11624;p93"/>
            <p:cNvSpPr/>
            <p:nvPr/>
          </p:nvSpPr>
          <p:spPr>
            <a:xfrm>
              <a:off x="6230825" y="2337325"/>
              <a:ext cx="183375" cy="136050"/>
            </a:xfrm>
            <a:custGeom>
              <a:rect b="b" l="l" r="r" t="t"/>
              <a:pathLst>
                <a:path extrusionOk="0" h="5442" w="7335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5" name="Google Shape;11625;p93"/>
            <p:cNvSpPr/>
            <p:nvPr/>
          </p:nvSpPr>
          <p:spPr>
            <a:xfrm>
              <a:off x="6143325" y="2269750"/>
              <a:ext cx="85750" cy="66400"/>
            </a:xfrm>
            <a:custGeom>
              <a:rect b="b" l="l" r="r" t="t"/>
              <a:pathLst>
                <a:path extrusionOk="0" h="2656" w="343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6" name="Google Shape;11626;p93"/>
            <p:cNvSpPr/>
            <p:nvPr/>
          </p:nvSpPr>
          <p:spPr>
            <a:xfrm>
              <a:off x="6078425" y="2276900"/>
              <a:ext cx="62225" cy="254225"/>
            </a:xfrm>
            <a:custGeom>
              <a:rect b="b" l="l" r="r" t="t"/>
              <a:pathLst>
                <a:path extrusionOk="0" h="10169" w="2489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7" name="Google Shape;11627;p93"/>
            <p:cNvSpPr/>
            <p:nvPr/>
          </p:nvSpPr>
          <p:spPr>
            <a:xfrm>
              <a:off x="6173375" y="2632600"/>
              <a:ext cx="89325" cy="90200"/>
            </a:xfrm>
            <a:custGeom>
              <a:rect b="b" l="l" r="r" t="t"/>
              <a:pathLst>
                <a:path extrusionOk="0" h="3608" w="3573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8" name="Google Shape;11628;p93"/>
            <p:cNvSpPr/>
            <p:nvPr/>
          </p:nvSpPr>
          <p:spPr>
            <a:xfrm>
              <a:off x="6264450" y="2726650"/>
              <a:ext cx="124750" cy="133975"/>
            </a:xfrm>
            <a:custGeom>
              <a:rect b="b" l="l" r="r" t="t"/>
              <a:pathLst>
                <a:path extrusionOk="0" h="5359" w="499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9" name="Google Shape;11629;p93"/>
            <p:cNvSpPr/>
            <p:nvPr/>
          </p:nvSpPr>
          <p:spPr>
            <a:xfrm>
              <a:off x="6082000" y="2532575"/>
              <a:ext cx="92900" cy="98250"/>
            </a:xfrm>
            <a:custGeom>
              <a:rect b="b" l="l" r="r" t="t"/>
              <a:pathLst>
                <a:path extrusionOk="0" h="3930" w="3716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0" name="Google Shape;11630;p93"/>
            <p:cNvSpPr/>
            <p:nvPr/>
          </p:nvSpPr>
          <p:spPr>
            <a:xfrm>
              <a:off x="5970975" y="2070325"/>
              <a:ext cx="455725" cy="618550"/>
            </a:xfrm>
            <a:custGeom>
              <a:rect b="b" l="l" r="r" t="t"/>
              <a:pathLst>
                <a:path extrusionOk="0" h="24742" w="18229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1" name="Google Shape;11631;p93"/>
            <p:cNvSpPr/>
            <p:nvPr/>
          </p:nvSpPr>
          <p:spPr>
            <a:xfrm>
              <a:off x="6432625" y="2473600"/>
              <a:ext cx="5700" cy="9000"/>
            </a:xfrm>
            <a:custGeom>
              <a:rect b="b" l="l" r="r" t="t"/>
              <a:pathLst>
                <a:path extrusionOk="0" h="360" w="228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2" name="Google Shape;11632;p93"/>
            <p:cNvSpPr/>
            <p:nvPr/>
          </p:nvSpPr>
          <p:spPr>
            <a:xfrm>
              <a:off x="5970675" y="2486150"/>
              <a:ext cx="441150" cy="271775"/>
            </a:xfrm>
            <a:custGeom>
              <a:rect b="b" l="l" r="r" t="t"/>
              <a:pathLst>
                <a:path extrusionOk="0" h="10871" w="17646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3" name="Google Shape;11633;p93"/>
            <p:cNvSpPr/>
            <p:nvPr/>
          </p:nvSpPr>
          <p:spPr>
            <a:xfrm>
              <a:off x="5970675" y="2940975"/>
              <a:ext cx="97050" cy="144075"/>
            </a:xfrm>
            <a:custGeom>
              <a:rect b="b" l="l" r="r" t="t"/>
              <a:pathLst>
                <a:path extrusionOk="0" h="5763" w="3882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4" name="Google Shape;11634;p93"/>
            <p:cNvSpPr/>
            <p:nvPr/>
          </p:nvSpPr>
          <p:spPr>
            <a:xfrm>
              <a:off x="6244225" y="2877875"/>
              <a:ext cx="142300" cy="98825"/>
            </a:xfrm>
            <a:custGeom>
              <a:rect b="b" l="l" r="r" t="t"/>
              <a:pathLst>
                <a:path extrusionOk="0" h="3953" w="5692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5" name="Google Shape;11635;p93"/>
            <p:cNvSpPr/>
            <p:nvPr/>
          </p:nvSpPr>
          <p:spPr>
            <a:xfrm>
              <a:off x="6087350" y="2980250"/>
              <a:ext cx="158375" cy="109575"/>
            </a:xfrm>
            <a:custGeom>
              <a:rect b="b" l="l" r="r" t="t"/>
              <a:pathLst>
                <a:path extrusionOk="0" h="4383" w="6335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6" name="Google Shape;11636;p93"/>
            <p:cNvSpPr/>
            <p:nvPr/>
          </p:nvSpPr>
          <p:spPr>
            <a:xfrm>
              <a:off x="6127250" y="2732300"/>
              <a:ext cx="137825" cy="205425"/>
            </a:xfrm>
            <a:custGeom>
              <a:rect b="b" l="l" r="r" t="t"/>
              <a:pathLst>
                <a:path extrusionOk="0" h="8217" w="5513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7" name="Google Shape;11637;p93"/>
            <p:cNvSpPr/>
            <p:nvPr/>
          </p:nvSpPr>
          <p:spPr>
            <a:xfrm>
              <a:off x="6263575" y="2486150"/>
              <a:ext cx="153900" cy="243500"/>
            </a:xfrm>
            <a:custGeom>
              <a:rect b="b" l="l" r="r" t="t"/>
              <a:pathLst>
                <a:path extrusionOk="0" h="9740" w="6156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8" name="Google Shape;11638;p93"/>
            <p:cNvSpPr/>
            <p:nvPr/>
          </p:nvSpPr>
          <p:spPr>
            <a:xfrm>
              <a:off x="6396025" y="2489125"/>
              <a:ext cx="29200" cy="364050"/>
            </a:xfrm>
            <a:custGeom>
              <a:rect b="b" l="l" r="r" t="t"/>
              <a:pathLst>
                <a:path extrusionOk="0" h="14562" w="1168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9" name="Google Shape;11639;p93"/>
            <p:cNvSpPr/>
            <p:nvPr/>
          </p:nvSpPr>
          <p:spPr>
            <a:xfrm>
              <a:off x="6426100" y="2483775"/>
              <a:ext cx="571225" cy="679875"/>
            </a:xfrm>
            <a:custGeom>
              <a:rect b="b" l="l" r="r" t="t"/>
              <a:pathLst>
                <a:path extrusionOk="0" h="27195" w="22849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0" name="Google Shape;11640;p93"/>
            <p:cNvSpPr/>
            <p:nvPr/>
          </p:nvSpPr>
          <p:spPr>
            <a:xfrm>
              <a:off x="6408525" y="2878750"/>
              <a:ext cx="217325" cy="182800"/>
            </a:xfrm>
            <a:custGeom>
              <a:rect b="b" l="l" r="r" t="t"/>
              <a:pathLst>
                <a:path extrusionOk="0" h="7312" w="8693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1" name="Google Shape;11641;p93"/>
            <p:cNvSpPr/>
            <p:nvPr/>
          </p:nvSpPr>
          <p:spPr>
            <a:xfrm>
              <a:off x="6323100" y="3003175"/>
              <a:ext cx="1800" cy="1525"/>
            </a:xfrm>
            <a:custGeom>
              <a:rect b="b" l="l" r="r" t="t"/>
              <a:pathLst>
                <a:path extrusionOk="0" h="61" w="72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2" name="Google Shape;11642;p93"/>
            <p:cNvSpPr/>
            <p:nvPr/>
          </p:nvSpPr>
          <p:spPr>
            <a:xfrm>
              <a:off x="6135275" y="2944250"/>
              <a:ext cx="183975" cy="57750"/>
            </a:xfrm>
            <a:custGeom>
              <a:rect b="b" l="l" r="r" t="t"/>
              <a:pathLst>
                <a:path extrusionOk="0" h="2310" w="7359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3" name="Google Shape;11643;p93"/>
            <p:cNvSpPr/>
            <p:nvPr/>
          </p:nvSpPr>
          <p:spPr>
            <a:xfrm>
              <a:off x="6331425" y="3000200"/>
              <a:ext cx="284000" cy="85150"/>
            </a:xfrm>
            <a:custGeom>
              <a:rect b="b" l="l" r="r" t="t"/>
              <a:pathLst>
                <a:path extrusionOk="0" h="3406" w="1136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4" name="Google Shape;11644;p93"/>
            <p:cNvSpPr/>
            <p:nvPr/>
          </p:nvSpPr>
          <p:spPr>
            <a:xfrm>
              <a:off x="6231125" y="2883825"/>
              <a:ext cx="162550" cy="263450"/>
            </a:xfrm>
            <a:custGeom>
              <a:rect b="b" l="l" r="r" t="t"/>
              <a:pathLst>
                <a:path extrusionOk="0" h="10538" w="6502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5" name="Google Shape;11645;p93"/>
            <p:cNvSpPr/>
            <p:nvPr/>
          </p:nvSpPr>
          <p:spPr>
            <a:xfrm>
              <a:off x="5970675" y="3148425"/>
              <a:ext cx="260175" cy="142325"/>
            </a:xfrm>
            <a:custGeom>
              <a:rect b="b" l="l" r="r" t="t"/>
              <a:pathLst>
                <a:path extrusionOk="0" h="5693" w="10407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6" name="Google Shape;11646;p93"/>
            <p:cNvSpPr/>
            <p:nvPr/>
          </p:nvSpPr>
          <p:spPr>
            <a:xfrm>
              <a:off x="6090025" y="3098425"/>
              <a:ext cx="143800" cy="51825"/>
            </a:xfrm>
            <a:custGeom>
              <a:rect b="b" l="l" r="r" t="t"/>
              <a:pathLst>
                <a:path extrusionOk="0" h="2073" w="5752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7" name="Google Shape;11647;p93"/>
            <p:cNvSpPr/>
            <p:nvPr/>
          </p:nvSpPr>
          <p:spPr>
            <a:xfrm>
              <a:off x="6300775" y="3287725"/>
              <a:ext cx="102125" cy="186675"/>
            </a:xfrm>
            <a:custGeom>
              <a:rect b="b" l="l" r="r" t="t"/>
              <a:pathLst>
                <a:path extrusionOk="0" h="7467" w="4085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8" name="Google Shape;11648;p93"/>
            <p:cNvSpPr/>
            <p:nvPr/>
          </p:nvSpPr>
          <p:spPr>
            <a:xfrm>
              <a:off x="6228150" y="3143850"/>
              <a:ext cx="77125" cy="138250"/>
            </a:xfrm>
            <a:custGeom>
              <a:rect b="b" l="l" r="r" t="t"/>
              <a:pathLst>
                <a:path extrusionOk="0" h="5530" w="3085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9" name="Google Shape;11649;p93"/>
            <p:cNvSpPr/>
            <p:nvPr/>
          </p:nvSpPr>
          <p:spPr>
            <a:xfrm>
              <a:off x="6586525" y="3246075"/>
              <a:ext cx="3000" cy="3300"/>
            </a:xfrm>
            <a:custGeom>
              <a:rect b="b" l="l" r="r" t="t"/>
              <a:pathLst>
                <a:path extrusionOk="0" h="132" w="12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0" name="Google Shape;11650;p93"/>
            <p:cNvSpPr/>
            <p:nvPr/>
          </p:nvSpPr>
          <p:spPr>
            <a:xfrm>
              <a:off x="5970675" y="3248450"/>
              <a:ext cx="567350" cy="86050"/>
            </a:xfrm>
            <a:custGeom>
              <a:rect b="b" l="l" r="r" t="t"/>
              <a:pathLst>
                <a:path extrusionOk="0" h="3442" w="22694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1" name="Google Shape;11651;p93"/>
            <p:cNvSpPr/>
            <p:nvPr/>
          </p:nvSpPr>
          <p:spPr>
            <a:xfrm>
              <a:off x="6683850" y="3085625"/>
              <a:ext cx="305425" cy="89325"/>
            </a:xfrm>
            <a:custGeom>
              <a:rect b="b" l="l" r="r" t="t"/>
              <a:pathLst>
                <a:path extrusionOk="0" h="3573" w="12217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2" name="Google Shape;11652;p93"/>
            <p:cNvSpPr/>
            <p:nvPr/>
          </p:nvSpPr>
          <p:spPr>
            <a:xfrm>
              <a:off x="6585025" y="3175825"/>
              <a:ext cx="403650" cy="70850"/>
            </a:xfrm>
            <a:custGeom>
              <a:rect b="b" l="l" r="r" t="t"/>
              <a:pathLst>
                <a:path extrusionOk="0" h="2834" w="16146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3" name="Google Shape;11653;p93"/>
            <p:cNvSpPr/>
            <p:nvPr/>
          </p:nvSpPr>
          <p:spPr>
            <a:xfrm>
              <a:off x="6566575" y="3113300"/>
              <a:ext cx="76525" cy="112850"/>
            </a:xfrm>
            <a:custGeom>
              <a:rect b="b" l="l" r="r" t="t"/>
              <a:pathLst>
                <a:path extrusionOk="0" h="4514" w="3061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4" name="Google Shape;11654;p93"/>
            <p:cNvSpPr/>
            <p:nvPr/>
          </p:nvSpPr>
          <p:spPr>
            <a:xfrm>
              <a:off x="6412700" y="3263025"/>
              <a:ext cx="135750" cy="210775"/>
            </a:xfrm>
            <a:custGeom>
              <a:rect b="b" l="l" r="r" t="t"/>
              <a:pathLst>
                <a:path extrusionOk="0" h="8431" w="543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5" name="Google Shape;11655;p93"/>
            <p:cNvSpPr/>
            <p:nvPr/>
          </p:nvSpPr>
          <p:spPr>
            <a:xfrm>
              <a:off x="6420425" y="3178800"/>
              <a:ext cx="572425" cy="303325"/>
            </a:xfrm>
            <a:custGeom>
              <a:rect b="b" l="l" r="r" t="t"/>
              <a:pathLst>
                <a:path extrusionOk="0" h="12133" w="22897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6" name="Google Shape;11656;p93"/>
            <p:cNvSpPr/>
            <p:nvPr/>
          </p:nvSpPr>
          <p:spPr>
            <a:xfrm>
              <a:off x="6093300" y="3491025"/>
              <a:ext cx="300075" cy="161375"/>
            </a:xfrm>
            <a:custGeom>
              <a:rect b="b" l="l" r="r" t="t"/>
              <a:pathLst>
                <a:path extrusionOk="0" h="6455" w="12003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7" name="Google Shape;11657;p93"/>
            <p:cNvSpPr/>
            <p:nvPr/>
          </p:nvSpPr>
          <p:spPr>
            <a:xfrm>
              <a:off x="6187075" y="3708325"/>
              <a:ext cx="191425" cy="58075"/>
            </a:xfrm>
            <a:custGeom>
              <a:rect b="b" l="l" r="r" t="t"/>
              <a:pathLst>
                <a:path extrusionOk="0" h="2323" w="7657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8" name="Google Shape;11658;p93"/>
            <p:cNvSpPr/>
            <p:nvPr/>
          </p:nvSpPr>
          <p:spPr>
            <a:xfrm>
              <a:off x="5970675" y="3494300"/>
              <a:ext cx="107775" cy="154525"/>
            </a:xfrm>
            <a:custGeom>
              <a:rect b="b" l="l" r="r" t="t"/>
              <a:pathLst>
                <a:path extrusionOk="0" h="6181" w="4311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9" name="Google Shape;11659;p93"/>
            <p:cNvSpPr/>
            <p:nvPr/>
          </p:nvSpPr>
          <p:spPr>
            <a:xfrm>
              <a:off x="5970675" y="3658025"/>
              <a:ext cx="102725" cy="61925"/>
            </a:xfrm>
            <a:custGeom>
              <a:rect b="b" l="l" r="r" t="t"/>
              <a:pathLst>
                <a:path extrusionOk="0" h="2477" w="4109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0" name="Google Shape;11660;p93"/>
            <p:cNvSpPr/>
            <p:nvPr/>
          </p:nvSpPr>
          <p:spPr>
            <a:xfrm>
              <a:off x="6172775" y="3780950"/>
              <a:ext cx="177425" cy="231600"/>
            </a:xfrm>
            <a:custGeom>
              <a:rect b="b" l="l" r="r" t="t"/>
              <a:pathLst>
                <a:path extrusionOk="0" h="9264" w="7097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1" name="Google Shape;11661;p93"/>
            <p:cNvSpPr/>
            <p:nvPr/>
          </p:nvSpPr>
          <p:spPr>
            <a:xfrm>
              <a:off x="6354950" y="4022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2" name="Google Shape;11662;p93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3" name="Google Shape;11663;p93"/>
            <p:cNvSpPr/>
            <p:nvPr/>
          </p:nvSpPr>
          <p:spPr>
            <a:xfrm>
              <a:off x="6088250" y="3665750"/>
              <a:ext cx="70275" cy="92900"/>
            </a:xfrm>
            <a:custGeom>
              <a:rect b="b" l="l" r="r" t="t"/>
              <a:pathLst>
                <a:path extrusionOk="0" h="3716" w="2811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4" name="Google Shape;11664;p93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5" name="Google Shape;11665;p93"/>
            <p:cNvSpPr/>
            <p:nvPr/>
          </p:nvSpPr>
          <p:spPr>
            <a:xfrm>
              <a:off x="6355850" y="40211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6" name="Google Shape;11666;p93"/>
            <p:cNvSpPr/>
            <p:nvPr/>
          </p:nvSpPr>
          <p:spPr>
            <a:xfrm>
              <a:off x="6349900" y="3725000"/>
              <a:ext cx="47650" cy="294700"/>
            </a:xfrm>
            <a:custGeom>
              <a:rect b="b" l="l" r="r" t="t"/>
              <a:pathLst>
                <a:path extrusionOk="0" h="11788" w="1906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7" name="Google Shape;11667;p93"/>
            <p:cNvSpPr/>
            <p:nvPr/>
          </p:nvSpPr>
          <p:spPr>
            <a:xfrm>
              <a:off x="6354950" y="402205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8" name="Google Shape;11668;p93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9" name="Google Shape;11669;p93"/>
            <p:cNvSpPr/>
            <p:nvPr/>
          </p:nvSpPr>
          <p:spPr>
            <a:xfrm>
              <a:off x="6355850" y="40164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0" name="Google Shape;11670;p93"/>
            <p:cNvSpPr/>
            <p:nvPr/>
          </p:nvSpPr>
          <p:spPr>
            <a:xfrm>
              <a:off x="6155225" y="4019075"/>
              <a:ext cx="199750" cy="125625"/>
            </a:xfrm>
            <a:custGeom>
              <a:rect b="b" l="l" r="r" t="t"/>
              <a:pathLst>
                <a:path extrusionOk="0" h="5025" w="799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1" name="Google Shape;11671;p93"/>
            <p:cNvSpPr/>
            <p:nvPr/>
          </p:nvSpPr>
          <p:spPr>
            <a:xfrm>
              <a:off x="6356150" y="40211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2" name="Google Shape;11672;p93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3" name="Google Shape;11673;p93"/>
            <p:cNvSpPr/>
            <p:nvPr/>
          </p:nvSpPr>
          <p:spPr>
            <a:xfrm>
              <a:off x="6356150" y="40170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4" name="Google Shape;11674;p93"/>
            <p:cNvSpPr/>
            <p:nvPr/>
          </p:nvSpPr>
          <p:spPr>
            <a:xfrm>
              <a:off x="5970975" y="3781850"/>
              <a:ext cx="385775" cy="240975"/>
            </a:xfrm>
            <a:custGeom>
              <a:rect b="b" l="l" r="r" t="t"/>
              <a:pathLst>
                <a:path extrusionOk="0" h="9639" w="15431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5" name="Google Shape;11675;p93"/>
            <p:cNvSpPr/>
            <p:nvPr/>
          </p:nvSpPr>
          <p:spPr>
            <a:xfrm>
              <a:off x="6535325" y="3221950"/>
              <a:ext cx="50625" cy="50675"/>
            </a:xfrm>
            <a:custGeom>
              <a:rect b="b" l="l" r="r" t="t"/>
              <a:pathLst>
                <a:path extrusionOk="0" h="2027" w="2025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6" name="Google Shape;11676;p93"/>
            <p:cNvSpPr/>
            <p:nvPr/>
          </p:nvSpPr>
          <p:spPr>
            <a:xfrm>
              <a:off x="6615100" y="3045125"/>
              <a:ext cx="70575" cy="71475"/>
            </a:xfrm>
            <a:custGeom>
              <a:rect b="b" l="l" r="r" t="t"/>
              <a:pathLst>
                <a:path extrusionOk="0" h="2859" w="2823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7" name="Google Shape;11677;p93"/>
            <p:cNvSpPr/>
            <p:nvPr/>
          </p:nvSpPr>
          <p:spPr>
            <a:xfrm>
              <a:off x="5970675" y="2098000"/>
              <a:ext cx="13425" cy="55400"/>
            </a:xfrm>
            <a:custGeom>
              <a:rect b="b" l="l" r="r" t="t"/>
              <a:pathLst>
                <a:path extrusionOk="0" h="2216" w="537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8" name="Google Shape;11678;p93"/>
            <p:cNvSpPr/>
            <p:nvPr/>
          </p:nvSpPr>
          <p:spPr>
            <a:xfrm>
              <a:off x="6103125" y="1404475"/>
              <a:ext cx="36950" cy="36050"/>
            </a:xfrm>
            <a:custGeom>
              <a:rect b="b" l="l" r="r" t="t"/>
              <a:pathLst>
                <a:path extrusionOk="0" h="1442" w="1478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9" name="Google Shape;11679;p93"/>
            <p:cNvSpPr/>
            <p:nvPr/>
          </p:nvSpPr>
          <p:spPr>
            <a:xfrm>
              <a:off x="6109075" y="1694975"/>
              <a:ext cx="37250" cy="36950"/>
            </a:xfrm>
            <a:custGeom>
              <a:rect b="b" l="l" r="r" t="t"/>
              <a:pathLst>
                <a:path extrusionOk="0" h="1478" w="149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0" name="Google Shape;11680;p93"/>
            <p:cNvSpPr/>
            <p:nvPr/>
          </p:nvSpPr>
          <p:spPr>
            <a:xfrm>
              <a:off x="6425200" y="2059300"/>
              <a:ext cx="25925" cy="25325"/>
            </a:xfrm>
            <a:custGeom>
              <a:rect b="b" l="l" r="r" t="t"/>
              <a:pathLst>
                <a:path extrusionOk="0" h="1013" w="1037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1" name="Google Shape;11681;p93"/>
            <p:cNvSpPr/>
            <p:nvPr/>
          </p:nvSpPr>
          <p:spPr>
            <a:xfrm>
              <a:off x="6057300" y="3078375"/>
              <a:ext cx="35725" cy="35300"/>
            </a:xfrm>
            <a:custGeom>
              <a:rect b="b" l="l" r="r" t="t"/>
              <a:pathLst>
                <a:path extrusionOk="0" h="1412" w="1429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2" name="Google Shape;11682;p93"/>
            <p:cNvSpPr/>
            <p:nvPr/>
          </p:nvSpPr>
          <p:spPr>
            <a:xfrm>
              <a:off x="6380550" y="2852850"/>
              <a:ext cx="35750" cy="35750"/>
            </a:xfrm>
            <a:custGeom>
              <a:rect b="b" l="l" r="r" t="t"/>
              <a:pathLst>
                <a:path extrusionOk="0" h="1430" w="143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3" name="Google Shape;11683;p93"/>
            <p:cNvSpPr/>
            <p:nvPr/>
          </p:nvSpPr>
          <p:spPr>
            <a:xfrm>
              <a:off x="6112050" y="2933525"/>
              <a:ext cx="25625" cy="25350"/>
            </a:xfrm>
            <a:custGeom>
              <a:rect b="b" l="l" r="r" t="t"/>
              <a:pathLst>
                <a:path extrusionOk="0" h="1014" w="1025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4" name="Google Shape;11684;p93"/>
            <p:cNvSpPr/>
            <p:nvPr/>
          </p:nvSpPr>
          <p:spPr>
            <a:xfrm>
              <a:off x="6306125" y="3104075"/>
              <a:ext cx="25925" cy="25350"/>
            </a:xfrm>
            <a:custGeom>
              <a:rect b="b" l="l" r="r" t="t"/>
              <a:pathLst>
                <a:path extrusionOk="0" h="1014" w="1037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5" name="Google Shape;11685;p93"/>
            <p:cNvSpPr/>
            <p:nvPr/>
          </p:nvSpPr>
          <p:spPr>
            <a:xfrm>
              <a:off x="6408525" y="2464700"/>
              <a:ext cx="25325" cy="25350"/>
            </a:xfrm>
            <a:custGeom>
              <a:rect b="b" l="l" r="r" t="t"/>
              <a:pathLst>
                <a:path extrusionOk="0" h="1014" w="1013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6" name="Google Shape;11686;p93"/>
            <p:cNvSpPr/>
            <p:nvPr/>
          </p:nvSpPr>
          <p:spPr>
            <a:xfrm>
              <a:off x="6123675" y="2252200"/>
              <a:ext cx="25325" cy="25625"/>
            </a:xfrm>
            <a:custGeom>
              <a:rect b="b" l="l" r="r" t="t"/>
              <a:pathLst>
                <a:path extrusionOk="0" h="1025" w="1013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7" name="Google Shape;11687;p93"/>
            <p:cNvSpPr/>
            <p:nvPr/>
          </p:nvSpPr>
          <p:spPr>
            <a:xfrm>
              <a:off x="6508250" y="1603550"/>
              <a:ext cx="25625" cy="25400"/>
            </a:xfrm>
            <a:custGeom>
              <a:rect b="b" l="l" r="r" t="t"/>
              <a:pathLst>
                <a:path extrusionOk="0" h="1016" w="1025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8" name="Google Shape;11688;p93"/>
            <p:cNvSpPr/>
            <p:nvPr/>
          </p:nvSpPr>
          <p:spPr>
            <a:xfrm>
              <a:off x="6389175" y="3469300"/>
              <a:ext cx="36650" cy="35450"/>
            </a:xfrm>
            <a:custGeom>
              <a:rect b="b" l="l" r="r" t="t"/>
              <a:pathLst>
                <a:path extrusionOk="0" h="1418" w="1466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9" name="Google Shape;11689;p93"/>
            <p:cNvSpPr/>
            <p:nvPr/>
          </p:nvSpPr>
          <p:spPr>
            <a:xfrm>
              <a:off x="6987775" y="3156175"/>
              <a:ext cx="36325" cy="35750"/>
            </a:xfrm>
            <a:custGeom>
              <a:rect b="b" l="l" r="r" t="t"/>
              <a:pathLst>
                <a:path extrusionOk="0" h="1430" w="1453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0" name="Google Shape;11690;p93"/>
            <p:cNvSpPr/>
            <p:nvPr/>
          </p:nvSpPr>
          <p:spPr>
            <a:xfrm>
              <a:off x="6376075" y="3686575"/>
              <a:ext cx="40225" cy="39625"/>
            </a:xfrm>
            <a:custGeom>
              <a:rect b="b" l="l" r="r" t="t"/>
              <a:pathLst>
                <a:path extrusionOk="0" h="1585" w="1609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1" name="Google Shape;11691;p93"/>
            <p:cNvSpPr/>
            <p:nvPr/>
          </p:nvSpPr>
          <p:spPr>
            <a:xfrm>
              <a:off x="6069500" y="3642400"/>
              <a:ext cx="29200" cy="28375"/>
            </a:xfrm>
            <a:custGeom>
              <a:rect b="b" l="l" r="r" t="t"/>
              <a:pathLst>
                <a:path extrusionOk="0" h="1135" w="1168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2" name="Google Shape;11692;p93"/>
            <p:cNvSpPr/>
            <p:nvPr/>
          </p:nvSpPr>
          <p:spPr>
            <a:xfrm>
              <a:off x="6322200" y="2992450"/>
              <a:ext cx="14925" cy="14025"/>
            </a:xfrm>
            <a:custGeom>
              <a:rect b="b" l="l" r="r" t="t"/>
              <a:pathLst>
                <a:path extrusionOk="0" h="561" w="597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3" name="Google Shape;11693;p93"/>
            <p:cNvSpPr/>
            <p:nvPr/>
          </p:nvSpPr>
          <p:spPr>
            <a:xfrm>
              <a:off x="6251950" y="2719800"/>
              <a:ext cx="14925" cy="14925"/>
            </a:xfrm>
            <a:custGeom>
              <a:rect b="b" l="l" r="r" t="t"/>
              <a:pathLst>
                <a:path extrusionOk="0" h="597" w="597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4" name="Google Shape;11694;p93"/>
            <p:cNvSpPr/>
            <p:nvPr/>
          </p:nvSpPr>
          <p:spPr>
            <a:xfrm>
              <a:off x="6174575" y="2838875"/>
              <a:ext cx="14900" cy="14300"/>
            </a:xfrm>
            <a:custGeom>
              <a:rect b="b" l="l" r="r" t="t"/>
              <a:pathLst>
                <a:path extrusionOk="0" h="572" w="596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5" name="Google Shape;11695;p93"/>
            <p:cNvSpPr/>
            <p:nvPr/>
          </p:nvSpPr>
          <p:spPr>
            <a:xfrm>
              <a:off x="6164450" y="2236725"/>
              <a:ext cx="14600" cy="14600"/>
            </a:xfrm>
            <a:custGeom>
              <a:rect b="b" l="l" r="r" t="t"/>
              <a:pathLst>
                <a:path extrusionOk="0" h="584" w="584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6" name="Google Shape;11696;p93"/>
            <p:cNvSpPr/>
            <p:nvPr/>
          </p:nvSpPr>
          <p:spPr>
            <a:xfrm>
              <a:off x="5982275" y="2068825"/>
              <a:ext cx="14325" cy="14625"/>
            </a:xfrm>
            <a:custGeom>
              <a:rect b="b" l="l" r="r" t="t"/>
              <a:pathLst>
                <a:path extrusionOk="0" h="585" w="573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7" name="Google Shape;11697;p93"/>
            <p:cNvSpPr/>
            <p:nvPr/>
          </p:nvSpPr>
          <p:spPr>
            <a:xfrm>
              <a:off x="6225775" y="1468775"/>
              <a:ext cx="14900" cy="14425"/>
            </a:xfrm>
            <a:custGeom>
              <a:rect b="b" l="l" r="r" t="t"/>
              <a:pathLst>
                <a:path extrusionOk="0" h="577" w="596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8" name="Google Shape;11698;p93"/>
            <p:cNvSpPr/>
            <p:nvPr/>
          </p:nvSpPr>
          <p:spPr>
            <a:xfrm>
              <a:off x="6000750" y="1963775"/>
              <a:ext cx="14600" cy="14300"/>
            </a:xfrm>
            <a:custGeom>
              <a:rect b="b" l="l" r="r" t="t"/>
              <a:pathLst>
                <a:path extrusionOk="0" h="572" w="584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9" name="Google Shape;11699;p93"/>
            <p:cNvSpPr/>
            <p:nvPr/>
          </p:nvSpPr>
          <p:spPr>
            <a:xfrm>
              <a:off x="6232600" y="2329000"/>
              <a:ext cx="14925" cy="14900"/>
            </a:xfrm>
            <a:custGeom>
              <a:rect b="b" l="l" r="r" t="t"/>
              <a:pathLst>
                <a:path extrusionOk="0" h="596" w="597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0" name="Google Shape;11700;p93"/>
            <p:cNvSpPr/>
            <p:nvPr/>
          </p:nvSpPr>
          <p:spPr>
            <a:xfrm>
              <a:off x="6047175" y="2542100"/>
              <a:ext cx="14900" cy="14625"/>
            </a:xfrm>
            <a:custGeom>
              <a:rect b="b" l="l" r="r" t="t"/>
              <a:pathLst>
                <a:path extrusionOk="0" h="585" w="596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1" name="Google Shape;11701;p93"/>
            <p:cNvSpPr/>
            <p:nvPr/>
          </p:nvSpPr>
          <p:spPr>
            <a:xfrm>
              <a:off x="6294225" y="2244150"/>
              <a:ext cx="14900" cy="14650"/>
            </a:xfrm>
            <a:custGeom>
              <a:rect b="b" l="l" r="r" t="t"/>
              <a:pathLst>
                <a:path extrusionOk="0" h="586" w="596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2" name="Google Shape;11702;p93"/>
            <p:cNvSpPr/>
            <p:nvPr/>
          </p:nvSpPr>
          <p:spPr>
            <a:xfrm>
              <a:off x="6151950" y="3747600"/>
              <a:ext cx="36625" cy="36350"/>
            </a:xfrm>
            <a:custGeom>
              <a:rect b="b" l="l" r="r" t="t"/>
              <a:pathLst>
                <a:path extrusionOk="0" h="1454" w="1465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703" name="Google Shape;11703;p93"/>
          <p:cNvGrpSpPr/>
          <p:nvPr/>
        </p:nvGrpSpPr>
        <p:grpSpPr>
          <a:xfrm flipH="1">
            <a:off x="19300528" y="73"/>
            <a:ext cx="5083696" cy="13715692"/>
            <a:chOff x="5970375" y="1301775"/>
            <a:chExt cx="1053725" cy="2842925"/>
          </a:xfrm>
        </p:grpSpPr>
        <p:sp>
          <p:nvSpPr>
            <p:cNvPr id="11704" name="Google Shape;11704;p93"/>
            <p:cNvSpPr/>
            <p:nvPr/>
          </p:nvSpPr>
          <p:spPr>
            <a:xfrm>
              <a:off x="6219225" y="1995325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5" name="Google Shape;11705;p93"/>
            <p:cNvSpPr/>
            <p:nvPr/>
          </p:nvSpPr>
          <p:spPr>
            <a:xfrm>
              <a:off x="6136175" y="2102475"/>
              <a:ext cx="53900" cy="152425"/>
            </a:xfrm>
            <a:custGeom>
              <a:rect b="b" l="l" r="r" t="t"/>
              <a:pathLst>
                <a:path extrusionOk="0" h="6097" w="2156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6" name="Google Shape;11706;p93"/>
            <p:cNvSpPr/>
            <p:nvPr/>
          </p:nvSpPr>
          <p:spPr>
            <a:xfrm>
              <a:off x="6184700" y="2002450"/>
              <a:ext cx="34250" cy="92900"/>
            </a:xfrm>
            <a:custGeom>
              <a:rect b="b" l="l" r="r" t="t"/>
              <a:pathLst>
                <a:path extrusionOk="0" h="3716" w="137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7" name="Google Shape;11707;p93"/>
            <p:cNvSpPr/>
            <p:nvPr/>
          </p:nvSpPr>
          <p:spPr>
            <a:xfrm>
              <a:off x="6221900" y="19971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8" name="Google Shape;11708;p93"/>
            <p:cNvSpPr/>
            <p:nvPr/>
          </p:nvSpPr>
          <p:spPr>
            <a:xfrm>
              <a:off x="6312675" y="2223325"/>
              <a:ext cx="108075" cy="243800"/>
            </a:xfrm>
            <a:custGeom>
              <a:rect b="b" l="l" r="r" t="t"/>
              <a:pathLst>
                <a:path extrusionOk="0" h="9752" w="4323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9" name="Google Shape;11709;p93"/>
            <p:cNvSpPr/>
            <p:nvPr/>
          </p:nvSpPr>
          <p:spPr>
            <a:xfrm>
              <a:off x="6255225" y="2095025"/>
              <a:ext cx="59275" cy="127725"/>
            </a:xfrm>
            <a:custGeom>
              <a:rect b="b" l="l" r="r" t="t"/>
              <a:pathLst>
                <a:path extrusionOk="0" h="5109" w="2371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0" name="Google Shape;11710;p93"/>
            <p:cNvSpPr/>
            <p:nvPr/>
          </p:nvSpPr>
          <p:spPr>
            <a:xfrm>
              <a:off x="6215350" y="1997100"/>
              <a:ext cx="44675" cy="91100"/>
            </a:xfrm>
            <a:custGeom>
              <a:rect b="b" l="l" r="r" t="t"/>
              <a:pathLst>
                <a:path extrusionOk="0" h="3644" w="1787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1" name="Google Shape;11711;p93"/>
            <p:cNvSpPr/>
            <p:nvPr/>
          </p:nvSpPr>
          <p:spPr>
            <a:xfrm>
              <a:off x="6221300" y="1996500"/>
              <a:ext cx="625" cy="625"/>
            </a:xfrm>
            <a:custGeom>
              <a:rect b="b" l="l" r="r" t="t"/>
              <a:pathLst>
                <a:path extrusionOk="0" h="25" w="25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2" name="Google Shape;11712;p93"/>
            <p:cNvSpPr/>
            <p:nvPr/>
          </p:nvSpPr>
          <p:spPr>
            <a:xfrm>
              <a:off x="6220700" y="1995900"/>
              <a:ext cx="325" cy="625"/>
            </a:xfrm>
            <a:custGeom>
              <a:rect b="b" l="l" r="r" t="t"/>
              <a:pathLst>
                <a:path extrusionOk="0" h="25" w="13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3" name="Google Shape;11713;p93"/>
            <p:cNvSpPr/>
            <p:nvPr/>
          </p:nvSpPr>
          <p:spPr>
            <a:xfrm>
              <a:off x="6218925" y="1995325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4" name="Google Shape;11714;p93"/>
            <p:cNvSpPr/>
            <p:nvPr/>
          </p:nvSpPr>
          <p:spPr>
            <a:xfrm>
              <a:off x="6231425" y="1302075"/>
              <a:ext cx="94675" cy="169400"/>
            </a:xfrm>
            <a:custGeom>
              <a:rect b="b" l="l" r="r" t="t"/>
              <a:pathLst>
                <a:path extrusionOk="0" h="6776" w="3787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5" name="Google Shape;11715;p93"/>
            <p:cNvSpPr/>
            <p:nvPr/>
          </p:nvSpPr>
          <p:spPr>
            <a:xfrm>
              <a:off x="6115625" y="1301775"/>
              <a:ext cx="69975" cy="103900"/>
            </a:xfrm>
            <a:custGeom>
              <a:rect b="b" l="l" r="r" t="t"/>
              <a:pathLst>
                <a:path extrusionOk="0" h="4156" w="2799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6" name="Google Shape;11716;p93"/>
            <p:cNvSpPr/>
            <p:nvPr/>
          </p:nvSpPr>
          <p:spPr>
            <a:xfrm>
              <a:off x="5970675" y="1427100"/>
              <a:ext cx="136650" cy="81875"/>
            </a:xfrm>
            <a:custGeom>
              <a:rect b="b" l="l" r="r" t="t"/>
              <a:pathLst>
                <a:path extrusionOk="0" h="3275" w="5466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7" name="Google Shape;11717;p93"/>
            <p:cNvSpPr/>
            <p:nvPr/>
          </p:nvSpPr>
          <p:spPr>
            <a:xfrm>
              <a:off x="6136175" y="1427100"/>
              <a:ext cx="92600" cy="51500"/>
            </a:xfrm>
            <a:custGeom>
              <a:rect b="b" l="l" r="r" t="t"/>
              <a:pathLst>
                <a:path extrusionOk="0" h="2060" w="3704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8" name="Google Shape;11718;p93"/>
            <p:cNvSpPr/>
            <p:nvPr/>
          </p:nvSpPr>
          <p:spPr>
            <a:xfrm>
              <a:off x="6237075" y="1476500"/>
              <a:ext cx="274475" cy="138425"/>
            </a:xfrm>
            <a:custGeom>
              <a:rect b="b" l="l" r="r" t="t"/>
              <a:pathLst>
                <a:path extrusionOk="0" h="5537" w="10979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9" name="Google Shape;11719;p93"/>
            <p:cNvSpPr/>
            <p:nvPr/>
          </p:nvSpPr>
          <p:spPr>
            <a:xfrm>
              <a:off x="6132900" y="1482450"/>
              <a:ext cx="104800" cy="217325"/>
            </a:xfrm>
            <a:custGeom>
              <a:rect b="b" l="l" r="r" t="t"/>
              <a:pathLst>
                <a:path extrusionOk="0" h="8693" w="4192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0" name="Google Shape;11720;p93"/>
            <p:cNvSpPr/>
            <p:nvPr/>
          </p:nvSpPr>
          <p:spPr>
            <a:xfrm>
              <a:off x="6007575" y="1728325"/>
              <a:ext cx="116725" cy="237850"/>
            </a:xfrm>
            <a:custGeom>
              <a:rect b="b" l="l" r="r" t="t"/>
              <a:pathLst>
                <a:path extrusionOk="0" h="9514" w="4669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1" name="Google Shape;11721;p93"/>
            <p:cNvSpPr/>
            <p:nvPr/>
          </p:nvSpPr>
          <p:spPr>
            <a:xfrm>
              <a:off x="6143900" y="1616400"/>
              <a:ext cx="367050" cy="96175"/>
            </a:xfrm>
            <a:custGeom>
              <a:rect b="b" l="l" r="r" t="t"/>
              <a:pathLst>
                <a:path extrusionOk="0" h="3847" w="14682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2" name="Google Shape;11722;p93"/>
            <p:cNvSpPr/>
            <p:nvPr/>
          </p:nvSpPr>
          <p:spPr>
            <a:xfrm>
              <a:off x="5970375" y="1714025"/>
              <a:ext cx="140525" cy="44075"/>
            </a:xfrm>
            <a:custGeom>
              <a:rect b="b" l="l" r="r" t="t"/>
              <a:pathLst>
                <a:path extrusionOk="0" h="1763" w="5621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3" name="Google Shape;11723;p93"/>
            <p:cNvSpPr/>
            <p:nvPr/>
          </p:nvSpPr>
          <p:spPr>
            <a:xfrm>
              <a:off x="5970675" y="1973575"/>
              <a:ext cx="37525" cy="103625"/>
            </a:xfrm>
            <a:custGeom>
              <a:rect b="b" l="l" r="r" t="t"/>
              <a:pathLst>
                <a:path extrusionOk="0" h="4145" w="1501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4" name="Google Shape;11724;p93"/>
            <p:cNvSpPr/>
            <p:nvPr/>
          </p:nvSpPr>
          <p:spPr>
            <a:xfrm>
              <a:off x="5970675" y="1952450"/>
              <a:ext cx="34250" cy="18775"/>
            </a:xfrm>
            <a:custGeom>
              <a:rect b="b" l="l" r="r" t="t"/>
              <a:pathLst>
                <a:path extrusionOk="0" h="751" w="137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5" name="Google Shape;11725;p93"/>
            <p:cNvSpPr/>
            <p:nvPr/>
          </p:nvSpPr>
          <p:spPr>
            <a:xfrm>
              <a:off x="6014125" y="1966450"/>
              <a:ext cx="208100" cy="36925"/>
            </a:xfrm>
            <a:custGeom>
              <a:rect b="b" l="l" r="r" t="t"/>
              <a:pathLst>
                <a:path extrusionOk="0" h="1477" w="8324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6" name="Google Shape;11726;p93"/>
            <p:cNvSpPr/>
            <p:nvPr/>
          </p:nvSpPr>
          <p:spPr>
            <a:xfrm>
              <a:off x="5982875" y="2070275"/>
              <a:ext cx="442350" cy="54550"/>
            </a:xfrm>
            <a:custGeom>
              <a:rect b="b" l="l" r="r" t="t"/>
              <a:pathLst>
                <a:path extrusionOk="0" h="2182" w="17694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7" name="Google Shape;11727;p93"/>
            <p:cNvSpPr/>
            <p:nvPr/>
          </p:nvSpPr>
          <p:spPr>
            <a:xfrm>
              <a:off x="5975150" y="2142950"/>
              <a:ext cx="153600" cy="118500"/>
            </a:xfrm>
            <a:custGeom>
              <a:rect b="b" l="l" r="r" t="t"/>
              <a:pathLst>
                <a:path extrusionOk="0" h="4740" w="6144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8" name="Google Shape;11728;p93"/>
            <p:cNvSpPr/>
            <p:nvPr/>
          </p:nvSpPr>
          <p:spPr>
            <a:xfrm>
              <a:off x="6230825" y="2337325"/>
              <a:ext cx="183375" cy="136050"/>
            </a:xfrm>
            <a:custGeom>
              <a:rect b="b" l="l" r="r" t="t"/>
              <a:pathLst>
                <a:path extrusionOk="0" h="5442" w="7335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9" name="Google Shape;11729;p93"/>
            <p:cNvSpPr/>
            <p:nvPr/>
          </p:nvSpPr>
          <p:spPr>
            <a:xfrm>
              <a:off x="6143325" y="2269750"/>
              <a:ext cx="85750" cy="66400"/>
            </a:xfrm>
            <a:custGeom>
              <a:rect b="b" l="l" r="r" t="t"/>
              <a:pathLst>
                <a:path extrusionOk="0" h="2656" w="343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0" name="Google Shape;11730;p93"/>
            <p:cNvSpPr/>
            <p:nvPr/>
          </p:nvSpPr>
          <p:spPr>
            <a:xfrm>
              <a:off x="6078425" y="2276900"/>
              <a:ext cx="62225" cy="254225"/>
            </a:xfrm>
            <a:custGeom>
              <a:rect b="b" l="l" r="r" t="t"/>
              <a:pathLst>
                <a:path extrusionOk="0" h="10169" w="2489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1" name="Google Shape;11731;p93"/>
            <p:cNvSpPr/>
            <p:nvPr/>
          </p:nvSpPr>
          <p:spPr>
            <a:xfrm>
              <a:off x="6173375" y="2632600"/>
              <a:ext cx="89325" cy="90200"/>
            </a:xfrm>
            <a:custGeom>
              <a:rect b="b" l="l" r="r" t="t"/>
              <a:pathLst>
                <a:path extrusionOk="0" h="3608" w="3573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2" name="Google Shape;11732;p93"/>
            <p:cNvSpPr/>
            <p:nvPr/>
          </p:nvSpPr>
          <p:spPr>
            <a:xfrm>
              <a:off x="6264450" y="2726650"/>
              <a:ext cx="124750" cy="133975"/>
            </a:xfrm>
            <a:custGeom>
              <a:rect b="b" l="l" r="r" t="t"/>
              <a:pathLst>
                <a:path extrusionOk="0" h="5359" w="499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3" name="Google Shape;11733;p93"/>
            <p:cNvSpPr/>
            <p:nvPr/>
          </p:nvSpPr>
          <p:spPr>
            <a:xfrm>
              <a:off x="6082000" y="2532575"/>
              <a:ext cx="92900" cy="98250"/>
            </a:xfrm>
            <a:custGeom>
              <a:rect b="b" l="l" r="r" t="t"/>
              <a:pathLst>
                <a:path extrusionOk="0" h="3930" w="3716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4" name="Google Shape;11734;p93"/>
            <p:cNvSpPr/>
            <p:nvPr/>
          </p:nvSpPr>
          <p:spPr>
            <a:xfrm>
              <a:off x="5970975" y="2070325"/>
              <a:ext cx="455725" cy="618550"/>
            </a:xfrm>
            <a:custGeom>
              <a:rect b="b" l="l" r="r" t="t"/>
              <a:pathLst>
                <a:path extrusionOk="0" h="24742" w="18229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5" name="Google Shape;11735;p93"/>
            <p:cNvSpPr/>
            <p:nvPr/>
          </p:nvSpPr>
          <p:spPr>
            <a:xfrm>
              <a:off x="6432625" y="2473600"/>
              <a:ext cx="5700" cy="9000"/>
            </a:xfrm>
            <a:custGeom>
              <a:rect b="b" l="l" r="r" t="t"/>
              <a:pathLst>
                <a:path extrusionOk="0" h="360" w="228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6" name="Google Shape;11736;p93"/>
            <p:cNvSpPr/>
            <p:nvPr/>
          </p:nvSpPr>
          <p:spPr>
            <a:xfrm>
              <a:off x="5970675" y="2486150"/>
              <a:ext cx="441150" cy="271775"/>
            </a:xfrm>
            <a:custGeom>
              <a:rect b="b" l="l" r="r" t="t"/>
              <a:pathLst>
                <a:path extrusionOk="0" h="10871" w="17646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7" name="Google Shape;11737;p93"/>
            <p:cNvSpPr/>
            <p:nvPr/>
          </p:nvSpPr>
          <p:spPr>
            <a:xfrm>
              <a:off x="5970675" y="2940975"/>
              <a:ext cx="97050" cy="144075"/>
            </a:xfrm>
            <a:custGeom>
              <a:rect b="b" l="l" r="r" t="t"/>
              <a:pathLst>
                <a:path extrusionOk="0" h="5763" w="3882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8" name="Google Shape;11738;p93"/>
            <p:cNvSpPr/>
            <p:nvPr/>
          </p:nvSpPr>
          <p:spPr>
            <a:xfrm>
              <a:off x="6244225" y="2877875"/>
              <a:ext cx="142300" cy="98825"/>
            </a:xfrm>
            <a:custGeom>
              <a:rect b="b" l="l" r="r" t="t"/>
              <a:pathLst>
                <a:path extrusionOk="0" h="3953" w="5692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9" name="Google Shape;11739;p93"/>
            <p:cNvSpPr/>
            <p:nvPr/>
          </p:nvSpPr>
          <p:spPr>
            <a:xfrm>
              <a:off x="6087350" y="2980250"/>
              <a:ext cx="158375" cy="109575"/>
            </a:xfrm>
            <a:custGeom>
              <a:rect b="b" l="l" r="r" t="t"/>
              <a:pathLst>
                <a:path extrusionOk="0" h="4383" w="6335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0" name="Google Shape;11740;p93"/>
            <p:cNvSpPr/>
            <p:nvPr/>
          </p:nvSpPr>
          <p:spPr>
            <a:xfrm>
              <a:off x="6127250" y="2732300"/>
              <a:ext cx="137825" cy="205425"/>
            </a:xfrm>
            <a:custGeom>
              <a:rect b="b" l="l" r="r" t="t"/>
              <a:pathLst>
                <a:path extrusionOk="0" h="8217" w="5513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1" name="Google Shape;11741;p93"/>
            <p:cNvSpPr/>
            <p:nvPr/>
          </p:nvSpPr>
          <p:spPr>
            <a:xfrm>
              <a:off x="6263575" y="2486150"/>
              <a:ext cx="153900" cy="243500"/>
            </a:xfrm>
            <a:custGeom>
              <a:rect b="b" l="l" r="r" t="t"/>
              <a:pathLst>
                <a:path extrusionOk="0" h="9740" w="6156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2" name="Google Shape;11742;p93"/>
            <p:cNvSpPr/>
            <p:nvPr/>
          </p:nvSpPr>
          <p:spPr>
            <a:xfrm>
              <a:off x="6396025" y="2489125"/>
              <a:ext cx="29200" cy="364050"/>
            </a:xfrm>
            <a:custGeom>
              <a:rect b="b" l="l" r="r" t="t"/>
              <a:pathLst>
                <a:path extrusionOk="0" h="14562" w="1168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3" name="Google Shape;11743;p93"/>
            <p:cNvSpPr/>
            <p:nvPr/>
          </p:nvSpPr>
          <p:spPr>
            <a:xfrm>
              <a:off x="6426100" y="2483775"/>
              <a:ext cx="571225" cy="679875"/>
            </a:xfrm>
            <a:custGeom>
              <a:rect b="b" l="l" r="r" t="t"/>
              <a:pathLst>
                <a:path extrusionOk="0" h="27195" w="22849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4" name="Google Shape;11744;p93"/>
            <p:cNvSpPr/>
            <p:nvPr/>
          </p:nvSpPr>
          <p:spPr>
            <a:xfrm>
              <a:off x="6408525" y="2878750"/>
              <a:ext cx="217325" cy="182800"/>
            </a:xfrm>
            <a:custGeom>
              <a:rect b="b" l="l" r="r" t="t"/>
              <a:pathLst>
                <a:path extrusionOk="0" h="7312" w="8693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5" name="Google Shape;11745;p93"/>
            <p:cNvSpPr/>
            <p:nvPr/>
          </p:nvSpPr>
          <p:spPr>
            <a:xfrm>
              <a:off x="6323100" y="3003175"/>
              <a:ext cx="1800" cy="1525"/>
            </a:xfrm>
            <a:custGeom>
              <a:rect b="b" l="l" r="r" t="t"/>
              <a:pathLst>
                <a:path extrusionOk="0" h="61" w="72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6" name="Google Shape;11746;p93"/>
            <p:cNvSpPr/>
            <p:nvPr/>
          </p:nvSpPr>
          <p:spPr>
            <a:xfrm>
              <a:off x="6135275" y="2944250"/>
              <a:ext cx="183975" cy="57750"/>
            </a:xfrm>
            <a:custGeom>
              <a:rect b="b" l="l" r="r" t="t"/>
              <a:pathLst>
                <a:path extrusionOk="0" h="2310" w="7359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7" name="Google Shape;11747;p93"/>
            <p:cNvSpPr/>
            <p:nvPr/>
          </p:nvSpPr>
          <p:spPr>
            <a:xfrm>
              <a:off x="6331425" y="3000200"/>
              <a:ext cx="284000" cy="85150"/>
            </a:xfrm>
            <a:custGeom>
              <a:rect b="b" l="l" r="r" t="t"/>
              <a:pathLst>
                <a:path extrusionOk="0" h="3406" w="1136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8" name="Google Shape;11748;p93"/>
            <p:cNvSpPr/>
            <p:nvPr/>
          </p:nvSpPr>
          <p:spPr>
            <a:xfrm>
              <a:off x="6231125" y="2883825"/>
              <a:ext cx="162550" cy="263450"/>
            </a:xfrm>
            <a:custGeom>
              <a:rect b="b" l="l" r="r" t="t"/>
              <a:pathLst>
                <a:path extrusionOk="0" h="10538" w="6502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9" name="Google Shape;11749;p93"/>
            <p:cNvSpPr/>
            <p:nvPr/>
          </p:nvSpPr>
          <p:spPr>
            <a:xfrm>
              <a:off x="5970675" y="3148425"/>
              <a:ext cx="260175" cy="142325"/>
            </a:xfrm>
            <a:custGeom>
              <a:rect b="b" l="l" r="r" t="t"/>
              <a:pathLst>
                <a:path extrusionOk="0" h="5693" w="10407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0" name="Google Shape;11750;p93"/>
            <p:cNvSpPr/>
            <p:nvPr/>
          </p:nvSpPr>
          <p:spPr>
            <a:xfrm>
              <a:off x="6090025" y="3098425"/>
              <a:ext cx="143800" cy="51825"/>
            </a:xfrm>
            <a:custGeom>
              <a:rect b="b" l="l" r="r" t="t"/>
              <a:pathLst>
                <a:path extrusionOk="0" h="2073" w="5752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1" name="Google Shape;11751;p93"/>
            <p:cNvSpPr/>
            <p:nvPr/>
          </p:nvSpPr>
          <p:spPr>
            <a:xfrm>
              <a:off x="6300775" y="3287725"/>
              <a:ext cx="102125" cy="186675"/>
            </a:xfrm>
            <a:custGeom>
              <a:rect b="b" l="l" r="r" t="t"/>
              <a:pathLst>
                <a:path extrusionOk="0" h="7467" w="4085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2" name="Google Shape;11752;p93"/>
            <p:cNvSpPr/>
            <p:nvPr/>
          </p:nvSpPr>
          <p:spPr>
            <a:xfrm>
              <a:off x="6228150" y="3143850"/>
              <a:ext cx="77125" cy="138250"/>
            </a:xfrm>
            <a:custGeom>
              <a:rect b="b" l="l" r="r" t="t"/>
              <a:pathLst>
                <a:path extrusionOk="0" h="5530" w="3085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3" name="Google Shape;11753;p93"/>
            <p:cNvSpPr/>
            <p:nvPr/>
          </p:nvSpPr>
          <p:spPr>
            <a:xfrm>
              <a:off x="6586525" y="3246075"/>
              <a:ext cx="3000" cy="3300"/>
            </a:xfrm>
            <a:custGeom>
              <a:rect b="b" l="l" r="r" t="t"/>
              <a:pathLst>
                <a:path extrusionOk="0" h="132" w="12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4" name="Google Shape;11754;p93"/>
            <p:cNvSpPr/>
            <p:nvPr/>
          </p:nvSpPr>
          <p:spPr>
            <a:xfrm>
              <a:off x="5970675" y="3248450"/>
              <a:ext cx="567350" cy="86050"/>
            </a:xfrm>
            <a:custGeom>
              <a:rect b="b" l="l" r="r" t="t"/>
              <a:pathLst>
                <a:path extrusionOk="0" h="3442" w="22694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5" name="Google Shape;11755;p93"/>
            <p:cNvSpPr/>
            <p:nvPr/>
          </p:nvSpPr>
          <p:spPr>
            <a:xfrm>
              <a:off x="6683850" y="3085625"/>
              <a:ext cx="305425" cy="89325"/>
            </a:xfrm>
            <a:custGeom>
              <a:rect b="b" l="l" r="r" t="t"/>
              <a:pathLst>
                <a:path extrusionOk="0" h="3573" w="12217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6" name="Google Shape;11756;p93"/>
            <p:cNvSpPr/>
            <p:nvPr/>
          </p:nvSpPr>
          <p:spPr>
            <a:xfrm>
              <a:off x="6585025" y="3175825"/>
              <a:ext cx="403650" cy="70850"/>
            </a:xfrm>
            <a:custGeom>
              <a:rect b="b" l="l" r="r" t="t"/>
              <a:pathLst>
                <a:path extrusionOk="0" h="2834" w="16146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7" name="Google Shape;11757;p93"/>
            <p:cNvSpPr/>
            <p:nvPr/>
          </p:nvSpPr>
          <p:spPr>
            <a:xfrm>
              <a:off x="6566575" y="3113300"/>
              <a:ext cx="76525" cy="112850"/>
            </a:xfrm>
            <a:custGeom>
              <a:rect b="b" l="l" r="r" t="t"/>
              <a:pathLst>
                <a:path extrusionOk="0" h="4514" w="3061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8" name="Google Shape;11758;p93"/>
            <p:cNvSpPr/>
            <p:nvPr/>
          </p:nvSpPr>
          <p:spPr>
            <a:xfrm>
              <a:off x="6412700" y="3263025"/>
              <a:ext cx="135750" cy="210775"/>
            </a:xfrm>
            <a:custGeom>
              <a:rect b="b" l="l" r="r" t="t"/>
              <a:pathLst>
                <a:path extrusionOk="0" h="8431" w="543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9" name="Google Shape;11759;p93"/>
            <p:cNvSpPr/>
            <p:nvPr/>
          </p:nvSpPr>
          <p:spPr>
            <a:xfrm>
              <a:off x="6420425" y="3178800"/>
              <a:ext cx="572425" cy="303325"/>
            </a:xfrm>
            <a:custGeom>
              <a:rect b="b" l="l" r="r" t="t"/>
              <a:pathLst>
                <a:path extrusionOk="0" h="12133" w="22897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0" name="Google Shape;11760;p93"/>
            <p:cNvSpPr/>
            <p:nvPr/>
          </p:nvSpPr>
          <p:spPr>
            <a:xfrm>
              <a:off x="6093300" y="3491025"/>
              <a:ext cx="300075" cy="161375"/>
            </a:xfrm>
            <a:custGeom>
              <a:rect b="b" l="l" r="r" t="t"/>
              <a:pathLst>
                <a:path extrusionOk="0" h="6455" w="12003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1" name="Google Shape;11761;p93"/>
            <p:cNvSpPr/>
            <p:nvPr/>
          </p:nvSpPr>
          <p:spPr>
            <a:xfrm>
              <a:off x="6187075" y="3708325"/>
              <a:ext cx="191425" cy="58075"/>
            </a:xfrm>
            <a:custGeom>
              <a:rect b="b" l="l" r="r" t="t"/>
              <a:pathLst>
                <a:path extrusionOk="0" h="2323" w="7657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2" name="Google Shape;11762;p93"/>
            <p:cNvSpPr/>
            <p:nvPr/>
          </p:nvSpPr>
          <p:spPr>
            <a:xfrm>
              <a:off x="5970675" y="3494300"/>
              <a:ext cx="107775" cy="154525"/>
            </a:xfrm>
            <a:custGeom>
              <a:rect b="b" l="l" r="r" t="t"/>
              <a:pathLst>
                <a:path extrusionOk="0" h="6181" w="4311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3" name="Google Shape;11763;p93"/>
            <p:cNvSpPr/>
            <p:nvPr/>
          </p:nvSpPr>
          <p:spPr>
            <a:xfrm>
              <a:off x="5970675" y="3658025"/>
              <a:ext cx="102725" cy="61925"/>
            </a:xfrm>
            <a:custGeom>
              <a:rect b="b" l="l" r="r" t="t"/>
              <a:pathLst>
                <a:path extrusionOk="0" h="2477" w="4109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4" name="Google Shape;11764;p93"/>
            <p:cNvSpPr/>
            <p:nvPr/>
          </p:nvSpPr>
          <p:spPr>
            <a:xfrm>
              <a:off x="6172775" y="3780950"/>
              <a:ext cx="177425" cy="231600"/>
            </a:xfrm>
            <a:custGeom>
              <a:rect b="b" l="l" r="r" t="t"/>
              <a:pathLst>
                <a:path extrusionOk="0" h="9264" w="7097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5" name="Google Shape;11765;p93"/>
            <p:cNvSpPr/>
            <p:nvPr/>
          </p:nvSpPr>
          <p:spPr>
            <a:xfrm>
              <a:off x="6354950" y="4022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6" name="Google Shape;11766;p93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7" name="Google Shape;11767;p93"/>
            <p:cNvSpPr/>
            <p:nvPr/>
          </p:nvSpPr>
          <p:spPr>
            <a:xfrm>
              <a:off x="6088250" y="3665750"/>
              <a:ext cx="70275" cy="92900"/>
            </a:xfrm>
            <a:custGeom>
              <a:rect b="b" l="l" r="r" t="t"/>
              <a:pathLst>
                <a:path extrusionOk="0" h="3716" w="2811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8" name="Google Shape;11768;p93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9" name="Google Shape;11769;p93"/>
            <p:cNvSpPr/>
            <p:nvPr/>
          </p:nvSpPr>
          <p:spPr>
            <a:xfrm>
              <a:off x="6355850" y="40211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0" name="Google Shape;11770;p93"/>
            <p:cNvSpPr/>
            <p:nvPr/>
          </p:nvSpPr>
          <p:spPr>
            <a:xfrm>
              <a:off x="6349900" y="3725000"/>
              <a:ext cx="47650" cy="294700"/>
            </a:xfrm>
            <a:custGeom>
              <a:rect b="b" l="l" r="r" t="t"/>
              <a:pathLst>
                <a:path extrusionOk="0" h="11788" w="1906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1" name="Google Shape;11771;p93"/>
            <p:cNvSpPr/>
            <p:nvPr/>
          </p:nvSpPr>
          <p:spPr>
            <a:xfrm>
              <a:off x="6354950" y="402205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2" name="Google Shape;11772;p93"/>
            <p:cNvSpPr/>
            <p:nvPr/>
          </p:nvSpPr>
          <p:spPr>
            <a:xfrm>
              <a:off x="6356150" y="40208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3" name="Google Shape;11773;p93"/>
            <p:cNvSpPr/>
            <p:nvPr/>
          </p:nvSpPr>
          <p:spPr>
            <a:xfrm>
              <a:off x="6355850" y="401640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4" name="Google Shape;11774;p93"/>
            <p:cNvSpPr/>
            <p:nvPr/>
          </p:nvSpPr>
          <p:spPr>
            <a:xfrm>
              <a:off x="6155225" y="4019075"/>
              <a:ext cx="199750" cy="125625"/>
            </a:xfrm>
            <a:custGeom>
              <a:rect b="b" l="l" r="r" t="t"/>
              <a:pathLst>
                <a:path extrusionOk="0" h="5025" w="799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5" name="Google Shape;11775;p93"/>
            <p:cNvSpPr/>
            <p:nvPr/>
          </p:nvSpPr>
          <p:spPr>
            <a:xfrm>
              <a:off x="6356150" y="40211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6" name="Google Shape;11776;p93"/>
            <p:cNvSpPr/>
            <p:nvPr/>
          </p:nvSpPr>
          <p:spPr>
            <a:xfrm>
              <a:off x="6356425" y="40196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7" name="Google Shape;11777;p93"/>
            <p:cNvSpPr/>
            <p:nvPr/>
          </p:nvSpPr>
          <p:spPr>
            <a:xfrm>
              <a:off x="6356150" y="40170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8" name="Google Shape;11778;p93"/>
            <p:cNvSpPr/>
            <p:nvPr/>
          </p:nvSpPr>
          <p:spPr>
            <a:xfrm>
              <a:off x="5970975" y="3781850"/>
              <a:ext cx="385775" cy="240975"/>
            </a:xfrm>
            <a:custGeom>
              <a:rect b="b" l="l" r="r" t="t"/>
              <a:pathLst>
                <a:path extrusionOk="0" h="9639" w="15431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9" name="Google Shape;11779;p93"/>
            <p:cNvSpPr/>
            <p:nvPr/>
          </p:nvSpPr>
          <p:spPr>
            <a:xfrm>
              <a:off x="6535325" y="3221950"/>
              <a:ext cx="50625" cy="50675"/>
            </a:xfrm>
            <a:custGeom>
              <a:rect b="b" l="l" r="r" t="t"/>
              <a:pathLst>
                <a:path extrusionOk="0" h="2027" w="2025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0" name="Google Shape;11780;p93"/>
            <p:cNvSpPr/>
            <p:nvPr/>
          </p:nvSpPr>
          <p:spPr>
            <a:xfrm>
              <a:off x="6615100" y="3045125"/>
              <a:ext cx="70575" cy="71475"/>
            </a:xfrm>
            <a:custGeom>
              <a:rect b="b" l="l" r="r" t="t"/>
              <a:pathLst>
                <a:path extrusionOk="0" h="2859" w="2823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1" name="Google Shape;11781;p93"/>
            <p:cNvSpPr/>
            <p:nvPr/>
          </p:nvSpPr>
          <p:spPr>
            <a:xfrm>
              <a:off x="5970675" y="2098000"/>
              <a:ext cx="13425" cy="55400"/>
            </a:xfrm>
            <a:custGeom>
              <a:rect b="b" l="l" r="r" t="t"/>
              <a:pathLst>
                <a:path extrusionOk="0" h="2216" w="537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2" name="Google Shape;11782;p93"/>
            <p:cNvSpPr/>
            <p:nvPr/>
          </p:nvSpPr>
          <p:spPr>
            <a:xfrm>
              <a:off x="6103125" y="1404475"/>
              <a:ext cx="36950" cy="36050"/>
            </a:xfrm>
            <a:custGeom>
              <a:rect b="b" l="l" r="r" t="t"/>
              <a:pathLst>
                <a:path extrusionOk="0" h="1442" w="1478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3" name="Google Shape;11783;p93"/>
            <p:cNvSpPr/>
            <p:nvPr/>
          </p:nvSpPr>
          <p:spPr>
            <a:xfrm>
              <a:off x="6109075" y="1694975"/>
              <a:ext cx="37250" cy="36950"/>
            </a:xfrm>
            <a:custGeom>
              <a:rect b="b" l="l" r="r" t="t"/>
              <a:pathLst>
                <a:path extrusionOk="0" h="1478" w="149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4" name="Google Shape;11784;p93"/>
            <p:cNvSpPr/>
            <p:nvPr/>
          </p:nvSpPr>
          <p:spPr>
            <a:xfrm>
              <a:off x="6425200" y="2059300"/>
              <a:ext cx="25925" cy="25325"/>
            </a:xfrm>
            <a:custGeom>
              <a:rect b="b" l="l" r="r" t="t"/>
              <a:pathLst>
                <a:path extrusionOk="0" h="1013" w="1037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5" name="Google Shape;11785;p93"/>
            <p:cNvSpPr/>
            <p:nvPr/>
          </p:nvSpPr>
          <p:spPr>
            <a:xfrm>
              <a:off x="6057300" y="3078375"/>
              <a:ext cx="35725" cy="35300"/>
            </a:xfrm>
            <a:custGeom>
              <a:rect b="b" l="l" r="r" t="t"/>
              <a:pathLst>
                <a:path extrusionOk="0" h="1412" w="1429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6" name="Google Shape;11786;p93"/>
            <p:cNvSpPr/>
            <p:nvPr/>
          </p:nvSpPr>
          <p:spPr>
            <a:xfrm>
              <a:off x="6380550" y="2852850"/>
              <a:ext cx="35750" cy="35750"/>
            </a:xfrm>
            <a:custGeom>
              <a:rect b="b" l="l" r="r" t="t"/>
              <a:pathLst>
                <a:path extrusionOk="0" h="1430" w="143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7" name="Google Shape;11787;p93"/>
            <p:cNvSpPr/>
            <p:nvPr/>
          </p:nvSpPr>
          <p:spPr>
            <a:xfrm>
              <a:off x="6112050" y="2933525"/>
              <a:ext cx="25625" cy="25350"/>
            </a:xfrm>
            <a:custGeom>
              <a:rect b="b" l="l" r="r" t="t"/>
              <a:pathLst>
                <a:path extrusionOk="0" h="1014" w="1025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8" name="Google Shape;11788;p93"/>
            <p:cNvSpPr/>
            <p:nvPr/>
          </p:nvSpPr>
          <p:spPr>
            <a:xfrm>
              <a:off x="6306125" y="3104075"/>
              <a:ext cx="25925" cy="25350"/>
            </a:xfrm>
            <a:custGeom>
              <a:rect b="b" l="l" r="r" t="t"/>
              <a:pathLst>
                <a:path extrusionOk="0" h="1014" w="1037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9" name="Google Shape;11789;p93"/>
            <p:cNvSpPr/>
            <p:nvPr/>
          </p:nvSpPr>
          <p:spPr>
            <a:xfrm>
              <a:off x="6408525" y="2464700"/>
              <a:ext cx="25325" cy="25350"/>
            </a:xfrm>
            <a:custGeom>
              <a:rect b="b" l="l" r="r" t="t"/>
              <a:pathLst>
                <a:path extrusionOk="0" h="1014" w="1013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0" name="Google Shape;11790;p93"/>
            <p:cNvSpPr/>
            <p:nvPr/>
          </p:nvSpPr>
          <p:spPr>
            <a:xfrm>
              <a:off x="6123675" y="2252200"/>
              <a:ext cx="25325" cy="25625"/>
            </a:xfrm>
            <a:custGeom>
              <a:rect b="b" l="l" r="r" t="t"/>
              <a:pathLst>
                <a:path extrusionOk="0" h="1025" w="1013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1" name="Google Shape;11791;p93"/>
            <p:cNvSpPr/>
            <p:nvPr/>
          </p:nvSpPr>
          <p:spPr>
            <a:xfrm>
              <a:off x="6508250" y="1603550"/>
              <a:ext cx="25625" cy="25400"/>
            </a:xfrm>
            <a:custGeom>
              <a:rect b="b" l="l" r="r" t="t"/>
              <a:pathLst>
                <a:path extrusionOk="0" h="1016" w="1025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2" name="Google Shape;11792;p93"/>
            <p:cNvSpPr/>
            <p:nvPr/>
          </p:nvSpPr>
          <p:spPr>
            <a:xfrm>
              <a:off x="6389175" y="3469300"/>
              <a:ext cx="36650" cy="35450"/>
            </a:xfrm>
            <a:custGeom>
              <a:rect b="b" l="l" r="r" t="t"/>
              <a:pathLst>
                <a:path extrusionOk="0" h="1418" w="1466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3" name="Google Shape;11793;p93"/>
            <p:cNvSpPr/>
            <p:nvPr/>
          </p:nvSpPr>
          <p:spPr>
            <a:xfrm>
              <a:off x="6987775" y="3156175"/>
              <a:ext cx="36325" cy="35750"/>
            </a:xfrm>
            <a:custGeom>
              <a:rect b="b" l="l" r="r" t="t"/>
              <a:pathLst>
                <a:path extrusionOk="0" h="1430" w="1453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4" name="Google Shape;11794;p93"/>
            <p:cNvSpPr/>
            <p:nvPr/>
          </p:nvSpPr>
          <p:spPr>
            <a:xfrm>
              <a:off x="6376075" y="3686575"/>
              <a:ext cx="40225" cy="39625"/>
            </a:xfrm>
            <a:custGeom>
              <a:rect b="b" l="l" r="r" t="t"/>
              <a:pathLst>
                <a:path extrusionOk="0" h="1585" w="1609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5" name="Google Shape;11795;p93"/>
            <p:cNvSpPr/>
            <p:nvPr/>
          </p:nvSpPr>
          <p:spPr>
            <a:xfrm>
              <a:off x="6069500" y="3642400"/>
              <a:ext cx="29200" cy="28375"/>
            </a:xfrm>
            <a:custGeom>
              <a:rect b="b" l="l" r="r" t="t"/>
              <a:pathLst>
                <a:path extrusionOk="0" h="1135" w="1168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6" name="Google Shape;11796;p93"/>
            <p:cNvSpPr/>
            <p:nvPr/>
          </p:nvSpPr>
          <p:spPr>
            <a:xfrm>
              <a:off x="6322200" y="2992450"/>
              <a:ext cx="14925" cy="14025"/>
            </a:xfrm>
            <a:custGeom>
              <a:rect b="b" l="l" r="r" t="t"/>
              <a:pathLst>
                <a:path extrusionOk="0" h="561" w="597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7" name="Google Shape;11797;p93"/>
            <p:cNvSpPr/>
            <p:nvPr/>
          </p:nvSpPr>
          <p:spPr>
            <a:xfrm>
              <a:off x="6251950" y="2719800"/>
              <a:ext cx="14925" cy="14925"/>
            </a:xfrm>
            <a:custGeom>
              <a:rect b="b" l="l" r="r" t="t"/>
              <a:pathLst>
                <a:path extrusionOk="0" h="597" w="597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8" name="Google Shape;11798;p93"/>
            <p:cNvSpPr/>
            <p:nvPr/>
          </p:nvSpPr>
          <p:spPr>
            <a:xfrm>
              <a:off x="6174575" y="2838875"/>
              <a:ext cx="14900" cy="14300"/>
            </a:xfrm>
            <a:custGeom>
              <a:rect b="b" l="l" r="r" t="t"/>
              <a:pathLst>
                <a:path extrusionOk="0" h="572" w="596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9" name="Google Shape;11799;p93"/>
            <p:cNvSpPr/>
            <p:nvPr/>
          </p:nvSpPr>
          <p:spPr>
            <a:xfrm>
              <a:off x="6164450" y="2236725"/>
              <a:ext cx="14600" cy="14600"/>
            </a:xfrm>
            <a:custGeom>
              <a:rect b="b" l="l" r="r" t="t"/>
              <a:pathLst>
                <a:path extrusionOk="0" h="584" w="584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0" name="Google Shape;11800;p93"/>
            <p:cNvSpPr/>
            <p:nvPr/>
          </p:nvSpPr>
          <p:spPr>
            <a:xfrm>
              <a:off x="5982275" y="2068825"/>
              <a:ext cx="14325" cy="14625"/>
            </a:xfrm>
            <a:custGeom>
              <a:rect b="b" l="l" r="r" t="t"/>
              <a:pathLst>
                <a:path extrusionOk="0" h="585" w="573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1" name="Google Shape;11801;p93"/>
            <p:cNvSpPr/>
            <p:nvPr/>
          </p:nvSpPr>
          <p:spPr>
            <a:xfrm>
              <a:off x="6225775" y="1468775"/>
              <a:ext cx="14900" cy="14425"/>
            </a:xfrm>
            <a:custGeom>
              <a:rect b="b" l="l" r="r" t="t"/>
              <a:pathLst>
                <a:path extrusionOk="0" h="577" w="596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2" name="Google Shape;11802;p93"/>
            <p:cNvSpPr/>
            <p:nvPr/>
          </p:nvSpPr>
          <p:spPr>
            <a:xfrm>
              <a:off x="6000750" y="1963775"/>
              <a:ext cx="14600" cy="14300"/>
            </a:xfrm>
            <a:custGeom>
              <a:rect b="b" l="l" r="r" t="t"/>
              <a:pathLst>
                <a:path extrusionOk="0" h="572" w="584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3" name="Google Shape;11803;p93"/>
            <p:cNvSpPr/>
            <p:nvPr/>
          </p:nvSpPr>
          <p:spPr>
            <a:xfrm>
              <a:off x="6232600" y="2329000"/>
              <a:ext cx="14925" cy="14900"/>
            </a:xfrm>
            <a:custGeom>
              <a:rect b="b" l="l" r="r" t="t"/>
              <a:pathLst>
                <a:path extrusionOk="0" h="596" w="597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4" name="Google Shape;11804;p93"/>
            <p:cNvSpPr/>
            <p:nvPr/>
          </p:nvSpPr>
          <p:spPr>
            <a:xfrm>
              <a:off x="6047175" y="2542100"/>
              <a:ext cx="14900" cy="14625"/>
            </a:xfrm>
            <a:custGeom>
              <a:rect b="b" l="l" r="r" t="t"/>
              <a:pathLst>
                <a:path extrusionOk="0" h="585" w="596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5" name="Google Shape;11805;p93"/>
            <p:cNvSpPr/>
            <p:nvPr/>
          </p:nvSpPr>
          <p:spPr>
            <a:xfrm>
              <a:off x="6294225" y="2244150"/>
              <a:ext cx="14900" cy="14650"/>
            </a:xfrm>
            <a:custGeom>
              <a:rect b="b" l="l" r="r" t="t"/>
              <a:pathLst>
                <a:path extrusionOk="0" h="586" w="596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6" name="Google Shape;11806;p93"/>
            <p:cNvSpPr/>
            <p:nvPr/>
          </p:nvSpPr>
          <p:spPr>
            <a:xfrm>
              <a:off x="6151950" y="3747600"/>
              <a:ext cx="36625" cy="36350"/>
            </a:xfrm>
            <a:custGeom>
              <a:rect b="b" l="l" r="r" t="t"/>
              <a:pathLst>
                <a:path extrusionOk="0" h="1454" w="1465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807" name="Google Shape;11807;p93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1808" name="Google Shape;11808;p93"/>
          <p:cNvSpPr txBox="1"/>
          <p:nvPr>
            <p:ph idx="2" type="title"/>
          </p:nvPr>
        </p:nvSpPr>
        <p:spPr>
          <a:xfrm>
            <a:off x="5606433" y="5057800"/>
            <a:ext cx="586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809" name="Google Shape;11809;p93"/>
          <p:cNvSpPr txBox="1"/>
          <p:nvPr>
            <p:ph idx="1" type="subTitle"/>
          </p:nvPr>
        </p:nvSpPr>
        <p:spPr>
          <a:xfrm>
            <a:off x="5606433" y="5888333"/>
            <a:ext cx="58641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810" name="Google Shape;11810;p93"/>
          <p:cNvSpPr txBox="1"/>
          <p:nvPr>
            <p:ph idx="3" type="title"/>
          </p:nvPr>
        </p:nvSpPr>
        <p:spPr>
          <a:xfrm>
            <a:off x="13074378" y="5057800"/>
            <a:ext cx="57033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811" name="Google Shape;11811;p93"/>
          <p:cNvSpPr txBox="1"/>
          <p:nvPr>
            <p:ph idx="4" type="subTitle"/>
          </p:nvPr>
        </p:nvSpPr>
        <p:spPr>
          <a:xfrm>
            <a:off x="13074365" y="5888333"/>
            <a:ext cx="57033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812" name="Google Shape;11812;p93"/>
          <p:cNvSpPr txBox="1"/>
          <p:nvPr>
            <p:ph idx="5" type="title"/>
          </p:nvPr>
        </p:nvSpPr>
        <p:spPr>
          <a:xfrm>
            <a:off x="5606433" y="9771400"/>
            <a:ext cx="58641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813" name="Google Shape;11813;p93"/>
          <p:cNvSpPr txBox="1"/>
          <p:nvPr>
            <p:ph idx="6" type="subTitle"/>
          </p:nvPr>
        </p:nvSpPr>
        <p:spPr>
          <a:xfrm>
            <a:off x="5606433" y="10601933"/>
            <a:ext cx="58641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814" name="Google Shape;11814;p93"/>
          <p:cNvSpPr txBox="1"/>
          <p:nvPr>
            <p:ph idx="7" type="title"/>
          </p:nvPr>
        </p:nvSpPr>
        <p:spPr>
          <a:xfrm>
            <a:off x="13074311" y="9771400"/>
            <a:ext cx="57033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815" name="Google Shape;11815;p93"/>
          <p:cNvSpPr txBox="1"/>
          <p:nvPr>
            <p:ph idx="8" type="subTitle"/>
          </p:nvPr>
        </p:nvSpPr>
        <p:spPr>
          <a:xfrm>
            <a:off x="13074299" y="10601933"/>
            <a:ext cx="57033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11">
    <p:spTree>
      <p:nvGrpSpPr>
        <p:cNvPr id="11816" name="Shape 1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17" name="Google Shape;11817;p94"/>
          <p:cNvGrpSpPr/>
          <p:nvPr/>
        </p:nvGrpSpPr>
        <p:grpSpPr>
          <a:xfrm>
            <a:off x="18645906" y="5312084"/>
            <a:ext cx="5707046" cy="8403447"/>
            <a:chOff x="2525900" y="1699450"/>
            <a:chExt cx="1076050" cy="1584450"/>
          </a:xfrm>
        </p:grpSpPr>
        <p:sp>
          <p:nvSpPr>
            <p:cNvPr id="11818" name="Google Shape;11818;p94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19" name="Google Shape;11819;p94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0" name="Google Shape;11820;p94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1" name="Google Shape;11821;p94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2" name="Google Shape;11822;p94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3" name="Google Shape;11823;p94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4" name="Google Shape;11824;p94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5" name="Google Shape;11825;p94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6" name="Google Shape;11826;p94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7" name="Google Shape;11827;p94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8" name="Google Shape;11828;p94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9" name="Google Shape;11829;p94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0" name="Google Shape;11830;p94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1" name="Google Shape;11831;p94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2" name="Google Shape;11832;p94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3" name="Google Shape;11833;p94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4" name="Google Shape;11834;p94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5" name="Google Shape;11835;p94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6" name="Google Shape;11836;p94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7" name="Google Shape;11837;p94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8" name="Google Shape;11838;p94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9" name="Google Shape;11839;p94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0" name="Google Shape;11840;p94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1" name="Google Shape;11841;p94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2" name="Google Shape;11842;p94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3" name="Google Shape;11843;p94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4" name="Google Shape;11844;p94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5" name="Google Shape;11845;p94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6" name="Google Shape;11846;p94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7" name="Google Shape;11847;p94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8" name="Google Shape;11848;p94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9" name="Google Shape;11849;p94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0" name="Google Shape;11850;p94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1" name="Google Shape;11851;p94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2" name="Google Shape;11852;p94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3" name="Google Shape;11853;p94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4" name="Google Shape;11854;p94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5" name="Google Shape;11855;p94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6" name="Google Shape;11856;p94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7" name="Google Shape;11857;p94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8" name="Google Shape;11858;p94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9" name="Google Shape;11859;p94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0" name="Google Shape;11860;p94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1" name="Google Shape;11861;p94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2" name="Google Shape;11862;p94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3" name="Google Shape;11863;p94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4" name="Google Shape;11864;p94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5" name="Google Shape;11865;p94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6" name="Google Shape;11866;p94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7" name="Google Shape;11867;p94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8" name="Google Shape;11868;p94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9" name="Google Shape;11869;p94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0" name="Google Shape;11870;p94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1" name="Google Shape;11871;p94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2" name="Google Shape;11872;p94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3" name="Google Shape;11873;p94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4" name="Google Shape;11874;p94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5" name="Google Shape;11875;p94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6" name="Google Shape;11876;p94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7" name="Google Shape;11877;p94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8" name="Google Shape;11878;p94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9" name="Google Shape;11879;p94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0" name="Google Shape;11880;p94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1" name="Google Shape;11881;p94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2" name="Google Shape;11882;p94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3" name="Google Shape;11883;p94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4" name="Google Shape;11884;p94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5" name="Google Shape;11885;p94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886" name="Google Shape;11886;p94"/>
          <p:cNvGrpSpPr/>
          <p:nvPr/>
        </p:nvGrpSpPr>
        <p:grpSpPr>
          <a:xfrm flipH="1">
            <a:off x="110" y="5312084"/>
            <a:ext cx="5707046" cy="8403447"/>
            <a:chOff x="2525900" y="1699450"/>
            <a:chExt cx="1076050" cy="1584450"/>
          </a:xfrm>
        </p:grpSpPr>
        <p:sp>
          <p:nvSpPr>
            <p:cNvPr id="11887" name="Google Shape;11887;p94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8" name="Google Shape;11888;p94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9" name="Google Shape;11889;p94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0" name="Google Shape;11890;p94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1" name="Google Shape;11891;p94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2" name="Google Shape;11892;p94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3" name="Google Shape;11893;p94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4" name="Google Shape;11894;p94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5" name="Google Shape;11895;p94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6" name="Google Shape;11896;p94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7" name="Google Shape;11897;p94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8" name="Google Shape;11898;p94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9" name="Google Shape;11899;p94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0" name="Google Shape;11900;p94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1" name="Google Shape;11901;p94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2" name="Google Shape;11902;p94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3" name="Google Shape;11903;p94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4" name="Google Shape;11904;p94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5" name="Google Shape;11905;p94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6" name="Google Shape;11906;p94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7" name="Google Shape;11907;p94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8" name="Google Shape;11908;p94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9" name="Google Shape;11909;p94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0" name="Google Shape;11910;p94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1" name="Google Shape;11911;p94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2" name="Google Shape;11912;p94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3" name="Google Shape;11913;p94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4" name="Google Shape;11914;p94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5" name="Google Shape;11915;p94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6" name="Google Shape;11916;p94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7" name="Google Shape;11917;p94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8" name="Google Shape;11918;p94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9" name="Google Shape;11919;p94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0" name="Google Shape;11920;p94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1" name="Google Shape;11921;p94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2" name="Google Shape;11922;p94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3" name="Google Shape;11923;p94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4" name="Google Shape;11924;p94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5" name="Google Shape;11925;p94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6" name="Google Shape;11926;p94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7" name="Google Shape;11927;p94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8" name="Google Shape;11928;p94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9" name="Google Shape;11929;p94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0" name="Google Shape;11930;p94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1" name="Google Shape;11931;p94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2" name="Google Shape;11932;p94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3" name="Google Shape;11933;p94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4" name="Google Shape;11934;p94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5" name="Google Shape;11935;p94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6" name="Google Shape;11936;p94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7" name="Google Shape;11937;p94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8" name="Google Shape;11938;p94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9" name="Google Shape;11939;p94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0" name="Google Shape;11940;p94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1" name="Google Shape;11941;p94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2" name="Google Shape;11942;p94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3" name="Google Shape;11943;p94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4" name="Google Shape;11944;p94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5" name="Google Shape;11945;p94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6" name="Google Shape;11946;p94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7" name="Google Shape;11947;p94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8" name="Google Shape;11948;p94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9" name="Google Shape;11949;p94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0" name="Google Shape;11950;p94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1" name="Google Shape;11951;p94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2" name="Google Shape;11952;p94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3" name="Google Shape;11953;p94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4" name="Google Shape;11954;p94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955" name="Google Shape;11955;p94"/>
          <p:cNvGrpSpPr/>
          <p:nvPr/>
        </p:nvGrpSpPr>
        <p:grpSpPr>
          <a:xfrm rot="-5400000">
            <a:off x="20944935" y="-1016087"/>
            <a:ext cx="2422790" cy="4455244"/>
            <a:chOff x="6526400" y="1492875"/>
            <a:chExt cx="509900" cy="937650"/>
          </a:xfrm>
        </p:grpSpPr>
        <p:sp>
          <p:nvSpPr>
            <p:cNvPr id="11956" name="Google Shape;11956;p94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7" name="Google Shape;11957;p94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8" name="Google Shape;11958;p94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9" name="Google Shape;11959;p94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0" name="Google Shape;11960;p94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1" name="Google Shape;11961;p94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2" name="Google Shape;11962;p94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3" name="Google Shape;11963;p94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4" name="Google Shape;11964;p94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5" name="Google Shape;11965;p94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6" name="Google Shape;11966;p94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7" name="Google Shape;11967;p94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8" name="Google Shape;11968;p94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9" name="Google Shape;11969;p94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0" name="Google Shape;11970;p94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971" name="Google Shape;11971;p94"/>
          <p:cNvGrpSpPr/>
          <p:nvPr/>
        </p:nvGrpSpPr>
        <p:grpSpPr>
          <a:xfrm flipH="1" rot="5400000">
            <a:off x="1016137" y="-1016087"/>
            <a:ext cx="2422790" cy="4455244"/>
            <a:chOff x="6526400" y="1492875"/>
            <a:chExt cx="509900" cy="937650"/>
          </a:xfrm>
        </p:grpSpPr>
        <p:sp>
          <p:nvSpPr>
            <p:cNvPr id="11972" name="Google Shape;11972;p94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3" name="Google Shape;11973;p94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4" name="Google Shape;11974;p94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5" name="Google Shape;11975;p94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6" name="Google Shape;11976;p94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7" name="Google Shape;11977;p94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8" name="Google Shape;11978;p94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9" name="Google Shape;11979;p94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0" name="Google Shape;11980;p94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1" name="Google Shape;11981;p94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2" name="Google Shape;11982;p94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3" name="Google Shape;11983;p94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4" name="Google Shape;11984;p94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5" name="Google Shape;11985;p94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6" name="Google Shape;11986;p94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987" name="Google Shape;11987;p94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1988" name="Google Shape;11988;p94"/>
          <p:cNvSpPr txBox="1"/>
          <p:nvPr>
            <p:ph idx="2" type="title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989" name="Google Shape;11989;p94"/>
          <p:cNvSpPr txBox="1"/>
          <p:nvPr>
            <p:ph idx="1" type="subTitle"/>
          </p:nvPr>
        </p:nvSpPr>
        <p:spPr>
          <a:xfrm>
            <a:off x="2731000" y="5997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990" name="Google Shape;11990;p94"/>
          <p:cNvSpPr txBox="1"/>
          <p:nvPr>
            <p:ph idx="3" type="title"/>
          </p:nvPr>
        </p:nvSpPr>
        <p:spPr>
          <a:xfrm>
            <a:off x="9338266" y="5121633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991" name="Google Shape;11991;p94"/>
          <p:cNvSpPr txBox="1"/>
          <p:nvPr>
            <p:ph idx="4" type="subTitle"/>
          </p:nvPr>
        </p:nvSpPr>
        <p:spPr>
          <a:xfrm>
            <a:off x="9338400" y="5997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992" name="Google Shape;11992;p94"/>
          <p:cNvSpPr txBox="1"/>
          <p:nvPr>
            <p:ph idx="5" type="title"/>
          </p:nvPr>
        </p:nvSpPr>
        <p:spPr>
          <a:xfrm>
            <a:off x="6034567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993" name="Google Shape;11993;p94"/>
          <p:cNvSpPr txBox="1"/>
          <p:nvPr>
            <p:ph idx="6" type="subTitle"/>
          </p:nvPr>
        </p:nvSpPr>
        <p:spPr>
          <a:xfrm>
            <a:off x="6034700" y="10496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994" name="Google Shape;11994;p94"/>
          <p:cNvSpPr txBox="1"/>
          <p:nvPr>
            <p:ph idx="7" type="title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995" name="Google Shape;11995;p94"/>
          <p:cNvSpPr txBox="1"/>
          <p:nvPr>
            <p:ph idx="8" type="subTitle"/>
          </p:nvPr>
        </p:nvSpPr>
        <p:spPr>
          <a:xfrm>
            <a:off x="15945800" y="5997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1996" name="Google Shape;11996;p94"/>
          <p:cNvSpPr txBox="1"/>
          <p:nvPr>
            <p:ph idx="9" type="title"/>
          </p:nvPr>
        </p:nvSpPr>
        <p:spPr>
          <a:xfrm>
            <a:off x="12641966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1997" name="Google Shape;11997;p94"/>
          <p:cNvSpPr txBox="1"/>
          <p:nvPr>
            <p:ph idx="13" type="subTitle"/>
          </p:nvPr>
        </p:nvSpPr>
        <p:spPr>
          <a:xfrm>
            <a:off x="12642100" y="10496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11998" name="Shape 11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99" name="Google Shape;11999;p95"/>
          <p:cNvGrpSpPr/>
          <p:nvPr/>
        </p:nvGrpSpPr>
        <p:grpSpPr>
          <a:xfrm rot="10800000">
            <a:off x="-98" y="-28"/>
            <a:ext cx="6408631" cy="9436509"/>
            <a:chOff x="2525900" y="1699450"/>
            <a:chExt cx="1076050" cy="1584450"/>
          </a:xfrm>
        </p:grpSpPr>
        <p:sp>
          <p:nvSpPr>
            <p:cNvPr id="12000" name="Google Shape;12000;p95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1" name="Google Shape;12001;p95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2" name="Google Shape;12002;p95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3" name="Google Shape;12003;p95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4" name="Google Shape;12004;p95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5" name="Google Shape;12005;p95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6" name="Google Shape;12006;p95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7" name="Google Shape;12007;p95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8" name="Google Shape;12008;p95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9" name="Google Shape;12009;p95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0" name="Google Shape;12010;p95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1" name="Google Shape;12011;p95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2" name="Google Shape;12012;p95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3" name="Google Shape;12013;p95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4" name="Google Shape;12014;p95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5" name="Google Shape;12015;p95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6" name="Google Shape;12016;p95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7" name="Google Shape;12017;p95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8" name="Google Shape;12018;p95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9" name="Google Shape;12019;p95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0" name="Google Shape;12020;p95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1" name="Google Shape;12021;p95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2" name="Google Shape;12022;p95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3" name="Google Shape;12023;p95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4" name="Google Shape;12024;p95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5" name="Google Shape;12025;p95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6" name="Google Shape;12026;p95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7" name="Google Shape;12027;p95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8" name="Google Shape;12028;p95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9" name="Google Shape;12029;p95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0" name="Google Shape;12030;p95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1" name="Google Shape;12031;p95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2" name="Google Shape;12032;p95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3" name="Google Shape;12033;p95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4" name="Google Shape;12034;p95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5" name="Google Shape;12035;p95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6" name="Google Shape;12036;p95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7" name="Google Shape;12037;p95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8" name="Google Shape;12038;p95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9" name="Google Shape;12039;p95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0" name="Google Shape;12040;p95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1" name="Google Shape;12041;p95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2" name="Google Shape;12042;p95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3" name="Google Shape;12043;p95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4" name="Google Shape;12044;p95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5" name="Google Shape;12045;p95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6" name="Google Shape;12046;p95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7" name="Google Shape;12047;p95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8" name="Google Shape;12048;p95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9" name="Google Shape;12049;p95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0" name="Google Shape;12050;p95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1" name="Google Shape;12051;p95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2" name="Google Shape;12052;p95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3" name="Google Shape;12053;p95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4" name="Google Shape;12054;p95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5" name="Google Shape;12055;p95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6" name="Google Shape;12056;p95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7" name="Google Shape;12057;p95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8" name="Google Shape;12058;p95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9" name="Google Shape;12059;p95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0" name="Google Shape;12060;p95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1" name="Google Shape;12061;p95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2" name="Google Shape;12062;p95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3" name="Google Shape;12063;p95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4" name="Google Shape;12064;p95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5" name="Google Shape;12065;p95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6" name="Google Shape;12066;p95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7" name="Google Shape;12067;p95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068" name="Google Shape;12068;p95"/>
          <p:cNvGrpSpPr/>
          <p:nvPr/>
        </p:nvGrpSpPr>
        <p:grpSpPr>
          <a:xfrm flipH="1" rot="10800000">
            <a:off x="18003165" y="-28"/>
            <a:ext cx="6408631" cy="9436509"/>
            <a:chOff x="2525900" y="1699450"/>
            <a:chExt cx="1076050" cy="1584450"/>
          </a:xfrm>
        </p:grpSpPr>
        <p:sp>
          <p:nvSpPr>
            <p:cNvPr id="12069" name="Google Shape;12069;p95"/>
            <p:cNvSpPr/>
            <p:nvPr/>
          </p:nvSpPr>
          <p:spPr>
            <a:xfrm>
              <a:off x="3569775" y="2193250"/>
              <a:ext cx="31875" cy="43775"/>
            </a:xfrm>
            <a:custGeom>
              <a:rect b="b" l="l" r="r" t="t"/>
              <a:pathLst>
                <a:path extrusionOk="0" h="1751" w="1275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0" name="Google Shape;12070;p95"/>
            <p:cNvSpPr/>
            <p:nvPr/>
          </p:nvSpPr>
          <p:spPr>
            <a:xfrm>
              <a:off x="3486425" y="2241175"/>
              <a:ext cx="85750" cy="108375"/>
            </a:xfrm>
            <a:custGeom>
              <a:rect b="b" l="l" r="r" t="t"/>
              <a:pathLst>
                <a:path extrusionOk="0" h="4335" w="343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1" name="Google Shape;12071;p95"/>
            <p:cNvSpPr/>
            <p:nvPr/>
          </p:nvSpPr>
          <p:spPr>
            <a:xfrm>
              <a:off x="3361425" y="1699450"/>
              <a:ext cx="240225" cy="42875"/>
            </a:xfrm>
            <a:custGeom>
              <a:rect b="b" l="l" r="r" t="t"/>
              <a:pathLst>
                <a:path extrusionOk="0" h="1715" w="9609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2" name="Google Shape;12072;p95"/>
            <p:cNvSpPr/>
            <p:nvPr/>
          </p:nvSpPr>
          <p:spPr>
            <a:xfrm>
              <a:off x="3354575" y="1742600"/>
              <a:ext cx="9250" cy="139925"/>
            </a:xfrm>
            <a:custGeom>
              <a:rect b="b" l="l" r="r" t="t"/>
              <a:pathLst>
                <a:path extrusionOk="0" h="5597" w="37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3" name="Google Shape;12073;p95"/>
            <p:cNvSpPr/>
            <p:nvPr/>
          </p:nvSpPr>
          <p:spPr>
            <a:xfrm>
              <a:off x="3468575" y="1948000"/>
              <a:ext cx="133075" cy="136625"/>
            </a:xfrm>
            <a:custGeom>
              <a:rect b="b" l="l" r="r" t="t"/>
              <a:pathLst>
                <a:path extrusionOk="0" h="5465" w="5323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4" name="Google Shape;12074;p95"/>
            <p:cNvSpPr/>
            <p:nvPr/>
          </p:nvSpPr>
          <p:spPr>
            <a:xfrm>
              <a:off x="3371850" y="1888750"/>
              <a:ext cx="229800" cy="29200"/>
            </a:xfrm>
            <a:custGeom>
              <a:rect b="b" l="l" r="r" t="t"/>
              <a:pathLst>
                <a:path extrusionOk="0" h="1168" w="9192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5" name="Google Shape;12075;p95"/>
            <p:cNvSpPr/>
            <p:nvPr/>
          </p:nvSpPr>
          <p:spPr>
            <a:xfrm>
              <a:off x="3233425" y="1875350"/>
              <a:ext cx="119375" cy="17900"/>
            </a:xfrm>
            <a:custGeom>
              <a:rect b="b" l="l" r="r" t="t"/>
              <a:pathLst>
                <a:path extrusionOk="0" h="716" w="4775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6" name="Google Shape;12076;p95"/>
            <p:cNvSpPr/>
            <p:nvPr/>
          </p:nvSpPr>
          <p:spPr>
            <a:xfrm>
              <a:off x="3357850" y="1901550"/>
              <a:ext cx="10150" cy="91100"/>
            </a:xfrm>
            <a:custGeom>
              <a:rect b="b" l="l" r="r" t="t"/>
              <a:pathLst>
                <a:path extrusionOk="0" h="3644" w="406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7" name="Google Shape;12077;p95"/>
            <p:cNvSpPr/>
            <p:nvPr/>
          </p:nvSpPr>
          <p:spPr>
            <a:xfrm>
              <a:off x="3391475" y="2086400"/>
              <a:ext cx="73250" cy="83675"/>
            </a:xfrm>
            <a:custGeom>
              <a:rect b="b" l="l" r="r" t="t"/>
              <a:pathLst>
                <a:path extrusionOk="0" h="3347" w="293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8" name="Google Shape;12078;p95"/>
            <p:cNvSpPr/>
            <p:nvPr/>
          </p:nvSpPr>
          <p:spPr>
            <a:xfrm>
              <a:off x="3226875" y="1884000"/>
              <a:ext cx="132200" cy="113425"/>
            </a:xfrm>
            <a:custGeom>
              <a:rect b="b" l="l" r="r" t="t"/>
              <a:pathLst>
                <a:path extrusionOk="0" h="4537" w="5288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9" name="Google Shape;12079;p95"/>
            <p:cNvSpPr/>
            <p:nvPr/>
          </p:nvSpPr>
          <p:spPr>
            <a:xfrm>
              <a:off x="3370650" y="2004850"/>
              <a:ext cx="95275" cy="79500"/>
            </a:xfrm>
            <a:custGeom>
              <a:rect b="b" l="l" r="r" t="t"/>
              <a:pathLst>
                <a:path extrusionOk="0" h="3180" w="3811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0" name="Google Shape;12080;p95"/>
            <p:cNvSpPr/>
            <p:nvPr/>
          </p:nvSpPr>
          <p:spPr>
            <a:xfrm>
              <a:off x="3470950" y="2084325"/>
              <a:ext cx="130700" cy="76500"/>
            </a:xfrm>
            <a:custGeom>
              <a:rect b="b" l="l" r="r" t="t"/>
              <a:pathLst>
                <a:path extrusionOk="0" h="3060" w="5228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1" name="Google Shape;12081;p95"/>
            <p:cNvSpPr/>
            <p:nvPr/>
          </p:nvSpPr>
          <p:spPr>
            <a:xfrm>
              <a:off x="3403100" y="2193850"/>
              <a:ext cx="198550" cy="56575"/>
            </a:xfrm>
            <a:custGeom>
              <a:rect b="b" l="l" r="r" t="t"/>
              <a:pathLst>
                <a:path extrusionOk="0" h="2263" w="7942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2" name="Google Shape;12082;p95"/>
            <p:cNvSpPr/>
            <p:nvPr/>
          </p:nvSpPr>
          <p:spPr>
            <a:xfrm>
              <a:off x="3388800" y="2213200"/>
              <a:ext cx="90825" cy="135150"/>
            </a:xfrm>
            <a:custGeom>
              <a:rect b="b" l="l" r="r" t="t"/>
              <a:pathLst>
                <a:path extrusionOk="0" h="5406" w="3633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3" name="Google Shape;12083;p95"/>
            <p:cNvSpPr/>
            <p:nvPr/>
          </p:nvSpPr>
          <p:spPr>
            <a:xfrm>
              <a:off x="3534650" y="2440025"/>
              <a:ext cx="66700" cy="103600"/>
            </a:xfrm>
            <a:custGeom>
              <a:rect b="b" l="l" r="r" t="t"/>
              <a:pathLst>
                <a:path extrusionOk="0" h="4144" w="2668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4" name="Google Shape;12084;p95"/>
            <p:cNvSpPr/>
            <p:nvPr/>
          </p:nvSpPr>
          <p:spPr>
            <a:xfrm>
              <a:off x="3484950" y="2361725"/>
              <a:ext cx="52100" cy="74450"/>
            </a:xfrm>
            <a:custGeom>
              <a:rect b="b" l="l" r="r" t="t"/>
              <a:pathLst>
                <a:path extrusionOk="0" h="2978" w="2084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5" name="Google Shape;12085;p95"/>
            <p:cNvSpPr/>
            <p:nvPr/>
          </p:nvSpPr>
          <p:spPr>
            <a:xfrm>
              <a:off x="3359925" y="2364100"/>
              <a:ext cx="122675" cy="183700"/>
            </a:xfrm>
            <a:custGeom>
              <a:rect b="b" l="l" r="r" t="t"/>
              <a:pathLst>
                <a:path extrusionOk="0" h="7348" w="4907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6" name="Google Shape;12086;p95"/>
            <p:cNvSpPr/>
            <p:nvPr/>
          </p:nvSpPr>
          <p:spPr>
            <a:xfrm>
              <a:off x="3403975" y="2657300"/>
              <a:ext cx="46175" cy="92900"/>
            </a:xfrm>
            <a:custGeom>
              <a:rect b="b" l="l" r="r" t="t"/>
              <a:pathLst>
                <a:path extrusionOk="0" h="3716" w="1847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7" name="Google Shape;12087;p95"/>
            <p:cNvSpPr/>
            <p:nvPr/>
          </p:nvSpPr>
          <p:spPr>
            <a:xfrm>
              <a:off x="3447750" y="2756725"/>
              <a:ext cx="63125" cy="139325"/>
            </a:xfrm>
            <a:custGeom>
              <a:rect b="b" l="l" r="r" t="t"/>
              <a:pathLst>
                <a:path extrusionOk="0" h="5573" w="2525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8" name="Google Shape;12088;p95"/>
            <p:cNvSpPr/>
            <p:nvPr/>
          </p:nvSpPr>
          <p:spPr>
            <a:xfrm>
              <a:off x="3360525" y="2551625"/>
              <a:ext cx="47650" cy="100650"/>
            </a:xfrm>
            <a:custGeom>
              <a:rect b="b" l="l" r="r" t="t"/>
              <a:pathLst>
                <a:path extrusionOk="0" h="4026" w="1906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9" name="Google Shape;12089;p95"/>
            <p:cNvSpPr/>
            <p:nvPr/>
          </p:nvSpPr>
          <p:spPr>
            <a:xfrm>
              <a:off x="3125375" y="2390600"/>
              <a:ext cx="476275" cy="313150"/>
            </a:xfrm>
            <a:custGeom>
              <a:rect b="b" l="l" r="r" t="t"/>
              <a:pathLst>
                <a:path extrusionOk="0" h="12526" w="19051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0" name="Google Shape;12090;p95"/>
            <p:cNvSpPr/>
            <p:nvPr/>
          </p:nvSpPr>
          <p:spPr>
            <a:xfrm>
              <a:off x="3128050" y="2615625"/>
              <a:ext cx="473900" cy="94675"/>
            </a:xfrm>
            <a:custGeom>
              <a:rect b="b" l="l" r="r" t="t"/>
              <a:pathLst>
                <a:path extrusionOk="0" h="3787" w="18956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1" name="Google Shape;12091;p95"/>
            <p:cNvSpPr/>
            <p:nvPr/>
          </p:nvSpPr>
          <p:spPr>
            <a:xfrm>
              <a:off x="3117650" y="2716825"/>
              <a:ext cx="74725" cy="262575"/>
            </a:xfrm>
            <a:custGeom>
              <a:rect b="b" l="l" r="r" t="t"/>
              <a:pathLst>
                <a:path extrusionOk="0" h="10503" w="2989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2" name="Google Shape;12092;p95"/>
            <p:cNvSpPr/>
            <p:nvPr/>
          </p:nvSpPr>
          <p:spPr>
            <a:xfrm>
              <a:off x="3207525" y="2947525"/>
              <a:ext cx="153325" cy="44675"/>
            </a:xfrm>
            <a:custGeom>
              <a:rect b="b" l="l" r="r" t="t"/>
              <a:pathLst>
                <a:path extrusionOk="0" h="1787" w="6133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3" name="Google Shape;12093;p95"/>
            <p:cNvSpPr/>
            <p:nvPr/>
          </p:nvSpPr>
          <p:spPr>
            <a:xfrm>
              <a:off x="3362025" y="2909125"/>
              <a:ext cx="138425" cy="40800"/>
            </a:xfrm>
            <a:custGeom>
              <a:rect b="b" l="l" r="r" t="t"/>
              <a:pathLst>
                <a:path extrusionOk="0" h="1632" w="5537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4" name="Google Shape;12094;p95"/>
            <p:cNvSpPr/>
            <p:nvPr/>
          </p:nvSpPr>
          <p:spPr>
            <a:xfrm>
              <a:off x="3281950" y="2758200"/>
              <a:ext cx="167000" cy="126825"/>
            </a:xfrm>
            <a:custGeom>
              <a:rect b="b" l="l" r="r" t="t"/>
              <a:pathLst>
                <a:path extrusionOk="0" h="5073" w="668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5" name="Google Shape;12095;p95"/>
            <p:cNvSpPr/>
            <p:nvPr/>
          </p:nvSpPr>
          <p:spPr>
            <a:xfrm>
              <a:off x="3450725" y="2635275"/>
              <a:ext cx="150925" cy="123850"/>
            </a:xfrm>
            <a:custGeom>
              <a:rect b="b" l="l" r="r" t="t"/>
              <a:pathLst>
                <a:path extrusionOk="0" h="4954" w="6037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6" name="Google Shape;12096;p95"/>
            <p:cNvSpPr/>
            <p:nvPr/>
          </p:nvSpPr>
          <p:spPr>
            <a:xfrm>
              <a:off x="3516800" y="2698375"/>
              <a:ext cx="84850" cy="197675"/>
            </a:xfrm>
            <a:custGeom>
              <a:rect b="b" l="l" r="r" t="t"/>
              <a:pathLst>
                <a:path extrusionOk="0" h="7907" w="3394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7" name="Google Shape;12097;p95"/>
            <p:cNvSpPr/>
            <p:nvPr/>
          </p:nvSpPr>
          <p:spPr>
            <a:xfrm>
              <a:off x="3517700" y="2919250"/>
              <a:ext cx="83950" cy="148250"/>
            </a:xfrm>
            <a:custGeom>
              <a:rect b="b" l="l" r="r" t="t"/>
              <a:pathLst>
                <a:path extrusionOk="0" h="5930" w="3358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8" name="Google Shape;12098;p95"/>
            <p:cNvSpPr/>
            <p:nvPr/>
          </p:nvSpPr>
          <p:spPr>
            <a:xfrm>
              <a:off x="3421550" y="2991875"/>
              <a:ext cx="180100" cy="133375"/>
            </a:xfrm>
            <a:custGeom>
              <a:rect b="b" l="l" r="r" t="t"/>
              <a:pathLst>
                <a:path extrusionOk="0" h="5335" w="7204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9" name="Google Shape;12099;p95"/>
            <p:cNvSpPr/>
            <p:nvPr/>
          </p:nvSpPr>
          <p:spPr>
            <a:xfrm>
              <a:off x="3415600" y="2991275"/>
              <a:ext cx="1500" cy="1500"/>
            </a:xfrm>
            <a:custGeom>
              <a:rect b="b" l="l" r="r" t="t"/>
              <a:pathLst>
                <a:path extrusionOk="0" h="60" w="6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0" name="Google Shape;12100;p95"/>
            <p:cNvSpPr/>
            <p:nvPr/>
          </p:nvSpPr>
          <p:spPr>
            <a:xfrm>
              <a:off x="3283125" y="2890950"/>
              <a:ext cx="131900" cy="96475"/>
            </a:xfrm>
            <a:custGeom>
              <a:rect b="b" l="l" r="r" t="t"/>
              <a:pathLst>
                <a:path extrusionOk="0" h="3859" w="5276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1" name="Google Shape;12101;p95"/>
            <p:cNvSpPr/>
            <p:nvPr/>
          </p:nvSpPr>
          <p:spPr>
            <a:xfrm>
              <a:off x="3303375" y="2915075"/>
              <a:ext cx="202425" cy="165525"/>
            </a:xfrm>
            <a:custGeom>
              <a:rect b="b" l="l" r="r" t="t"/>
              <a:pathLst>
                <a:path extrusionOk="0" h="6621" w="8097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2" name="Google Shape;12102;p95"/>
            <p:cNvSpPr/>
            <p:nvPr/>
          </p:nvSpPr>
          <p:spPr>
            <a:xfrm>
              <a:off x="2964350" y="3075800"/>
              <a:ext cx="335475" cy="51225"/>
            </a:xfrm>
            <a:custGeom>
              <a:rect b="b" l="l" r="r" t="t"/>
              <a:pathLst>
                <a:path extrusionOk="0" h="2049" w="13419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3" name="Google Shape;12103;p95"/>
            <p:cNvSpPr/>
            <p:nvPr/>
          </p:nvSpPr>
          <p:spPr>
            <a:xfrm>
              <a:off x="3202475" y="2999600"/>
              <a:ext cx="102700" cy="80400"/>
            </a:xfrm>
            <a:custGeom>
              <a:rect b="b" l="l" r="r" t="t"/>
              <a:pathLst>
                <a:path extrusionOk="0" h="3216" w="4108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4" name="Google Shape;12104;p95"/>
            <p:cNvSpPr/>
            <p:nvPr/>
          </p:nvSpPr>
          <p:spPr>
            <a:xfrm>
              <a:off x="3299500" y="3073725"/>
              <a:ext cx="22050" cy="129200"/>
            </a:xfrm>
            <a:custGeom>
              <a:rect b="b" l="l" r="r" t="t"/>
              <a:pathLst>
                <a:path extrusionOk="0" h="5168" w="882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5" name="Google Shape;12105;p95"/>
            <p:cNvSpPr/>
            <p:nvPr/>
          </p:nvSpPr>
          <p:spPr>
            <a:xfrm>
              <a:off x="3315575" y="3209450"/>
              <a:ext cx="16100" cy="73850"/>
            </a:xfrm>
            <a:custGeom>
              <a:rect b="b" l="l" r="r" t="t"/>
              <a:pathLst>
                <a:path extrusionOk="0" h="2954" w="644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6" name="Google Shape;12106;p95"/>
            <p:cNvSpPr/>
            <p:nvPr/>
          </p:nvSpPr>
          <p:spPr>
            <a:xfrm>
              <a:off x="3552525" y="3258875"/>
              <a:ext cx="3300" cy="2100"/>
            </a:xfrm>
            <a:custGeom>
              <a:rect b="b" l="l" r="r" t="t"/>
              <a:pathLst>
                <a:path extrusionOk="0" h="84" w="132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7" name="Google Shape;12107;p95"/>
            <p:cNvSpPr/>
            <p:nvPr/>
          </p:nvSpPr>
          <p:spPr>
            <a:xfrm>
              <a:off x="2964650" y="3126400"/>
              <a:ext cx="548300" cy="125650"/>
            </a:xfrm>
            <a:custGeom>
              <a:rect b="b" l="l" r="r" t="t"/>
              <a:pathLst>
                <a:path extrusionOk="0" h="5026" w="21932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8" name="Google Shape;12108;p95"/>
            <p:cNvSpPr/>
            <p:nvPr/>
          </p:nvSpPr>
          <p:spPr>
            <a:xfrm>
              <a:off x="3553400" y="3252025"/>
              <a:ext cx="48250" cy="16400"/>
            </a:xfrm>
            <a:custGeom>
              <a:rect b="b" l="l" r="r" t="t"/>
              <a:pathLst>
                <a:path extrusionOk="0" h="656" w="193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9" name="Google Shape;12109;p95"/>
            <p:cNvSpPr/>
            <p:nvPr/>
          </p:nvSpPr>
          <p:spPr>
            <a:xfrm>
              <a:off x="3481375" y="3258875"/>
              <a:ext cx="35150" cy="24425"/>
            </a:xfrm>
            <a:custGeom>
              <a:rect b="b" l="l" r="r" t="t"/>
              <a:pathLst>
                <a:path extrusionOk="0" h="977" w="1406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0" name="Google Shape;12110;p95"/>
            <p:cNvSpPr/>
            <p:nvPr/>
          </p:nvSpPr>
          <p:spPr>
            <a:xfrm>
              <a:off x="3544475" y="3190100"/>
              <a:ext cx="57175" cy="49150"/>
            </a:xfrm>
            <a:custGeom>
              <a:rect b="b" l="l" r="r" t="t"/>
              <a:pathLst>
                <a:path extrusionOk="0" h="1966" w="2287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1" name="Google Shape;12111;p95"/>
            <p:cNvSpPr/>
            <p:nvPr/>
          </p:nvSpPr>
          <p:spPr>
            <a:xfrm>
              <a:off x="2569050" y="3051400"/>
              <a:ext cx="368525" cy="75325"/>
            </a:xfrm>
            <a:custGeom>
              <a:rect b="b" l="l" r="r" t="t"/>
              <a:pathLst>
                <a:path extrusionOk="0" h="3013" w="14741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2" name="Google Shape;12112;p95"/>
            <p:cNvSpPr/>
            <p:nvPr/>
          </p:nvSpPr>
          <p:spPr>
            <a:xfrm>
              <a:off x="2951550" y="3140400"/>
              <a:ext cx="46750" cy="143500"/>
            </a:xfrm>
            <a:custGeom>
              <a:rect b="b" l="l" r="r" t="t"/>
              <a:pathLst>
                <a:path extrusionOk="0" h="5740" w="187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3" name="Google Shape;12113;p95"/>
            <p:cNvSpPr/>
            <p:nvPr/>
          </p:nvSpPr>
          <p:spPr>
            <a:xfrm>
              <a:off x="2657175" y="3196350"/>
              <a:ext cx="8050" cy="86950"/>
            </a:xfrm>
            <a:custGeom>
              <a:rect b="b" l="l" r="r" t="t"/>
              <a:pathLst>
                <a:path extrusionOk="0" h="3478" w="322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4" name="Google Shape;12114;p95"/>
            <p:cNvSpPr/>
            <p:nvPr/>
          </p:nvSpPr>
          <p:spPr>
            <a:xfrm>
              <a:off x="2560125" y="3065400"/>
              <a:ext cx="178625" cy="217900"/>
            </a:xfrm>
            <a:custGeom>
              <a:rect b="b" l="l" r="r" t="t"/>
              <a:pathLst>
                <a:path extrusionOk="0" h="8716" w="7145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5" name="Google Shape;12115;p95"/>
            <p:cNvSpPr/>
            <p:nvPr/>
          </p:nvSpPr>
          <p:spPr>
            <a:xfrm>
              <a:off x="3512025" y="3231250"/>
              <a:ext cx="42000" cy="42050"/>
            </a:xfrm>
            <a:custGeom>
              <a:rect b="b" l="l" r="r" t="t"/>
              <a:pathLst>
                <a:path extrusionOk="0" h="1682" w="168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6" name="Google Shape;12116;p95"/>
            <p:cNvSpPr/>
            <p:nvPr/>
          </p:nvSpPr>
          <p:spPr>
            <a:xfrm>
              <a:off x="3341175" y="2161300"/>
              <a:ext cx="64025" cy="59775"/>
            </a:xfrm>
            <a:custGeom>
              <a:rect b="b" l="l" r="r" t="t"/>
              <a:pathLst>
                <a:path extrusionOk="0" h="2391" w="2561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7" name="Google Shape;12117;p95"/>
            <p:cNvSpPr/>
            <p:nvPr/>
          </p:nvSpPr>
          <p:spPr>
            <a:xfrm>
              <a:off x="3201575" y="1860600"/>
              <a:ext cx="32475" cy="30475"/>
            </a:xfrm>
            <a:custGeom>
              <a:rect b="b" l="l" r="r" t="t"/>
              <a:pathLst>
                <a:path extrusionOk="0" h="1219" w="1299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8" name="Google Shape;12118;p95"/>
            <p:cNvSpPr/>
            <p:nvPr/>
          </p:nvSpPr>
          <p:spPr>
            <a:xfrm>
              <a:off x="3351600" y="1734200"/>
              <a:ext cx="11625" cy="10025"/>
            </a:xfrm>
            <a:custGeom>
              <a:rect b="b" l="l" r="r" t="t"/>
              <a:pathLst>
                <a:path extrusionOk="0" h="401" w="465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9" name="Google Shape;12119;p95"/>
            <p:cNvSpPr/>
            <p:nvPr/>
          </p:nvSpPr>
          <p:spPr>
            <a:xfrm>
              <a:off x="2525900" y="3030750"/>
              <a:ext cx="45275" cy="41925"/>
            </a:xfrm>
            <a:custGeom>
              <a:rect b="b" l="l" r="r" t="t"/>
              <a:pathLst>
                <a:path extrusionOk="0" h="1677" w="1811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0" name="Google Shape;12120;p95"/>
            <p:cNvSpPr/>
            <p:nvPr/>
          </p:nvSpPr>
          <p:spPr>
            <a:xfrm>
              <a:off x="2935775" y="3112575"/>
              <a:ext cx="30375" cy="29925"/>
            </a:xfrm>
            <a:custGeom>
              <a:rect b="b" l="l" r="r" t="t"/>
              <a:pathLst>
                <a:path extrusionOk="0" h="1197" w="1215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1" name="Google Shape;12121;p95"/>
            <p:cNvSpPr/>
            <p:nvPr/>
          </p:nvSpPr>
          <p:spPr>
            <a:xfrm>
              <a:off x="3176575" y="2977575"/>
              <a:ext cx="32175" cy="29400"/>
            </a:xfrm>
            <a:custGeom>
              <a:rect b="b" l="l" r="r" t="t"/>
              <a:pathLst>
                <a:path extrusionOk="0" h="1176" w="1287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2" name="Google Shape;12122;p95"/>
            <p:cNvSpPr/>
            <p:nvPr/>
          </p:nvSpPr>
          <p:spPr>
            <a:xfrm>
              <a:off x="3498925" y="2893500"/>
              <a:ext cx="31300" cy="29750"/>
            </a:xfrm>
            <a:custGeom>
              <a:rect b="b" l="l" r="r" t="t"/>
              <a:pathLst>
                <a:path extrusionOk="0" h="1190" w="1252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3" name="Google Shape;12123;p95"/>
            <p:cNvSpPr/>
            <p:nvPr/>
          </p:nvSpPr>
          <p:spPr>
            <a:xfrm>
              <a:off x="3351900" y="1991575"/>
              <a:ext cx="23525" cy="21275"/>
            </a:xfrm>
            <a:custGeom>
              <a:rect b="b" l="l" r="r" t="t"/>
              <a:pathLst>
                <a:path extrusionOk="0" h="851" w="941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4" name="Google Shape;12124;p95"/>
            <p:cNvSpPr/>
            <p:nvPr/>
          </p:nvSpPr>
          <p:spPr>
            <a:xfrm>
              <a:off x="3264375" y="2877675"/>
              <a:ext cx="22950" cy="21150"/>
            </a:xfrm>
            <a:custGeom>
              <a:rect b="b" l="l" r="r" t="t"/>
              <a:pathLst>
                <a:path extrusionOk="0" h="846" w="918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5" name="Google Shape;12125;p95"/>
            <p:cNvSpPr/>
            <p:nvPr/>
          </p:nvSpPr>
          <p:spPr>
            <a:xfrm>
              <a:off x="3367975" y="3068275"/>
              <a:ext cx="23825" cy="21175"/>
            </a:xfrm>
            <a:custGeom>
              <a:rect b="b" l="l" r="r" t="t"/>
              <a:pathLst>
                <a:path extrusionOk="0" h="847" w="953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6" name="Google Shape;12126;p95"/>
            <p:cNvSpPr/>
            <p:nvPr/>
          </p:nvSpPr>
          <p:spPr>
            <a:xfrm>
              <a:off x="3106025" y="2697300"/>
              <a:ext cx="23250" cy="21150"/>
            </a:xfrm>
            <a:custGeom>
              <a:rect b="b" l="l" r="r" t="t"/>
              <a:pathLst>
                <a:path extrusionOk="0" h="846" w="93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7" name="Google Shape;12127;p95"/>
            <p:cNvSpPr/>
            <p:nvPr/>
          </p:nvSpPr>
          <p:spPr>
            <a:xfrm>
              <a:off x="3470350" y="2344400"/>
              <a:ext cx="22950" cy="21525"/>
            </a:xfrm>
            <a:custGeom>
              <a:rect b="b" l="l" r="r" t="t"/>
              <a:pathLst>
                <a:path extrusionOk="0" h="861" w="918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8" name="Google Shape;12128;p95"/>
            <p:cNvSpPr/>
            <p:nvPr/>
          </p:nvSpPr>
          <p:spPr>
            <a:xfrm>
              <a:off x="3351300" y="1881200"/>
              <a:ext cx="21150" cy="21400"/>
            </a:xfrm>
            <a:custGeom>
              <a:rect b="b" l="l" r="r" t="t"/>
              <a:pathLst>
                <a:path extrusionOk="0" h="856" w="846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9" name="Google Shape;12129;p95"/>
            <p:cNvSpPr/>
            <p:nvPr/>
          </p:nvSpPr>
          <p:spPr>
            <a:xfrm>
              <a:off x="3416475" y="298372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0" name="Google Shape;12130;p95"/>
            <p:cNvSpPr/>
            <p:nvPr/>
          </p:nvSpPr>
          <p:spPr>
            <a:xfrm>
              <a:off x="3439400" y="2748675"/>
              <a:ext cx="13125" cy="12125"/>
            </a:xfrm>
            <a:custGeom>
              <a:rect b="b" l="l" r="r" t="t"/>
              <a:pathLst>
                <a:path extrusionOk="0" h="485" w="525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1" name="Google Shape;12131;p95"/>
            <p:cNvSpPr/>
            <p:nvPr/>
          </p:nvSpPr>
          <p:spPr>
            <a:xfrm>
              <a:off x="3343850" y="2820000"/>
              <a:ext cx="13125" cy="12425"/>
            </a:xfrm>
            <a:custGeom>
              <a:rect b="b" l="l" r="r" t="t"/>
              <a:pathLst>
                <a:path extrusionOk="0" h="497" w="525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2" name="Google Shape;12132;p95"/>
            <p:cNvSpPr/>
            <p:nvPr/>
          </p:nvSpPr>
          <p:spPr>
            <a:xfrm>
              <a:off x="3509650" y="2342575"/>
              <a:ext cx="14325" cy="12400"/>
            </a:xfrm>
            <a:custGeom>
              <a:rect b="b" l="l" r="r" t="t"/>
              <a:pathLst>
                <a:path extrusionOk="0" h="496" w="573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3" name="Google Shape;12133;p95"/>
            <p:cNvSpPr/>
            <p:nvPr/>
          </p:nvSpPr>
          <p:spPr>
            <a:xfrm>
              <a:off x="3414400" y="2157325"/>
              <a:ext cx="14325" cy="12475"/>
            </a:xfrm>
            <a:custGeom>
              <a:rect b="b" l="l" r="r" t="t"/>
              <a:pathLst>
                <a:path extrusionOk="0" h="499" w="573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4" name="Google Shape;12134;p95"/>
            <p:cNvSpPr/>
            <p:nvPr/>
          </p:nvSpPr>
          <p:spPr>
            <a:xfrm>
              <a:off x="3460550" y="2080150"/>
              <a:ext cx="12525" cy="12150"/>
            </a:xfrm>
            <a:custGeom>
              <a:rect b="b" l="l" r="r" t="t"/>
              <a:pathLst>
                <a:path extrusionOk="0" h="486" w="501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5" name="Google Shape;12135;p95"/>
            <p:cNvSpPr/>
            <p:nvPr/>
          </p:nvSpPr>
          <p:spPr>
            <a:xfrm>
              <a:off x="3537325" y="2434925"/>
              <a:ext cx="13725" cy="12725"/>
            </a:xfrm>
            <a:custGeom>
              <a:rect b="b" l="l" r="r" t="t"/>
              <a:pathLst>
                <a:path extrusionOk="0" h="509" w="549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6" name="Google Shape;12136;p95"/>
            <p:cNvSpPr/>
            <p:nvPr/>
          </p:nvSpPr>
          <p:spPr>
            <a:xfrm>
              <a:off x="3328975" y="2549325"/>
              <a:ext cx="14025" cy="12525"/>
            </a:xfrm>
            <a:custGeom>
              <a:rect b="b" l="l" r="r" t="t"/>
              <a:pathLst>
                <a:path extrusionOk="0" h="501" w="561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137" name="Google Shape;12137;p95"/>
          <p:cNvSpPr txBox="1"/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2138" name="Google Shape;12138;p95"/>
          <p:cNvSpPr txBox="1"/>
          <p:nvPr>
            <p:ph idx="2" type="title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2139" name="Google Shape;12139;p95"/>
          <p:cNvSpPr txBox="1"/>
          <p:nvPr>
            <p:ph idx="1" type="subTitle"/>
          </p:nvPr>
        </p:nvSpPr>
        <p:spPr>
          <a:xfrm>
            <a:off x="2730867" y="5998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2140" name="Google Shape;12140;p95"/>
          <p:cNvSpPr txBox="1"/>
          <p:nvPr>
            <p:ph idx="3" type="title"/>
          </p:nvPr>
        </p:nvSpPr>
        <p:spPr>
          <a:xfrm>
            <a:off x="9352260" y="5121633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2141" name="Google Shape;12141;p95"/>
          <p:cNvSpPr txBox="1"/>
          <p:nvPr>
            <p:ph idx="4" type="subTitle"/>
          </p:nvPr>
        </p:nvSpPr>
        <p:spPr>
          <a:xfrm>
            <a:off x="9338266" y="5998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2142" name="Google Shape;12142;p95"/>
          <p:cNvSpPr txBox="1"/>
          <p:nvPr>
            <p:ph idx="5" type="title"/>
          </p:nvPr>
        </p:nvSpPr>
        <p:spPr>
          <a:xfrm>
            <a:off x="2730867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2143" name="Google Shape;12143;p95"/>
          <p:cNvSpPr txBox="1"/>
          <p:nvPr>
            <p:ph idx="6" type="subTitle"/>
          </p:nvPr>
        </p:nvSpPr>
        <p:spPr>
          <a:xfrm>
            <a:off x="2730867" y="10497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2144" name="Google Shape;12144;p95"/>
          <p:cNvSpPr txBox="1"/>
          <p:nvPr>
            <p:ph idx="7" type="title"/>
          </p:nvPr>
        </p:nvSpPr>
        <p:spPr>
          <a:xfrm>
            <a:off x="9352260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2145" name="Google Shape;12145;p95"/>
          <p:cNvSpPr txBox="1"/>
          <p:nvPr>
            <p:ph idx="8" type="subTitle"/>
          </p:nvPr>
        </p:nvSpPr>
        <p:spPr>
          <a:xfrm>
            <a:off x="9352260" y="10497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2146" name="Google Shape;12146;p95"/>
          <p:cNvSpPr txBox="1"/>
          <p:nvPr>
            <p:ph idx="9" type="title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2147" name="Google Shape;12147;p95"/>
          <p:cNvSpPr txBox="1"/>
          <p:nvPr>
            <p:ph idx="13" type="subTitle"/>
          </p:nvPr>
        </p:nvSpPr>
        <p:spPr>
          <a:xfrm>
            <a:off x="15945666" y="5998133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2148" name="Google Shape;12148;p95"/>
          <p:cNvSpPr txBox="1"/>
          <p:nvPr>
            <p:ph idx="14" type="title"/>
          </p:nvPr>
        </p:nvSpPr>
        <p:spPr>
          <a:xfrm>
            <a:off x="15945666" y="9634200"/>
            <a:ext cx="57072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2149" name="Google Shape;12149;p95"/>
          <p:cNvSpPr txBox="1"/>
          <p:nvPr>
            <p:ph idx="15" type="subTitle"/>
          </p:nvPr>
        </p:nvSpPr>
        <p:spPr>
          <a:xfrm>
            <a:off x="15945666" y="10497467"/>
            <a:ext cx="5707200" cy="12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12150" name="Shape 1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51" name="Google Shape;12151;p96"/>
          <p:cNvGrpSpPr/>
          <p:nvPr/>
        </p:nvGrpSpPr>
        <p:grpSpPr>
          <a:xfrm rot="-5400000">
            <a:off x="16839396" y="4438196"/>
            <a:ext cx="11981600" cy="3106514"/>
            <a:chOff x="2582150" y="3714800"/>
            <a:chExt cx="2689050" cy="697200"/>
          </a:xfrm>
        </p:grpSpPr>
        <p:sp>
          <p:nvSpPr>
            <p:cNvPr id="12152" name="Google Shape;12152;p96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3" name="Google Shape;12153;p96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4" name="Google Shape;12154;p96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5" name="Google Shape;12155;p96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6" name="Google Shape;12156;p96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7" name="Google Shape;12157;p96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8" name="Google Shape;12158;p96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9" name="Google Shape;12159;p96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0" name="Google Shape;12160;p96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1" name="Google Shape;12161;p96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2" name="Google Shape;12162;p96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3" name="Google Shape;12163;p96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4" name="Google Shape;12164;p96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5" name="Google Shape;12165;p96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6" name="Google Shape;12166;p96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7" name="Google Shape;12167;p96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8" name="Google Shape;12168;p96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9" name="Google Shape;12169;p96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0" name="Google Shape;12170;p96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1" name="Google Shape;12171;p96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2" name="Google Shape;12172;p96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3" name="Google Shape;12173;p96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4" name="Google Shape;12174;p96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5" name="Google Shape;12175;p96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6" name="Google Shape;12176;p96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7" name="Google Shape;12177;p96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8" name="Google Shape;12178;p96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9" name="Google Shape;12179;p96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0" name="Google Shape;12180;p96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1" name="Google Shape;12181;p96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2" name="Google Shape;12182;p96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3" name="Google Shape;12183;p96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4" name="Google Shape;12184;p96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5" name="Google Shape;12185;p96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6" name="Google Shape;12186;p96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7" name="Google Shape;12187;p96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8" name="Google Shape;12188;p96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9" name="Google Shape;12189;p96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0" name="Google Shape;12190;p96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1" name="Google Shape;12191;p96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2" name="Google Shape;12192;p96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3" name="Google Shape;12193;p96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4" name="Google Shape;12194;p96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5" name="Google Shape;12195;p96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6" name="Google Shape;12196;p96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7" name="Google Shape;12197;p96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8" name="Google Shape;12198;p96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9" name="Google Shape;12199;p96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0" name="Google Shape;12200;p96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1" name="Google Shape;12201;p96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2" name="Google Shape;12202;p96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3" name="Google Shape;12203;p96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4" name="Google Shape;12204;p96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5" name="Google Shape;12205;p96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6" name="Google Shape;12206;p96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7" name="Google Shape;12207;p96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8" name="Google Shape;12208;p96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9" name="Google Shape;12209;p96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0" name="Google Shape;12210;p96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1" name="Google Shape;12211;p96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212" name="Google Shape;12212;p96"/>
          <p:cNvGrpSpPr/>
          <p:nvPr/>
        </p:nvGrpSpPr>
        <p:grpSpPr>
          <a:xfrm flipH="1" rot="5400000">
            <a:off x="-4437000" y="4438196"/>
            <a:ext cx="11981600" cy="3106514"/>
            <a:chOff x="2582150" y="3714800"/>
            <a:chExt cx="2689050" cy="697200"/>
          </a:xfrm>
        </p:grpSpPr>
        <p:sp>
          <p:nvSpPr>
            <p:cNvPr id="12213" name="Google Shape;12213;p96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4" name="Google Shape;12214;p96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5" name="Google Shape;12215;p96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6" name="Google Shape;12216;p96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7" name="Google Shape;12217;p96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8" name="Google Shape;12218;p96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9" name="Google Shape;12219;p96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0" name="Google Shape;12220;p96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1" name="Google Shape;12221;p96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2" name="Google Shape;12222;p96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3" name="Google Shape;12223;p96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4" name="Google Shape;12224;p96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5" name="Google Shape;12225;p96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6" name="Google Shape;12226;p96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7" name="Google Shape;12227;p96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8" name="Google Shape;12228;p96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9" name="Google Shape;12229;p96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0" name="Google Shape;12230;p96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1" name="Google Shape;12231;p96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2" name="Google Shape;12232;p96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3" name="Google Shape;12233;p96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4" name="Google Shape;12234;p96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5" name="Google Shape;12235;p96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6" name="Google Shape;12236;p96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7" name="Google Shape;12237;p96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8" name="Google Shape;12238;p96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9" name="Google Shape;12239;p96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0" name="Google Shape;12240;p96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1" name="Google Shape;12241;p96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2" name="Google Shape;12242;p96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3" name="Google Shape;12243;p96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4" name="Google Shape;12244;p96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5" name="Google Shape;12245;p96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6" name="Google Shape;12246;p96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7" name="Google Shape;12247;p96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8" name="Google Shape;12248;p96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9" name="Google Shape;12249;p96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0" name="Google Shape;12250;p96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1" name="Google Shape;12251;p96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2" name="Google Shape;12252;p96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3" name="Google Shape;12253;p96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4" name="Google Shape;12254;p96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5" name="Google Shape;12255;p96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6" name="Google Shape;12256;p96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7" name="Google Shape;12257;p96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8" name="Google Shape;12258;p96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9" name="Google Shape;12259;p96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0" name="Google Shape;12260;p96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1" name="Google Shape;12261;p96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2" name="Google Shape;12262;p96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3" name="Google Shape;12263;p96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4" name="Google Shape;12264;p96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5" name="Google Shape;12265;p96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6" name="Google Shape;12266;p96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7" name="Google Shape;12267;p96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8" name="Google Shape;12268;p96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9" name="Google Shape;12269;p96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0" name="Google Shape;12270;p96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1" name="Google Shape;12271;p96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2" name="Google Shape;12272;p96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273" name="Google Shape;12273;p96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74" name="Google Shape;12274;p96"/>
          <p:cNvSpPr txBox="1"/>
          <p:nvPr>
            <p:ph type="title"/>
          </p:nvPr>
        </p:nvSpPr>
        <p:spPr>
          <a:xfrm>
            <a:off x="1920000" y="4273000"/>
            <a:ext cx="101457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12275" name="Google Shape;12275;p96"/>
          <p:cNvSpPr txBox="1"/>
          <p:nvPr>
            <p:ph idx="1" type="subTitle"/>
          </p:nvPr>
        </p:nvSpPr>
        <p:spPr>
          <a:xfrm>
            <a:off x="1920000" y="5889000"/>
            <a:ext cx="101457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12276" name="Google Shape;12276;p96"/>
          <p:cNvSpPr txBox="1"/>
          <p:nvPr>
            <p:ph idx="2" type="title"/>
          </p:nvPr>
        </p:nvSpPr>
        <p:spPr>
          <a:xfrm>
            <a:off x="12318400" y="4273000"/>
            <a:ext cx="101457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12277" name="Google Shape;12277;p96"/>
          <p:cNvSpPr txBox="1"/>
          <p:nvPr>
            <p:ph idx="3" type="subTitle"/>
          </p:nvPr>
        </p:nvSpPr>
        <p:spPr>
          <a:xfrm>
            <a:off x="12318400" y="5934178"/>
            <a:ext cx="101457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12278" name="Google Shape;12278;p96"/>
          <p:cNvSpPr txBox="1"/>
          <p:nvPr>
            <p:ph idx="4" type="title"/>
          </p:nvPr>
        </p:nvSpPr>
        <p:spPr>
          <a:xfrm>
            <a:off x="5929600" y="8320967"/>
            <a:ext cx="125247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12279" name="Google Shape;12279;p96"/>
          <p:cNvSpPr txBox="1"/>
          <p:nvPr>
            <p:ph idx="5" type="subTitle"/>
          </p:nvPr>
        </p:nvSpPr>
        <p:spPr>
          <a:xfrm>
            <a:off x="5929600" y="10004767"/>
            <a:ext cx="125247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12280" name="Google Shape;12280;p96"/>
          <p:cNvSpPr txBox="1"/>
          <p:nvPr>
            <p:ph idx="6"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8_1">
    <p:spTree>
      <p:nvGrpSpPr>
        <p:cNvPr id="12281" name="Shape 12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82" name="Google Shape;12282;p97"/>
          <p:cNvGrpSpPr/>
          <p:nvPr/>
        </p:nvGrpSpPr>
        <p:grpSpPr>
          <a:xfrm>
            <a:off x="18085887" y="36"/>
            <a:ext cx="6298407" cy="4654278"/>
            <a:chOff x="2924750" y="1147900"/>
            <a:chExt cx="1220125" cy="901625"/>
          </a:xfrm>
        </p:grpSpPr>
        <p:sp>
          <p:nvSpPr>
            <p:cNvPr id="12283" name="Google Shape;12283;p97"/>
            <p:cNvSpPr/>
            <p:nvPr/>
          </p:nvSpPr>
          <p:spPr>
            <a:xfrm>
              <a:off x="2925350" y="1181225"/>
              <a:ext cx="175" cy="250"/>
            </a:xfrm>
            <a:custGeom>
              <a:rect b="b" l="l" r="r" t="t"/>
              <a:pathLst>
                <a:path extrusionOk="0" h="10" w="7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4" name="Google Shape;12284;p97"/>
            <p:cNvSpPr/>
            <p:nvPr/>
          </p:nvSpPr>
          <p:spPr>
            <a:xfrm>
              <a:off x="2925650" y="1181825"/>
              <a:ext cx="325" cy="400"/>
            </a:xfrm>
            <a:custGeom>
              <a:rect b="b" l="l" r="r" t="t"/>
              <a:pathLst>
                <a:path extrusionOk="0" h="16" w="13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5" name="Google Shape;12285;p97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6" name="Google Shape;12286;p97"/>
            <p:cNvSpPr/>
            <p:nvPr/>
          </p:nvSpPr>
          <p:spPr>
            <a:xfrm>
              <a:off x="2924750" y="1179750"/>
              <a:ext cx="25" cy="300"/>
            </a:xfrm>
            <a:custGeom>
              <a:rect b="b" l="l" r="r" t="t"/>
              <a:pathLst>
                <a:path extrusionOk="0" h="12" w="1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7" name="Google Shape;12287;p97"/>
            <p:cNvSpPr/>
            <p:nvPr/>
          </p:nvSpPr>
          <p:spPr>
            <a:xfrm>
              <a:off x="2925350" y="1181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8" name="Google Shape;12288;p97"/>
            <p:cNvSpPr/>
            <p:nvPr/>
          </p:nvSpPr>
          <p:spPr>
            <a:xfrm>
              <a:off x="2931900" y="1162175"/>
              <a:ext cx="86650" cy="19375"/>
            </a:xfrm>
            <a:custGeom>
              <a:rect b="b" l="l" r="r" t="t"/>
              <a:pathLst>
                <a:path extrusionOk="0" h="775" w="3466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9" name="Google Shape;12289;p97"/>
            <p:cNvSpPr/>
            <p:nvPr/>
          </p:nvSpPr>
          <p:spPr>
            <a:xfrm>
              <a:off x="3024175" y="1148200"/>
              <a:ext cx="134275" cy="20250"/>
            </a:xfrm>
            <a:custGeom>
              <a:rect b="b" l="l" r="r" t="t"/>
              <a:pathLst>
                <a:path extrusionOk="0" h="810" w="5371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0" name="Google Shape;12290;p97"/>
            <p:cNvSpPr/>
            <p:nvPr/>
          </p:nvSpPr>
          <p:spPr>
            <a:xfrm>
              <a:off x="3114950" y="1293450"/>
              <a:ext cx="203925" cy="127125"/>
            </a:xfrm>
            <a:custGeom>
              <a:rect b="b" l="l" r="r" t="t"/>
              <a:pathLst>
                <a:path extrusionOk="0" h="5085" w="8157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1" name="Google Shape;12291;p97"/>
            <p:cNvSpPr/>
            <p:nvPr/>
          </p:nvSpPr>
          <p:spPr>
            <a:xfrm>
              <a:off x="2925950" y="1177350"/>
              <a:ext cx="77425" cy="50325"/>
            </a:xfrm>
            <a:custGeom>
              <a:rect b="b" l="l" r="r" t="t"/>
              <a:pathLst>
                <a:path extrusionOk="0" h="2013" w="3097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2" name="Google Shape;12292;p97"/>
            <p:cNvSpPr/>
            <p:nvPr/>
          </p:nvSpPr>
          <p:spPr>
            <a:xfrm>
              <a:off x="3007800" y="1224975"/>
              <a:ext cx="107175" cy="68200"/>
            </a:xfrm>
            <a:custGeom>
              <a:rect b="b" l="l" r="r" t="t"/>
              <a:pathLst>
                <a:path extrusionOk="0" h="2728" w="4287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3" name="Google Shape;12293;p97"/>
            <p:cNvSpPr/>
            <p:nvPr/>
          </p:nvSpPr>
          <p:spPr>
            <a:xfrm>
              <a:off x="2924750" y="118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4" name="Google Shape;12294;p97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5" name="Google Shape;12295;p97"/>
            <p:cNvSpPr/>
            <p:nvPr/>
          </p:nvSpPr>
          <p:spPr>
            <a:xfrm>
              <a:off x="2925350" y="11812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6" name="Google Shape;12296;p97"/>
            <p:cNvSpPr/>
            <p:nvPr/>
          </p:nvSpPr>
          <p:spPr>
            <a:xfrm>
              <a:off x="2924750" y="1148200"/>
              <a:ext cx="7175" cy="34850"/>
            </a:xfrm>
            <a:custGeom>
              <a:rect b="b" l="l" r="r" t="t"/>
              <a:pathLst>
                <a:path extrusionOk="0" h="1394" w="287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7" name="Google Shape;12297;p97"/>
            <p:cNvSpPr/>
            <p:nvPr/>
          </p:nvSpPr>
          <p:spPr>
            <a:xfrm>
              <a:off x="2963750" y="1147900"/>
              <a:ext cx="65800" cy="224750"/>
            </a:xfrm>
            <a:custGeom>
              <a:rect b="b" l="l" r="r" t="t"/>
              <a:pathLst>
                <a:path extrusionOk="0" h="8990" w="2632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8" name="Google Shape;12298;p97"/>
            <p:cNvSpPr/>
            <p:nvPr/>
          </p:nvSpPr>
          <p:spPr>
            <a:xfrm>
              <a:off x="3178350" y="1148775"/>
              <a:ext cx="49150" cy="83375"/>
            </a:xfrm>
            <a:custGeom>
              <a:rect b="b" l="l" r="r" t="t"/>
              <a:pathLst>
                <a:path extrusionOk="0" h="3335" w="1966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9" name="Google Shape;12299;p97"/>
            <p:cNvSpPr/>
            <p:nvPr/>
          </p:nvSpPr>
          <p:spPr>
            <a:xfrm>
              <a:off x="3226875" y="1235100"/>
              <a:ext cx="97950" cy="179800"/>
            </a:xfrm>
            <a:custGeom>
              <a:rect b="b" l="l" r="r" t="t"/>
              <a:pathLst>
                <a:path extrusionOk="0" h="7192" w="3918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0" name="Google Shape;12300;p97"/>
            <p:cNvSpPr/>
            <p:nvPr/>
          </p:nvSpPr>
          <p:spPr>
            <a:xfrm>
              <a:off x="3496850" y="1223200"/>
              <a:ext cx="70575" cy="90500"/>
            </a:xfrm>
            <a:custGeom>
              <a:rect b="b" l="l" r="r" t="t"/>
              <a:pathLst>
                <a:path extrusionOk="0" h="3620" w="2823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1" name="Google Shape;12301;p97"/>
            <p:cNvSpPr/>
            <p:nvPr/>
          </p:nvSpPr>
          <p:spPr>
            <a:xfrm>
              <a:off x="3568875" y="1316375"/>
              <a:ext cx="104225" cy="127100"/>
            </a:xfrm>
            <a:custGeom>
              <a:rect b="b" l="l" r="r" t="t"/>
              <a:pathLst>
                <a:path extrusionOk="0" h="5084" w="4169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2" name="Google Shape;12302;p97"/>
            <p:cNvSpPr/>
            <p:nvPr/>
          </p:nvSpPr>
          <p:spPr>
            <a:xfrm>
              <a:off x="3432250" y="1148200"/>
              <a:ext cx="64625" cy="75025"/>
            </a:xfrm>
            <a:custGeom>
              <a:rect b="b" l="l" r="r" t="t"/>
              <a:pathLst>
                <a:path extrusionOk="0" h="3001" w="2585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3" name="Google Shape;12303;p97"/>
            <p:cNvSpPr/>
            <p:nvPr/>
          </p:nvSpPr>
          <p:spPr>
            <a:xfrm>
              <a:off x="2964350" y="1148200"/>
              <a:ext cx="427150" cy="226525"/>
            </a:xfrm>
            <a:custGeom>
              <a:rect b="b" l="l" r="r" t="t"/>
              <a:pathLst>
                <a:path extrusionOk="0" h="9061" w="17086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4" name="Google Shape;12304;p97"/>
            <p:cNvSpPr/>
            <p:nvPr/>
          </p:nvSpPr>
          <p:spPr>
            <a:xfrm>
              <a:off x="3321825" y="1432750"/>
              <a:ext cx="8375" cy="4325"/>
            </a:xfrm>
            <a:custGeom>
              <a:rect b="b" l="l" r="r" t="t"/>
              <a:pathLst>
                <a:path extrusionOk="0" h="173" w="335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5" name="Google Shape;12305;p97"/>
            <p:cNvSpPr/>
            <p:nvPr/>
          </p:nvSpPr>
          <p:spPr>
            <a:xfrm>
              <a:off x="3335825" y="1148200"/>
              <a:ext cx="226825" cy="267000"/>
            </a:xfrm>
            <a:custGeom>
              <a:rect b="b" l="l" r="r" t="t"/>
              <a:pathLst>
                <a:path extrusionOk="0" h="10680" w="9073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6" name="Google Shape;12306;p97"/>
            <p:cNvSpPr/>
            <p:nvPr/>
          </p:nvSpPr>
          <p:spPr>
            <a:xfrm>
              <a:off x="3867725" y="1148200"/>
              <a:ext cx="46775" cy="39000"/>
            </a:xfrm>
            <a:custGeom>
              <a:rect b="b" l="l" r="r" t="t"/>
              <a:pathLst>
                <a:path extrusionOk="0" h="1560" w="1871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7" name="Google Shape;12307;p97"/>
            <p:cNvSpPr/>
            <p:nvPr/>
          </p:nvSpPr>
          <p:spPr>
            <a:xfrm>
              <a:off x="3688250" y="1330350"/>
              <a:ext cx="105100" cy="114625"/>
            </a:xfrm>
            <a:custGeom>
              <a:rect b="b" l="l" r="r" t="t"/>
              <a:pathLst>
                <a:path extrusionOk="0" h="4585" w="4204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8" name="Google Shape;12308;p97"/>
            <p:cNvSpPr/>
            <p:nvPr/>
          </p:nvSpPr>
          <p:spPr>
            <a:xfrm>
              <a:off x="3798375" y="1205350"/>
              <a:ext cx="116125" cy="127400"/>
            </a:xfrm>
            <a:custGeom>
              <a:rect b="b" l="l" r="r" t="t"/>
              <a:pathLst>
                <a:path extrusionOk="0" h="5096" w="4645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9" name="Google Shape;12309;p97"/>
            <p:cNvSpPr/>
            <p:nvPr/>
          </p:nvSpPr>
          <p:spPr>
            <a:xfrm>
              <a:off x="3335825" y="1313675"/>
              <a:ext cx="235775" cy="107500"/>
            </a:xfrm>
            <a:custGeom>
              <a:rect b="b" l="l" r="r" t="t"/>
              <a:pathLst>
                <a:path extrusionOk="0" h="4300" w="9431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0" name="Google Shape;12310;p97"/>
            <p:cNvSpPr/>
            <p:nvPr/>
          </p:nvSpPr>
          <p:spPr>
            <a:xfrm>
              <a:off x="3573950" y="1221400"/>
              <a:ext cx="200050" cy="95575"/>
            </a:xfrm>
            <a:custGeom>
              <a:rect b="b" l="l" r="r" t="t"/>
              <a:pathLst>
                <a:path extrusionOk="0" h="3823" w="8002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1" name="Google Shape;12311;p97"/>
            <p:cNvSpPr/>
            <p:nvPr/>
          </p:nvSpPr>
          <p:spPr>
            <a:xfrm>
              <a:off x="3336725" y="1420550"/>
              <a:ext cx="327425" cy="35725"/>
            </a:xfrm>
            <a:custGeom>
              <a:rect b="b" l="l" r="r" t="t"/>
              <a:pathLst>
                <a:path extrusionOk="0" h="1429" w="13097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2" name="Google Shape;12312;p97"/>
            <p:cNvSpPr/>
            <p:nvPr/>
          </p:nvSpPr>
          <p:spPr>
            <a:xfrm>
              <a:off x="3331050" y="1428575"/>
              <a:ext cx="531350" cy="595650"/>
            </a:xfrm>
            <a:custGeom>
              <a:rect b="b" l="l" r="r" t="t"/>
              <a:pathLst>
                <a:path extrusionOk="0" h="23826" w="21254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3" name="Google Shape;12313;p97"/>
            <p:cNvSpPr/>
            <p:nvPr/>
          </p:nvSpPr>
          <p:spPr>
            <a:xfrm>
              <a:off x="3684975" y="1465200"/>
              <a:ext cx="135150" cy="215225"/>
            </a:xfrm>
            <a:custGeom>
              <a:rect b="b" l="l" r="r" t="t"/>
              <a:pathLst>
                <a:path extrusionOk="0" h="8609" w="5406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4" name="Google Shape;12314;p97"/>
            <p:cNvSpPr/>
            <p:nvPr/>
          </p:nvSpPr>
          <p:spPr>
            <a:xfrm>
              <a:off x="3807000" y="1404475"/>
              <a:ext cx="1525" cy="1800"/>
            </a:xfrm>
            <a:custGeom>
              <a:rect b="b" l="l" r="r" t="t"/>
              <a:pathLst>
                <a:path extrusionOk="0" h="72" w="61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5" name="Google Shape;12315;p97"/>
            <p:cNvSpPr/>
            <p:nvPr/>
          </p:nvSpPr>
          <p:spPr>
            <a:xfrm>
              <a:off x="3802850" y="1412200"/>
              <a:ext cx="39600" cy="263150"/>
            </a:xfrm>
            <a:custGeom>
              <a:rect b="b" l="l" r="r" t="t"/>
              <a:pathLst>
                <a:path extrusionOk="0" h="10526" w="1584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6" name="Google Shape;12316;p97"/>
            <p:cNvSpPr/>
            <p:nvPr/>
          </p:nvSpPr>
          <p:spPr>
            <a:xfrm>
              <a:off x="3779925" y="1231525"/>
              <a:ext cx="27400" cy="168800"/>
            </a:xfrm>
            <a:custGeom>
              <a:rect b="b" l="l" r="r" t="t"/>
              <a:pathLst>
                <a:path extrusionOk="0" h="6752" w="1096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7" name="Google Shape;12317;p97"/>
            <p:cNvSpPr/>
            <p:nvPr/>
          </p:nvSpPr>
          <p:spPr>
            <a:xfrm>
              <a:off x="3692700" y="1340475"/>
              <a:ext cx="254525" cy="111350"/>
            </a:xfrm>
            <a:custGeom>
              <a:rect b="b" l="l" r="r" t="t"/>
              <a:pathLst>
                <a:path extrusionOk="0" h="4454" w="10181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8" name="Google Shape;12318;p97"/>
            <p:cNvSpPr/>
            <p:nvPr/>
          </p:nvSpPr>
          <p:spPr>
            <a:xfrm>
              <a:off x="3949600" y="1148200"/>
              <a:ext cx="145275" cy="193775"/>
            </a:xfrm>
            <a:custGeom>
              <a:rect b="b" l="l" r="r" t="t"/>
              <a:pathLst>
                <a:path extrusionOk="0" h="7751" w="5811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9" name="Google Shape;12319;p97"/>
            <p:cNvSpPr/>
            <p:nvPr/>
          </p:nvSpPr>
          <p:spPr>
            <a:xfrm>
              <a:off x="3922500" y="1210400"/>
              <a:ext cx="28300" cy="133075"/>
            </a:xfrm>
            <a:custGeom>
              <a:rect b="b" l="l" r="r" t="t"/>
              <a:pathLst>
                <a:path extrusionOk="0" h="5323" w="1132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0" name="Google Shape;12320;p97"/>
            <p:cNvSpPr/>
            <p:nvPr/>
          </p:nvSpPr>
          <p:spPr>
            <a:xfrm>
              <a:off x="4062400" y="1422025"/>
              <a:ext cx="82475" cy="66100"/>
            </a:xfrm>
            <a:custGeom>
              <a:rect b="b" l="l" r="r" t="t"/>
              <a:pathLst>
                <a:path extrusionOk="0" h="2644" w="3299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1" name="Google Shape;12321;p97"/>
            <p:cNvSpPr/>
            <p:nvPr/>
          </p:nvSpPr>
          <p:spPr>
            <a:xfrm>
              <a:off x="3943925" y="1338950"/>
              <a:ext cx="113725" cy="85775"/>
            </a:xfrm>
            <a:custGeom>
              <a:rect b="b" l="l" r="r" t="t"/>
              <a:pathLst>
                <a:path extrusionOk="0" h="3431" w="4549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2" name="Google Shape;12322;p97"/>
            <p:cNvSpPr/>
            <p:nvPr/>
          </p:nvSpPr>
          <p:spPr>
            <a:xfrm>
              <a:off x="3988275" y="1670575"/>
              <a:ext cx="3300" cy="2400"/>
            </a:xfrm>
            <a:custGeom>
              <a:rect b="b" l="l" r="r" t="t"/>
              <a:pathLst>
                <a:path extrusionOk="0" h="96" w="132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3" name="Google Shape;12323;p97"/>
            <p:cNvSpPr/>
            <p:nvPr/>
          </p:nvSpPr>
          <p:spPr>
            <a:xfrm>
              <a:off x="3997500" y="1148200"/>
              <a:ext cx="147075" cy="480725"/>
            </a:xfrm>
            <a:custGeom>
              <a:rect b="b" l="l" r="r" t="t"/>
              <a:pathLst>
                <a:path extrusionOk="0" h="19229" w="5883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4" name="Google Shape;12324;p97"/>
            <p:cNvSpPr/>
            <p:nvPr/>
          </p:nvSpPr>
          <p:spPr>
            <a:xfrm>
              <a:off x="3833500" y="1736350"/>
              <a:ext cx="39925" cy="281600"/>
            </a:xfrm>
            <a:custGeom>
              <a:rect b="b" l="l" r="r" t="t"/>
              <a:pathLst>
                <a:path extrusionOk="0" h="11264" w="1597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5" name="Google Shape;12325;p97"/>
            <p:cNvSpPr/>
            <p:nvPr/>
          </p:nvSpPr>
          <p:spPr>
            <a:xfrm>
              <a:off x="3873400" y="1667900"/>
              <a:ext cx="115500" cy="351550"/>
            </a:xfrm>
            <a:custGeom>
              <a:rect b="b" l="l" r="r" t="t"/>
              <a:pathLst>
                <a:path extrusionOk="0" h="14062" w="462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6" name="Google Shape;12326;p97"/>
            <p:cNvSpPr/>
            <p:nvPr/>
          </p:nvSpPr>
          <p:spPr>
            <a:xfrm>
              <a:off x="4009425" y="1573825"/>
              <a:ext cx="135450" cy="64925"/>
            </a:xfrm>
            <a:custGeom>
              <a:rect b="b" l="l" r="r" t="t"/>
              <a:pathLst>
                <a:path extrusionOk="0" h="2597" w="5418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7" name="Google Shape;12327;p97"/>
            <p:cNvSpPr/>
            <p:nvPr/>
          </p:nvSpPr>
          <p:spPr>
            <a:xfrm>
              <a:off x="3864450" y="1649725"/>
              <a:ext cx="108075" cy="53925"/>
            </a:xfrm>
            <a:custGeom>
              <a:rect b="b" l="l" r="r" t="t"/>
              <a:pathLst>
                <a:path extrusionOk="0" h="2157" w="4323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8" name="Google Shape;12328;p97"/>
            <p:cNvSpPr/>
            <p:nvPr/>
          </p:nvSpPr>
          <p:spPr>
            <a:xfrm>
              <a:off x="3876375" y="1648550"/>
              <a:ext cx="268500" cy="374775"/>
            </a:xfrm>
            <a:custGeom>
              <a:rect b="b" l="l" r="r" t="t"/>
              <a:pathLst>
                <a:path extrusionOk="0" h="14991" w="1074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9" name="Google Shape;12329;p97"/>
            <p:cNvSpPr/>
            <p:nvPr/>
          </p:nvSpPr>
          <p:spPr>
            <a:xfrm>
              <a:off x="3970725" y="1626200"/>
              <a:ext cx="44675" cy="45050"/>
            </a:xfrm>
            <a:custGeom>
              <a:rect b="b" l="l" r="r" t="t"/>
              <a:pathLst>
                <a:path extrusionOk="0" h="1802" w="1787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0" name="Google Shape;12330;p97"/>
            <p:cNvSpPr/>
            <p:nvPr/>
          </p:nvSpPr>
          <p:spPr>
            <a:xfrm>
              <a:off x="3799275" y="1673800"/>
              <a:ext cx="66400" cy="63775"/>
            </a:xfrm>
            <a:custGeom>
              <a:rect b="b" l="l" r="r" t="t"/>
              <a:pathLst>
                <a:path extrusionOk="0" h="2551" w="2656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1" name="Google Shape;12331;p97"/>
            <p:cNvSpPr/>
            <p:nvPr/>
          </p:nvSpPr>
          <p:spPr>
            <a:xfrm>
              <a:off x="2952150" y="1372925"/>
              <a:ext cx="24425" cy="22850"/>
            </a:xfrm>
            <a:custGeom>
              <a:rect b="b" l="l" r="r" t="t"/>
              <a:pathLst>
                <a:path extrusionOk="0" h="914" w="977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2" name="Google Shape;12332;p97"/>
            <p:cNvSpPr/>
            <p:nvPr/>
          </p:nvSpPr>
          <p:spPr>
            <a:xfrm>
              <a:off x="3905825" y="1180125"/>
              <a:ext cx="33975" cy="32075"/>
            </a:xfrm>
            <a:custGeom>
              <a:rect b="b" l="l" r="r" t="t"/>
              <a:pathLst>
                <a:path extrusionOk="0" h="1283" w="1359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3" name="Google Shape;12333;p97"/>
            <p:cNvSpPr/>
            <p:nvPr/>
          </p:nvSpPr>
          <p:spPr>
            <a:xfrm>
              <a:off x="3663250" y="1438025"/>
              <a:ext cx="32175" cy="31950"/>
            </a:xfrm>
            <a:custGeom>
              <a:rect b="b" l="l" r="r" t="t"/>
              <a:pathLst>
                <a:path extrusionOk="0" h="1278" w="1287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4" name="Google Shape;12334;p97"/>
            <p:cNvSpPr/>
            <p:nvPr/>
          </p:nvSpPr>
          <p:spPr>
            <a:xfrm>
              <a:off x="3771300" y="1209975"/>
              <a:ext cx="23525" cy="22375"/>
            </a:xfrm>
            <a:custGeom>
              <a:rect b="b" l="l" r="r" t="t"/>
              <a:pathLst>
                <a:path extrusionOk="0" h="895" w="941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5" name="Google Shape;12335;p97"/>
            <p:cNvSpPr/>
            <p:nvPr/>
          </p:nvSpPr>
          <p:spPr>
            <a:xfrm>
              <a:off x="3896300" y="1404575"/>
              <a:ext cx="24750" cy="22450"/>
            </a:xfrm>
            <a:custGeom>
              <a:rect b="b" l="l" r="r" t="t"/>
              <a:pathLst>
                <a:path extrusionOk="0" h="898" w="99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6" name="Google Shape;12336;p97"/>
            <p:cNvSpPr/>
            <p:nvPr/>
          </p:nvSpPr>
          <p:spPr>
            <a:xfrm>
              <a:off x="3314975" y="1411675"/>
              <a:ext cx="23550" cy="22800"/>
            </a:xfrm>
            <a:custGeom>
              <a:rect b="b" l="l" r="r" t="t"/>
              <a:pathLst>
                <a:path extrusionOk="0" h="912" w="942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7" name="Google Shape;12337;p97"/>
            <p:cNvSpPr/>
            <p:nvPr/>
          </p:nvSpPr>
          <p:spPr>
            <a:xfrm>
              <a:off x="3166450" y="1148200"/>
              <a:ext cx="18475" cy="4700"/>
            </a:xfrm>
            <a:custGeom>
              <a:rect b="b" l="l" r="r" t="t"/>
              <a:pathLst>
                <a:path extrusionOk="0" h="188" w="739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8" name="Google Shape;12338;p97"/>
            <p:cNvSpPr/>
            <p:nvPr/>
          </p:nvSpPr>
          <p:spPr>
            <a:xfrm>
              <a:off x="3852550" y="2017750"/>
              <a:ext cx="33950" cy="31775"/>
            </a:xfrm>
            <a:custGeom>
              <a:rect b="b" l="l" r="r" t="t"/>
              <a:pathLst>
                <a:path extrusionOk="0" h="1271" w="1358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9" name="Google Shape;12339;p97"/>
            <p:cNvSpPr/>
            <p:nvPr/>
          </p:nvSpPr>
          <p:spPr>
            <a:xfrm>
              <a:off x="3796600" y="1402900"/>
              <a:ext cx="13700" cy="13525"/>
            </a:xfrm>
            <a:custGeom>
              <a:rect b="b" l="l" r="r" t="t"/>
              <a:pathLst>
                <a:path extrusionOk="0" h="541" w="548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0" name="Google Shape;12340;p97"/>
            <p:cNvSpPr/>
            <p:nvPr/>
          </p:nvSpPr>
          <p:spPr>
            <a:xfrm>
              <a:off x="3563825" y="1305250"/>
              <a:ext cx="12825" cy="13225"/>
            </a:xfrm>
            <a:custGeom>
              <a:rect b="b" l="l" r="r" t="t"/>
              <a:pathLst>
                <a:path extrusionOk="0" h="529" w="513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1" name="Google Shape;12341;p97"/>
            <p:cNvSpPr/>
            <p:nvPr/>
          </p:nvSpPr>
          <p:spPr>
            <a:xfrm>
              <a:off x="3679325" y="1251700"/>
              <a:ext cx="13400" cy="13375"/>
            </a:xfrm>
            <a:custGeom>
              <a:rect b="b" l="l" r="r" t="t"/>
              <a:pathLst>
                <a:path extrusionOk="0" h="535" w="536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2" name="Google Shape;12342;p97"/>
            <p:cNvSpPr/>
            <p:nvPr/>
          </p:nvSpPr>
          <p:spPr>
            <a:xfrm>
              <a:off x="3144725" y="1163875"/>
              <a:ext cx="14600" cy="13400"/>
            </a:xfrm>
            <a:custGeom>
              <a:rect b="b" l="l" r="r" t="t"/>
              <a:pathLst>
                <a:path extrusionOk="0" h="536" w="584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3" name="Google Shape;12343;p97"/>
            <p:cNvSpPr/>
            <p:nvPr/>
          </p:nvSpPr>
          <p:spPr>
            <a:xfrm>
              <a:off x="3218550" y="1236775"/>
              <a:ext cx="14300" cy="13050"/>
            </a:xfrm>
            <a:custGeom>
              <a:rect b="b" l="l" r="r" t="t"/>
              <a:pathLst>
                <a:path extrusionOk="0" h="522" w="572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4" name="Google Shape;12344;p97"/>
            <p:cNvSpPr/>
            <p:nvPr/>
          </p:nvSpPr>
          <p:spPr>
            <a:xfrm>
              <a:off x="3135200" y="1280250"/>
              <a:ext cx="13725" cy="13400"/>
            </a:xfrm>
            <a:custGeom>
              <a:rect b="b" l="l" r="r" t="t"/>
              <a:pathLst>
                <a:path extrusionOk="0" h="536" w="549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345" name="Google Shape;12345;p97"/>
          <p:cNvGrpSpPr/>
          <p:nvPr/>
        </p:nvGrpSpPr>
        <p:grpSpPr>
          <a:xfrm flipH="1">
            <a:off x="-10" y="36"/>
            <a:ext cx="6298407" cy="4654278"/>
            <a:chOff x="2924750" y="1147900"/>
            <a:chExt cx="1220125" cy="901625"/>
          </a:xfrm>
        </p:grpSpPr>
        <p:sp>
          <p:nvSpPr>
            <p:cNvPr id="12346" name="Google Shape;12346;p97"/>
            <p:cNvSpPr/>
            <p:nvPr/>
          </p:nvSpPr>
          <p:spPr>
            <a:xfrm>
              <a:off x="2925350" y="1181225"/>
              <a:ext cx="175" cy="250"/>
            </a:xfrm>
            <a:custGeom>
              <a:rect b="b" l="l" r="r" t="t"/>
              <a:pathLst>
                <a:path extrusionOk="0" h="10" w="7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7" name="Google Shape;12347;p97"/>
            <p:cNvSpPr/>
            <p:nvPr/>
          </p:nvSpPr>
          <p:spPr>
            <a:xfrm>
              <a:off x="2925650" y="1181825"/>
              <a:ext cx="325" cy="400"/>
            </a:xfrm>
            <a:custGeom>
              <a:rect b="b" l="l" r="r" t="t"/>
              <a:pathLst>
                <a:path extrusionOk="0" h="16" w="13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8" name="Google Shape;12348;p97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9" name="Google Shape;12349;p97"/>
            <p:cNvSpPr/>
            <p:nvPr/>
          </p:nvSpPr>
          <p:spPr>
            <a:xfrm>
              <a:off x="2924750" y="1179750"/>
              <a:ext cx="25" cy="300"/>
            </a:xfrm>
            <a:custGeom>
              <a:rect b="b" l="l" r="r" t="t"/>
              <a:pathLst>
                <a:path extrusionOk="0" h="12" w="1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0" name="Google Shape;12350;p97"/>
            <p:cNvSpPr/>
            <p:nvPr/>
          </p:nvSpPr>
          <p:spPr>
            <a:xfrm>
              <a:off x="2925350" y="1181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1" name="Google Shape;12351;p97"/>
            <p:cNvSpPr/>
            <p:nvPr/>
          </p:nvSpPr>
          <p:spPr>
            <a:xfrm>
              <a:off x="2931900" y="1162175"/>
              <a:ext cx="86650" cy="19375"/>
            </a:xfrm>
            <a:custGeom>
              <a:rect b="b" l="l" r="r" t="t"/>
              <a:pathLst>
                <a:path extrusionOk="0" h="775" w="3466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2" name="Google Shape;12352;p97"/>
            <p:cNvSpPr/>
            <p:nvPr/>
          </p:nvSpPr>
          <p:spPr>
            <a:xfrm>
              <a:off x="3024175" y="1148200"/>
              <a:ext cx="134275" cy="20250"/>
            </a:xfrm>
            <a:custGeom>
              <a:rect b="b" l="l" r="r" t="t"/>
              <a:pathLst>
                <a:path extrusionOk="0" h="810" w="5371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3" name="Google Shape;12353;p97"/>
            <p:cNvSpPr/>
            <p:nvPr/>
          </p:nvSpPr>
          <p:spPr>
            <a:xfrm>
              <a:off x="3114950" y="1293450"/>
              <a:ext cx="203925" cy="127125"/>
            </a:xfrm>
            <a:custGeom>
              <a:rect b="b" l="l" r="r" t="t"/>
              <a:pathLst>
                <a:path extrusionOk="0" h="5085" w="8157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4" name="Google Shape;12354;p97"/>
            <p:cNvSpPr/>
            <p:nvPr/>
          </p:nvSpPr>
          <p:spPr>
            <a:xfrm>
              <a:off x="2925950" y="1177350"/>
              <a:ext cx="77425" cy="50325"/>
            </a:xfrm>
            <a:custGeom>
              <a:rect b="b" l="l" r="r" t="t"/>
              <a:pathLst>
                <a:path extrusionOk="0" h="2013" w="3097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5" name="Google Shape;12355;p97"/>
            <p:cNvSpPr/>
            <p:nvPr/>
          </p:nvSpPr>
          <p:spPr>
            <a:xfrm>
              <a:off x="3007800" y="1224975"/>
              <a:ext cx="107175" cy="68200"/>
            </a:xfrm>
            <a:custGeom>
              <a:rect b="b" l="l" r="r" t="t"/>
              <a:pathLst>
                <a:path extrusionOk="0" h="2728" w="4287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6" name="Google Shape;12356;p97"/>
            <p:cNvSpPr/>
            <p:nvPr/>
          </p:nvSpPr>
          <p:spPr>
            <a:xfrm>
              <a:off x="2924750" y="118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7" name="Google Shape;12357;p97"/>
            <p:cNvSpPr/>
            <p:nvPr/>
          </p:nvSpPr>
          <p:spPr>
            <a:xfrm>
              <a:off x="2926250" y="118242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8" name="Google Shape;12358;p97"/>
            <p:cNvSpPr/>
            <p:nvPr/>
          </p:nvSpPr>
          <p:spPr>
            <a:xfrm>
              <a:off x="2925350" y="1181225"/>
              <a:ext cx="25" cy="325"/>
            </a:xfrm>
            <a:custGeom>
              <a:rect b="b" l="l" r="r" t="t"/>
              <a:pathLst>
                <a:path extrusionOk="0" h="13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9" name="Google Shape;12359;p97"/>
            <p:cNvSpPr/>
            <p:nvPr/>
          </p:nvSpPr>
          <p:spPr>
            <a:xfrm>
              <a:off x="2924750" y="1148200"/>
              <a:ext cx="7175" cy="34850"/>
            </a:xfrm>
            <a:custGeom>
              <a:rect b="b" l="l" r="r" t="t"/>
              <a:pathLst>
                <a:path extrusionOk="0" h="1394" w="287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0" name="Google Shape;12360;p97"/>
            <p:cNvSpPr/>
            <p:nvPr/>
          </p:nvSpPr>
          <p:spPr>
            <a:xfrm>
              <a:off x="2963750" y="1147900"/>
              <a:ext cx="65800" cy="224750"/>
            </a:xfrm>
            <a:custGeom>
              <a:rect b="b" l="l" r="r" t="t"/>
              <a:pathLst>
                <a:path extrusionOk="0" h="8990" w="2632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1" name="Google Shape;12361;p97"/>
            <p:cNvSpPr/>
            <p:nvPr/>
          </p:nvSpPr>
          <p:spPr>
            <a:xfrm>
              <a:off x="3178350" y="1148775"/>
              <a:ext cx="49150" cy="83375"/>
            </a:xfrm>
            <a:custGeom>
              <a:rect b="b" l="l" r="r" t="t"/>
              <a:pathLst>
                <a:path extrusionOk="0" h="3335" w="1966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2" name="Google Shape;12362;p97"/>
            <p:cNvSpPr/>
            <p:nvPr/>
          </p:nvSpPr>
          <p:spPr>
            <a:xfrm>
              <a:off x="3226875" y="1235100"/>
              <a:ext cx="97950" cy="179800"/>
            </a:xfrm>
            <a:custGeom>
              <a:rect b="b" l="l" r="r" t="t"/>
              <a:pathLst>
                <a:path extrusionOk="0" h="7192" w="3918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3" name="Google Shape;12363;p97"/>
            <p:cNvSpPr/>
            <p:nvPr/>
          </p:nvSpPr>
          <p:spPr>
            <a:xfrm>
              <a:off x="3496850" y="1223200"/>
              <a:ext cx="70575" cy="90500"/>
            </a:xfrm>
            <a:custGeom>
              <a:rect b="b" l="l" r="r" t="t"/>
              <a:pathLst>
                <a:path extrusionOk="0" h="3620" w="2823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4" name="Google Shape;12364;p97"/>
            <p:cNvSpPr/>
            <p:nvPr/>
          </p:nvSpPr>
          <p:spPr>
            <a:xfrm>
              <a:off x="3568875" y="1316375"/>
              <a:ext cx="104225" cy="127100"/>
            </a:xfrm>
            <a:custGeom>
              <a:rect b="b" l="l" r="r" t="t"/>
              <a:pathLst>
                <a:path extrusionOk="0" h="5084" w="4169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5" name="Google Shape;12365;p97"/>
            <p:cNvSpPr/>
            <p:nvPr/>
          </p:nvSpPr>
          <p:spPr>
            <a:xfrm>
              <a:off x="3432250" y="1148200"/>
              <a:ext cx="64625" cy="75025"/>
            </a:xfrm>
            <a:custGeom>
              <a:rect b="b" l="l" r="r" t="t"/>
              <a:pathLst>
                <a:path extrusionOk="0" h="3001" w="2585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6" name="Google Shape;12366;p97"/>
            <p:cNvSpPr/>
            <p:nvPr/>
          </p:nvSpPr>
          <p:spPr>
            <a:xfrm>
              <a:off x="2964350" y="1148200"/>
              <a:ext cx="427150" cy="226525"/>
            </a:xfrm>
            <a:custGeom>
              <a:rect b="b" l="l" r="r" t="t"/>
              <a:pathLst>
                <a:path extrusionOk="0" h="9061" w="17086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7" name="Google Shape;12367;p97"/>
            <p:cNvSpPr/>
            <p:nvPr/>
          </p:nvSpPr>
          <p:spPr>
            <a:xfrm>
              <a:off x="3321825" y="1432750"/>
              <a:ext cx="8375" cy="4325"/>
            </a:xfrm>
            <a:custGeom>
              <a:rect b="b" l="l" r="r" t="t"/>
              <a:pathLst>
                <a:path extrusionOk="0" h="173" w="335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8" name="Google Shape;12368;p97"/>
            <p:cNvSpPr/>
            <p:nvPr/>
          </p:nvSpPr>
          <p:spPr>
            <a:xfrm>
              <a:off x="3335825" y="1148200"/>
              <a:ext cx="226825" cy="267000"/>
            </a:xfrm>
            <a:custGeom>
              <a:rect b="b" l="l" r="r" t="t"/>
              <a:pathLst>
                <a:path extrusionOk="0" h="10680" w="9073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9" name="Google Shape;12369;p97"/>
            <p:cNvSpPr/>
            <p:nvPr/>
          </p:nvSpPr>
          <p:spPr>
            <a:xfrm>
              <a:off x="3867725" y="1148200"/>
              <a:ext cx="46775" cy="39000"/>
            </a:xfrm>
            <a:custGeom>
              <a:rect b="b" l="l" r="r" t="t"/>
              <a:pathLst>
                <a:path extrusionOk="0" h="1560" w="1871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0" name="Google Shape;12370;p97"/>
            <p:cNvSpPr/>
            <p:nvPr/>
          </p:nvSpPr>
          <p:spPr>
            <a:xfrm>
              <a:off x="3688250" y="1330350"/>
              <a:ext cx="105100" cy="114625"/>
            </a:xfrm>
            <a:custGeom>
              <a:rect b="b" l="l" r="r" t="t"/>
              <a:pathLst>
                <a:path extrusionOk="0" h="4585" w="4204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1" name="Google Shape;12371;p97"/>
            <p:cNvSpPr/>
            <p:nvPr/>
          </p:nvSpPr>
          <p:spPr>
            <a:xfrm>
              <a:off x="3798375" y="1205350"/>
              <a:ext cx="116125" cy="127400"/>
            </a:xfrm>
            <a:custGeom>
              <a:rect b="b" l="l" r="r" t="t"/>
              <a:pathLst>
                <a:path extrusionOk="0" h="5096" w="4645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2" name="Google Shape;12372;p97"/>
            <p:cNvSpPr/>
            <p:nvPr/>
          </p:nvSpPr>
          <p:spPr>
            <a:xfrm>
              <a:off x="3335825" y="1313675"/>
              <a:ext cx="235775" cy="107500"/>
            </a:xfrm>
            <a:custGeom>
              <a:rect b="b" l="l" r="r" t="t"/>
              <a:pathLst>
                <a:path extrusionOk="0" h="4300" w="9431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3" name="Google Shape;12373;p97"/>
            <p:cNvSpPr/>
            <p:nvPr/>
          </p:nvSpPr>
          <p:spPr>
            <a:xfrm>
              <a:off x="3573950" y="1221400"/>
              <a:ext cx="200050" cy="95575"/>
            </a:xfrm>
            <a:custGeom>
              <a:rect b="b" l="l" r="r" t="t"/>
              <a:pathLst>
                <a:path extrusionOk="0" h="3823" w="8002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4" name="Google Shape;12374;p97"/>
            <p:cNvSpPr/>
            <p:nvPr/>
          </p:nvSpPr>
          <p:spPr>
            <a:xfrm>
              <a:off x="3336725" y="1420550"/>
              <a:ext cx="327425" cy="35725"/>
            </a:xfrm>
            <a:custGeom>
              <a:rect b="b" l="l" r="r" t="t"/>
              <a:pathLst>
                <a:path extrusionOk="0" h="1429" w="13097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5" name="Google Shape;12375;p97"/>
            <p:cNvSpPr/>
            <p:nvPr/>
          </p:nvSpPr>
          <p:spPr>
            <a:xfrm>
              <a:off x="3331050" y="1428575"/>
              <a:ext cx="531350" cy="595650"/>
            </a:xfrm>
            <a:custGeom>
              <a:rect b="b" l="l" r="r" t="t"/>
              <a:pathLst>
                <a:path extrusionOk="0" h="23826" w="21254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6" name="Google Shape;12376;p97"/>
            <p:cNvSpPr/>
            <p:nvPr/>
          </p:nvSpPr>
          <p:spPr>
            <a:xfrm>
              <a:off x="3684975" y="1465200"/>
              <a:ext cx="135150" cy="215225"/>
            </a:xfrm>
            <a:custGeom>
              <a:rect b="b" l="l" r="r" t="t"/>
              <a:pathLst>
                <a:path extrusionOk="0" h="8609" w="5406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7" name="Google Shape;12377;p97"/>
            <p:cNvSpPr/>
            <p:nvPr/>
          </p:nvSpPr>
          <p:spPr>
            <a:xfrm>
              <a:off x="3807000" y="1404475"/>
              <a:ext cx="1525" cy="1800"/>
            </a:xfrm>
            <a:custGeom>
              <a:rect b="b" l="l" r="r" t="t"/>
              <a:pathLst>
                <a:path extrusionOk="0" h="72" w="61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8" name="Google Shape;12378;p97"/>
            <p:cNvSpPr/>
            <p:nvPr/>
          </p:nvSpPr>
          <p:spPr>
            <a:xfrm>
              <a:off x="3802850" y="1412200"/>
              <a:ext cx="39600" cy="263150"/>
            </a:xfrm>
            <a:custGeom>
              <a:rect b="b" l="l" r="r" t="t"/>
              <a:pathLst>
                <a:path extrusionOk="0" h="10526" w="1584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9" name="Google Shape;12379;p97"/>
            <p:cNvSpPr/>
            <p:nvPr/>
          </p:nvSpPr>
          <p:spPr>
            <a:xfrm>
              <a:off x="3779925" y="1231525"/>
              <a:ext cx="27400" cy="168800"/>
            </a:xfrm>
            <a:custGeom>
              <a:rect b="b" l="l" r="r" t="t"/>
              <a:pathLst>
                <a:path extrusionOk="0" h="6752" w="1096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0" name="Google Shape;12380;p97"/>
            <p:cNvSpPr/>
            <p:nvPr/>
          </p:nvSpPr>
          <p:spPr>
            <a:xfrm>
              <a:off x="3692700" y="1340475"/>
              <a:ext cx="254525" cy="111350"/>
            </a:xfrm>
            <a:custGeom>
              <a:rect b="b" l="l" r="r" t="t"/>
              <a:pathLst>
                <a:path extrusionOk="0" h="4454" w="10181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1" name="Google Shape;12381;p97"/>
            <p:cNvSpPr/>
            <p:nvPr/>
          </p:nvSpPr>
          <p:spPr>
            <a:xfrm>
              <a:off x="3949600" y="1148200"/>
              <a:ext cx="145275" cy="193775"/>
            </a:xfrm>
            <a:custGeom>
              <a:rect b="b" l="l" r="r" t="t"/>
              <a:pathLst>
                <a:path extrusionOk="0" h="7751" w="5811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2" name="Google Shape;12382;p97"/>
            <p:cNvSpPr/>
            <p:nvPr/>
          </p:nvSpPr>
          <p:spPr>
            <a:xfrm>
              <a:off x="3922500" y="1210400"/>
              <a:ext cx="28300" cy="133075"/>
            </a:xfrm>
            <a:custGeom>
              <a:rect b="b" l="l" r="r" t="t"/>
              <a:pathLst>
                <a:path extrusionOk="0" h="5323" w="1132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3" name="Google Shape;12383;p97"/>
            <p:cNvSpPr/>
            <p:nvPr/>
          </p:nvSpPr>
          <p:spPr>
            <a:xfrm>
              <a:off x="4062400" y="1422025"/>
              <a:ext cx="82475" cy="66100"/>
            </a:xfrm>
            <a:custGeom>
              <a:rect b="b" l="l" r="r" t="t"/>
              <a:pathLst>
                <a:path extrusionOk="0" h="2644" w="3299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4" name="Google Shape;12384;p97"/>
            <p:cNvSpPr/>
            <p:nvPr/>
          </p:nvSpPr>
          <p:spPr>
            <a:xfrm>
              <a:off x="3943925" y="1338950"/>
              <a:ext cx="113725" cy="85775"/>
            </a:xfrm>
            <a:custGeom>
              <a:rect b="b" l="l" r="r" t="t"/>
              <a:pathLst>
                <a:path extrusionOk="0" h="3431" w="4549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5" name="Google Shape;12385;p97"/>
            <p:cNvSpPr/>
            <p:nvPr/>
          </p:nvSpPr>
          <p:spPr>
            <a:xfrm>
              <a:off x="3988275" y="1670575"/>
              <a:ext cx="3300" cy="2400"/>
            </a:xfrm>
            <a:custGeom>
              <a:rect b="b" l="l" r="r" t="t"/>
              <a:pathLst>
                <a:path extrusionOk="0" h="96" w="132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6" name="Google Shape;12386;p97"/>
            <p:cNvSpPr/>
            <p:nvPr/>
          </p:nvSpPr>
          <p:spPr>
            <a:xfrm>
              <a:off x="3997500" y="1148200"/>
              <a:ext cx="147075" cy="480725"/>
            </a:xfrm>
            <a:custGeom>
              <a:rect b="b" l="l" r="r" t="t"/>
              <a:pathLst>
                <a:path extrusionOk="0" h="19229" w="5883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7" name="Google Shape;12387;p97"/>
            <p:cNvSpPr/>
            <p:nvPr/>
          </p:nvSpPr>
          <p:spPr>
            <a:xfrm>
              <a:off x="3833500" y="1736350"/>
              <a:ext cx="39925" cy="281600"/>
            </a:xfrm>
            <a:custGeom>
              <a:rect b="b" l="l" r="r" t="t"/>
              <a:pathLst>
                <a:path extrusionOk="0" h="11264" w="1597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8" name="Google Shape;12388;p97"/>
            <p:cNvSpPr/>
            <p:nvPr/>
          </p:nvSpPr>
          <p:spPr>
            <a:xfrm>
              <a:off x="3873400" y="1667900"/>
              <a:ext cx="115500" cy="351550"/>
            </a:xfrm>
            <a:custGeom>
              <a:rect b="b" l="l" r="r" t="t"/>
              <a:pathLst>
                <a:path extrusionOk="0" h="14062" w="462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9" name="Google Shape;12389;p97"/>
            <p:cNvSpPr/>
            <p:nvPr/>
          </p:nvSpPr>
          <p:spPr>
            <a:xfrm>
              <a:off x="4009425" y="1573825"/>
              <a:ext cx="135450" cy="64925"/>
            </a:xfrm>
            <a:custGeom>
              <a:rect b="b" l="l" r="r" t="t"/>
              <a:pathLst>
                <a:path extrusionOk="0" h="2597" w="5418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0" name="Google Shape;12390;p97"/>
            <p:cNvSpPr/>
            <p:nvPr/>
          </p:nvSpPr>
          <p:spPr>
            <a:xfrm>
              <a:off x="3864450" y="1649725"/>
              <a:ext cx="108075" cy="53925"/>
            </a:xfrm>
            <a:custGeom>
              <a:rect b="b" l="l" r="r" t="t"/>
              <a:pathLst>
                <a:path extrusionOk="0" h="2157" w="4323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1" name="Google Shape;12391;p97"/>
            <p:cNvSpPr/>
            <p:nvPr/>
          </p:nvSpPr>
          <p:spPr>
            <a:xfrm>
              <a:off x="3876375" y="1648550"/>
              <a:ext cx="268500" cy="374775"/>
            </a:xfrm>
            <a:custGeom>
              <a:rect b="b" l="l" r="r" t="t"/>
              <a:pathLst>
                <a:path extrusionOk="0" h="14991" w="1074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2" name="Google Shape;12392;p97"/>
            <p:cNvSpPr/>
            <p:nvPr/>
          </p:nvSpPr>
          <p:spPr>
            <a:xfrm>
              <a:off x="3970725" y="1626200"/>
              <a:ext cx="44675" cy="45050"/>
            </a:xfrm>
            <a:custGeom>
              <a:rect b="b" l="l" r="r" t="t"/>
              <a:pathLst>
                <a:path extrusionOk="0" h="1802" w="1787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3" name="Google Shape;12393;p97"/>
            <p:cNvSpPr/>
            <p:nvPr/>
          </p:nvSpPr>
          <p:spPr>
            <a:xfrm>
              <a:off x="3799275" y="1673800"/>
              <a:ext cx="66400" cy="63775"/>
            </a:xfrm>
            <a:custGeom>
              <a:rect b="b" l="l" r="r" t="t"/>
              <a:pathLst>
                <a:path extrusionOk="0" h="2551" w="2656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4" name="Google Shape;12394;p97"/>
            <p:cNvSpPr/>
            <p:nvPr/>
          </p:nvSpPr>
          <p:spPr>
            <a:xfrm>
              <a:off x="2952150" y="1372925"/>
              <a:ext cx="24425" cy="22850"/>
            </a:xfrm>
            <a:custGeom>
              <a:rect b="b" l="l" r="r" t="t"/>
              <a:pathLst>
                <a:path extrusionOk="0" h="914" w="977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5" name="Google Shape;12395;p97"/>
            <p:cNvSpPr/>
            <p:nvPr/>
          </p:nvSpPr>
          <p:spPr>
            <a:xfrm>
              <a:off x="3905825" y="1180125"/>
              <a:ext cx="33975" cy="32075"/>
            </a:xfrm>
            <a:custGeom>
              <a:rect b="b" l="l" r="r" t="t"/>
              <a:pathLst>
                <a:path extrusionOk="0" h="1283" w="1359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6" name="Google Shape;12396;p97"/>
            <p:cNvSpPr/>
            <p:nvPr/>
          </p:nvSpPr>
          <p:spPr>
            <a:xfrm>
              <a:off x="3663250" y="1438025"/>
              <a:ext cx="32175" cy="31950"/>
            </a:xfrm>
            <a:custGeom>
              <a:rect b="b" l="l" r="r" t="t"/>
              <a:pathLst>
                <a:path extrusionOk="0" h="1278" w="1287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7" name="Google Shape;12397;p97"/>
            <p:cNvSpPr/>
            <p:nvPr/>
          </p:nvSpPr>
          <p:spPr>
            <a:xfrm>
              <a:off x="3771300" y="1209975"/>
              <a:ext cx="23525" cy="22375"/>
            </a:xfrm>
            <a:custGeom>
              <a:rect b="b" l="l" r="r" t="t"/>
              <a:pathLst>
                <a:path extrusionOk="0" h="895" w="941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8" name="Google Shape;12398;p97"/>
            <p:cNvSpPr/>
            <p:nvPr/>
          </p:nvSpPr>
          <p:spPr>
            <a:xfrm>
              <a:off x="3896300" y="1404575"/>
              <a:ext cx="24750" cy="22450"/>
            </a:xfrm>
            <a:custGeom>
              <a:rect b="b" l="l" r="r" t="t"/>
              <a:pathLst>
                <a:path extrusionOk="0" h="898" w="99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9" name="Google Shape;12399;p97"/>
            <p:cNvSpPr/>
            <p:nvPr/>
          </p:nvSpPr>
          <p:spPr>
            <a:xfrm>
              <a:off x="3314975" y="1411675"/>
              <a:ext cx="23550" cy="22800"/>
            </a:xfrm>
            <a:custGeom>
              <a:rect b="b" l="l" r="r" t="t"/>
              <a:pathLst>
                <a:path extrusionOk="0" h="912" w="942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0" name="Google Shape;12400;p97"/>
            <p:cNvSpPr/>
            <p:nvPr/>
          </p:nvSpPr>
          <p:spPr>
            <a:xfrm>
              <a:off x="3166450" y="1148200"/>
              <a:ext cx="18475" cy="4700"/>
            </a:xfrm>
            <a:custGeom>
              <a:rect b="b" l="l" r="r" t="t"/>
              <a:pathLst>
                <a:path extrusionOk="0" h="188" w="739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1" name="Google Shape;12401;p97"/>
            <p:cNvSpPr/>
            <p:nvPr/>
          </p:nvSpPr>
          <p:spPr>
            <a:xfrm>
              <a:off x="3852550" y="2017750"/>
              <a:ext cx="33950" cy="31775"/>
            </a:xfrm>
            <a:custGeom>
              <a:rect b="b" l="l" r="r" t="t"/>
              <a:pathLst>
                <a:path extrusionOk="0" h="1271" w="1358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2" name="Google Shape;12402;p97"/>
            <p:cNvSpPr/>
            <p:nvPr/>
          </p:nvSpPr>
          <p:spPr>
            <a:xfrm>
              <a:off x="3796600" y="1402900"/>
              <a:ext cx="13700" cy="13525"/>
            </a:xfrm>
            <a:custGeom>
              <a:rect b="b" l="l" r="r" t="t"/>
              <a:pathLst>
                <a:path extrusionOk="0" h="541" w="548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3" name="Google Shape;12403;p97"/>
            <p:cNvSpPr/>
            <p:nvPr/>
          </p:nvSpPr>
          <p:spPr>
            <a:xfrm>
              <a:off x="3563825" y="1305250"/>
              <a:ext cx="12825" cy="13225"/>
            </a:xfrm>
            <a:custGeom>
              <a:rect b="b" l="l" r="r" t="t"/>
              <a:pathLst>
                <a:path extrusionOk="0" h="529" w="513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4" name="Google Shape;12404;p97"/>
            <p:cNvSpPr/>
            <p:nvPr/>
          </p:nvSpPr>
          <p:spPr>
            <a:xfrm>
              <a:off x="3679325" y="1251700"/>
              <a:ext cx="13400" cy="13375"/>
            </a:xfrm>
            <a:custGeom>
              <a:rect b="b" l="l" r="r" t="t"/>
              <a:pathLst>
                <a:path extrusionOk="0" h="535" w="536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5" name="Google Shape;12405;p97"/>
            <p:cNvSpPr/>
            <p:nvPr/>
          </p:nvSpPr>
          <p:spPr>
            <a:xfrm>
              <a:off x="3144725" y="1163875"/>
              <a:ext cx="14600" cy="13400"/>
            </a:xfrm>
            <a:custGeom>
              <a:rect b="b" l="l" r="r" t="t"/>
              <a:pathLst>
                <a:path extrusionOk="0" h="536" w="584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6" name="Google Shape;12406;p97"/>
            <p:cNvSpPr/>
            <p:nvPr/>
          </p:nvSpPr>
          <p:spPr>
            <a:xfrm>
              <a:off x="3218550" y="1236775"/>
              <a:ext cx="14300" cy="13050"/>
            </a:xfrm>
            <a:custGeom>
              <a:rect b="b" l="l" r="r" t="t"/>
              <a:pathLst>
                <a:path extrusionOk="0" h="522" w="572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7" name="Google Shape;12407;p97"/>
            <p:cNvSpPr/>
            <p:nvPr/>
          </p:nvSpPr>
          <p:spPr>
            <a:xfrm>
              <a:off x="3135200" y="1280250"/>
              <a:ext cx="13725" cy="13400"/>
            </a:xfrm>
            <a:custGeom>
              <a:rect b="b" l="l" r="r" t="t"/>
              <a:pathLst>
                <a:path extrusionOk="0" h="536" w="549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408" name="Google Shape;12408;p97"/>
          <p:cNvGrpSpPr/>
          <p:nvPr/>
        </p:nvGrpSpPr>
        <p:grpSpPr>
          <a:xfrm flipH="1">
            <a:off x="259" y="11397596"/>
            <a:ext cx="8941898" cy="2318399"/>
            <a:chOff x="2582150" y="3714800"/>
            <a:chExt cx="2689050" cy="697200"/>
          </a:xfrm>
        </p:grpSpPr>
        <p:sp>
          <p:nvSpPr>
            <p:cNvPr id="12409" name="Google Shape;12409;p97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0" name="Google Shape;12410;p97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1" name="Google Shape;12411;p97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2" name="Google Shape;12412;p97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3" name="Google Shape;12413;p97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4" name="Google Shape;12414;p97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5" name="Google Shape;12415;p97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6" name="Google Shape;12416;p97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7" name="Google Shape;12417;p97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8" name="Google Shape;12418;p97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9" name="Google Shape;12419;p97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0" name="Google Shape;12420;p97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1" name="Google Shape;12421;p97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2" name="Google Shape;12422;p97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3" name="Google Shape;12423;p97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4" name="Google Shape;12424;p97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5" name="Google Shape;12425;p97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6" name="Google Shape;12426;p97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7" name="Google Shape;12427;p97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8" name="Google Shape;12428;p97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9" name="Google Shape;12429;p97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0" name="Google Shape;12430;p97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1" name="Google Shape;12431;p97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2" name="Google Shape;12432;p97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3" name="Google Shape;12433;p97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4" name="Google Shape;12434;p97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5" name="Google Shape;12435;p97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6" name="Google Shape;12436;p97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7" name="Google Shape;12437;p97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8" name="Google Shape;12438;p97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9" name="Google Shape;12439;p97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0" name="Google Shape;12440;p97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1" name="Google Shape;12441;p97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2" name="Google Shape;12442;p97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3" name="Google Shape;12443;p97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4" name="Google Shape;12444;p97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5" name="Google Shape;12445;p97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6" name="Google Shape;12446;p97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7" name="Google Shape;12447;p97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8" name="Google Shape;12448;p97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9" name="Google Shape;12449;p97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0" name="Google Shape;12450;p97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1" name="Google Shape;12451;p97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2" name="Google Shape;12452;p97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3" name="Google Shape;12453;p97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4" name="Google Shape;12454;p97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5" name="Google Shape;12455;p97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6" name="Google Shape;12456;p97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7" name="Google Shape;12457;p97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8" name="Google Shape;12458;p97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9" name="Google Shape;12459;p97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0" name="Google Shape;12460;p97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1" name="Google Shape;12461;p97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2" name="Google Shape;12462;p97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3" name="Google Shape;12463;p97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4" name="Google Shape;12464;p97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5" name="Google Shape;12465;p97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6" name="Google Shape;12466;p97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7" name="Google Shape;12467;p97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8" name="Google Shape;12468;p97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469" name="Google Shape;12469;p97"/>
          <p:cNvGrpSpPr/>
          <p:nvPr/>
        </p:nvGrpSpPr>
        <p:grpSpPr>
          <a:xfrm>
            <a:off x="15442330" y="11397596"/>
            <a:ext cx="8941898" cy="2318399"/>
            <a:chOff x="2582150" y="3714800"/>
            <a:chExt cx="2689050" cy="697200"/>
          </a:xfrm>
        </p:grpSpPr>
        <p:sp>
          <p:nvSpPr>
            <p:cNvPr id="12470" name="Google Shape;12470;p97"/>
            <p:cNvSpPr/>
            <p:nvPr/>
          </p:nvSpPr>
          <p:spPr>
            <a:xfrm>
              <a:off x="3636750" y="44021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1" name="Google Shape;12471;p97"/>
            <p:cNvSpPr/>
            <p:nvPr/>
          </p:nvSpPr>
          <p:spPr>
            <a:xfrm>
              <a:off x="3640625" y="4406925"/>
              <a:ext cx="19375" cy="4475"/>
            </a:xfrm>
            <a:custGeom>
              <a:rect b="b" l="l" r="r" t="t"/>
              <a:pathLst>
                <a:path extrusionOk="0" h="179" w="775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2" name="Google Shape;12472;p97"/>
            <p:cNvSpPr/>
            <p:nvPr/>
          </p:nvSpPr>
          <p:spPr>
            <a:xfrm>
              <a:off x="3634075" y="4403950"/>
              <a:ext cx="25" cy="625"/>
            </a:xfrm>
            <a:custGeom>
              <a:rect b="b" l="l" r="r" t="t"/>
              <a:pathLst>
                <a:path extrusionOk="0" h="25" w="1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3" name="Google Shape;12473;p97"/>
            <p:cNvSpPr/>
            <p:nvPr/>
          </p:nvSpPr>
          <p:spPr>
            <a:xfrm>
              <a:off x="3635275" y="4403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4" name="Google Shape;12474;p97"/>
            <p:cNvSpPr/>
            <p:nvPr/>
          </p:nvSpPr>
          <p:spPr>
            <a:xfrm>
              <a:off x="3746875" y="4334600"/>
              <a:ext cx="142325" cy="46150"/>
            </a:xfrm>
            <a:custGeom>
              <a:rect b="b" l="l" r="r" t="t"/>
              <a:pathLst>
                <a:path extrusionOk="0" h="1846" w="5693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5" name="Google Shape;12475;p97"/>
            <p:cNvSpPr/>
            <p:nvPr/>
          </p:nvSpPr>
          <p:spPr>
            <a:xfrm>
              <a:off x="3891850" y="4256600"/>
              <a:ext cx="273575" cy="81875"/>
            </a:xfrm>
            <a:custGeom>
              <a:rect b="b" l="l" r="r" t="t"/>
              <a:pathLst>
                <a:path extrusionOk="0" h="3275" w="10943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6" name="Google Shape;12476;p97"/>
            <p:cNvSpPr/>
            <p:nvPr/>
          </p:nvSpPr>
          <p:spPr>
            <a:xfrm>
              <a:off x="3634375" y="4403350"/>
              <a:ext cx="325" cy="325"/>
            </a:xfrm>
            <a:custGeom>
              <a:rect b="b" l="l" r="r" t="t"/>
              <a:pathLst>
                <a:path extrusionOk="0" h="13" w="13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7" name="Google Shape;12477;p97"/>
            <p:cNvSpPr/>
            <p:nvPr/>
          </p:nvSpPr>
          <p:spPr>
            <a:xfrm>
              <a:off x="3635275" y="4402450"/>
              <a:ext cx="300" cy="625"/>
            </a:xfrm>
            <a:custGeom>
              <a:rect b="b" l="l" r="r" t="t"/>
              <a:pathLst>
                <a:path extrusionOk="0" h="25" w="12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8" name="Google Shape;12478;p97"/>
            <p:cNvSpPr/>
            <p:nvPr/>
          </p:nvSpPr>
          <p:spPr>
            <a:xfrm>
              <a:off x="3636750" y="4373575"/>
              <a:ext cx="101825" cy="35750"/>
            </a:xfrm>
            <a:custGeom>
              <a:rect b="b" l="l" r="r" t="t"/>
              <a:pathLst>
                <a:path extrusionOk="0" h="1430" w="4073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9" name="Google Shape;12479;p97"/>
            <p:cNvSpPr/>
            <p:nvPr/>
          </p:nvSpPr>
          <p:spPr>
            <a:xfrm>
              <a:off x="3635850" y="4402150"/>
              <a:ext cx="925" cy="325"/>
            </a:xfrm>
            <a:custGeom>
              <a:rect b="b" l="l" r="r" t="t"/>
              <a:pathLst>
                <a:path extrusionOk="0" h="13" w="37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0" name="Google Shape;12480;p97"/>
            <p:cNvSpPr/>
            <p:nvPr/>
          </p:nvSpPr>
          <p:spPr>
            <a:xfrm>
              <a:off x="3634075" y="44039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1" name="Google Shape;12481;p97"/>
            <p:cNvSpPr/>
            <p:nvPr/>
          </p:nvSpPr>
          <p:spPr>
            <a:xfrm>
              <a:off x="2599425" y="4199450"/>
              <a:ext cx="104800" cy="112250"/>
            </a:xfrm>
            <a:custGeom>
              <a:rect b="b" l="l" r="r" t="t"/>
              <a:pathLst>
                <a:path extrusionOk="0" h="4490" w="4192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2" name="Google Shape;12482;p97"/>
            <p:cNvSpPr/>
            <p:nvPr/>
          </p:nvSpPr>
          <p:spPr>
            <a:xfrm>
              <a:off x="2778900" y="4187850"/>
              <a:ext cx="124150" cy="53600"/>
            </a:xfrm>
            <a:custGeom>
              <a:rect b="b" l="l" r="r" t="t"/>
              <a:pathLst>
                <a:path extrusionOk="0" h="2144" w="4966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3" name="Google Shape;12483;p97"/>
            <p:cNvSpPr/>
            <p:nvPr/>
          </p:nvSpPr>
          <p:spPr>
            <a:xfrm>
              <a:off x="2905125" y="4188150"/>
              <a:ext cx="900" cy="625"/>
            </a:xfrm>
            <a:custGeom>
              <a:rect b="b" l="l" r="r" t="t"/>
              <a:pathLst>
                <a:path extrusionOk="0" h="25" w="36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4" name="Google Shape;12484;p97"/>
            <p:cNvSpPr/>
            <p:nvPr/>
          </p:nvSpPr>
          <p:spPr>
            <a:xfrm>
              <a:off x="2903925" y="4187850"/>
              <a:ext cx="925" cy="25"/>
            </a:xfrm>
            <a:custGeom>
              <a:rect b="b" l="l" r="r" t="t"/>
              <a:pathLst>
                <a:path extrusionOk="0" h="1" w="37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5" name="Google Shape;12485;p97"/>
            <p:cNvSpPr/>
            <p:nvPr/>
          </p:nvSpPr>
          <p:spPr>
            <a:xfrm>
              <a:off x="2903325" y="4187850"/>
              <a:ext cx="625" cy="25"/>
            </a:xfrm>
            <a:custGeom>
              <a:rect b="b" l="l" r="r" t="t"/>
              <a:pathLst>
                <a:path extrusionOk="0" h="1" w="25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6" name="Google Shape;12486;p97"/>
            <p:cNvSpPr/>
            <p:nvPr/>
          </p:nvSpPr>
          <p:spPr>
            <a:xfrm>
              <a:off x="2906000" y="41887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7" name="Google Shape;12487;p97"/>
            <p:cNvSpPr/>
            <p:nvPr/>
          </p:nvSpPr>
          <p:spPr>
            <a:xfrm>
              <a:off x="2898575" y="4188150"/>
              <a:ext cx="179200" cy="127725"/>
            </a:xfrm>
            <a:custGeom>
              <a:rect b="b" l="l" r="r" t="t"/>
              <a:pathLst>
                <a:path extrusionOk="0" h="5109" w="7168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8" name="Google Shape;12488;p97"/>
            <p:cNvSpPr/>
            <p:nvPr/>
          </p:nvSpPr>
          <p:spPr>
            <a:xfrm>
              <a:off x="2605375" y="4242625"/>
              <a:ext cx="151825" cy="76225"/>
            </a:xfrm>
            <a:custGeom>
              <a:rect b="b" l="l" r="r" t="t"/>
              <a:pathLst>
                <a:path extrusionOk="0" h="3049" w="6073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9" name="Google Shape;12489;p97"/>
            <p:cNvSpPr/>
            <p:nvPr/>
          </p:nvSpPr>
          <p:spPr>
            <a:xfrm>
              <a:off x="2768500" y="4252150"/>
              <a:ext cx="210450" cy="159250"/>
            </a:xfrm>
            <a:custGeom>
              <a:rect b="b" l="l" r="r" t="t"/>
              <a:pathLst>
                <a:path extrusionOk="0" h="6370" w="8418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0" name="Google Shape;12490;p97"/>
            <p:cNvSpPr/>
            <p:nvPr/>
          </p:nvSpPr>
          <p:spPr>
            <a:xfrm>
              <a:off x="2694975" y="4191125"/>
              <a:ext cx="62225" cy="54200"/>
            </a:xfrm>
            <a:custGeom>
              <a:rect b="b" l="l" r="r" t="t"/>
              <a:pathLst>
                <a:path extrusionOk="0" h="2168" w="2489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1" name="Google Shape;12491;p97"/>
            <p:cNvSpPr/>
            <p:nvPr/>
          </p:nvSpPr>
          <p:spPr>
            <a:xfrm>
              <a:off x="3016725" y="4319125"/>
              <a:ext cx="67000" cy="92275"/>
            </a:xfrm>
            <a:custGeom>
              <a:rect b="b" l="l" r="r" t="t"/>
              <a:pathLst>
                <a:path extrusionOk="0" h="3691" w="268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2" name="Google Shape;12492;p97"/>
            <p:cNvSpPr/>
            <p:nvPr/>
          </p:nvSpPr>
          <p:spPr>
            <a:xfrm>
              <a:off x="3084000" y="4036650"/>
              <a:ext cx="186075" cy="275050"/>
            </a:xfrm>
            <a:custGeom>
              <a:rect b="b" l="l" r="r" t="t"/>
              <a:pathLst>
                <a:path extrusionOk="0" h="11002" w="7443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3" name="Google Shape;12493;p97"/>
            <p:cNvSpPr/>
            <p:nvPr/>
          </p:nvSpPr>
          <p:spPr>
            <a:xfrm>
              <a:off x="3088475" y="4311375"/>
              <a:ext cx="161950" cy="100025"/>
            </a:xfrm>
            <a:custGeom>
              <a:rect b="b" l="l" r="r" t="t"/>
              <a:pathLst>
                <a:path extrusionOk="0" h="4001" w="6478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4" name="Google Shape;12494;p97"/>
            <p:cNvSpPr/>
            <p:nvPr/>
          </p:nvSpPr>
          <p:spPr>
            <a:xfrm>
              <a:off x="3271525" y="4040200"/>
              <a:ext cx="47350" cy="371200"/>
            </a:xfrm>
            <a:custGeom>
              <a:rect b="b" l="l" r="r" t="t"/>
              <a:pathLst>
                <a:path extrusionOk="0" h="14848" w="1894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5" name="Google Shape;12495;p97"/>
            <p:cNvSpPr/>
            <p:nvPr/>
          </p:nvSpPr>
          <p:spPr>
            <a:xfrm>
              <a:off x="3632275" y="4401925"/>
              <a:ext cx="10750" cy="9475"/>
            </a:xfrm>
            <a:custGeom>
              <a:rect b="b" l="l" r="r" t="t"/>
              <a:pathLst>
                <a:path extrusionOk="0" h="379" w="43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6" name="Google Shape;12496;p97"/>
            <p:cNvSpPr/>
            <p:nvPr/>
          </p:nvSpPr>
          <p:spPr>
            <a:xfrm>
              <a:off x="3737350" y="4195300"/>
              <a:ext cx="14325" cy="216100"/>
            </a:xfrm>
            <a:custGeom>
              <a:rect b="b" l="l" r="r" t="t"/>
              <a:pathLst>
                <a:path extrusionOk="0" h="8644" w="573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7" name="Google Shape;12497;p97"/>
            <p:cNvSpPr/>
            <p:nvPr/>
          </p:nvSpPr>
          <p:spPr>
            <a:xfrm>
              <a:off x="4021625" y="4264050"/>
              <a:ext cx="149750" cy="147350"/>
            </a:xfrm>
            <a:custGeom>
              <a:rect b="b" l="l" r="r" t="t"/>
              <a:pathLst>
                <a:path extrusionOk="0" h="5894" w="599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8" name="Google Shape;12498;p97"/>
            <p:cNvSpPr/>
            <p:nvPr/>
          </p:nvSpPr>
          <p:spPr>
            <a:xfrm>
              <a:off x="4484475" y="4346500"/>
              <a:ext cx="96475" cy="64900"/>
            </a:xfrm>
            <a:custGeom>
              <a:rect b="b" l="l" r="r" t="t"/>
              <a:pathLst>
                <a:path extrusionOk="0" h="2596" w="3859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9" name="Google Shape;12499;p97"/>
            <p:cNvSpPr/>
            <p:nvPr/>
          </p:nvSpPr>
          <p:spPr>
            <a:xfrm>
              <a:off x="3743025" y="4194700"/>
              <a:ext cx="230700" cy="216425"/>
            </a:xfrm>
            <a:custGeom>
              <a:rect b="b" l="l" r="r" t="t"/>
              <a:pathLst>
                <a:path extrusionOk="0" h="8657" w="9228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0" name="Google Shape;12500;p97"/>
            <p:cNvSpPr/>
            <p:nvPr/>
          </p:nvSpPr>
          <p:spPr>
            <a:xfrm>
              <a:off x="4185325" y="4269100"/>
              <a:ext cx="69975" cy="142300"/>
            </a:xfrm>
            <a:custGeom>
              <a:rect b="b" l="l" r="r" t="t"/>
              <a:pathLst>
                <a:path extrusionOk="0" h="5692" w="2799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1" name="Google Shape;12501;p97"/>
            <p:cNvSpPr/>
            <p:nvPr/>
          </p:nvSpPr>
          <p:spPr>
            <a:xfrm>
              <a:off x="4174625" y="4240475"/>
              <a:ext cx="9550" cy="5725"/>
            </a:xfrm>
            <a:custGeom>
              <a:rect b="b" l="l" r="r" t="t"/>
              <a:pathLst>
                <a:path extrusionOk="0" h="229" w="382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2" name="Google Shape;12502;p97"/>
            <p:cNvSpPr/>
            <p:nvPr/>
          </p:nvSpPr>
          <p:spPr>
            <a:xfrm>
              <a:off x="4599075" y="4353050"/>
              <a:ext cx="37825" cy="58350"/>
            </a:xfrm>
            <a:custGeom>
              <a:rect b="b" l="l" r="r" t="t"/>
              <a:pathLst>
                <a:path extrusionOk="0" h="2334" w="1513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3" name="Google Shape;12503;p97"/>
            <p:cNvSpPr/>
            <p:nvPr/>
          </p:nvSpPr>
          <p:spPr>
            <a:xfrm>
              <a:off x="4185025" y="4263750"/>
              <a:ext cx="182500" cy="147650"/>
            </a:xfrm>
            <a:custGeom>
              <a:rect b="b" l="l" r="r" t="t"/>
              <a:pathLst>
                <a:path extrusionOk="0" h="5906" w="730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4" name="Google Shape;12504;p97"/>
            <p:cNvSpPr/>
            <p:nvPr/>
          </p:nvSpPr>
          <p:spPr>
            <a:xfrm>
              <a:off x="4189800" y="4255125"/>
              <a:ext cx="386375" cy="83950"/>
            </a:xfrm>
            <a:custGeom>
              <a:rect b="b" l="l" r="r" t="t"/>
              <a:pathLst>
                <a:path extrusionOk="0" h="3358" w="15455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5" name="Google Shape;12505;p97"/>
            <p:cNvSpPr/>
            <p:nvPr/>
          </p:nvSpPr>
          <p:spPr>
            <a:xfrm>
              <a:off x="4185925" y="3740775"/>
              <a:ext cx="804900" cy="513475"/>
            </a:xfrm>
            <a:custGeom>
              <a:rect b="b" l="l" r="r" t="t"/>
              <a:pathLst>
                <a:path extrusionOk="0" h="20539" w="32196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6" name="Google Shape;12506;p97"/>
            <p:cNvSpPr/>
            <p:nvPr/>
          </p:nvSpPr>
          <p:spPr>
            <a:xfrm>
              <a:off x="4604725" y="4122375"/>
              <a:ext cx="224450" cy="207175"/>
            </a:xfrm>
            <a:custGeom>
              <a:rect b="b" l="l" r="r" t="t"/>
              <a:pathLst>
                <a:path extrusionOk="0" h="8287" w="8978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7" name="Google Shape;12507;p97"/>
            <p:cNvSpPr/>
            <p:nvPr/>
          </p:nvSpPr>
          <p:spPr>
            <a:xfrm>
              <a:off x="4727950" y="4136950"/>
              <a:ext cx="125650" cy="274450"/>
            </a:xfrm>
            <a:custGeom>
              <a:rect b="b" l="l" r="r" t="t"/>
              <a:pathLst>
                <a:path extrusionOk="0" h="10978" w="5026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8" name="Google Shape;12508;p97"/>
            <p:cNvSpPr/>
            <p:nvPr/>
          </p:nvSpPr>
          <p:spPr>
            <a:xfrm>
              <a:off x="4605925" y="4346200"/>
              <a:ext cx="86650" cy="65200"/>
            </a:xfrm>
            <a:custGeom>
              <a:rect b="b" l="l" r="r" t="t"/>
              <a:pathLst>
                <a:path extrusionOk="0" h="2608" w="3466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9" name="Google Shape;12509;p97"/>
            <p:cNvSpPr/>
            <p:nvPr/>
          </p:nvSpPr>
          <p:spPr>
            <a:xfrm>
              <a:off x="5016400" y="4244400"/>
              <a:ext cx="9250" cy="167000"/>
            </a:xfrm>
            <a:custGeom>
              <a:rect b="b" l="l" r="r" t="t"/>
              <a:pathLst>
                <a:path extrusionOk="0" h="6680" w="37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0" name="Google Shape;12510;p97"/>
            <p:cNvSpPr/>
            <p:nvPr/>
          </p:nvSpPr>
          <p:spPr>
            <a:xfrm>
              <a:off x="5021450" y="4188150"/>
              <a:ext cx="3300" cy="3900"/>
            </a:xfrm>
            <a:custGeom>
              <a:rect b="b" l="l" r="r" t="t"/>
              <a:pathLst>
                <a:path extrusionOk="0" h="156" w="132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1" name="Google Shape;12511;p97"/>
            <p:cNvSpPr/>
            <p:nvPr/>
          </p:nvSpPr>
          <p:spPr>
            <a:xfrm>
              <a:off x="4864275" y="3750900"/>
              <a:ext cx="138450" cy="315225"/>
            </a:xfrm>
            <a:custGeom>
              <a:rect b="b" l="l" r="r" t="t"/>
              <a:pathLst>
                <a:path extrusionOk="0" h="12609" w="5538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2" name="Google Shape;12512;p97"/>
            <p:cNvSpPr/>
            <p:nvPr/>
          </p:nvSpPr>
          <p:spPr>
            <a:xfrm>
              <a:off x="5003300" y="3753275"/>
              <a:ext cx="18175" cy="439050"/>
            </a:xfrm>
            <a:custGeom>
              <a:rect b="b" l="l" r="r" t="t"/>
              <a:pathLst>
                <a:path extrusionOk="0" h="17562" w="727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3" name="Google Shape;12513;p97"/>
            <p:cNvSpPr/>
            <p:nvPr/>
          </p:nvSpPr>
          <p:spPr>
            <a:xfrm>
              <a:off x="4886325" y="4112250"/>
              <a:ext cx="111625" cy="96750"/>
            </a:xfrm>
            <a:custGeom>
              <a:rect b="b" l="l" r="r" t="t"/>
              <a:pathLst>
                <a:path extrusionOk="0" h="3870" w="4465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4" name="Google Shape;12514;p97"/>
            <p:cNvSpPr/>
            <p:nvPr/>
          </p:nvSpPr>
          <p:spPr>
            <a:xfrm>
              <a:off x="5032450" y="4235775"/>
              <a:ext cx="207800" cy="173550"/>
            </a:xfrm>
            <a:custGeom>
              <a:rect b="b" l="l" r="r" t="t"/>
              <a:pathLst>
                <a:path extrusionOk="0" h="6942" w="8312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5" name="Google Shape;12515;p97"/>
            <p:cNvSpPr/>
            <p:nvPr/>
          </p:nvSpPr>
          <p:spPr>
            <a:xfrm>
              <a:off x="5006875" y="3750000"/>
              <a:ext cx="242600" cy="651600"/>
            </a:xfrm>
            <a:custGeom>
              <a:rect b="b" l="l" r="r" t="t"/>
              <a:pathLst>
                <a:path extrusionOk="0" h="26064" w="9704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6" name="Google Shape;12516;p97"/>
            <p:cNvSpPr/>
            <p:nvPr/>
          </p:nvSpPr>
          <p:spPr>
            <a:xfrm>
              <a:off x="4991100" y="4191000"/>
              <a:ext cx="56575" cy="53975"/>
            </a:xfrm>
            <a:custGeom>
              <a:rect b="b" l="l" r="r" t="t"/>
              <a:pathLst>
                <a:path extrusionOk="0" h="2159" w="2263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7" name="Google Shape;12517;p97"/>
            <p:cNvSpPr/>
            <p:nvPr/>
          </p:nvSpPr>
          <p:spPr>
            <a:xfrm>
              <a:off x="4815775" y="4062050"/>
              <a:ext cx="78000" cy="76425"/>
            </a:xfrm>
            <a:custGeom>
              <a:rect b="b" l="l" r="r" t="t"/>
              <a:pathLst>
                <a:path extrusionOk="0" h="3057" w="312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8" name="Google Shape;12518;p97"/>
            <p:cNvSpPr/>
            <p:nvPr/>
          </p:nvSpPr>
          <p:spPr>
            <a:xfrm>
              <a:off x="2997100" y="4406875"/>
              <a:ext cx="25600" cy="5125"/>
            </a:xfrm>
            <a:custGeom>
              <a:rect b="b" l="l" r="r" t="t"/>
              <a:pathLst>
                <a:path extrusionOk="0" h="205" w="1024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9" name="Google Shape;12519;p97"/>
            <p:cNvSpPr/>
            <p:nvPr/>
          </p:nvSpPr>
          <p:spPr>
            <a:xfrm>
              <a:off x="2698250" y="4188575"/>
              <a:ext cx="14300" cy="13925"/>
            </a:xfrm>
            <a:custGeom>
              <a:rect b="b" l="l" r="r" t="t"/>
              <a:pathLst>
                <a:path extrusionOk="0" h="557" w="572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0" name="Google Shape;12520;p97"/>
            <p:cNvSpPr/>
            <p:nvPr/>
          </p:nvSpPr>
          <p:spPr>
            <a:xfrm>
              <a:off x="3732600" y="4168050"/>
              <a:ext cx="29200" cy="27800"/>
            </a:xfrm>
            <a:custGeom>
              <a:rect b="b" l="l" r="r" t="t"/>
              <a:pathLst>
                <a:path extrusionOk="0" h="1112" w="1168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1" name="Google Shape;12521;p97"/>
            <p:cNvSpPr/>
            <p:nvPr/>
          </p:nvSpPr>
          <p:spPr>
            <a:xfrm>
              <a:off x="4574675" y="4319825"/>
              <a:ext cx="37825" cy="38250"/>
            </a:xfrm>
            <a:custGeom>
              <a:rect b="b" l="l" r="r" t="t"/>
              <a:pathLst>
                <a:path extrusionOk="0" h="1530" w="1513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2" name="Google Shape;12522;p97"/>
            <p:cNvSpPr/>
            <p:nvPr/>
          </p:nvSpPr>
          <p:spPr>
            <a:xfrm>
              <a:off x="4163600" y="4245300"/>
              <a:ext cx="27400" cy="26400"/>
            </a:xfrm>
            <a:custGeom>
              <a:rect b="b" l="l" r="r" t="t"/>
              <a:pathLst>
                <a:path extrusionOk="0" h="1056" w="1096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3" name="Google Shape;12523;p97"/>
            <p:cNvSpPr/>
            <p:nvPr/>
          </p:nvSpPr>
          <p:spPr>
            <a:xfrm>
              <a:off x="2754800" y="4228775"/>
              <a:ext cx="27100" cy="27250"/>
            </a:xfrm>
            <a:custGeom>
              <a:rect b="b" l="l" r="r" t="t"/>
              <a:pathLst>
                <a:path extrusionOk="0" h="1090" w="1084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4" name="Google Shape;12524;p97"/>
            <p:cNvSpPr/>
            <p:nvPr/>
          </p:nvSpPr>
          <p:spPr>
            <a:xfrm>
              <a:off x="2582150" y="4308350"/>
              <a:ext cx="28000" cy="27250"/>
            </a:xfrm>
            <a:custGeom>
              <a:rect b="b" l="l" r="r" t="t"/>
              <a:pathLst>
                <a:path extrusionOk="0" h="1090" w="112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5" name="Google Shape;12525;p97"/>
            <p:cNvSpPr/>
            <p:nvPr/>
          </p:nvSpPr>
          <p:spPr>
            <a:xfrm>
              <a:off x="3259325" y="4015150"/>
              <a:ext cx="28300" cy="26950"/>
            </a:xfrm>
            <a:custGeom>
              <a:rect b="b" l="l" r="r" t="t"/>
              <a:pathLst>
                <a:path extrusionOk="0" h="1078" w="1132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6" name="Google Shape;12526;p97"/>
            <p:cNvSpPr/>
            <p:nvPr/>
          </p:nvSpPr>
          <p:spPr>
            <a:xfrm>
              <a:off x="5234575" y="4397850"/>
              <a:ext cx="36625" cy="13550"/>
            </a:xfrm>
            <a:custGeom>
              <a:rect b="b" l="l" r="r" t="t"/>
              <a:pathLst>
                <a:path extrusionOk="0" h="542" w="1465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7" name="Google Shape;12527;p97"/>
            <p:cNvSpPr/>
            <p:nvPr/>
          </p:nvSpPr>
          <p:spPr>
            <a:xfrm>
              <a:off x="4984250" y="3714800"/>
              <a:ext cx="39600" cy="38200"/>
            </a:xfrm>
            <a:custGeom>
              <a:rect b="b" l="l" r="r" t="t"/>
              <a:pathLst>
                <a:path extrusionOk="0" h="1528" w="1584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8" name="Google Shape;12528;p97"/>
            <p:cNvSpPr/>
            <p:nvPr/>
          </p:nvSpPr>
          <p:spPr>
            <a:xfrm>
              <a:off x="3074475" y="4307150"/>
              <a:ext cx="15500" cy="15550"/>
            </a:xfrm>
            <a:custGeom>
              <a:rect b="b" l="l" r="r" t="t"/>
              <a:pathLst>
                <a:path extrusionOk="0" h="622" w="62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9" name="Google Shape;12529;p97"/>
            <p:cNvSpPr/>
            <p:nvPr/>
          </p:nvSpPr>
          <p:spPr>
            <a:xfrm>
              <a:off x="3911200" y="4344925"/>
              <a:ext cx="16375" cy="15575"/>
            </a:xfrm>
            <a:custGeom>
              <a:rect b="b" l="l" r="r" t="t"/>
              <a:pathLst>
                <a:path extrusionOk="0" h="623" w="655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530" name="Google Shape;12530;p97"/>
          <p:cNvSpPr txBox="1"/>
          <p:nvPr>
            <p:ph type="title"/>
          </p:nvPr>
        </p:nvSpPr>
        <p:spPr>
          <a:xfrm>
            <a:off x="4547600" y="6987233"/>
            <a:ext cx="1546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12531" name="Google Shape;12531;p97"/>
          <p:cNvSpPr txBox="1"/>
          <p:nvPr>
            <p:ph idx="2"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/>
        </p:txBody>
      </p:sp>
      <p:sp>
        <p:nvSpPr>
          <p:cNvPr id="12532" name="Google Shape;12532;p97"/>
          <p:cNvSpPr txBox="1"/>
          <p:nvPr>
            <p:ph idx="3" type="title"/>
          </p:nvPr>
        </p:nvSpPr>
        <p:spPr>
          <a:xfrm>
            <a:off x="2251600" y="86293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2533" name="Google Shape;12533;p97"/>
          <p:cNvSpPr txBox="1"/>
          <p:nvPr>
            <p:ph idx="1" type="subTitle"/>
          </p:nvPr>
        </p:nvSpPr>
        <p:spPr>
          <a:xfrm>
            <a:off x="2251600" y="9451867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2534" name="Google Shape;12534;p97"/>
          <p:cNvSpPr txBox="1"/>
          <p:nvPr>
            <p:ph idx="4" type="title"/>
          </p:nvPr>
        </p:nvSpPr>
        <p:spPr>
          <a:xfrm>
            <a:off x="9042934" y="3695400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2535" name="Google Shape;12535;p97"/>
          <p:cNvSpPr txBox="1"/>
          <p:nvPr>
            <p:ph idx="5" type="subTitle"/>
          </p:nvPr>
        </p:nvSpPr>
        <p:spPr>
          <a:xfrm>
            <a:off x="9042938" y="4517933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2536" name="Google Shape;12536;p97"/>
          <p:cNvSpPr txBox="1"/>
          <p:nvPr>
            <p:ph idx="6" type="title"/>
          </p:nvPr>
        </p:nvSpPr>
        <p:spPr>
          <a:xfrm>
            <a:off x="15834267" y="8629333"/>
            <a:ext cx="6298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/>
        </p:txBody>
      </p:sp>
      <p:sp>
        <p:nvSpPr>
          <p:cNvPr id="12537" name="Google Shape;12537;p97"/>
          <p:cNvSpPr txBox="1"/>
          <p:nvPr>
            <p:ph idx="7" type="subTitle"/>
          </p:nvPr>
        </p:nvSpPr>
        <p:spPr>
          <a:xfrm>
            <a:off x="15834276" y="9451867"/>
            <a:ext cx="6298500" cy="23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/>
        </p:txBody>
      </p:sp>
      <p:sp>
        <p:nvSpPr>
          <p:cNvPr id="12538" name="Google Shape;12538;p97"/>
          <p:cNvSpPr txBox="1"/>
          <p:nvPr>
            <p:ph idx="8" type="title"/>
          </p:nvPr>
        </p:nvSpPr>
        <p:spPr>
          <a:xfrm>
            <a:off x="11418933" y="6987233"/>
            <a:ext cx="1546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12539" name="Google Shape;12539;p97"/>
          <p:cNvSpPr txBox="1"/>
          <p:nvPr>
            <p:ph idx="9" type="title"/>
          </p:nvPr>
        </p:nvSpPr>
        <p:spPr>
          <a:xfrm>
            <a:off x="18210267" y="6987233"/>
            <a:ext cx="1546500" cy="1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">
    <p:spTree>
      <p:nvGrpSpPr>
        <p:cNvPr id="12540" name="Shape 12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41" name="Google Shape;12541;p98"/>
          <p:cNvGrpSpPr/>
          <p:nvPr/>
        </p:nvGrpSpPr>
        <p:grpSpPr>
          <a:xfrm flipH="1" rot="10800000">
            <a:off x="19108299" y="253"/>
            <a:ext cx="5275319" cy="12784894"/>
            <a:chOff x="5728375" y="1492875"/>
            <a:chExt cx="1308525" cy="3171250"/>
          </a:xfrm>
        </p:grpSpPr>
        <p:sp>
          <p:nvSpPr>
            <p:cNvPr id="12542" name="Google Shape;12542;p98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3" name="Google Shape;12543;p98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4" name="Google Shape;12544;p98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5" name="Google Shape;12545;p98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6" name="Google Shape;12546;p98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7" name="Google Shape;12547;p98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8" name="Google Shape;12548;p98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9" name="Google Shape;12549;p98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0" name="Google Shape;12550;p98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1" name="Google Shape;12551;p98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2" name="Google Shape;12552;p98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3" name="Google Shape;12553;p98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4" name="Google Shape;12554;p98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5" name="Google Shape;12555;p98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6" name="Google Shape;12556;p98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7" name="Google Shape;12557;p98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8" name="Google Shape;12558;p98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9" name="Google Shape;12559;p98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0" name="Google Shape;12560;p98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1" name="Google Shape;12561;p98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2" name="Google Shape;12562;p98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3" name="Google Shape;12563;p98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4" name="Google Shape;12564;p98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5" name="Google Shape;12565;p98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6" name="Google Shape;12566;p98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7" name="Google Shape;12567;p98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8" name="Google Shape;12568;p98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9" name="Google Shape;12569;p98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0" name="Google Shape;12570;p98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1" name="Google Shape;12571;p98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2" name="Google Shape;12572;p98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3" name="Google Shape;12573;p98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4" name="Google Shape;12574;p98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5" name="Google Shape;12575;p98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6" name="Google Shape;12576;p98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7" name="Google Shape;12577;p98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8" name="Google Shape;12578;p98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9" name="Google Shape;12579;p98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0" name="Google Shape;12580;p98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1" name="Google Shape;12581;p98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2" name="Google Shape;12582;p98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3" name="Google Shape;12583;p98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4" name="Google Shape;12584;p98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5" name="Google Shape;12585;p98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6" name="Google Shape;12586;p98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7" name="Google Shape;12587;p98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8" name="Google Shape;12588;p98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9" name="Google Shape;12589;p98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0" name="Google Shape;12590;p98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1" name="Google Shape;12591;p98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2" name="Google Shape;12592;p98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3" name="Google Shape;12593;p98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4" name="Google Shape;12594;p98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5" name="Google Shape;12595;p98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6" name="Google Shape;12596;p98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7" name="Google Shape;12597;p98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8" name="Google Shape;12598;p98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9" name="Google Shape;12599;p98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0" name="Google Shape;12600;p98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1" name="Google Shape;12601;p98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2" name="Google Shape;12602;p98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3" name="Google Shape;12603;p98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4" name="Google Shape;12604;p98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5" name="Google Shape;12605;p98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6" name="Google Shape;12606;p98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7" name="Google Shape;12607;p98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8" name="Google Shape;12608;p98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9" name="Google Shape;12609;p98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0" name="Google Shape;12610;p98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1" name="Google Shape;12611;p98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2" name="Google Shape;12612;p98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3" name="Google Shape;12613;p98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4" name="Google Shape;12614;p98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5" name="Google Shape;12615;p98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6" name="Google Shape;12616;p98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617" name="Google Shape;12617;p98"/>
          <p:cNvGrpSpPr/>
          <p:nvPr/>
        </p:nvGrpSpPr>
        <p:grpSpPr>
          <a:xfrm rot="10800000">
            <a:off x="474" y="253"/>
            <a:ext cx="5275319" cy="12784894"/>
            <a:chOff x="5728375" y="1492875"/>
            <a:chExt cx="1308525" cy="3171250"/>
          </a:xfrm>
        </p:grpSpPr>
        <p:sp>
          <p:nvSpPr>
            <p:cNvPr id="12618" name="Google Shape;12618;p98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9" name="Google Shape;12619;p98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0" name="Google Shape;12620;p98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1" name="Google Shape;12621;p98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2" name="Google Shape;12622;p98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3" name="Google Shape;12623;p98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4" name="Google Shape;12624;p98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5" name="Google Shape;12625;p98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6" name="Google Shape;12626;p98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7" name="Google Shape;12627;p98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8" name="Google Shape;12628;p98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9" name="Google Shape;12629;p98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0" name="Google Shape;12630;p98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1" name="Google Shape;12631;p98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2" name="Google Shape;12632;p98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3" name="Google Shape;12633;p98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4" name="Google Shape;12634;p98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5" name="Google Shape;12635;p98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6" name="Google Shape;12636;p98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7" name="Google Shape;12637;p98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8" name="Google Shape;12638;p98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9" name="Google Shape;12639;p98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0" name="Google Shape;12640;p98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1" name="Google Shape;12641;p98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2" name="Google Shape;12642;p98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3" name="Google Shape;12643;p98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4" name="Google Shape;12644;p98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5" name="Google Shape;12645;p98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6" name="Google Shape;12646;p98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7" name="Google Shape;12647;p98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8" name="Google Shape;12648;p98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9" name="Google Shape;12649;p98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0" name="Google Shape;12650;p98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1" name="Google Shape;12651;p98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2" name="Google Shape;12652;p98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3" name="Google Shape;12653;p98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4" name="Google Shape;12654;p98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5" name="Google Shape;12655;p98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6" name="Google Shape;12656;p98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7" name="Google Shape;12657;p98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8" name="Google Shape;12658;p98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9" name="Google Shape;12659;p98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0" name="Google Shape;12660;p98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1" name="Google Shape;12661;p98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2" name="Google Shape;12662;p98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3" name="Google Shape;12663;p98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4" name="Google Shape;12664;p98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5" name="Google Shape;12665;p98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6" name="Google Shape;12666;p98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7" name="Google Shape;12667;p98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8" name="Google Shape;12668;p98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9" name="Google Shape;12669;p98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0" name="Google Shape;12670;p98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1" name="Google Shape;12671;p98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2" name="Google Shape;12672;p98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3" name="Google Shape;12673;p98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4" name="Google Shape;12674;p98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5" name="Google Shape;12675;p98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6" name="Google Shape;12676;p98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7" name="Google Shape;12677;p98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8" name="Google Shape;12678;p98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9" name="Google Shape;12679;p98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0" name="Google Shape;12680;p98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1" name="Google Shape;12681;p98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2" name="Google Shape;12682;p98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3" name="Google Shape;12683;p98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4" name="Google Shape;12684;p98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5" name="Google Shape;12685;p98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6" name="Google Shape;12686;p98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7" name="Google Shape;12687;p98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8" name="Google Shape;12688;p98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9" name="Google Shape;12689;p98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90" name="Google Shape;12690;p98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91" name="Google Shape;12691;p98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92" name="Google Shape;12692;p98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93" name="Google Shape;12693;p98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94" name="Google Shape;12694;p98"/>
          <p:cNvSpPr txBox="1"/>
          <p:nvPr>
            <p:ph idx="1" type="subTitle"/>
          </p:nvPr>
        </p:nvSpPr>
        <p:spPr>
          <a:xfrm>
            <a:off x="7612400" y="3022467"/>
            <a:ext cx="9159300" cy="380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695" name="Google Shape;12695;p98"/>
          <p:cNvSpPr txBox="1"/>
          <p:nvPr/>
        </p:nvSpPr>
        <p:spPr>
          <a:xfrm>
            <a:off x="5900400" y="8798533"/>
            <a:ext cx="12583200" cy="1641600"/>
          </a:xfrm>
          <a:prstGeom prst="rect">
            <a:avLst/>
          </a:prstGeom>
          <a:noFill/>
          <a:ln>
            <a:noFill/>
          </a:ln>
        </p:spPr>
        <p:txBody>
          <a:bodyPr anchorCtr="0" anchor="b" bIns="243800" lIns="243800" spcFirstLastPara="1" rIns="243800" wrap="square" tIns="2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CREDITS: This presentation template was created by </a:t>
            </a:r>
            <a:r>
              <a:rPr b="0" i="0" lang="en-US" sz="3200" u="none" cap="none" strike="noStrike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including icons by </a:t>
            </a:r>
            <a:r>
              <a:rPr b="1" i="0" lang="en-US" sz="3200" u="none" cap="none" strike="noStrike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infographics &amp; images by </a:t>
            </a:r>
            <a:r>
              <a:rPr b="1" i="0" lang="en-US" sz="3200" u="none" cap="none" strike="noStrike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i="0" sz="32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2696" name="Google Shape;12696;p98"/>
          <p:cNvSpPr txBox="1"/>
          <p:nvPr>
            <p:ph type="title"/>
          </p:nvPr>
        </p:nvSpPr>
        <p:spPr>
          <a:xfrm>
            <a:off x="1920000" y="1186733"/>
            <a:ext cx="20544000" cy="22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9pPr>
          </a:lstStyle>
          <a:p/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12697" name="Shape 12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98" name="Google Shape;12698;p99"/>
          <p:cNvGrpSpPr/>
          <p:nvPr/>
        </p:nvGrpSpPr>
        <p:grpSpPr>
          <a:xfrm>
            <a:off x="19108299" y="137459"/>
            <a:ext cx="5275319" cy="12784894"/>
            <a:chOff x="5728375" y="1492875"/>
            <a:chExt cx="1308525" cy="3171250"/>
          </a:xfrm>
        </p:grpSpPr>
        <p:sp>
          <p:nvSpPr>
            <p:cNvPr id="12699" name="Google Shape;12699;p99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0" name="Google Shape;12700;p99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1" name="Google Shape;12701;p99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2" name="Google Shape;12702;p99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3" name="Google Shape;12703;p99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4" name="Google Shape;12704;p99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5" name="Google Shape;12705;p99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6" name="Google Shape;12706;p99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7" name="Google Shape;12707;p99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8" name="Google Shape;12708;p99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9" name="Google Shape;12709;p99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0" name="Google Shape;12710;p99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1" name="Google Shape;12711;p99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2" name="Google Shape;12712;p99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3" name="Google Shape;12713;p99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4" name="Google Shape;12714;p99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5" name="Google Shape;12715;p99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6" name="Google Shape;12716;p99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7" name="Google Shape;12717;p99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8" name="Google Shape;12718;p99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9" name="Google Shape;12719;p99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0" name="Google Shape;12720;p99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1" name="Google Shape;12721;p99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2" name="Google Shape;12722;p99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3" name="Google Shape;12723;p99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4" name="Google Shape;12724;p99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5" name="Google Shape;12725;p99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6" name="Google Shape;12726;p99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7" name="Google Shape;12727;p99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8" name="Google Shape;12728;p99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9" name="Google Shape;12729;p99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0" name="Google Shape;12730;p99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1" name="Google Shape;12731;p99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2" name="Google Shape;12732;p99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3" name="Google Shape;12733;p99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4" name="Google Shape;12734;p99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5" name="Google Shape;12735;p99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6" name="Google Shape;12736;p99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7" name="Google Shape;12737;p99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8" name="Google Shape;12738;p99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9" name="Google Shape;12739;p99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0" name="Google Shape;12740;p99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1" name="Google Shape;12741;p99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2" name="Google Shape;12742;p99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3" name="Google Shape;12743;p99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4" name="Google Shape;12744;p99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5" name="Google Shape;12745;p99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6" name="Google Shape;12746;p99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7" name="Google Shape;12747;p99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8" name="Google Shape;12748;p99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9" name="Google Shape;12749;p99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0" name="Google Shape;12750;p99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1" name="Google Shape;12751;p99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2" name="Google Shape;12752;p99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3" name="Google Shape;12753;p99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4" name="Google Shape;12754;p99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5" name="Google Shape;12755;p99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6" name="Google Shape;12756;p99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7" name="Google Shape;12757;p99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8" name="Google Shape;12758;p99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9" name="Google Shape;12759;p99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0" name="Google Shape;12760;p99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1" name="Google Shape;12761;p99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2" name="Google Shape;12762;p99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3" name="Google Shape;12763;p99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4" name="Google Shape;12764;p99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5" name="Google Shape;12765;p99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6" name="Google Shape;12766;p99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7" name="Google Shape;12767;p99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8" name="Google Shape;12768;p99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9" name="Google Shape;12769;p99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0" name="Google Shape;12770;p99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1" name="Google Shape;12771;p99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2" name="Google Shape;12772;p99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3" name="Google Shape;12773;p99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774" name="Google Shape;12774;p99"/>
          <p:cNvGrpSpPr/>
          <p:nvPr/>
        </p:nvGrpSpPr>
        <p:grpSpPr>
          <a:xfrm flipH="1">
            <a:off x="474" y="137459"/>
            <a:ext cx="5275319" cy="12784894"/>
            <a:chOff x="5728375" y="1492875"/>
            <a:chExt cx="1308525" cy="3171250"/>
          </a:xfrm>
        </p:grpSpPr>
        <p:sp>
          <p:nvSpPr>
            <p:cNvPr id="12775" name="Google Shape;12775;p99"/>
            <p:cNvSpPr/>
            <p:nvPr/>
          </p:nvSpPr>
          <p:spPr>
            <a:xfrm>
              <a:off x="6942225" y="2835900"/>
              <a:ext cx="625" cy="925"/>
            </a:xfrm>
            <a:custGeom>
              <a:rect b="b" l="l" r="r" t="t"/>
              <a:pathLst>
                <a:path extrusionOk="0" h="37" w="25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6" name="Google Shape;12776;p99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7" name="Google Shape;12777;p99"/>
            <p:cNvSpPr/>
            <p:nvPr/>
          </p:nvSpPr>
          <p:spPr>
            <a:xfrm>
              <a:off x="6945500" y="2844825"/>
              <a:ext cx="42300" cy="133375"/>
            </a:xfrm>
            <a:custGeom>
              <a:rect b="b" l="l" r="r" t="t"/>
              <a:pathLst>
                <a:path extrusionOk="0" h="5335" w="1692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8" name="Google Shape;12778;p99"/>
            <p:cNvSpPr/>
            <p:nvPr/>
          </p:nvSpPr>
          <p:spPr>
            <a:xfrm>
              <a:off x="6943725" y="2835300"/>
              <a:ext cx="300" cy="25"/>
            </a:xfrm>
            <a:custGeom>
              <a:rect b="b" l="l" r="r" t="t"/>
              <a:pathLst>
                <a:path extrusionOk="0" h="1" w="12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9" name="Google Shape;12779;p99"/>
            <p:cNvSpPr/>
            <p:nvPr/>
          </p:nvSpPr>
          <p:spPr>
            <a:xfrm>
              <a:off x="6945500" y="2834575"/>
              <a:ext cx="625" cy="150"/>
            </a:xfrm>
            <a:custGeom>
              <a:rect b="b" l="l" r="r" t="t"/>
              <a:pathLst>
                <a:path extrusionOk="0" h="6" w="25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0" name="Google Shape;12780;p99"/>
            <p:cNvSpPr/>
            <p:nvPr/>
          </p:nvSpPr>
          <p:spPr>
            <a:xfrm>
              <a:off x="6943125" y="2835625"/>
              <a:ext cx="550" cy="300"/>
            </a:xfrm>
            <a:custGeom>
              <a:rect b="b" l="l" r="r" t="t"/>
              <a:pathLst>
                <a:path extrusionOk="0" h="12" w="22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1" name="Google Shape;12781;p99"/>
            <p:cNvSpPr/>
            <p:nvPr/>
          </p:nvSpPr>
          <p:spPr>
            <a:xfrm>
              <a:off x="6978825" y="2988300"/>
              <a:ext cx="57175" cy="218500"/>
            </a:xfrm>
            <a:custGeom>
              <a:rect b="b" l="l" r="r" t="t"/>
              <a:pathLst>
                <a:path extrusionOk="0" h="8740" w="2287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2" name="Google Shape;12782;p99"/>
            <p:cNvSpPr/>
            <p:nvPr/>
          </p:nvSpPr>
          <p:spPr>
            <a:xfrm>
              <a:off x="6796675" y="2972825"/>
              <a:ext cx="91400" cy="176525"/>
            </a:xfrm>
            <a:custGeom>
              <a:rect b="b" l="l" r="r" t="t"/>
              <a:pathLst>
                <a:path extrusionOk="0" h="7061" w="3656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3" name="Google Shape;12783;p99"/>
            <p:cNvSpPr/>
            <p:nvPr/>
          </p:nvSpPr>
          <p:spPr>
            <a:xfrm>
              <a:off x="6629100" y="3150225"/>
              <a:ext cx="168775" cy="337550"/>
            </a:xfrm>
            <a:custGeom>
              <a:rect b="b" l="l" r="r" t="t"/>
              <a:pathLst>
                <a:path extrusionOk="0" h="13502" w="6751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4" name="Google Shape;12784;p99"/>
            <p:cNvSpPr/>
            <p:nvPr/>
          </p:nvSpPr>
          <p:spPr>
            <a:xfrm>
              <a:off x="6945500" y="28347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5" name="Google Shape;12785;p99"/>
            <p:cNvSpPr/>
            <p:nvPr/>
          </p:nvSpPr>
          <p:spPr>
            <a:xfrm>
              <a:off x="6943725" y="2835300"/>
              <a:ext cx="0" cy="625"/>
            </a:xfrm>
            <a:custGeom>
              <a:rect b="b" l="l" r="r" t="t"/>
              <a:pathLst>
                <a:path extrusionOk="0" h="25" w="12000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6" name="Google Shape;12786;p99"/>
            <p:cNvSpPr/>
            <p:nvPr/>
          </p:nvSpPr>
          <p:spPr>
            <a:xfrm>
              <a:off x="6942225" y="2836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7" name="Google Shape;12787;p99"/>
            <p:cNvSpPr/>
            <p:nvPr/>
          </p:nvSpPr>
          <p:spPr>
            <a:xfrm>
              <a:off x="6881800" y="2836500"/>
              <a:ext cx="68775" cy="126825"/>
            </a:xfrm>
            <a:custGeom>
              <a:rect b="b" l="l" r="r" t="t"/>
              <a:pathLst>
                <a:path extrusionOk="0" h="5073" w="2751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8" name="Google Shape;12788;p99"/>
            <p:cNvSpPr/>
            <p:nvPr/>
          </p:nvSpPr>
          <p:spPr>
            <a:xfrm>
              <a:off x="6902350" y="1492875"/>
              <a:ext cx="133950" cy="92000"/>
            </a:xfrm>
            <a:custGeom>
              <a:rect b="b" l="l" r="r" t="t"/>
              <a:pathLst>
                <a:path extrusionOk="0" h="3680" w="5358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9" name="Google Shape;12789;p99"/>
            <p:cNvSpPr/>
            <p:nvPr/>
          </p:nvSpPr>
          <p:spPr>
            <a:xfrm>
              <a:off x="6839525" y="1837250"/>
              <a:ext cx="325" cy="925"/>
            </a:xfrm>
            <a:custGeom>
              <a:rect b="b" l="l" r="r" t="t"/>
              <a:pathLst>
                <a:path extrusionOk="0" h="37" w="13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0" name="Google Shape;12790;p99"/>
            <p:cNvSpPr/>
            <p:nvPr/>
          </p:nvSpPr>
          <p:spPr>
            <a:xfrm>
              <a:off x="6839525" y="1689025"/>
              <a:ext cx="97375" cy="151525"/>
            </a:xfrm>
            <a:custGeom>
              <a:rect b="b" l="l" r="r" t="t"/>
              <a:pathLst>
                <a:path extrusionOk="0" h="6061" w="3895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1" name="Google Shape;12791;p99"/>
            <p:cNvSpPr/>
            <p:nvPr/>
          </p:nvSpPr>
          <p:spPr>
            <a:xfrm>
              <a:off x="6838950" y="1834425"/>
              <a:ext cx="124725" cy="258250"/>
            </a:xfrm>
            <a:custGeom>
              <a:rect b="b" l="l" r="r" t="t"/>
              <a:pathLst>
                <a:path extrusionOk="0" h="10330" w="4989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2" name="Google Shape;12792;p99"/>
            <p:cNvSpPr/>
            <p:nvPr/>
          </p:nvSpPr>
          <p:spPr>
            <a:xfrm>
              <a:off x="6945800" y="1529475"/>
              <a:ext cx="90500" cy="135175"/>
            </a:xfrm>
            <a:custGeom>
              <a:rect b="b" l="l" r="r" t="t"/>
              <a:pathLst>
                <a:path extrusionOk="0" h="5407" w="362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3" name="Google Shape;12793;p99"/>
            <p:cNvSpPr/>
            <p:nvPr/>
          </p:nvSpPr>
          <p:spPr>
            <a:xfrm>
              <a:off x="6951750" y="1681000"/>
              <a:ext cx="84550" cy="169075"/>
            </a:xfrm>
            <a:custGeom>
              <a:rect b="b" l="l" r="r" t="t"/>
              <a:pathLst>
                <a:path extrusionOk="0" h="6763" w="3382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4" name="Google Shape;12794;p99"/>
            <p:cNvSpPr/>
            <p:nvPr/>
          </p:nvSpPr>
          <p:spPr>
            <a:xfrm>
              <a:off x="6891325" y="1570800"/>
              <a:ext cx="56875" cy="90275"/>
            </a:xfrm>
            <a:custGeom>
              <a:rect b="b" l="l" r="r" t="t"/>
              <a:pathLst>
                <a:path extrusionOk="0" h="3611" w="2275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5" name="Google Shape;12795;p99"/>
            <p:cNvSpPr/>
            <p:nvPr/>
          </p:nvSpPr>
          <p:spPr>
            <a:xfrm>
              <a:off x="6967825" y="2063475"/>
              <a:ext cx="68475" cy="40500"/>
            </a:xfrm>
            <a:custGeom>
              <a:rect b="b" l="l" r="r" t="t"/>
              <a:pathLst>
                <a:path extrusionOk="0" h="1620" w="2739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6" name="Google Shape;12796;p99"/>
            <p:cNvSpPr/>
            <p:nvPr/>
          </p:nvSpPr>
          <p:spPr>
            <a:xfrm>
              <a:off x="6558850" y="2100100"/>
              <a:ext cx="396200" cy="178025"/>
            </a:xfrm>
            <a:custGeom>
              <a:rect b="b" l="l" r="r" t="t"/>
              <a:pathLst>
                <a:path extrusionOk="0" h="7121" w="15848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7" name="Google Shape;12797;p99"/>
            <p:cNvSpPr/>
            <p:nvPr/>
          </p:nvSpPr>
          <p:spPr>
            <a:xfrm>
              <a:off x="6954425" y="2108725"/>
              <a:ext cx="81875" cy="207200"/>
            </a:xfrm>
            <a:custGeom>
              <a:rect b="b" l="l" r="r" t="t"/>
              <a:pathLst>
                <a:path extrusionOk="0" h="8288" w="3275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8" name="Google Shape;12798;p99"/>
            <p:cNvSpPr/>
            <p:nvPr/>
          </p:nvSpPr>
          <p:spPr>
            <a:xfrm>
              <a:off x="6559150" y="2280175"/>
              <a:ext cx="477150" cy="150350"/>
            </a:xfrm>
            <a:custGeom>
              <a:rect b="b" l="l" r="r" t="t"/>
              <a:pathLst>
                <a:path extrusionOk="0" h="6014" w="19086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9" name="Google Shape;12799;p99"/>
            <p:cNvSpPr/>
            <p:nvPr/>
          </p:nvSpPr>
          <p:spPr>
            <a:xfrm>
              <a:off x="6941625" y="2825775"/>
              <a:ext cx="95275" cy="19700"/>
            </a:xfrm>
            <a:custGeom>
              <a:rect b="b" l="l" r="r" t="t"/>
              <a:pathLst>
                <a:path extrusionOk="0" h="788" w="3811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0" name="Google Shape;12800;p99"/>
            <p:cNvSpPr/>
            <p:nvPr/>
          </p:nvSpPr>
          <p:spPr>
            <a:xfrm>
              <a:off x="6649325" y="2926075"/>
              <a:ext cx="386100" cy="71175"/>
            </a:xfrm>
            <a:custGeom>
              <a:rect b="b" l="l" r="r" t="t"/>
              <a:pathLst>
                <a:path extrusionOk="0" h="2847" w="15444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1" name="Google Shape;12801;p99"/>
            <p:cNvSpPr/>
            <p:nvPr/>
          </p:nvSpPr>
          <p:spPr>
            <a:xfrm>
              <a:off x="6909175" y="3226725"/>
              <a:ext cx="125350" cy="88725"/>
            </a:xfrm>
            <a:custGeom>
              <a:rect b="b" l="l" r="r" t="t"/>
              <a:pathLst>
                <a:path extrusionOk="0" h="3549" w="5014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2" name="Google Shape;12802;p99"/>
            <p:cNvSpPr/>
            <p:nvPr/>
          </p:nvSpPr>
          <p:spPr>
            <a:xfrm>
              <a:off x="6638625" y="3316900"/>
              <a:ext cx="267900" cy="180400"/>
            </a:xfrm>
            <a:custGeom>
              <a:rect b="b" l="l" r="r" t="t"/>
              <a:pathLst>
                <a:path extrusionOk="0" h="7216" w="10716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3" name="Google Shape;12803;p99"/>
            <p:cNvSpPr/>
            <p:nvPr/>
          </p:nvSpPr>
          <p:spPr>
            <a:xfrm>
              <a:off x="6965450" y="3661000"/>
              <a:ext cx="70850" cy="74725"/>
            </a:xfrm>
            <a:custGeom>
              <a:rect b="b" l="l" r="r" t="t"/>
              <a:pathLst>
                <a:path extrusionOk="0" h="2989" w="2834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4" name="Google Shape;12804;p99"/>
            <p:cNvSpPr/>
            <p:nvPr/>
          </p:nvSpPr>
          <p:spPr>
            <a:xfrm>
              <a:off x="6647850" y="3864600"/>
              <a:ext cx="184850" cy="181875"/>
            </a:xfrm>
            <a:custGeom>
              <a:rect b="b" l="l" r="r" t="t"/>
              <a:pathLst>
                <a:path extrusionOk="0" h="7275" w="7394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5" name="Google Shape;12805;p99"/>
            <p:cNvSpPr/>
            <p:nvPr/>
          </p:nvSpPr>
          <p:spPr>
            <a:xfrm>
              <a:off x="6835375" y="3737800"/>
              <a:ext cx="131575" cy="122050"/>
            </a:xfrm>
            <a:custGeom>
              <a:rect b="b" l="l" r="r" t="t"/>
              <a:pathLst>
                <a:path extrusionOk="0" h="4882" w="5263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6" name="Google Shape;12806;p99"/>
            <p:cNvSpPr/>
            <p:nvPr/>
          </p:nvSpPr>
          <p:spPr>
            <a:xfrm>
              <a:off x="6647550" y="2926675"/>
              <a:ext cx="388750" cy="587000"/>
            </a:xfrm>
            <a:custGeom>
              <a:rect b="b" l="l" r="r" t="t"/>
              <a:pathLst>
                <a:path extrusionOk="0" h="23480" w="1555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7" name="Google Shape;12807;p99"/>
            <p:cNvSpPr/>
            <p:nvPr/>
          </p:nvSpPr>
          <p:spPr>
            <a:xfrm>
              <a:off x="6603800" y="3495625"/>
              <a:ext cx="7450" cy="13000"/>
            </a:xfrm>
            <a:custGeom>
              <a:rect b="b" l="l" r="r" t="t"/>
              <a:pathLst>
                <a:path extrusionOk="0" h="520" w="298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8" name="Google Shape;12808;p99"/>
            <p:cNvSpPr/>
            <p:nvPr/>
          </p:nvSpPr>
          <p:spPr>
            <a:xfrm>
              <a:off x="6640400" y="3514550"/>
              <a:ext cx="395900" cy="275350"/>
            </a:xfrm>
            <a:custGeom>
              <a:rect b="b" l="l" r="r" t="t"/>
              <a:pathLst>
                <a:path extrusionOk="0" h="11014" w="15836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9" name="Google Shape;12809;p99"/>
            <p:cNvSpPr/>
            <p:nvPr/>
          </p:nvSpPr>
          <p:spPr>
            <a:xfrm>
              <a:off x="6841925" y="4224750"/>
              <a:ext cx="194375" cy="153025"/>
            </a:xfrm>
            <a:custGeom>
              <a:rect b="b" l="l" r="r" t="t"/>
              <a:pathLst>
                <a:path extrusionOk="0" h="6121" w="7775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0" name="Google Shape;12810;p99"/>
            <p:cNvSpPr/>
            <p:nvPr/>
          </p:nvSpPr>
          <p:spPr>
            <a:xfrm>
              <a:off x="6649325" y="4070575"/>
              <a:ext cx="195300" cy="148550"/>
            </a:xfrm>
            <a:custGeom>
              <a:rect b="b" l="l" r="r" t="t"/>
              <a:pathLst>
                <a:path extrusionOk="0" h="5942" w="7812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1" name="Google Shape;12811;p99"/>
            <p:cNvSpPr/>
            <p:nvPr/>
          </p:nvSpPr>
          <p:spPr>
            <a:xfrm>
              <a:off x="6831200" y="3872325"/>
              <a:ext cx="180400" cy="298875"/>
            </a:xfrm>
            <a:custGeom>
              <a:rect b="b" l="l" r="r" t="t"/>
              <a:pathLst>
                <a:path extrusionOk="0" h="11955" w="7216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2" name="Google Shape;12812;p99"/>
            <p:cNvSpPr/>
            <p:nvPr/>
          </p:nvSpPr>
          <p:spPr>
            <a:xfrm>
              <a:off x="6632950" y="3514850"/>
              <a:ext cx="202450" cy="354225"/>
            </a:xfrm>
            <a:custGeom>
              <a:rect b="b" l="l" r="r" t="t"/>
              <a:pathLst>
                <a:path extrusionOk="0" h="14169" w="8098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3" name="Google Shape;12813;p99"/>
            <p:cNvSpPr/>
            <p:nvPr/>
          </p:nvSpPr>
          <p:spPr>
            <a:xfrm>
              <a:off x="6621650" y="3519025"/>
              <a:ext cx="17000" cy="515550"/>
            </a:xfrm>
            <a:custGeom>
              <a:rect b="b" l="l" r="r" t="t"/>
              <a:pathLst>
                <a:path extrusionOk="0" h="20622" w="68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4" name="Google Shape;12814;p99"/>
            <p:cNvSpPr/>
            <p:nvPr/>
          </p:nvSpPr>
          <p:spPr>
            <a:xfrm>
              <a:off x="5767375" y="3510375"/>
              <a:ext cx="852500" cy="922475"/>
            </a:xfrm>
            <a:custGeom>
              <a:rect b="b" l="l" r="r" t="t"/>
              <a:pathLst>
                <a:path extrusionOk="0" h="36899" w="3410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5" name="Google Shape;12815;p99"/>
            <p:cNvSpPr/>
            <p:nvPr/>
          </p:nvSpPr>
          <p:spPr>
            <a:xfrm>
              <a:off x="6299575" y="4069975"/>
              <a:ext cx="318525" cy="244400"/>
            </a:xfrm>
            <a:custGeom>
              <a:rect b="b" l="l" r="r" t="t"/>
              <a:pathLst>
                <a:path extrusionOk="0" h="9776" w="12741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6" name="Google Shape;12816;p99"/>
            <p:cNvSpPr/>
            <p:nvPr/>
          </p:nvSpPr>
          <p:spPr>
            <a:xfrm>
              <a:off x="6312675" y="4246175"/>
              <a:ext cx="406325" cy="101975"/>
            </a:xfrm>
            <a:custGeom>
              <a:rect b="b" l="l" r="r" t="t"/>
              <a:pathLst>
                <a:path extrusionOk="0" h="4079" w="16253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7" name="Google Shape;12817;p99"/>
            <p:cNvSpPr/>
            <p:nvPr/>
          </p:nvSpPr>
          <p:spPr>
            <a:xfrm>
              <a:off x="6728200" y="4251550"/>
              <a:ext cx="2725" cy="2100"/>
            </a:xfrm>
            <a:custGeom>
              <a:rect b="b" l="l" r="r" t="t"/>
              <a:pathLst>
                <a:path extrusionOk="0" h="84" w="109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8" name="Google Shape;12818;p99"/>
            <p:cNvSpPr/>
            <p:nvPr/>
          </p:nvSpPr>
          <p:spPr>
            <a:xfrm>
              <a:off x="6736250" y="4181300"/>
              <a:ext cx="261950" cy="69375"/>
            </a:xfrm>
            <a:custGeom>
              <a:rect b="b" l="l" r="r" t="t"/>
              <a:pathLst>
                <a:path extrusionOk="0" h="2775" w="10478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9" name="Google Shape;12819;p99"/>
            <p:cNvSpPr/>
            <p:nvPr/>
          </p:nvSpPr>
          <p:spPr>
            <a:xfrm>
              <a:off x="6640400" y="4078600"/>
              <a:ext cx="213150" cy="382525"/>
            </a:xfrm>
            <a:custGeom>
              <a:rect b="b" l="l" r="r" t="t"/>
              <a:pathLst>
                <a:path extrusionOk="0" h="15301" w="8526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0" name="Google Shape;12820;p99"/>
            <p:cNvSpPr/>
            <p:nvPr/>
          </p:nvSpPr>
          <p:spPr>
            <a:xfrm>
              <a:off x="6851450" y="4463175"/>
              <a:ext cx="184850" cy="115525"/>
            </a:xfrm>
            <a:custGeom>
              <a:rect b="b" l="l" r="r" t="t"/>
              <a:pathLst>
                <a:path extrusionOk="0" h="4621" w="7394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1" name="Google Shape;12821;p99"/>
            <p:cNvSpPr/>
            <p:nvPr/>
          </p:nvSpPr>
          <p:spPr>
            <a:xfrm>
              <a:off x="6847575" y="4406025"/>
              <a:ext cx="188425" cy="60450"/>
            </a:xfrm>
            <a:custGeom>
              <a:rect b="b" l="l" r="r" t="t"/>
              <a:pathLst>
                <a:path extrusionOk="0" h="2418" w="7537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2" name="Google Shape;12822;p99"/>
            <p:cNvSpPr/>
            <p:nvPr/>
          </p:nvSpPr>
          <p:spPr>
            <a:xfrm>
              <a:off x="6725825" y="4654575"/>
              <a:ext cx="17300" cy="9550"/>
            </a:xfrm>
            <a:custGeom>
              <a:rect b="b" l="l" r="r" t="t"/>
              <a:pathLst>
                <a:path extrusionOk="0" h="382" w="692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3" name="Google Shape;12823;p99"/>
            <p:cNvSpPr/>
            <p:nvPr/>
          </p:nvSpPr>
          <p:spPr>
            <a:xfrm>
              <a:off x="6737150" y="4455550"/>
              <a:ext cx="117875" cy="190425"/>
            </a:xfrm>
            <a:custGeom>
              <a:rect b="b" l="l" r="r" t="t"/>
              <a:pathLst>
                <a:path extrusionOk="0" h="7617" w="4715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4" name="Google Shape;12824;p99"/>
            <p:cNvSpPr/>
            <p:nvPr/>
          </p:nvSpPr>
          <p:spPr>
            <a:xfrm>
              <a:off x="6337975" y="4576300"/>
              <a:ext cx="3900" cy="5375"/>
            </a:xfrm>
            <a:custGeom>
              <a:rect b="b" l="l" r="r" t="t"/>
              <a:pathLst>
                <a:path extrusionOk="0" h="215" w="156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5" name="Google Shape;12825;p99"/>
            <p:cNvSpPr/>
            <p:nvPr/>
          </p:nvSpPr>
          <p:spPr>
            <a:xfrm>
              <a:off x="6410025" y="4583425"/>
              <a:ext cx="434000" cy="80700"/>
            </a:xfrm>
            <a:custGeom>
              <a:rect b="b" l="l" r="r" t="t"/>
              <a:pathLst>
                <a:path extrusionOk="0" h="3228" w="1736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6" name="Google Shape;12826;p99"/>
            <p:cNvSpPr/>
            <p:nvPr/>
          </p:nvSpPr>
          <p:spPr>
            <a:xfrm>
              <a:off x="5778675" y="4344125"/>
              <a:ext cx="436700" cy="105675"/>
            </a:xfrm>
            <a:custGeom>
              <a:rect b="b" l="l" r="r" t="t"/>
              <a:pathLst>
                <a:path extrusionOk="0" h="4227" w="17468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7" name="Google Shape;12827;p99"/>
            <p:cNvSpPr/>
            <p:nvPr/>
          </p:nvSpPr>
          <p:spPr>
            <a:xfrm>
              <a:off x="5778975" y="4449775"/>
              <a:ext cx="566475" cy="127425"/>
            </a:xfrm>
            <a:custGeom>
              <a:rect b="b" l="l" r="r" t="t"/>
              <a:pathLst>
                <a:path extrusionOk="0" h="5097" w="22659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8" name="Google Shape;12828;p99"/>
            <p:cNvSpPr/>
            <p:nvPr/>
          </p:nvSpPr>
          <p:spPr>
            <a:xfrm>
              <a:off x="6395425" y="4603375"/>
              <a:ext cx="42600" cy="60750"/>
            </a:xfrm>
            <a:custGeom>
              <a:rect b="b" l="l" r="r" t="t"/>
              <a:pathLst>
                <a:path extrusionOk="0" h="2430" w="1704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9" name="Google Shape;12829;p99"/>
            <p:cNvSpPr/>
            <p:nvPr/>
          </p:nvSpPr>
          <p:spPr>
            <a:xfrm>
              <a:off x="6271300" y="4385800"/>
              <a:ext cx="100350" cy="163725"/>
            </a:xfrm>
            <a:custGeom>
              <a:rect b="b" l="l" r="r" t="t"/>
              <a:pathLst>
                <a:path extrusionOk="0" h="6549" w="4014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0" name="Google Shape;12830;p99"/>
            <p:cNvSpPr/>
            <p:nvPr/>
          </p:nvSpPr>
          <p:spPr>
            <a:xfrm>
              <a:off x="5772725" y="4454250"/>
              <a:ext cx="364950" cy="209875"/>
            </a:xfrm>
            <a:custGeom>
              <a:rect b="b" l="l" r="r" t="t"/>
              <a:pathLst>
                <a:path extrusionOk="0" h="8395" w="14598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1" name="Google Shape;12831;p99"/>
            <p:cNvSpPr/>
            <p:nvPr/>
          </p:nvSpPr>
          <p:spPr>
            <a:xfrm>
              <a:off x="6341850" y="4544475"/>
              <a:ext cx="72350" cy="71050"/>
            </a:xfrm>
            <a:custGeom>
              <a:rect b="b" l="l" r="r" t="t"/>
              <a:pathLst>
                <a:path extrusionOk="0" h="2842" w="2894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2" name="Google Shape;12832;p99"/>
            <p:cNvSpPr/>
            <p:nvPr/>
          </p:nvSpPr>
          <p:spPr>
            <a:xfrm>
              <a:off x="6212375" y="4289200"/>
              <a:ext cx="100625" cy="100600"/>
            </a:xfrm>
            <a:custGeom>
              <a:rect b="b" l="l" r="r" t="t"/>
              <a:pathLst>
                <a:path extrusionOk="0" h="4024" w="4025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3" name="Google Shape;12833;p99"/>
            <p:cNvSpPr/>
            <p:nvPr/>
          </p:nvSpPr>
          <p:spPr>
            <a:xfrm>
              <a:off x="6886575" y="1575550"/>
              <a:ext cx="19050" cy="17950"/>
            </a:xfrm>
            <a:custGeom>
              <a:rect b="b" l="l" r="r" t="t"/>
              <a:pathLst>
                <a:path extrusionOk="0" h="718" w="762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4" name="Google Shape;12834;p99"/>
            <p:cNvSpPr/>
            <p:nvPr/>
          </p:nvSpPr>
          <p:spPr>
            <a:xfrm>
              <a:off x="6612725" y="2909675"/>
              <a:ext cx="36925" cy="36225"/>
            </a:xfrm>
            <a:custGeom>
              <a:rect b="b" l="l" r="r" t="t"/>
              <a:pathLst>
                <a:path extrusionOk="0" h="1449" w="1477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5" name="Google Shape;12835;p99"/>
            <p:cNvSpPr/>
            <p:nvPr/>
          </p:nvSpPr>
          <p:spPr>
            <a:xfrm>
              <a:off x="6607950" y="4033250"/>
              <a:ext cx="50925" cy="50550"/>
            </a:xfrm>
            <a:custGeom>
              <a:rect b="b" l="l" r="r" t="t"/>
              <a:pathLst>
                <a:path extrusionOk="0" h="2022" w="2037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6" name="Google Shape;12836;p99"/>
            <p:cNvSpPr/>
            <p:nvPr/>
          </p:nvSpPr>
          <p:spPr>
            <a:xfrm>
              <a:off x="6996400" y="4166875"/>
              <a:ext cx="36325" cy="36000"/>
            </a:xfrm>
            <a:custGeom>
              <a:rect b="b" l="l" r="r" t="t"/>
              <a:pathLst>
                <a:path extrusionOk="0" h="1440" w="1453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7" name="Google Shape;12837;p99"/>
            <p:cNvSpPr/>
            <p:nvPr/>
          </p:nvSpPr>
          <p:spPr>
            <a:xfrm>
              <a:off x="6710350" y="4394000"/>
              <a:ext cx="37225" cy="35950"/>
            </a:xfrm>
            <a:custGeom>
              <a:rect b="b" l="l" r="r" t="t"/>
              <a:pathLst>
                <a:path extrusionOk="0" h="1438" w="1489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8" name="Google Shape;12838;p99"/>
            <p:cNvSpPr/>
            <p:nvPr/>
          </p:nvSpPr>
          <p:spPr>
            <a:xfrm>
              <a:off x="6609750" y="3484075"/>
              <a:ext cx="35725" cy="35675"/>
            </a:xfrm>
            <a:custGeom>
              <a:rect b="b" l="l" r="r" t="t"/>
              <a:pathLst>
                <a:path extrusionOk="0" h="1427" w="1429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9" name="Google Shape;12839;p99"/>
            <p:cNvSpPr/>
            <p:nvPr/>
          </p:nvSpPr>
          <p:spPr>
            <a:xfrm>
              <a:off x="7027050" y="3205875"/>
              <a:ext cx="8950" cy="31275"/>
            </a:xfrm>
            <a:custGeom>
              <a:rect b="b" l="l" r="r" t="t"/>
              <a:pathLst>
                <a:path extrusionOk="0" h="1251" w="358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0" name="Google Shape;12840;p99"/>
            <p:cNvSpPr/>
            <p:nvPr/>
          </p:nvSpPr>
          <p:spPr>
            <a:xfrm>
              <a:off x="6923175" y="1659900"/>
              <a:ext cx="35750" cy="35150"/>
            </a:xfrm>
            <a:custGeom>
              <a:rect b="b" l="l" r="r" t="t"/>
              <a:pathLst>
                <a:path extrusionOk="0" h="1406" w="143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1" name="Google Shape;12841;p99"/>
            <p:cNvSpPr/>
            <p:nvPr/>
          </p:nvSpPr>
          <p:spPr>
            <a:xfrm>
              <a:off x="6526400" y="2260750"/>
              <a:ext cx="36625" cy="35900"/>
            </a:xfrm>
            <a:custGeom>
              <a:rect b="b" l="l" r="r" t="t"/>
              <a:pathLst>
                <a:path extrusionOk="0" h="1436" w="1465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2" name="Google Shape;12842;p99"/>
            <p:cNvSpPr/>
            <p:nvPr/>
          </p:nvSpPr>
          <p:spPr>
            <a:xfrm>
              <a:off x="5728375" y="4421425"/>
              <a:ext cx="51825" cy="50475"/>
            </a:xfrm>
            <a:custGeom>
              <a:rect b="b" l="l" r="r" t="t"/>
              <a:pathLst>
                <a:path extrusionOk="0" h="2019" w="2073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3" name="Google Shape;12843;p99"/>
            <p:cNvSpPr/>
            <p:nvPr/>
          </p:nvSpPr>
          <p:spPr>
            <a:xfrm>
              <a:off x="6710950" y="4235475"/>
              <a:ext cx="20850" cy="20600"/>
            </a:xfrm>
            <a:custGeom>
              <a:rect b="b" l="l" r="r" t="t"/>
              <a:pathLst>
                <a:path extrusionOk="0" h="824" w="834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4" name="Google Shape;12844;p99"/>
            <p:cNvSpPr/>
            <p:nvPr/>
          </p:nvSpPr>
          <p:spPr>
            <a:xfrm>
              <a:off x="6828225" y="3855375"/>
              <a:ext cx="21150" cy="20450"/>
            </a:xfrm>
            <a:custGeom>
              <a:rect b="b" l="l" r="r" t="t"/>
              <a:pathLst>
                <a:path extrusionOk="0" h="818" w="846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5" name="Google Shape;12845;p99"/>
            <p:cNvSpPr/>
            <p:nvPr/>
          </p:nvSpPr>
          <p:spPr>
            <a:xfrm>
              <a:off x="6930325" y="4028600"/>
              <a:ext cx="21450" cy="20575"/>
            </a:xfrm>
            <a:custGeom>
              <a:rect b="b" l="l" r="r" t="t"/>
              <a:pathLst>
                <a:path extrusionOk="0" h="823" w="858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6" name="Google Shape;12846;p99"/>
            <p:cNvSpPr/>
            <p:nvPr/>
          </p:nvSpPr>
          <p:spPr>
            <a:xfrm>
              <a:off x="6984800" y="31787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7" name="Google Shape;12847;p99"/>
            <p:cNvSpPr/>
            <p:nvPr/>
          </p:nvSpPr>
          <p:spPr>
            <a:xfrm>
              <a:off x="6950250" y="2089625"/>
              <a:ext cx="20875" cy="20600"/>
            </a:xfrm>
            <a:custGeom>
              <a:rect b="b" l="l" r="r" t="t"/>
              <a:pathLst>
                <a:path extrusionOk="0" h="824" w="835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8" name="Google Shape;12848;p99"/>
            <p:cNvSpPr/>
            <p:nvPr/>
          </p:nvSpPr>
          <p:spPr>
            <a:xfrm>
              <a:off x="6882700" y="3304975"/>
              <a:ext cx="21450" cy="20600"/>
            </a:xfrm>
            <a:custGeom>
              <a:rect b="b" l="l" r="r" t="t"/>
              <a:pathLst>
                <a:path extrusionOk="0" h="824" w="858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9" name="Google Shape;12849;p99"/>
            <p:cNvSpPr/>
            <p:nvPr/>
          </p:nvSpPr>
          <p:spPr>
            <a:xfrm>
              <a:off x="6801125" y="3180575"/>
              <a:ext cx="21475" cy="20600"/>
            </a:xfrm>
            <a:custGeom>
              <a:rect b="b" l="l" r="r" t="t"/>
              <a:pathLst>
                <a:path extrusionOk="0" h="824" w="859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850" name="Google Shape;12850;p99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243800" lIns="243800" spcFirstLastPara="1" rIns="243800" wrap="square" tIns="243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t/>
            </a:r>
            <a:endParaRPr b="0" i="0" sz="3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12851" name="Shape 12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52" name="Google Shape;12852;p100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12853" name="Google Shape;12853;p100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4" name="Google Shape;12854;p100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5" name="Google Shape;12855;p100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6" name="Google Shape;12856;p100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7" name="Google Shape;12857;p100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8" name="Google Shape;12858;p100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9" name="Google Shape;12859;p100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0" name="Google Shape;12860;p100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1" name="Google Shape;12861;p100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2" name="Google Shape;12862;p100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3" name="Google Shape;12863;p100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4" name="Google Shape;12864;p100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5" name="Google Shape;12865;p100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6" name="Google Shape;12866;p100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7" name="Google Shape;12867;p100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8" name="Google Shape;12868;p100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9" name="Google Shape;12869;p100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0" name="Google Shape;12870;p100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1" name="Google Shape;12871;p100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872" name="Google Shape;12872;p100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12873" name="Google Shape;12873;p100"/>
            <p:cNvSpPr/>
            <p:nvPr/>
          </p:nvSpPr>
          <p:spPr>
            <a:xfrm>
              <a:off x="4184725" y="3808325"/>
              <a:ext cx="15225" cy="20575"/>
            </a:xfrm>
            <a:custGeom>
              <a:rect b="b" l="l" r="r" t="t"/>
              <a:pathLst>
                <a:path extrusionOk="0" h="823" w="609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4" name="Google Shape;12874;p100"/>
            <p:cNvSpPr/>
            <p:nvPr/>
          </p:nvSpPr>
          <p:spPr>
            <a:xfrm>
              <a:off x="40534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5" name="Google Shape;12875;p100"/>
            <p:cNvSpPr/>
            <p:nvPr/>
          </p:nvSpPr>
          <p:spPr>
            <a:xfrm>
              <a:off x="4054075" y="3877975"/>
              <a:ext cx="325" cy="25"/>
            </a:xfrm>
            <a:custGeom>
              <a:rect b="b" l="l" r="r" t="t"/>
              <a:pathLst>
                <a:path extrusionOk="0" h="1" w="13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6" name="Google Shape;12876;p100"/>
            <p:cNvSpPr/>
            <p:nvPr/>
          </p:nvSpPr>
          <p:spPr>
            <a:xfrm>
              <a:off x="4052575" y="38779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7" name="Google Shape;12877;p100"/>
            <p:cNvSpPr/>
            <p:nvPr/>
          </p:nvSpPr>
          <p:spPr>
            <a:xfrm>
              <a:off x="4052575" y="3877975"/>
              <a:ext cx="925" cy="25"/>
            </a:xfrm>
            <a:custGeom>
              <a:rect b="b" l="l" r="r" t="t"/>
              <a:pathLst>
                <a:path extrusionOk="0" h="1" w="37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8" name="Google Shape;12878;p100"/>
            <p:cNvSpPr/>
            <p:nvPr/>
          </p:nvSpPr>
          <p:spPr>
            <a:xfrm>
              <a:off x="4052875" y="3817575"/>
              <a:ext cx="75325" cy="60150"/>
            </a:xfrm>
            <a:custGeom>
              <a:rect b="b" l="l" r="r" t="t"/>
              <a:pathLst>
                <a:path extrusionOk="0" h="2406" w="3013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9" name="Google Shape;12879;p100"/>
            <p:cNvSpPr/>
            <p:nvPr/>
          </p:nvSpPr>
          <p:spPr>
            <a:xfrm>
              <a:off x="4054375" y="3877700"/>
              <a:ext cx="900" cy="300"/>
            </a:xfrm>
            <a:custGeom>
              <a:rect b="b" l="l" r="r" t="t"/>
              <a:pathLst>
                <a:path extrusionOk="0" h="12" w="36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0" name="Google Shape;12880;p100"/>
            <p:cNvSpPr/>
            <p:nvPr/>
          </p:nvSpPr>
          <p:spPr>
            <a:xfrm>
              <a:off x="3913575" y="3827100"/>
              <a:ext cx="143200" cy="50900"/>
            </a:xfrm>
            <a:custGeom>
              <a:rect b="b" l="l" r="r" t="t"/>
              <a:pathLst>
                <a:path extrusionOk="0" h="2036" w="5728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1" name="Google Shape;12881;p100"/>
            <p:cNvSpPr/>
            <p:nvPr/>
          </p:nvSpPr>
          <p:spPr>
            <a:xfrm>
              <a:off x="4141275" y="3808325"/>
              <a:ext cx="5975" cy="2725"/>
            </a:xfrm>
            <a:custGeom>
              <a:rect b="b" l="l" r="r" t="t"/>
              <a:pathLst>
                <a:path extrusionOk="0" h="109" w="239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2" name="Google Shape;12882;p100"/>
            <p:cNvSpPr/>
            <p:nvPr/>
          </p:nvSpPr>
          <p:spPr>
            <a:xfrm>
              <a:off x="4141875" y="3809525"/>
              <a:ext cx="51525" cy="25325"/>
            </a:xfrm>
            <a:custGeom>
              <a:rect b="b" l="l" r="r" t="t"/>
              <a:pathLst>
                <a:path extrusionOk="0" h="1013" w="2061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3" name="Google Shape;12883;p100"/>
            <p:cNvSpPr/>
            <p:nvPr/>
          </p:nvSpPr>
          <p:spPr>
            <a:xfrm>
              <a:off x="4122525" y="3808325"/>
              <a:ext cx="3900" cy="1225"/>
            </a:xfrm>
            <a:custGeom>
              <a:rect b="b" l="l" r="r" t="t"/>
              <a:pathLst>
                <a:path extrusionOk="0" h="49" w="156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4" name="Google Shape;12884;p100"/>
            <p:cNvSpPr/>
            <p:nvPr/>
          </p:nvSpPr>
          <p:spPr>
            <a:xfrm>
              <a:off x="3906425" y="3808325"/>
              <a:ext cx="10750" cy="16400"/>
            </a:xfrm>
            <a:custGeom>
              <a:rect b="b" l="l" r="r" t="t"/>
              <a:pathLst>
                <a:path extrusionOk="0" h="656" w="43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5" name="Google Shape;12885;p100"/>
            <p:cNvSpPr/>
            <p:nvPr/>
          </p:nvSpPr>
          <p:spPr>
            <a:xfrm>
              <a:off x="3838275" y="3832450"/>
              <a:ext cx="71150" cy="218800"/>
            </a:xfrm>
            <a:custGeom>
              <a:rect b="b" l="l" r="r" t="t"/>
              <a:pathLst>
                <a:path extrusionOk="0" h="8752" w="2846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6" name="Google Shape;12886;p100"/>
            <p:cNvSpPr/>
            <p:nvPr/>
          </p:nvSpPr>
          <p:spPr>
            <a:xfrm>
              <a:off x="3813250" y="3808325"/>
              <a:ext cx="91425" cy="24750"/>
            </a:xfrm>
            <a:custGeom>
              <a:rect b="b" l="l" r="r" t="t"/>
              <a:pathLst>
                <a:path extrusionOk="0" h="990" w="3657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7" name="Google Shape;12887;p100"/>
            <p:cNvSpPr/>
            <p:nvPr/>
          </p:nvSpPr>
          <p:spPr>
            <a:xfrm>
              <a:off x="3729625" y="3808325"/>
              <a:ext cx="107475" cy="244125"/>
            </a:xfrm>
            <a:custGeom>
              <a:rect b="b" l="l" r="r" t="t"/>
              <a:pathLst>
                <a:path extrusionOk="0" h="9765" w="4299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8" name="Google Shape;12888;p100"/>
            <p:cNvSpPr/>
            <p:nvPr/>
          </p:nvSpPr>
          <p:spPr>
            <a:xfrm>
              <a:off x="4180275" y="3827875"/>
              <a:ext cx="10150" cy="9700"/>
            </a:xfrm>
            <a:custGeom>
              <a:rect b="b" l="l" r="r" t="t"/>
              <a:pathLst>
                <a:path extrusionOk="0" h="388" w="406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9" name="Google Shape;12889;p100"/>
            <p:cNvSpPr/>
            <p:nvPr/>
          </p:nvSpPr>
          <p:spPr>
            <a:xfrm>
              <a:off x="4124025" y="3808325"/>
              <a:ext cx="19075" cy="15750"/>
            </a:xfrm>
            <a:custGeom>
              <a:rect b="b" l="l" r="r" t="t"/>
              <a:pathLst>
                <a:path extrusionOk="0" h="630" w="763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0" name="Google Shape;12890;p100"/>
            <p:cNvSpPr/>
            <p:nvPr/>
          </p:nvSpPr>
          <p:spPr>
            <a:xfrm>
              <a:off x="3828750" y="4049725"/>
              <a:ext cx="20250" cy="18625"/>
            </a:xfrm>
            <a:custGeom>
              <a:rect b="b" l="l" r="r" t="t"/>
              <a:pathLst>
                <a:path extrusionOk="0" h="745" w="81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1" name="Google Shape;12891;p100"/>
            <p:cNvSpPr/>
            <p:nvPr/>
          </p:nvSpPr>
          <p:spPr>
            <a:xfrm>
              <a:off x="3903450" y="3823400"/>
              <a:ext cx="11625" cy="11450"/>
            </a:xfrm>
            <a:custGeom>
              <a:rect b="b" l="l" r="r" t="t"/>
              <a:pathLst>
                <a:path extrusionOk="0" h="458" w="465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892" name="Google Shape;12892;p100"/>
          <p:cNvGrpSpPr/>
          <p:nvPr/>
        </p:nvGrpSpPr>
        <p:grpSpPr>
          <a:xfrm flipH="1" rot="10800000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12893" name="Google Shape;12893;p100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4" name="Google Shape;12894;p100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5" name="Google Shape;12895;p100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6" name="Google Shape;12896;p100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7" name="Google Shape;12897;p100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8" name="Google Shape;12898;p100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9" name="Google Shape;12899;p100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0" name="Google Shape;12900;p100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1" name="Google Shape;12901;p100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2" name="Google Shape;12902;p100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3" name="Google Shape;12903;p100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4" name="Google Shape;12904;p100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5" name="Google Shape;12905;p100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6" name="Google Shape;12906;p100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7" name="Google Shape;12907;p100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8" name="Google Shape;12908;p100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9" name="Google Shape;12909;p100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0" name="Google Shape;12910;p100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1" name="Google Shape;12911;p100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2" name="Google Shape;12912;p100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3" name="Google Shape;12913;p100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4" name="Google Shape;12914;p100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5" name="Google Shape;12915;p100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6" name="Google Shape;12916;p100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7" name="Google Shape;12917;p100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8" name="Google Shape;12918;p100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9" name="Google Shape;12919;p100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0" name="Google Shape;12920;p100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1" name="Google Shape;12921;p100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2" name="Google Shape;12922;p100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3" name="Google Shape;12923;p100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4" name="Google Shape;12924;p100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5" name="Google Shape;12925;p100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6" name="Google Shape;12926;p100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7" name="Google Shape;12927;p100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8" name="Google Shape;12928;p100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9" name="Google Shape;12929;p100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930" name="Google Shape;12930;p100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12931" name="Google Shape;12931;p100"/>
            <p:cNvSpPr/>
            <p:nvPr/>
          </p:nvSpPr>
          <p:spPr>
            <a:xfrm>
              <a:off x="1083450" y="2340600"/>
              <a:ext cx="215525" cy="50325"/>
            </a:xfrm>
            <a:custGeom>
              <a:rect b="b" l="l" r="r" t="t"/>
              <a:pathLst>
                <a:path extrusionOk="0" h="2013" w="8621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2" name="Google Shape;12932;p100"/>
            <p:cNvSpPr/>
            <p:nvPr/>
          </p:nvSpPr>
          <p:spPr>
            <a:xfrm>
              <a:off x="1083450" y="213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3" name="Google Shape;12933;p100"/>
            <p:cNvSpPr/>
            <p:nvPr/>
          </p:nvSpPr>
          <p:spPr>
            <a:xfrm>
              <a:off x="1083450" y="1806900"/>
              <a:ext cx="20275" cy="7475"/>
            </a:xfrm>
            <a:custGeom>
              <a:rect b="b" l="l" r="r" t="t"/>
              <a:pathLst>
                <a:path extrusionOk="0" h="299" w="811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4" name="Google Shape;12934;p100"/>
            <p:cNvSpPr/>
            <p:nvPr/>
          </p:nvSpPr>
          <p:spPr>
            <a:xfrm>
              <a:off x="1108150" y="1802425"/>
              <a:ext cx="180125" cy="11350"/>
            </a:xfrm>
            <a:custGeom>
              <a:rect b="b" l="l" r="r" t="t"/>
              <a:pathLst>
                <a:path extrusionOk="0" h="454" w="7205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5" name="Google Shape;12935;p100"/>
            <p:cNvSpPr/>
            <p:nvPr/>
          </p:nvSpPr>
          <p:spPr>
            <a:xfrm>
              <a:off x="1194475" y="2040550"/>
              <a:ext cx="2425" cy="3600"/>
            </a:xfrm>
            <a:custGeom>
              <a:rect b="b" l="l" r="r" t="t"/>
              <a:pathLst>
                <a:path extrusionOk="0" h="144" w="97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6" name="Google Shape;12936;p100"/>
            <p:cNvSpPr/>
            <p:nvPr/>
          </p:nvSpPr>
          <p:spPr>
            <a:xfrm>
              <a:off x="1083450" y="1741425"/>
              <a:ext cx="98250" cy="261650"/>
            </a:xfrm>
            <a:custGeom>
              <a:rect b="b" l="l" r="r" t="t"/>
              <a:pathLst>
                <a:path extrusionOk="0" h="10466" w="393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7" name="Google Shape;12937;p100"/>
            <p:cNvSpPr/>
            <p:nvPr/>
          </p:nvSpPr>
          <p:spPr>
            <a:xfrm>
              <a:off x="1113525" y="2178975"/>
              <a:ext cx="193200" cy="201825"/>
            </a:xfrm>
            <a:custGeom>
              <a:rect b="b" l="l" r="r" t="t"/>
              <a:pathLst>
                <a:path extrusionOk="0" h="8073" w="7728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8" name="Google Shape;12938;p100"/>
            <p:cNvSpPr/>
            <p:nvPr/>
          </p:nvSpPr>
          <p:spPr>
            <a:xfrm>
              <a:off x="1187625" y="2041750"/>
              <a:ext cx="121175" cy="334600"/>
            </a:xfrm>
            <a:custGeom>
              <a:rect b="b" l="l" r="r" t="t"/>
              <a:pathLst>
                <a:path extrusionOk="0" h="13384" w="4847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9" name="Google Shape;12939;p100"/>
            <p:cNvSpPr/>
            <p:nvPr/>
          </p:nvSpPr>
          <p:spPr>
            <a:xfrm>
              <a:off x="1188525" y="1816725"/>
              <a:ext cx="109275" cy="186650"/>
            </a:xfrm>
            <a:custGeom>
              <a:rect b="b" l="l" r="r" t="t"/>
              <a:pathLst>
                <a:path extrusionOk="0" h="7466" w="4371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0" name="Google Shape;12940;p100"/>
            <p:cNvSpPr/>
            <p:nvPr/>
          </p:nvSpPr>
          <p:spPr>
            <a:xfrm>
              <a:off x="1113225" y="2036700"/>
              <a:ext cx="60750" cy="102100"/>
            </a:xfrm>
            <a:custGeom>
              <a:rect b="b" l="l" r="r" t="t"/>
              <a:pathLst>
                <a:path extrusionOk="0" h="4084" w="243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1" name="Google Shape;12941;p100"/>
            <p:cNvSpPr/>
            <p:nvPr/>
          </p:nvSpPr>
          <p:spPr>
            <a:xfrm>
              <a:off x="1299250" y="1820900"/>
              <a:ext cx="16700" cy="554550"/>
            </a:xfrm>
            <a:custGeom>
              <a:rect b="b" l="l" r="r" t="t"/>
              <a:pathLst>
                <a:path extrusionOk="0" h="22182" w="668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2" name="Google Shape;12942;p100"/>
            <p:cNvSpPr/>
            <p:nvPr/>
          </p:nvSpPr>
          <p:spPr>
            <a:xfrm>
              <a:off x="1293600" y="1501500"/>
              <a:ext cx="11925" cy="289650"/>
            </a:xfrm>
            <a:custGeom>
              <a:rect b="b" l="l" r="r" t="t"/>
              <a:pathLst>
                <a:path extrusionOk="0" h="11586" w="477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3" name="Google Shape;12943;p100"/>
            <p:cNvSpPr/>
            <p:nvPr/>
          </p:nvSpPr>
          <p:spPr>
            <a:xfrm>
              <a:off x="1418325" y="1523825"/>
              <a:ext cx="47050" cy="166425"/>
            </a:xfrm>
            <a:custGeom>
              <a:rect b="b" l="l" r="r" t="t"/>
              <a:pathLst>
                <a:path extrusionOk="0" h="6657" w="1882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4" name="Google Shape;12944;p100"/>
            <p:cNvSpPr/>
            <p:nvPr/>
          </p:nvSpPr>
          <p:spPr>
            <a:xfrm>
              <a:off x="1083450" y="1458350"/>
              <a:ext cx="203625" cy="33050"/>
            </a:xfrm>
            <a:custGeom>
              <a:rect b="b" l="l" r="r" t="t"/>
              <a:pathLst>
                <a:path extrusionOk="0" h="1322" w="8145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5" name="Google Shape;12945;p100"/>
            <p:cNvSpPr/>
            <p:nvPr/>
          </p:nvSpPr>
          <p:spPr>
            <a:xfrm>
              <a:off x="1291825" y="1342550"/>
              <a:ext cx="8050" cy="136050"/>
            </a:xfrm>
            <a:custGeom>
              <a:rect b="b" l="l" r="r" t="t"/>
              <a:pathLst>
                <a:path extrusionOk="0" h="5442" w="322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6" name="Google Shape;12946;p100"/>
            <p:cNvSpPr/>
            <p:nvPr/>
          </p:nvSpPr>
          <p:spPr>
            <a:xfrm>
              <a:off x="1688000" y="1544675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7" name="Google Shape;12947;p100"/>
            <p:cNvSpPr/>
            <p:nvPr/>
          </p:nvSpPr>
          <p:spPr>
            <a:xfrm>
              <a:off x="1309675" y="1487525"/>
              <a:ext cx="94675" cy="19650"/>
            </a:xfrm>
            <a:custGeom>
              <a:rect b="b" l="l" r="r" t="t"/>
              <a:pathLst>
                <a:path extrusionOk="0" h="786" w="3787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8" name="Google Shape;12948;p100"/>
            <p:cNvSpPr/>
            <p:nvPr/>
          </p:nvSpPr>
          <p:spPr>
            <a:xfrm>
              <a:off x="1687700" y="15458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9" name="Google Shape;12949;p100"/>
            <p:cNvSpPr/>
            <p:nvPr/>
          </p:nvSpPr>
          <p:spPr>
            <a:xfrm>
              <a:off x="1430825" y="1504475"/>
              <a:ext cx="247675" cy="41700"/>
            </a:xfrm>
            <a:custGeom>
              <a:rect b="b" l="l" r="r" t="t"/>
              <a:pathLst>
                <a:path extrusionOk="0" h="1668" w="9907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0" name="Google Shape;12950;p100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1" name="Google Shape;12951;p100"/>
            <p:cNvSpPr/>
            <p:nvPr/>
          </p:nvSpPr>
          <p:spPr>
            <a:xfrm>
              <a:off x="1687700" y="15455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2" name="Google Shape;12952;p100"/>
            <p:cNvSpPr/>
            <p:nvPr/>
          </p:nvSpPr>
          <p:spPr>
            <a:xfrm>
              <a:off x="1476075" y="1544675"/>
              <a:ext cx="211050" cy="154800"/>
            </a:xfrm>
            <a:custGeom>
              <a:rect b="b" l="l" r="r" t="t"/>
              <a:pathLst>
                <a:path extrusionOk="0" h="6192" w="8442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3" name="Google Shape;12953;p100"/>
            <p:cNvSpPr/>
            <p:nvPr/>
          </p:nvSpPr>
          <p:spPr>
            <a:xfrm>
              <a:off x="1688000" y="1544675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4" name="Google Shape;12954;p100"/>
            <p:cNvSpPr/>
            <p:nvPr/>
          </p:nvSpPr>
          <p:spPr>
            <a:xfrm>
              <a:off x="1681750" y="1319350"/>
              <a:ext cx="26225" cy="225050"/>
            </a:xfrm>
            <a:custGeom>
              <a:rect b="b" l="l" r="r" t="t"/>
              <a:pathLst>
                <a:path extrusionOk="0" h="9002" w="1049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5" name="Google Shape;12955;p100"/>
            <p:cNvSpPr/>
            <p:nvPr/>
          </p:nvSpPr>
          <p:spPr>
            <a:xfrm>
              <a:off x="1687100" y="1546450"/>
              <a:ext cx="25" cy="625"/>
            </a:xfrm>
            <a:custGeom>
              <a:rect b="b" l="l" r="r" t="t"/>
              <a:pathLst>
                <a:path extrusionOk="0" h="25" w="1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6" name="Google Shape;12956;p100"/>
            <p:cNvSpPr/>
            <p:nvPr/>
          </p:nvSpPr>
          <p:spPr>
            <a:xfrm>
              <a:off x="1684125" y="1547650"/>
              <a:ext cx="625" cy="25"/>
            </a:xfrm>
            <a:custGeom>
              <a:rect b="b" l="l" r="r" t="t"/>
              <a:pathLst>
                <a:path extrusionOk="0" h="1" w="25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7" name="Google Shape;12957;p100"/>
            <p:cNvSpPr/>
            <p:nvPr/>
          </p:nvSpPr>
          <p:spPr>
            <a:xfrm>
              <a:off x="1687700" y="1545550"/>
              <a:ext cx="25" cy="325"/>
            </a:xfrm>
            <a:custGeom>
              <a:rect b="b" l="l" r="r" t="t"/>
              <a:pathLst>
                <a:path extrusionOk="0" h="13" w="1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8" name="Google Shape;12958;p100"/>
            <p:cNvSpPr/>
            <p:nvPr/>
          </p:nvSpPr>
          <p:spPr>
            <a:xfrm>
              <a:off x="1684725" y="15476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9" name="Google Shape;12959;p100"/>
            <p:cNvSpPr/>
            <p:nvPr/>
          </p:nvSpPr>
          <p:spPr>
            <a:xfrm>
              <a:off x="1323375" y="1333625"/>
              <a:ext cx="364650" cy="214350"/>
            </a:xfrm>
            <a:custGeom>
              <a:rect b="b" l="l" r="r" t="t"/>
              <a:pathLst>
                <a:path extrusionOk="0" h="8574" w="14586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0" name="Google Shape;12960;p100"/>
            <p:cNvSpPr/>
            <p:nvPr/>
          </p:nvSpPr>
          <p:spPr>
            <a:xfrm>
              <a:off x="1273950" y="1318750"/>
              <a:ext cx="60750" cy="26600"/>
            </a:xfrm>
            <a:custGeom>
              <a:rect b="b" l="l" r="r" t="t"/>
              <a:pathLst>
                <a:path extrusionOk="0" h="1064" w="243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1" name="Google Shape;12961;p100"/>
            <p:cNvSpPr/>
            <p:nvPr/>
          </p:nvSpPr>
          <p:spPr>
            <a:xfrm>
              <a:off x="1159350" y="2001350"/>
              <a:ext cx="50050" cy="42850"/>
            </a:xfrm>
            <a:custGeom>
              <a:rect b="b" l="l" r="r" t="t"/>
              <a:pathLst>
                <a:path extrusionOk="0" h="1714" w="2002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2" name="Google Shape;12962;p100"/>
            <p:cNvSpPr/>
            <p:nvPr/>
          </p:nvSpPr>
          <p:spPr>
            <a:xfrm>
              <a:off x="1083450" y="2128475"/>
              <a:ext cx="44675" cy="61325"/>
            </a:xfrm>
            <a:custGeom>
              <a:rect b="b" l="l" r="r" t="t"/>
              <a:pathLst>
                <a:path extrusionOk="0" h="2453" w="1787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3" name="Google Shape;12963;p100"/>
            <p:cNvSpPr/>
            <p:nvPr/>
          </p:nvSpPr>
          <p:spPr>
            <a:xfrm>
              <a:off x="1288250" y="1790575"/>
              <a:ext cx="32175" cy="31125"/>
            </a:xfrm>
            <a:custGeom>
              <a:rect b="b" l="l" r="r" t="t"/>
              <a:pathLst>
                <a:path extrusionOk="0" h="1245" w="1287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4" name="Google Shape;12964;p100"/>
            <p:cNvSpPr/>
            <p:nvPr/>
          </p:nvSpPr>
          <p:spPr>
            <a:xfrm>
              <a:off x="1297475" y="2375200"/>
              <a:ext cx="32775" cy="30800"/>
            </a:xfrm>
            <a:custGeom>
              <a:rect b="b" l="l" r="r" t="t"/>
              <a:pathLst>
                <a:path extrusionOk="0" h="1232" w="1311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5" name="Google Shape;12965;p100"/>
            <p:cNvSpPr/>
            <p:nvPr/>
          </p:nvSpPr>
          <p:spPr>
            <a:xfrm>
              <a:off x="1445100" y="1689025"/>
              <a:ext cx="39025" cy="34575"/>
            </a:xfrm>
            <a:custGeom>
              <a:rect b="b" l="l" r="r" t="t"/>
              <a:pathLst>
                <a:path extrusionOk="0" h="1383" w="1561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6" name="Google Shape;12966;p100"/>
            <p:cNvSpPr/>
            <p:nvPr/>
          </p:nvSpPr>
          <p:spPr>
            <a:xfrm>
              <a:off x="1285875" y="1477700"/>
              <a:ext cx="24725" cy="24425"/>
            </a:xfrm>
            <a:custGeom>
              <a:rect b="b" l="l" r="r" t="t"/>
              <a:pathLst>
                <a:path extrusionOk="0" h="977" w="989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7" name="Google Shape;12967;p100"/>
            <p:cNvSpPr/>
            <p:nvPr/>
          </p:nvSpPr>
          <p:spPr>
            <a:xfrm>
              <a:off x="1400175" y="1494100"/>
              <a:ext cx="32750" cy="31300"/>
            </a:xfrm>
            <a:custGeom>
              <a:rect b="b" l="l" r="r" t="t"/>
              <a:pathLst>
                <a:path extrusionOk="0" h="1252" w="131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anchorCtr="0" anchor="ctr" bIns="243800" lIns="243800" spcFirstLastPara="1" rIns="243800" wrap="square" tIns="2438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theme" Target="../theme/theme3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8.xml"/><Relationship Id="rId22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52.xml"/><Relationship Id="rId23" Type="http://schemas.openxmlformats.org/officeDocument/2006/relationships/slideLayout" Target="../slideLayouts/slideLayout51.xml"/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26" Type="http://schemas.openxmlformats.org/officeDocument/2006/relationships/slideLayout" Target="../slideLayouts/slideLayout54.xml"/><Relationship Id="rId25" Type="http://schemas.openxmlformats.org/officeDocument/2006/relationships/slideLayout" Target="../slideLayouts/slideLayout53.xml"/><Relationship Id="rId28" Type="http://schemas.openxmlformats.org/officeDocument/2006/relationships/slideLayout" Target="../slideLayouts/slideLayout56.xml"/><Relationship Id="rId27" Type="http://schemas.openxmlformats.org/officeDocument/2006/relationships/slideLayout" Target="../slideLayouts/slideLayout55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29" Type="http://schemas.openxmlformats.org/officeDocument/2006/relationships/theme" Target="../theme/theme1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46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6.xml"/><Relationship Id="rId22" Type="http://schemas.openxmlformats.org/officeDocument/2006/relationships/slideLayout" Target="../slideLayouts/slideLayout78.xml"/><Relationship Id="rId21" Type="http://schemas.openxmlformats.org/officeDocument/2006/relationships/slideLayout" Target="../slideLayouts/slideLayout77.xml"/><Relationship Id="rId24" Type="http://schemas.openxmlformats.org/officeDocument/2006/relationships/slideLayout" Target="../slideLayouts/slideLayout80.xml"/><Relationship Id="rId23" Type="http://schemas.openxmlformats.org/officeDocument/2006/relationships/slideLayout" Target="../slideLayouts/slideLayout79.xml"/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26" Type="http://schemas.openxmlformats.org/officeDocument/2006/relationships/slideLayout" Target="../slideLayouts/slideLayout82.xml"/><Relationship Id="rId25" Type="http://schemas.openxmlformats.org/officeDocument/2006/relationships/slideLayout" Target="../slideLayouts/slideLayout81.xml"/><Relationship Id="rId28" Type="http://schemas.openxmlformats.org/officeDocument/2006/relationships/slideLayout" Target="../slideLayouts/slideLayout84.xml"/><Relationship Id="rId27" Type="http://schemas.openxmlformats.org/officeDocument/2006/relationships/slideLayout" Target="../slideLayouts/slideLayout83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29" Type="http://schemas.openxmlformats.org/officeDocument/2006/relationships/theme" Target="../theme/theme4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69.xml"/><Relationship Id="rId12" Type="http://schemas.openxmlformats.org/officeDocument/2006/relationships/slideLayout" Target="../slideLayouts/slideLayout68.xml"/><Relationship Id="rId15" Type="http://schemas.openxmlformats.org/officeDocument/2006/relationships/slideLayout" Target="../slideLayouts/slideLayout71.xml"/><Relationship Id="rId14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3.xml"/><Relationship Id="rId16" Type="http://schemas.openxmlformats.org/officeDocument/2006/relationships/slideLayout" Target="../slideLayouts/slideLayout72.xml"/><Relationship Id="rId19" Type="http://schemas.openxmlformats.org/officeDocument/2006/relationships/slideLayout" Target="../slideLayouts/slideLayout75.xml"/><Relationship Id="rId18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9F9F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831200" y="1186733"/>
            <a:ext cx="227217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831200" y="3073267"/>
            <a:ext cx="22721700" cy="91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indent="-5016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1pPr>
            <a:lvl2pPr indent="-501650" lvl="1" marL="9144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2pPr>
            <a:lvl3pPr indent="-501650" lvl="2" marL="13716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3pPr>
            <a:lvl4pPr indent="-501650" lvl="3" marL="18288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4pPr>
            <a:lvl5pPr indent="-501650" lvl="4" marL="22860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5pPr>
            <a:lvl6pPr indent="-501650" lvl="5" marL="27432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6pPr>
            <a:lvl7pPr indent="-501650" lvl="6" marL="32004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7pPr>
            <a:lvl8pPr indent="-501650" lvl="7" marL="36576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8pPr>
            <a:lvl9pPr indent="-501650" lvl="8" marL="4114800" marR="0" rtl="0" algn="l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Font typeface="ABeeZee"/>
              <a:buChar char="■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9F9F9"/>
        </a:solidFill>
      </p:bgPr>
    </p:bg>
    <p:spTree>
      <p:nvGrpSpPr>
        <p:cNvPr id="4326" name="Shape 4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7" name="Google Shape;4327;p16"/>
          <p:cNvSpPr txBox="1"/>
          <p:nvPr>
            <p:ph type="title"/>
          </p:nvPr>
        </p:nvSpPr>
        <p:spPr>
          <a:xfrm>
            <a:off x="831200" y="1186733"/>
            <a:ext cx="227217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9pPr>
          </a:lstStyle>
          <a:p/>
        </p:txBody>
      </p:sp>
      <p:sp>
        <p:nvSpPr>
          <p:cNvPr id="4328" name="Google Shape;4328;p16"/>
          <p:cNvSpPr txBox="1"/>
          <p:nvPr>
            <p:ph idx="1" type="body"/>
          </p:nvPr>
        </p:nvSpPr>
        <p:spPr>
          <a:xfrm>
            <a:off x="831200" y="3073267"/>
            <a:ext cx="22721700" cy="91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indent="-5016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1pPr>
            <a:lvl2pPr indent="-501650" lvl="1" marL="9144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2pPr>
            <a:lvl3pPr indent="-501650" lvl="2" marL="13716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3pPr>
            <a:lvl4pPr indent="-501650" lvl="3" marL="18288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4pPr>
            <a:lvl5pPr indent="-501650" lvl="4" marL="22860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5pPr>
            <a:lvl6pPr indent="-501650" lvl="5" marL="27432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6pPr>
            <a:lvl7pPr indent="-501650" lvl="6" marL="32004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7pPr>
            <a:lvl8pPr indent="-501650" lvl="7" marL="36576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8pPr>
            <a:lvl9pPr indent="-501650" lvl="8" marL="4114800" marR="0" rtl="0" algn="l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Font typeface="ABeeZee"/>
              <a:buChar char="■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1" r:id="rId24"/>
    <p:sldLayoutId id="2147483702" r:id="rId25"/>
    <p:sldLayoutId id="2147483703" r:id="rId26"/>
    <p:sldLayoutId id="2147483704" r:id="rId27"/>
    <p:sldLayoutId id="214748370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9F9F9"/>
        </a:solidFill>
      </p:bgPr>
    </p:bg>
    <p:spTree>
      <p:nvGrpSpPr>
        <p:cNvPr id="8647" name="Shape 8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8" name="Google Shape;8648;p19"/>
          <p:cNvSpPr txBox="1"/>
          <p:nvPr>
            <p:ph type="title"/>
          </p:nvPr>
        </p:nvSpPr>
        <p:spPr>
          <a:xfrm>
            <a:off x="831200" y="1186733"/>
            <a:ext cx="22721700" cy="15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b="0" i="0" sz="93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9pPr>
          </a:lstStyle>
          <a:p/>
        </p:txBody>
      </p:sp>
      <p:sp>
        <p:nvSpPr>
          <p:cNvPr id="8649" name="Google Shape;8649;p19"/>
          <p:cNvSpPr txBox="1"/>
          <p:nvPr>
            <p:ph idx="1" type="body"/>
          </p:nvPr>
        </p:nvSpPr>
        <p:spPr>
          <a:xfrm>
            <a:off x="831200" y="3073267"/>
            <a:ext cx="22721700" cy="91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>
            <a:lvl1pPr indent="-5016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1pPr>
            <a:lvl2pPr indent="-501650" lvl="1" marL="9144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2pPr>
            <a:lvl3pPr indent="-501650" lvl="2" marL="13716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3pPr>
            <a:lvl4pPr indent="-501650" lvl="3" marL="18288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4pPr>
            <a:lvl5pPr indent="-501650" lvl="4" marL="22860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5pPr>
            <a:lvl6pPr indent="-501650" lvl="5" marL="27432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6pPr>
            <a:lvl7pPr indent="-501650" lvl="6" marL="32004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7pPr>
            <a:lvl8pPr indent="-501650" lvl="7" marL="3657600" marR="0" rtl="0" algn="l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8pPr>
            <a:lvl9pPr indent="-501650" lvl="8" marL="4114800" marR="0" rtl="0" algn="l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Font typeface="ABeeZee"/>
              <a:buChar char="■"/>
              <a:defRPr b="0" i="0" sz="43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19" r:id="rId13"/>
    <p:sldLayoutId id="2147483720" r:id="rId14"/>
    <p:sldLayoutId id="2147483721" r:id="rId15"/>
    <p:sldLayoutId id="2147483722" r:id="rId16"/>
    <p:sldLayoutId id="2147483723" r:id="rId17"/>
    <p:sldLayoutId id="2147483724" r:id="rId18"/>
    <p:sldLayoutId id="2147483725" r:id="rId19"/>
    <p:sldLayoutId id="2147483726" r:id="rId20"/>
    <p:sldLayoutId id="2147483727" r:id="rId21"/>
    <p:sldLayoutId id="2147483728" r:id="rId22"/>
    <p:sldLayoutId id="2147483729" r:id="rId23"/>
    <p:sldLayoutId id="2147483730" r:id="rId24"/>
    <p:sldLayoutId id="2147483731" r:id="rId25"/>
    <p:sldLayoutId id="2147483732" r:id="rId26"/>
    <p:sldLayoutId id="2147483733" r:id="rId27"/>
    <p:sldLayoutId id="2147483734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17.png"/><Relationship Id="rId7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Relationship Id="rId4" Type="http://schemas.openxmlformats.org/officeDocument/2006/relationships/image" Target="../media/image21.png"/><Relationship Id="rId5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png"/><Relationship Id="rId4" Type="http://schemas.openxmlformats.org/officeDocument/2006/relationships/image" Target="../media/image5.png"/><Relationship Id="rId5" Type="http://schemas.openxmlformats.org/officeDocument/2006/relationships/image" Target="../media/image3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png"/><Relationship Id="rId4" Type="http://schemas.openxmlformats.org/officeDocument/2006/relationships/image" Target="../media/image28.png"/><Relationship Id="rId5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6.jpg"/><Relationship Id="rId5" Type="http://schemas.openxmlformats.org/officeDocument/2006/relationships/image" Target="../media/image2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arxiv.org/abs/2211.09800" TargetMode="External"/><Relationship Id="rId4" Type="http://schemas.openxmlformats.org/officeDocument/2006/relationships/hyperlink" Target="https://arxiv.org/abs/2208.01626" TargetMode="External"/><Relationship Id="rId5" Type="http://schemas.openxmlformats.org/officeDocument/2006/relationships/hyperlink" Target="https://arxiv.org/abs/2302.05543" TargetMode="External"/><Relationship Id="rId6" Type="http://schemas.openxmlformats.org/officeDocument/2006/relationships/hyperlink" Target="https://openaccess.thecvf.com/content/CVPR2022/papers/Rombach_High-Resolution_Image_Synthesis_With_Latent_Diffusion_Models_CVPR_2022_paper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71" name="Shape 12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2" name="Google Shape;12972;p1"/>
          <p:cNvSpPr txBox="1"/>
          <p:nvPr>
            <p:ph type="ctrTitle"/>
          </p:nvPr>
        </p:nvSpPr>
        <p:spPr>
          <a:xfrm>
            <a:off x="4739900" y="3584100"/>
            <a:ext cx="14149800" cy="65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900"/>
              <a:buNone/>
            </a:pPr>
            <a:r>
              <a:rPr lang="en-US" sz="11100"/>
              <a:t>Image Editing</a:t>
            </a:r>
            <a:r>
              <a:rPr lang="en-US" sz="11100">
                <a:solidFill>
                  <a:schemeClr val="dk1"/>
                </a:solidFill>
              </a:rPr>
              <a:t> with </a:t>
            </a:r>
            <a:endParaRPr sz="11100">
              <a:solidFill>
                <a:schemeClr val="dk1"/>
              </a:solidFill>
            </a:endParaRPr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900"/>
              <a:buNone/>
            </a:pPr>
            <a:r>
              <a:rPr lang="en-US" sz="11100"/>
              <a:t>Diffusion Models</a:t>
            </a:r>
            <a:endParaRPr sz="11100"/>
          </a:p>
        </p:txBody>
      </p:sp>
      <p:pic>
        <p:nvPicPr>
          <p:cNvPr descr="logo Sapienza (rgb).png" id="12973" name="Google Shape;1297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689900" y="0"/>
            <a:ext cx="5694102" cy="23655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74" name="Google Shape;12974;p1"/>
          <p:cNvSpPr/>
          <p:nvPr/>
        </p:nvSpPr>
        <p:spPr>
          <a:xfrm>
            <a:off x="578777" y="9460523"/>
            <a:ext cx="6751461" cy="2970421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Authors: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Luca Conti (1702084) </a:t>
            </a:r>
            <a:endParaRPr b="0" i="0" sz="3600" u="none" cap="none" strike="noStrike">
              <a:solidFill>
                <a:srgbClr val="434343"/>
              </a:solidFill>
              <a:latin typeface="Roboto Serif SemiBold"/>
              <a:ea typeface="Roboto Serif SemiBold"/>
              <a:cs typeface="Roboto Serif SemiBold"/>
              <a:sym typeface="Roboto Serif SemiBold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Daniele Sabatini (1890300)</a:t>
            </a:r>
            <a:endParaRPr b="0" i="0" sz="3600" u="none" cap="none" strike="noStrike">
              <a:solidFill>
                <a:srgbClr val="434343"/>
              </a:solidFill>
              <a:latin typeface="Roboto Serif SemiBold"/>
              <a:ea typeface="Roboto Serif SemiBold"/>
              <a:cs typeface="Roboto Serif SemiBold"/>
              <a:sym typeface="Roboto Serif SemiBold"/>
            </a:endParaRPr>
          </a:p>
        </p:txBody>
      </p:sp>
      <p:sp>
        <p:nvSpPr>
          <p:cNvPr id="12975" name="Google Shape;12975;p1"/>
          <p:cNvSpPr/>
          <p:nvPr/>
        </p:nvSpPr>
        <p:spPr>
          <a:xfrm>
            <a:off x="17228092" y="9460523"/>
            <a:ext cx="6751461" cy="2970421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Neural Networks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A.A. 2024/2025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Exam date: 2025/09/05</a:t>
            </a:r>
            <a:endParaRPr b="0" i="0" sz="3600" u="none" cap="none" strike="noStrike">
              <a:solidFill>
                <a:srgbClr val="434343"/>
              </a:solidFill>
              <a:latin typeface="Roboto Serif SemiBold"/>
              <a:ea typeface="Roboto Serif SemiBold"/>
              <a:cs typeface="Roboto Serif SemiBold"/>
              <a:sym typeface="Roboto Serif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79" name="Shape 12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0" name="Google Shape;12980;p2"/>
          <p:cNvSpPr txBox="1"/>
          <p:nvPr/>
        </p:nvSpPr>
        <p:spPr>
          <a:xfrm>
            <a:off x="420675" y="2676800"/>
            <a:ext cx="10333800" cy="50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This project follows the approach introduced in “</a:t>
            </a:r>
            <a:r>
              <a:rPr b="1" i="1" lang="en-US" sz="36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InstructPix2Pix: Learning to Follow Image Editing Instructions</a:t>
            </a:r>
            <a:r>
              <a:rPr b="0" i="1" lang="en-US" sz="36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”</a:t>
            </a:r>
            <a:endParaRPr b="0" i="0" sz="3600" u="none" cap="none" strike="noStrike">
              <a:solidFill>
                <a:srgbClr val="000000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81" name="Google Shape;12981;p2"/>
          <p:cNvSpPr txBox="1"/>
          <p:nvPr/>
        </p:nvSpPr>
        <p:spPr>
          <a:xfrm>
            <a:off x="455808" y="501750"/>
            <a:ext cx="180609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Task</a:t>
            </a:r>
            <a:endParaRPr b="0" i="0" sz="1400" u="none" cap="none" strike="noStrike">
              <a:solidFill>
                <a:schemeClr val="dk1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pic>
        <p:nvPicPr>
          <p:cNvPr id="12982" name="Google Shape;129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29250" y="2681513"/>
            <a:ext cx="11927900" cy="8352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83" name="Google Shape;129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84" name="Google Shape;12984;p2"/>
          <p:cNvSpPr/>
          <p:nvPr/>
        </p:nvSpPr>
        <p:spPr>
          <a:xfrm>
            <a:off x="331999" y="5270525"/>
            <a:ext cx="10422475" cy="4154829"/>
          </a:xfrm>
          <a:prstGeom prst="roundRect">
            <a:avLst>
              <a:gd fmla="val 11069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Main steps</a:t>
            </a:r>
            <a:r>
              <a:rPr b="0" i="0" lang="en-US" sz="36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BeeZee"/>
              <a:buChar char="●"/>
            </a:pPr>
            <a:r>
              <a:rPr b="0" i="0" lang="en-US" sz="36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Generating instructions and paired captions</a:t>
            </a:r>
            <a:endParaRPr b="0" i="0" sz="3600" u="none" cap="none" strike="noStrike">
              <a:solidFill>
                <a:srgbClr val="000000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BeeZee"/>
              <a:buChar char="●"/>
            </a:pPr>
            <a:r>
              <a:rPr b="0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Generating paired images from paired captions</a:t>
            </a:r>
            <a:endParaRPr b="0" i="0" sz="36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BeeZee"/>
              <a:buChar char="●"/>
            </a:pPr>
            <a:r>
              <a:rPr b="0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Fine-tuning Stable Diffusion</a:t>
            </a:r>
            <a:endParaRPr b="0" i="0" sz="36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cxnSp>
        <p:nvCxnSpPr>
          <p:cNvPr id="12985" name="Google Shape;12985;p2"/>
          <p:cNvCxnSpPr/>
          <p:nvPr/>
        </p:nvCxnSpPr>
        <p:spPr>
          <a:xfrm flipH="1" rot="10800000">
            <a:off x="573075" y="1702025"/>
            <a:ext cx="8985300" cy="186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86" name="Google Shape;12986;p2"/>
          <p:cNvCxnSpPr/>
          <p:nvPr/>
        </p:nvCxnSpPr>
        <p:spPr>
          <a:xfrm>
            <a:off x="10058400" y="3780692"/>
            <a:ext cx="1870800" cy="1489800"/>
          </a:xfrm>
          <a:prstGeom prst="curvedConnector3">
            <a:avLst>
              <a:gd fmla="val 50000" name="adj1"/>
            </a:avLst>
          </a:prstGeom>
          <a:noFill/>
          <a:ln cap="flat" cmpd="sng" w="76200">
            <a:solidFill>
              <a:schemeClr val="lt2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90" name="Shape 12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1" name="Google Shape;12991;p3"/>
          <p:cNvSpPr txBox="1"/>
          <p:nvPr/>
        </p:nvSpPr>
        <p:spPr>
          <a:xfrm>
            <a:off x="573075" y="562925"/>
            <a:ext cx="23301600" cy="113874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Generating Instructions and Paired Captions </a:t>
            </a:r>
            <a:endParaRPr b="0" i="0" sz="14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12992" name="Google Shape;12992;p3"/>
          <p:cNvCxnSpPr/>
          <p:nvPr/>
        </p:nvCxnSpPr>
        <p:spPr>
          <a:xfrm flipH="1" rot="10800000">
            <a:off x="573075" y="1702025"/>
            <a:ext cx="8985300" cy="186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2993" name="Google Shape;1299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94" name="Google Shape;1299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632166" y="5663677"/>
            <a:ext cx="2125499" cy="2125522"/>
          </a:xfrm>
          <a:prstGeom prst="rect">
            <a:avLst/>
          </a:prstGeom>
          <a:noFill/>
          <a:ln>
            <a:noFill/>
          </a:ln>
        </p:spPr>
      </p:pic>
      <p:sp>
        <p:nvSpPr>
          <p:cNvPr id="12995" name="Google Shape;12995;p3"/>
          <p:cNvSpPr txBox="1"/>
          <p:nvPr/>
        </p:nvSpPr>
        <p:spPr>
          <a:xfrm>
            <a:off x="15834809" y="6382475"/>
            <a:ext cx="26559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1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Gemma 2B</a:t>
            </a:r>
            <a:endParaRPr b="1" i="0" sz="35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2996" name="Google Shape;12996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29836" y="8472394"/>
            <a:ext cx="8263935" cy="51257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997" name="Google Shape;12997;p3"/>
          <p:cNvCxnSpPr/>
          <p:nvPr/>
        </p:nvCxnSpPr>
        <p:spPr>
          <a:xfrm>
            <a:off x="15045801" y="2512222"/>
            <a:ext cx="0" cy="85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998" name="Google Shape;12998;p3"/>
          <p:cNvSpPr/>
          <p:nvPr/>
        </p:nvSpPr>
        <p:spPr>
          <a:xfrm>
            <a:off x="14694917" y="8494723"/>
            <a:ext cx="4935684" cy="4787517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76200">
            <a:solidFill>
              <a:schemeClr val="l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edit prompt:</a:t>
            </a:r>
            <a:endParaRPr b="1" i="0" sz="3600" u="none" cap="none" strike="noStrike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“</a:t>
            </a:r>
            <a:r>
              <a:rPr b="0" i="1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Replace the squirrel with a lion</a:t>
            </a:r>
            <a:r>
              <a:rPr b="0" i="0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+</a:t>
            </a:r>
            <a:r>
              <a:rPr b="0" i="0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edited prompt:</a:t>
            </a:r>
            <a:endParaRPr b="1" i="0" sz="3600" u="none" cap="none" strike="noStrike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“</a:t>
            </a:r>
            <a:r>
              <a:rPr b="0" i="1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A lion eating a burger</a:t>
            </a:r>
            <a:r>
              <a:rPr b="0" i="0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9" name="Google Shape;12999;p3"/>
          <p:cNvSpPr txBox="1"/>
          <p:nvPr/>
        </p:nvSpPr>
        <p:spPr>
          <a:xfrm>
            <a:off x="11302934" y="10426831"/>
            <a:ext cx="3391983" cy="9232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Output:</a:t>
            </a:r>
            <a:endParaRPr b="0" i="0" sz="48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13000" name="Google Shape;13000;p3"/>
          <p:cNvSpPr txBox="1"/>
          <p:nvPr/>
        </p:nvSpPr>
        <p:spPr>
          <a:xfrm>
            <a:off x="11302933" y="3410260"/>
            <a:ext cx="3391983" cy="78458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rgbClr val="93C47D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Input:</a:t>
            </a:r>
            <a:endParaRPr b="0" i="0" sz="4800" u="none" cap="none" strike="noStrike">
              <a:solidFill>
                <a:srgbClr val="93C47D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13001" name="Google Shape;13001;p3"/>
          <p:cNvSpPr/>
          <p:nvPr/>
        </p:nvSpPr>
        <p:spPr>
          <a:xfrm>
            <a:off x="14694917" y="2609510"/>
            <a:ext cx="4935684" cy="2386091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76200">
            <a:solidFill>
              <a:srgbClr val="93C47D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original prompt:</a:t>
            </a:r>
            <a:endParaRPr b="1" i="0" sz="3600" u="none" cap="none" strike="noStrike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“</a:t>
            </a:r>
            <a:r>
              <a:rPr b="0" i="1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A squirrel eating a burger</a:t>
            </a:r>
            <a:r>
              <a:rPr b="0" i="0" lang="en-US" sz="3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2" name="Google Shape;13002;p3"/>
          <p:cNvSpPr txBox="1"/>
          <p:nvPr/>
        </p:nvSpPr>
        <p:spPr>
          <a:xfrm>
            <a:off x="420675" y="1941432"/>
            <a:ext cx="11408100" cy="2748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We fine-tuned </a:t>
            </a:r>
            <a:r>
              <a:rPr b="1" i="0" lang="en-US" sz="40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Gemma 2B</a:t>
            </a:r>
            <a:r>
              <a:rPr b="0" i="0" lang="en-US" sz="40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 to generate an edit prompt and an edited prompt given an original prompt </a:t>
            </a:r>
            <a:endParaRPr b="0" i="0" sz="35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03" name="Google Shape;13003;p3"/>
          <p:cNvSpPr/>
          <p:nvPr/>
        </p:nvSpPr>
        <p:spPr>
          <a:xfrm>
            <a:off x="0" y="0"/>
            <a:ext cx="24384000" cy="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o generate an </a:t>
            </a:r>
            <a:r>
              <a:rPr b="1" i="0" lang="en-US" sz="9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edit_prompt</a:t>
            </a:r>
            <a:r>
              <a:rPr b="0" i="0" lang="en-US" sz="12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 and an </a:t>
            </a:r>
            <a:r>
              <a:rPr b="1" i="0" lang="en-US" sz="9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edited_prompt</a:t>
            </a:r>
            <a:r>
              <a:rPr b="0" i="0" lang="en-US" sz="12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 given an </a:t>
            </a:r>
            <a:r>
              <a:rPr b="1" i="0" lang="en-US" sz="9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original_prompt</a:t>
            </a:r>
            <a:r>
              <a:rPr b="0" i="0" lang="en-US" sz="12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4" name="Google Shape;13004;p3"/>
          <p:cNvSpPr/>
          <p:nvPr/>
        </p:nvSpPr>
        <p:spPr>
          <a:xfrm>
            <a:off x="152400" y="152400"/>
            <a:ext cx="24384000" cy="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o generate an </a:t>
            </a:r>
            <a:r>
              <a:rPr b="1" i="0" lang="en-US" sz="9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edit_prompt</a:t>
            </a:r>
            <a:r>
              <a:rPr b="0" i="0" lang="en-US" sz="12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 and an </a:t>
            </a:r>
            <a:r>
              <a:rPr b="1" i="0" lang="en-US" sz="9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edited_prompt</a:t>
            </a:r>
            <a:r>
              <a:rPr b="0" i="0" lang="en-US" sz="12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 given an </a:t>
            </a:r>
            <a:r>
              <a:rPr b="1" i="0" lang="en-US" sz="9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original_prompt</a:t>
            </a:r>
            <a:r>
              <a:rPr b="0" i="0" lang="en-US" sz="1200" u="none" cap="none" strike="noStrike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05" name="Google Shape;13005;p3"/>
          <p:cNvCxnSpPr>
            <a:stCxn id="12995" idx="2"/>
            <a:endCxn id="12998" idx="0"/>
          </p:cNvCxnSpPr>
          <p:nvPr/>
        </p:nvCxnSpPr>
        <p:spPr>
          <a:xfrm>
            <a:off x="17162759" y="7105775"/>
            <a:ext cx="0" cy="138900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006" name="Google Shape;13006;p3"/>
          <p:cNvCxnSpPr>
            <a:stCxn id="13001" idx="2"/>
            <a:endCxn id="12995" idx="0"/>
          </p:cNvCxnSpPr>
          <p:nvPr/>
        </p:nvCxnSpPr>
        <p:spPr>
          <a:xfrm>
            <a:off x="17162759" y="4995601"/>
            <a:ext cx="0" cy="138690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3007" name="Google Shape;13007;p3"/>
          <p:cNvSpPr/>
          <p:nvPr/>
        </p:nvSpPr>
        <p:spPr>
          <a:xfrm>
            <a:off x="2998637" y="4353114"/>
            <a:ext cx="5726335" cy="3876489"/>
          </a:xfrm>
          <a:prstGeom prst="roundRect">
            <a:avLst>
              <a:gd fmla="val 10770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Implementation details</a:t>
            </a:r>
            <a:endParaRPr b="0" i="0" sz="35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GPU: 40GB A100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dataset size: 800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epochs: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batch size: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grad. acc. steps: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11" name="Shape 13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12" name="Google Shape;13012;p4"/>
          <p:cNvPicPr preferRelativeResize="0"/>
          <p:nvPr/>
        </p:nvPicPr>
        <p:blipFill rotWithShape="1">
          <a:blip r:embed="rId3">
            <a:alphaModFix/>
          </a:blip>
          <a:srcRect b="698" l="798" r="1065" t="1095"/>
          <a:stretch/>
        </p:blipFill>
        <p:spPr>
          <a:xfrm>
            <a:off x="12786090" y="3000893"/>
            <a:ext cx="5306463" cy="5310324"/>
          </a:xfrm>
          <a:prstGeom prst="rect">
            <a:avLst/>
          </a:prstGeom>
          <a:noFill/>
          <a:ln>
            <a:noFill/>
          </a:ln>
        </p:spPr>
      </p:pic>
      <p:sp>
        <p:nvSpPr>
          <p:cNvPr id="13013" name="Google Shape;13013;p4"/>
          <p:cNvSpPr txBox="1"/>
          <p:nvPr/>
        </p:nvSpPr>
        <p:spPr>
          <a:xfrm>
            <a:off x="573075" y="562925"/>
            <a:ext cx="233016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Generating Paired Images from Paired Captions</a:t>
            </a:r>
            <a:endParaRPr b="0" i="0" sz="14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13014" name="Google Shape;13014;p4"/>
          <p:cNvCxnSpPr/>
          <p:nvPr/>
        </p:nvCxnSpPr>
        <p:spPr>
          <a:xfrm flipH="1" rot="10800000">
            <a:off x="573075" y="1702025"/>
            <a:ext cx="8985300" cy="186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3015" name="Google Shape;13015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16" name="Google Shape;13016;p4"/>
          <p:cNvSpPr/>
          <p:nvPr/>
        </p:nvSpPr>
        <p:spPr>
          <a:xfrm>
            <a:off x="735281" y="1998247"/>
            <a:ext cx="4680000" cy="90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Stable Diffusion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17" name="Google Shape;13017;p4"/>
          <p:cNvPicPr preferRelativeResize="0"/>
          <p:nvPr/>
        </p:nvPicPr>
        <p:blipFill rotWithShape="1">
          <a:blip r:embed="rId5">
            <a:alphaModFix/>
          </a:blip>
          <a:srcRect b="2828" l="3158" r="54761" t="8459"/>
          <a:stretch/>
        </p:blipFill>
        <p:spPr>
          <a:xfrm>
            <a:off x="573075" y="3001387"/>
            <a:ext cx="5319209" cy="5310325"/>
          </a:xfrm>
          <a:prstGeom prst="rect">
            <a:avLst/>
          </a:prstGeom>
          <a:noFill/>
          <a:ln>
            <a:noFill/>
          </a:ln>
        </p:spPr>
      </p:pic>
      <p:sp>
        <p:nvSpPr>
          <p:cNvPr id="13018" name="Google Shape;13018;p4"/>
          <p:cNvSpPr/>
          <p:nvPr/>
        </p:nvSpPr>
        <p:spPr>
          <a:xfrm>
            <a:off x="13105695" y="1965591"/>
            <a:ext cx="4680000" cy="90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 Prompt2Prompt</a:t>
            </a:r>
            <a:endParaRPr b="0" i="0" sz="11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019" name="Google Shape;13019;p4"/>
          <p:cNvPicPr preferRelativeResize="0"/>
          <p:nvPr/>
        </p:nvPicPr>
        <p:blipFill rotWithShape="1">
          <a:blip r:embed="rId6">
            <a:alphaModFix/>
          </a:blip>
          <a:srcRect b="2560" l="53946" r="3899" t="9150"/>
          <a:stretch/>
        </p:blipFill>
        <p:spPr>
          <a:xfrm>
            <a:off x="6662295" y="3000893"/>
            <a:ext cx="5353784" cy="5310325"/>
          </a:xfrm>
          <a:prstGeom prst="rect">
            <a:avLst/>
          </a:prstGeom>
          <a:noFill/>
          <a:ln>
            <a:noFill/>
          </a:ln>
        </p:spPr>
      </p:pic>
      <p:sp>
        <p:nvSpPr>
          <p:cNvPr id="13020" name="Google Shape;13020;p4"/>
          <p:cNvSpPr/>
          <p:nvPr/>
        </p:nvSpPr>
        <p:spPr>
          <a:xfrm>
            <a:off x="6662295" y="1998247"/>
            <a:ext cx="5353784" cy="90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w/o Prompt2Prompt</a:t>
            </a:r>
            <a:endParaRPr b="0" i="0" sz="11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21" name="Google Shape;13021;p4"/>
          <p:cNvSpPr/>
          <p:nvPr/>
        </p:nvSpPr>
        <p:spPr>
          <a:xfrm>
            <a:off x="735281" y="8037346"/>
            <a:ext cx="5040000" cy="162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original prompt: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 black bear is walking in the </a:t>
            </a: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grass</a:t>
            </a: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in the forest”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2" name="Google Shape;13022;p4"/>
          <p:cNvSpPr/>
          <p:nvPr/>
        </p:nvSpPr>
        <p:spPr>
          <a:xfrm>
            <a:off x="9881085" y="8037346"/>
            <a:ext cx="5040000" cy="162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edited prompt: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 black bear is walking in the </a:t>
            </a:r>
            <a:r>
              <a:rPr b="1" i="1" lang="en-US" sz="28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flowers</a:t>
            </a: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in the forest”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3" name="Google Shape;13023;p4"/>
          <p:cNvSpPr/>
          <p:nvPr/>
        </p:nvSpPr>
        <p:spPr>
          <a:xfrm>
            <a:off x="15211476" y="7845181"/>
            <a:ext cx="3037752" cy="1139100"/>
          </a:xfrm>
          <a:prstGeom prst="roundRect">
            <a:avLst>
              <a:gd fmla="val 16667" name="adj"/>
            </a:avLst>
          </a:prstGeom>
          <a:solidFill>
            <a:srgbClr val="F9B8B8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1" lang="en-US" sz="24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alpha=0.8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1" lang="en-US" sz="24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replace_ratio=0.9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1" lang="en-US" sz="24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weight=1.5</a:t>
            </a:r>
            <a:endParaRPr b="0" i="1" sz="24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024" name="Google Shape;13024;p4"/>
          <p:cNvPicPr preferRelativeResize="0"/>
          <p:nvPr/>
        </p:nvPicPr>
        <p:blipFill rotWithShape="1">
          <a:blip r:embed="rId7">
            <a:alphaModFix/>
          </a:blip>
          <a:srcRect b="1755" l="1265" r="1213" t="1933"/>
          <a:stretch/>
        </p:blipFill>
        <p:spPr>
          <a:xfrm>
            <a:off x="18862564" y="3000893"/>
            <a:ext cx="5323072" cy="5310324"/>
          </a:xfrm>
          <a:prstGeom prst="rect">
            <a:avLst/>
          </a:prstGeom>
          <a:noFill/>
          <a:ln>
            <a:noFill/>
          </a:ln>
        </p:spPr>
      </p:pic>
      <p:sp>
        <p:nvSpPr>
          <p:cNvPr id="13025" name="Google Shape;13025;p4"/>
          <p:cNvSpPr/>
          <p:nvPr/>
        </p:nvSpPr>
        <p:spPr>
          <a:xfrm>
            <a:off x="21313152" y="7845181"/>
            <a:ext cx="3037752" cy="1139100"/>
          </a:xfrm>
          <a:prstGeom prst="roundRect">
            <a:avLst>
              <a:gd fmla="val 16667" name="adj"/>
            </a:avLst>
          </a:prstGeom>
          <a:solidFill>
            <a:srgbClr val="F9B8B8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1" lang="en-US" sz="24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alpha=0.4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1" lang="en-US" sz="24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replace_ratio=0.8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1" lang="en-US" sz="24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weight=5</a:t>
            </a:r>
            <a:endParaRPr b="0" i="1" sz="24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26" name="Google Shape;13026;p4"/>
          <p:cNvSpPr/>
          <p:nvPr/>
        </p:nvSpPr>
        <p:spPr>
          <a:xfrm>
            <a:off x="19212203" y="1965591"/>
            <a:ext cx="4680000" cy="90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 Prompt2Prompt</a:t>
            </a:r>
            <a:endParaRPr b="0" i="0" sz="11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27" name="Google Shape;13027;p4"/>
          <p:cNvSpPr txBox="1"/>
          <p:nvPr/>
        </p:nvSpPr>
        <p:spPr>
          <a:xfrm>
            <a:off x="6300950" y="10580771"/>
            <a:ext cx="12200269" cy="18739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…but Prompt-to-Prompt requires tuning </a:t>
            </a:r>
            <a:r>
              <a:rPr b="1" i="0" lang="en-US" sz="36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several</a:t>
            </a:r>
            <a:r>
              <a:rPr b="0" i="0" lang="en-US" sz="36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 </a:t>
            </a:r>
            <a:r>
              <a:rPr b="1" i="0" lang="en-US" sz="36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hyperparameters </a:t>
            </a:r>
            <a:r>
              <a:rPr b="0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(e.g., 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alpha, replace_ratio, weight, etc.).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31" name="Shape 13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2" name="Google Shape;13032;p5"/>
          <p:cNvSpPr txBox="1"/>
          <p:nvPr/>
        </p:nvSpPr>
        <p:spPr>
          <a:xfrm>
            <a:off x="8965350" y="2895077"/>
            <a:ext cx="6453300" cy="8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0" i="0" sz="38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033" name="Google Shape;1303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34" name="Google Shape;1303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786090" y="3000893"/>
            <a:ext cx="5296461" cy="53103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035" name="Google Shape;13035;p5"/>
          <p:cNvCxnSpPr/>
          <p:nvPr/>
        </p:nvCxnSpPr>
        <p:spPr>
          <a:xfrm flipH="1" rot="10800000">
            <a:off x="573075" y="1702025"/>
            <a:ext cx="8985300" cy="186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3036" name="Google Shape;1303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37" name="Google Shape;13037;p5"/>
          <p:cNvSpPr/>
          <p:nvPr/>
        </p:nvSpPr>
        <p:spPr>
          <a:xfrm>
            <a:off x="735281" y="1998247"/>
            <a:ext cx="4680000" cy="90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Stable Diffusion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38" name="Google Shape;13038;p5"/>
          <p:cNvPicPr preferRelativeResize="0"/>
          <p:nvPr/>
        </p:nvPicPr>
        <p:blipFill rotWithShape="1">
          <a:blip r:embed="rId5">
            <a:alphaModFix/>
          </a:blip>
          <a:srcRect b="2828" l="3158" r="54761" t="8459"/>
          <a:stretch/>
        </p:blipFill>
        <p:spPr>
          <a:xfrm>
            <a:off x="573075" y="3001387"/>
            <a:ext cx="5319209" cy="5310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39" name="Google Shape;13039;p5"/>
          <p:cNvPicPr preferRelativeResize="0"/>
          <p:nvPr/>
        </p:nvPicPr>
        <p:blipFill rotWithShape="1">
          <a:blip r:embed="rId5">
            <a:alphaModFix/>
          </a:blip>
          <a:srcRect b="3064" l="53913" r="4005" t="8223"/>
          <a:stretch/>
        </p:blipFill>
        <p:spPr>
          <a:xfrm>
            <a:off x="18790667" y="3000893"/>
            <a:ext cx="5319209" cy="5310326"/>
          </a:xfrm>
          <a:prstGeom prst="rect">
            <a:avLst/>
          </a:prstGeom>
          <a:noFill/>
          <a:ln>
            <a:noFill/>
          </a:ln>
        </p:spPr>
      </p:pic>
      <p:sp>
        <p:nvSpPr>
          <p:cNvPr id="13040" name="Google Shape;13040;p5"/>
          <p:cNvSpPr/>
          <p:nvPr/>
        </p:nvSpPr>
        <p:spPr>
          <a:xfrm>
            <a:off x="13105695" y="1965591"/>
            <a:ext cx="4680000" cy="90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 ControlNet</a:t>
            </a:r>
            <a:endParaRPr b="0" i="0" sz="36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041" name="Google Shape;13041;p5"/>
          <p:cNvPicPr preferRelativeResize="0"/>
          <p:nvPr/>
        </p:nvPicPr>
        <p:blipFill rotWithShape="1">
          <a:blip r:embed="rId6">
            <a:alphaModFix/>
          </a:blip>
          <a:srcRect b="2560" l="53946" r="3899" t="9150"/>
          <a:stretch/>
        </p:blipFill>
        <p:spPr>
          <a:xfrm>
            <a:off x="6662295" y="3000893"/>
            <a:ext cx="5353784" cy="5310325"/>
          </a:xfrm>
          <a:prstGeom prst="rect">
            <a:avLst/>
          </a:prstGeom>
          <a:noFill/>
          <a:ln>
            <a:noFill/>
          </a:ln>
        </p:spPr>
      </p:pic>
      <p:sp>
        <p:nvSpPr>
          <p:cNvPr id="13042" name="Google Shape;13042;p5"/>
          <p:cNvSpPr/>
          <p:nvPr/>
        </p:nvSpPr>
        <p:spPr>
          <a:xfrm>
            <a:off x="6999187" y="1998247"/>
            <a:ext cx="4680000" cy="90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w/o ControlNet</a:t>
            </a:r>
            <a:endParaRPr b="0" i="0" sz="36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43" name="Google Shape;13043;p5"/>
          <p:cNvSpPr/>
          <p:nvPr/>
        </p:nvSpPr>
        <p:spPr>
          <a:xfrm>
            <a:off x="735281" y="8037346"/>
            <a:ext cx="5040000" cy="162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original prompt: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 black bear is walking in the </a:t>
            </a: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grass</a:t>
            </a: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in the forest”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4" name="Google Shape;13044;p5"/>
          <p:cNvSpPr/>
          <p:nvPr/>
        </p:nvSpPr>
        <p:spPr>
          <a:xfrm>
            <a:off x="9881085" y="8037346"/>
            <a:ext cx="5040000" cy="162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edited prompt: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 black bear is walking in the </a:t>
            </a:r>
            <a:r>
              <a:rPr b="1" i="1" lang="en-US" sz="28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flowers</a:t>
            </a: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in the forest”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5" name="Google Shape;13045;p5"/>
          <p:cNvSpPr/>
          <p:nvPr/>
        </p:nvSpPr>
        <p:spPr>
          <a:xfrm>
            <a:off x="16145560" y="7876971"/>
            <a:ext cx="2134996" cy="1139100"/>
          </a:xfrm>
          <a:prstGeom prst="roundRect">
            <a:avLst>
              <a:gd fmla="val 16667" name="adj"/>
            </a:avLst>
          </a:prstGeom>
          <a:solidFill>
            <a:srgbClr val="F9B8B8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1" lang="en-US" sz="24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scale=0.10</a:t>
            </a:r>
            <a:endParaRPr b="0" i="1" sz="24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46" name="Google Shape;13046;p5"/>
          <p:cNvSpPr/>
          <p:nvPr/>
        </p:nvSpPr>
        <p:spPr>
          <a:xfrm>
            <a:off x="22165380" y="7876971"/>
            <a:ext cx="2134996" cy="1139100"/>
          </a:xfrm>
          <a:prstGeom prst="roundRect">
            <a:avLst>
              <a:gd fmla="val 16667" name="adj"/>
            </a:avLst>
          </a:prstGeom>
          <a:solidFill>
            <a:srgbClr val="F9B8B8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1" lang="en-US" sz="24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scale=0.15</a:t>
            </a:r>
            <a:endParaRPr b="0" i="1" sz="24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47" name="Google Shape;13047;p5"/>
          <p:cNvSpPr/>
          <p:nvPr/>
        </p:nvSpPr>
        <p:spPr>
          <a:xfrm>
            <a:off x="19110271" y="1965591"/>
            <a:ext cx="4680000" cy="90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 ControlNet</a:t>
            </a:r>
            <a:endParaRPr b="0" i="0" sz="36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48" name="Google Shape;13048;p5"/>
          <p:cNvSpPr txBox="1"/>
          <p:nvPr/>
        </p:nvSpPr>
        <p:spPr>
          <a:xfrm>
            <a:off x="573075" y="562925"/>
            <a:ext cx="233016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Generating Paired Images from Paired Captions</a:t>
            </a:r>
            <a:endParaRPr b="0" i="0" sz="14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13049" name="Google Shape;13049;p5"/>
          <p:cNvSpPr/>
          <p:nvPr/>
        </p:nvSpPr>
        <p:spPr>
          <a:xfrm>
            <a:off x="15516843" y="9858393"/>
            <a:ext cx="5433946" cy="2516303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Image Filtering Metrics: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BeeZee"/>
              <a:buChar char="●"/>
            </a:pPr>
            <a:r>
              <a:rPr b="0" i="0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dir. similarity (&gt;0.15)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BeeZee"/>
              <a:buChar char="●"/>
            </a:pPr>
            <a:r>
              <a:rPr b="0" i="0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img–img similarity (&gt;0.65)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31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BeeZee"/>
              <a:buChar char="●"/>
            </a:pPr>
            <a:r>
              <a:rPr b="0" i="0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img–cap similarity (&gt;0.20)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0" name="Google Shape;13050;p5"/>
          <p:cNvSpPr/>
          <p:nvPr/>
        </p:nvSpPr>
        <p:spPr>
          <a:xfrm>
            <a:off x="12356721" y="12484329"/>
            <a:ext cx="2547600" cy="984521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edited prompt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1" name="Google Shape;13051;p5"/>
          <p:cNvSpPr/>
          <p:nvPr/>
        </p:nvSpPr>
        <p:spPr>
          <a:xfrm>
            <a:off x="537851" y="10624286"/>
            <a:ext cx="2547600" cy="984521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original prompt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2" name="Google Shape;13052;p5"/>
          <p:cNvSpPr/>
          <p:nvPr/>
        </p:nvSpPr>
        <p:spPr>
          <a:xfrm>
            <a:off x="3495700" y="10430596"/>
            <a:ext cx="2547600" cy="1371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Stable Diffusion v1.5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3" name="Google Shape;13053;p5"/>
          <p:cNvSpPr/>
          <p:nvPr/>
        </p:nvSpPr>
        <p:spPr>
          <a:xfrm>
            <a:off x="6446183" y="10624285"/>
            <a:ext cx="2547600" cy="984521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original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4" name="Google Shape;13054;p5"/>
          <p:cNvSpPr/>
          <p:nvPr/>
        </p:nvSpPr>
        <p:spPr>
          <a:xfrm>
            <a:off x="12356721" y="10616183"/>
            <a:ext cx="2547600" cy="984521"/>
          </a:xfrm>
          <a:prstGeom prst="roundRect">
            <a:avLst>
              <a:gd fmla="val 16667" name="adj"/>
            </a:avLst>
          </a:prstGeom>
          <a:solidFill>
            <a:srgbClr val="FFC000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ControlNet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5" name="Google Shape;13055;p5"/>
          <p:cNvSpPr/>
          <p:nvPr/>
        </p:nvSpPr>
        <p:spPr>
          <a:xfrm>
            <a:off x="21427381" y="10624285"/>
            <a:ext cx="2547600" cy="984521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edited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6" name="Google Shape;13056;p5"/>
          <p:cNvSpPr/>
          <p:nvPr/>
        </p:nvSpPr>
        <p:spPr>
          <a:xfrm>
            <a:off x="9406238" y="10616181"/>
            <a:ext cx="2547600" cy="984521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Canny Edge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57" name="Google Shape;13057;p5"/>
          <p:cNvCxnSpPr>
            <a:stCxn id="13051" idx="3"/>
            <a:endCxn id="13052" idx="1"/>
          </p:cNvCxnSpPr>
          <p:nvPr/>
        </p:nvCxnSpPr>
        <p:spPr>
          <a:xfrm>
            <a:off x="3085451" y="11116547"/>
            <a:ext cx="410100" cy="0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058" name="Google Shape;13058;p5"/>
          <p:cNvCxnSpPr>
            <a:stCxn id="13052" idx="3"/>
            <a:endCxn id="13053" idx="1"/>
          </p:cNvCxnSpPr>
          <p:nvPr/>
        </p:nvCxnSpPr>
        <p:spPr>
          <a:xfrm>
            <a:off x="6043300" y="11116546"/>
            <a:ext cx="402900" cy="0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059" name="Google Shape;13059;p5"/>
          <p:cNvCxnSpPr>
            <a:stCxn id="13053" idx="3"/>
            <a:endCxn id="13056" idx="1"/>
          </p:cNvCxnSpPr>
          <p:nvPr/>
        </p:nvCxnSpPr>
        <p:spPr>
          <a:xfrm flipH="1" rot="10800000">
            <a:off x="8993783" y="11108446"/>
            <a:ext cx="412500" cy="8100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060" name="Google Shape;13060;p5"/>
          <p:cNvCxnSpPr>
            <a:stCxn id="13056" idx="3"/>
            <a:endCxn id="13054" idx="1"/>
          </p:cNvCxnSpPr>
          <p:nvPr/>
        </p:nvCxnSpPr>
        <p:spPr>
          <a:xfrm>
            <a:off x="11953838" y="11108442"/>
            <a:ext cx="402900" cy="0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061" name="Google Shape;13061;p5"/>
          <p:cNvCxnSpPr>
            <a:stCxn id="13050" idx="0"/>
            <a:endCxn id="13054" idx="2"/>
          </p:cNvCxnSpPr>
          <p:nvPr/>
        </p:nvCxnSpPr>
        <p:spPr>
          <a:xfrm rot="10800000">
            <a:off x="13630521" y="11600829"/>
            <a:ext cx="0" cy="883500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062" name="Google Shape;13062;p5"/>
          <p:cNvCxnSpPr>
            <a:stCxn id="13054" idx="3"/>
            <a:endCxn id="13049" idx="1"/>
          </p:cNvCxnSpPr>
          <p:nvPr/>
        </p:nvCxnSpPr>
        <p:spPr>
          <a:xfrm>
            <a:off x="14904321" y="11108444"/>
            <a:ext cx="612600" cy="8100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063" name="Google Shape;13063;p5"/>
          <p:cNvCxnSpPr>
            <a:stCxn id="13049" idx="3"/>
            <a:endCxn id="13055" idx="1"/>
          </p:cNvCxnSpPr>
          <p:nvPr/>
        </p:nvCxnSpPr>
        <p:spPr>
          <a:xfrm>
            <a:off x="20950789" y="11116545"/>
            <a:ext cx="476700" cy="0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67" name="Shape 13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8" name="Google Shape;13068;p6"/>
          <p:cNvSpPr/>
          <p:nvPr/>
        </p:nvSpPr>
        <p:spPr>
          <a:xfrm>
            <a:off x="13296769" y="2499754"/>
            <a:ext cx="9448206" cy="518674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76200">
            <a:solidFill>
              <a:srgbClr val="93C47D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t/>
            </a:r>
            <a:endParaRPr b="0" i="0" sz="3500" u="none" cap="none" strike="noStrike">
              <a:solidFill>
                <a:srgbClr val="191919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13069" name="Google Shape;13069;p6"/>
          <p:cNvSpPr/>
          <p:nvPr/>
        </p:nvSpPr>
        <p:spPr>
          <a:xfrm>
            <a:off x="15157705" y="8149437"/>
            <a:ext cx="5726335" cy="5338382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76200">
            <a:solidFill>
              <a:schemeClr val="l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t/>
            </a:r>
            <a:endParaRPr b="0" i="0" sz="3500" u="none" cap="none" strike="noStrike">
              <a:solidFill>
                <a:schemeClr val="dk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pic>
        <p:nvPicPr>
          <p:cNvPr id="13070" name="Google Shape;1307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71" name="Google Shape;13071;p6"/>
          <p:cNvSpPr txBox="1"/>
          <p:nvPr/>
        </p:nvSpPr>
        <p:spPr>
          <a:xfrm>
            <a:off x="420675" y="1985093"/>
            <a:ext cx="11408100" cy="25116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We fine-tuned </a:t>
            </a:r>
            <a:r>
              <a:rPr b="1" i="0" lang="en-US" sz="40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only the U-Net</a:t>
            </a:r>
            <a:r>
              <a:rPr b="0" i="0" lang="en-US" sz="4000" u="none" cap="none" strike="noStrike">
                <a:solidFill>
                  <a:srgbClr val="000000"/>
                </a:solidFill>
                <a:latin typeface="ABeeZee"/>
                <a:ea typeface="ABeeZee"/>
                <a:cs typeface="ABeeZee"/>
                <a:sym typeface="ABeeZee"/>
              </a:rPr>
              <a:t> of Stable Diffusion v1.5 to follow textual editing instructions</a:t>
            </a:r>
            <a:endParaRPr b="0" i="0" sz="4000" u="none" cap="none" strike="noStrike">
              <a:solidFill>
                <a:srgbClr val="000000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t/>
            </a:r>
            <a:endParaRPr b="0" i="0" sz="35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072" name="Google Shape;1307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890432" y="8764005"/>
            <a:ext cx="4260880" cy="4260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073" name="Google Shape;13073;p6"/>
          <p:cNvSpPr txBox="1"/>
          <p:nvPr/>
        </p:nvSpPr>
        <p:spPr>
          <a:xfrm>
            <a:off x="18950328" y="4496705"/>
            <a:ext cx="3794647" cy="120029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1" i="0" lang="en-US" sz="35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 edit prompt:</a:t>
            </a:r>
            <a:endParaRPr b="1" i="0" sz="3100" u="none" cap="none" strike="noStrike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0" i="0" lang="en-US" sz="31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“</a:t>
            </a:r>
            <a:r>
              <a:rPr b="0" i="1" lang="en-US" sz="31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Make her a man</a:t>
            </a:r>
            <a:r>
              <a:rPr b="0" i="0" lang="en-US" sz="31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”</a:t>
            </a:r>
            <a:endParaRPr b="0" i="0" sz="3100" u="none" cap="none" strike="noStrike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074" name="Google Shape;13074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948253" y="3114322"/>
            <a:ext cx="4143691" cy="4143690"/>
          </a:xfrm>
          <a:prstGeom prst="rect">
            <a:avLst/>
          </a:prstGeom>
          <a:noFill/>
          <a:ln>
            <a:noFill/>
          </a:ln>
        </p:spPr>
      </p:pic>
      <p:sp>
        <p:nvSpPr>
          <p:cNvPr id="13075" name="Google Shape;13075;p6"/>
          <p:cNvSpPr txBox="1"/>
          <p:nvPr/>
        </p:nvSpPr>
        <p:spPr>
          <a:xfrm>
            <a:off x="10400206" y="4700833"/>
            <a:ext cx="3391983" cy="78458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rgbClr val="93C47D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Input:</a:t>
            </a:r>
            <a:endParaRPr b="0" i="0" sz="4800" u="none" cap="none" strike="noStrike">
              <a:solidFill>
                <a:srgbClr val="93C47D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13076" name="Google Shape;13076;p6"/>
          <p:cNvSpPr txBox="1"/>
          <p:nvPr/>
        </p:nvSpPr>
        <p:spPr>
          <a:xfrm>
            <a:off x="14021880" y="2499754"/>
            <a:ext cx="4143691" cy="72324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1" i="0" lang="en-US" sz="35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original image:</a:t>
            </a:r>
            <a:endParaRPr b="1" i="0" sz="3500" u="none" cap="none" strike="noStrike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77" name="Google Shape;13077;p6"/>
          <p:cNvSpPr txBox="1"/>
          <p:nvPr/>
        </p:nvSpPr>
        <p:spPr>
          <a:xfrm>
            <a:off x="11587595" y="10432745"/>
            <a:ext cx="39921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Output:</a:t>
            </a:r>
            <a:endParaRPr b="0" i="0" sz="48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13078" name="Google Shape;13078;p6"/>
          <p:cNvSpPr/>
          <p:nvPr/>
        </p:nvSpPr>
        <p:spPr>
          <a:xfrm>
            <a:off x="2202557" y="4831553"/>
            <a:ext cx="6045331" cy="5186749"/>
          </a:xfrm>
          <a:prstGeom prst="roundRect">
            <a:avLst>
              <a:gd fmla="val 7513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Implementation details</a:t>
            </a:r>
            <a:endParaRPr b="0" i="0" sz="35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GPU: 40GB A100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dataset size: 1001</a:t>
            </a:r>
            <a:endParaRPr b="0" i="0" sz="35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resolution: 256x256</a:t>
            </a:r>
            <a:endParaRPr b="0" i="0" sz="35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batch size: 32</a:t>
            </a:r>
            <a:endParaRPr b="0" i="0" sz="35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learning rate: 5e-5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grad. acc. steps: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max grad. norm: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b="0" i="0" lang="en-US" sz="35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steps: 300</a:t>
            </a:r>
            <a:endParaRPr b="0" i="0" sz="14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79" name="Google Shape;13079;p6"/>
          <p:cNvSpPr txBox="1"/>
          <p:nvPr/>
        </p:nvSpPr>
        <p:spPr>
          <a:xfrm>
            <a:off x="16007621" y="8149437"/>
            <a:ext cx="4143691" cy="72324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1" i="0" lang="en-US" sz="35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edited image:</a:t>
            </a:r>
            <a:endParaRPr b="1" i="0" sz="3500" u="none" cap="none" strike="noStrike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080" name="Google Shape;13080;p6"/>
          <p:cNvSpPr txBox="1"/>
          <p:nvPr/>
        </p:nvSpPr>
        <p:spPr>
          <a:xfrm>
            <a:off x="18347062" y="4586018"/>
            <a:ext cx="603267" cy="120029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00"/>
              <a:buFont typeface="Arial"/>
              <a:buNone/>
            </a:pPr>
            <a:r>
              <a:rPr b="1" i="0" lang="en-US" sz="6600" u="none" cap="none" strike="noStrike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+</a:t>
            </a:r>
            <a:endParaRPr b="0" i="0" sz="3600" u="none" cap="none" strike="noStrike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cxnSp>
        <p:nvCxnSpPr>
          <p:cNvPr id="13081" name="Google Shape;13081;p6"/>
          <p:cNvCxnSpPr/>
          <p:nvPr/>
        </p:nvCxnSpPr>
        <p:spPr>
          <a:xfrm flipH="1" rot="10800000">
            <a:off x="573075" y="1702025"/>
            <a:ext cx="8985300" cy="186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082" name="Google Shape;13082;p6"/>
          <p:cNvSpPr txBox="1"/>
          <p:nvPr/>
        </p:nvSpPr>
        <p:spPr>
          <a:xfrm>
            <a:off x="488671" y="511354"/>
            <a:ext cx="233016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Fine-tuning of Stable Diffusion</a:t>
            </a:r>
            <a:endParaRPr b="0" i="0" sz="14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86" name="Shape 13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7" name="Google Shape;13087;p7"/>
          <p:cNvSpPr txBox="1"/>
          <p:nvPr/>
        </p:nvSpPr>
        <p:spPr>
          <a:xfrm>
            <a:off x="10195950" y="293175"/>
            <a:ext cx="39921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Results</a:t>
            </a:r>
            <a:endParaRPr b="0" i="0" sz="14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13088" name="Google Shape;13088;p7"/>
          <p:cNvCxnSpPr/>
          <p:nvPr/>
        </p:nvCxnSpPr>
        <p:spPr>
          <a:xfrm flipH="1" rot="10800000">
            <a:off x="7959475" y="1432275"/>
            <a:ext cx="8985300" cy="186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089" name="Google Shape;13089;p7"/>
          <p:cNvSpPr txBox="1"/>
          <p:nvPr/>
        </p:nvSpPr>
        <p:spPr>
          <a:xfrm>
            <a:off x="8965350" y="2895077"/>
            <a:ext cx="6453300" cy="8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0" i="0" sz="38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090" name="Google Shape;1309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91" name="Google Shape;13091;p7" title="home_alone.png"/>
          <p:cNvPicPr preferRelativeResize="0"/>
          <p:nvPr/>
        </p:nvPicPr>
        <p:blipFill rotWithShape="1">
          <a:blip r:embed="rId4">
            <a:alphaModFix/>
          </a:blip>
          <a:srcRect b="0" l="0" r="0" t="7161"/>
          <a:stretch/>
        </p:blipFill>
        <p:spPr>
          <a:xfrm>
            <a:off x="1440257" y="2388518"/>
            <a:ext cx="10058400" cy="4855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92" name="Google Shape;13092;p7" title="moon.png"/>
          <p:cNvPicPr preferRelativeResize="0"/>
          <p:nvPr/>
        </p:nvPicPr>
        <p:blipFill rotWithShape="1">
          <a:blip r:embed="rId5">
            <a:alphaModFix/>
          </a:blip>
          <a:srcRect b="5294" l="1266" r="3486" t="8043"/>
          <a:stretch/>
        </p:blipFill>
        <p:spPr>
          <a:xfrm>
            <a:off x="12057775" y="2425722"/>
            <a:ext cx="9926574" cy="46963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93" name="Google Shape;13093;p7" title="monroe.png"/>
          <p:cNvPicPr preferRelativeResize="0"/>
          <p:nvPr/>
        </p:nvPicPr>
        <p:blipFill rotWithShape="1">
          <a:blip r:embed="rId6">
            <a:alphaModFix/>
          </a:blip>
          <a:srcRect b="-101" l="0" r="0" t="7891"/>
          <a:stretch/>
        </p:blipFill>
        <p:spPr>
          <a:xfrm>
            <a:off x="1440250" y="7977187"/>
            <a:ext cx="10058401" cy="5379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94" name="Google Shape;13094;p7" title="ali.png"/>
          <p:cNvPicPr preferRelativeResize="0"/>
          <p:nvPr/>
        </p:nvPicPr>
        <p:blipFill rotWithShape="1">
          <a:blip r:embed="rId7">
            <a:alphaModFix/>
          </a:blip>
          <a:srcRect b="0" l="0" r="0" t="7964"/>
          <a:stretch/>
        </p:blipFill>
        <p:spPr>
          <a:xfrm>
            <a:off x="12019000" y="7939313"/>
            <a:ext cx="10058400" cy="4813779"/>
          </a:xfrm>
          <a:prstGeom prst="rect">
            <a:avLst/>
          </a:prstGeom>
          <a:noFill/>
          <a:ln>
            <a:noFill/>
          </a:ln>
        </p:spPr>
      </p:pic>
      <p:sp>
        <p:nvSpPr>
          <p:cNvPr id="13095" name="Google Shape;13095;p7"/>
          <p:cNvSpPr/>
          <p:nvPr/>
        </p:nvSpPr>
        <p:spPr>
          <a:xfrm>
            <a:off x="4222483" y="1989850"/>
            <a:ext cx="4493934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“make him old”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6" name="Google Shape;13096;p7"/>
          <p:cNvSpPr/>
          <p:nvPr/>
        </p:nvSpPr>
        <p:spPr>
          <a:xfrm>
            <a:off x="14801233" y="1957435"/>
            <a:ext cx="4493934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“move it to Mars”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7" name="Google Shape;13097;p7"/>
          <p:cNvSpPr/>
          <p:nvPr/>
        </p:nvSpPr>
        <p:spPr>
          <a:xfrm>
            <a:off x="14801233" y="7522725"/>
            <a:ext cx="4493934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“change him to a doctor”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8" name="Google Shape;13098;p7"/>
          <p:cNvSpPr/>
          <p:nvPr/>
        </p:nvSpPr>
        <p:spPr>
          <a:xfrm>
            <a:off x="4222483" y="7516708"/>
            <a:ext cx="4493934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glasses”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02" name="Shape 13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3" name="Google Shape;13103;p8"/>
          <p:cNvSpPr txBox="1"/>
          <p:nvPr/>
        </p:nvSpPr>
        <p:spPr>
          <a:xfrm>
            <a:off x="10195950" y="293175"/>
            <a:ext cx="39921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Results</a:t>
            </a:r>
            <a:endParaRPr b="0" i="0" sz="14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13104" name="Google Shape;13104;p8"/>
          <p:cNvCxnSpPr/>
          <p:nvPr/>
        </p:nvCxnSpPr>
        <p:spPr>
          <a:xfrm flipH="1" rot="10800000">
            <a:off x="7959475" y="1432275"/>
            <a:ext cx="8985300" cy="186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3105" name="Google Shape;13105;p8"/>
          <p:cNvPicPr preferRelativeResize="0"/>
          <p:nvPr/>
        </p:nvPicPr>
        <p:blipFill rotWithShape="1">
          <a:blip r:embed="rId3">
            <a:alphaModFix/>
          </a:blip>
          <a:srcRect b="0" l="0" r="0" t="7335"/>
          <a:stretch/>
        </p:blipFill>
        <p:spPr>
          <a:xfrm>
            <a:off x="1407433" y="3497943"/>
            <a:ext cx="21569133" cy="416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06" name="Google Shape;13106;p8"/>
          <p:cNvPicPr preferRelativeResize="0"/>
          <p:nvPr/>
        </p:nvPicPr>
        <p:blipFill rotWithShape="1">
          <a:blip r:embed="rId4">
            <a:alphaModFix/>
          </a:blip>
          <a:srcRect b="0" l="0" r="0" t="9731"/>
          <a:stretch/>
        </p:blipFill>
        <p:spPr>
          <a:xfrm>
            <a:off x="1407433" y="8287657"/>
            <a:ext cx="21569133" cy="31848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07" name="Google Shape;131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08" name="Google Shape;13108;p8"/>
          <p:cNvSpPr/>
          <p:nvPr/>
        </p:nvSpPr>
        <p:spPr>
          <a:xfrm>
            <a:off x="9141750" y="1726100"/>
            <a:ext cx="6100500" cy="8715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0" i="0" lang="en-US" sz="3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Different contextual edits</a:t>
            </a:r>
            <a:endParaRPr b="0" i="0" sz="14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109" name="Google Shape;13109;p8"/>
          <p:cNvSpPr/>
          <p:nvPr/>
        </p:nvSpPr>
        <p:spPr>
          <a:xfrm>
            <a:off x="6134099" y="3018550"/>
            <a:ext cx="3445917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flowers”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0" name="Google Shape;13110;p8"/>
          <p:cNvSpPr/>
          <p:nvPr/>
        </p:nvSpPr>
        <p:spPr>
          <a:xfrm>
            <a:off x="10469040" y="2998811"/>
            <a:ext cx="3445917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“at sunset”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1" name="Google Shape;13111;p8"/>
          <p:cNvSpPr/>
          <p:nvPr/>
        </p:nvSpPr>
        <p:spPr>
          <a:xfrm>
            <a:off x="14803981" y="2998811"/>
            <a:ext cx="3445917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snow”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2" name="Google Shape;13112;p8"/>
          <p:cNvSpPr/>
          <p:nvPr/>
        </p:nvSpPr>
        <p:spPr>
          <a:xfrm>
            <a:off x="19138922" y="3018550"/>
            <a:ext cx="3445917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fog”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3" name="Google Shape;13113;p8"/>
          <p:cNvSpPr/>
          <p:nvPr/>
        </p:nvSpPr>
        <p:spPr>
          <a:xfrm>
            <a:off x="6134098" y="11316506"/>
            <a:ext cx="3445917" cy="96721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“change to a polar bear”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4" name="Google Shape;13114;p8"/>
          <p:cNvSpPr/>
          <p:nvPr/>
        </p:nvSpPr>
        <p:spPr>
          <a:xfrm>
            <a:off x="10469040" y="11268221"/>
            <a:ext cx="3445917" cy="96721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“make him a wooden statue”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5" name="Google Shape;13115;p8"/>
          <p:cNvSpPr/>
          <p:nvPr/>
        </p:nvSpPr>
        <p:spPr>
          <a:xfrm>
            <a:off x="14740611" y="11268220"/>
            <a:ext cx="3445917" cy="96721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“turn it purple”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6" name="Google Shape;13116;p8"/>
          <p:cNvSpPr/>
          <p:nvPr/>
        </p:nvSpPr>
        <p:spPr>
          <a:xfrm>
            <a:off x="19012183" y="11268219"/>
            <a:ext cx="3445917" cy="96721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“as a cartoon”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20" name="Shape 13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1" name="Google Shape;13121;p9"/>
          <p:cNvSpPr txBox="1"/>
          <p:nvPr/>
        </p:nvSpPr>
        <p:spPr>
          <a:xfrm>
            <a:off x="10195950" y="293175"/>
            <a:ext cx="39921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Results</a:t>
            </a:r>
            <a:endParaRPr b="0" i="0" sz="14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13122" name="Google Shape;13122;p9"/>
          <p:cNvCxnSpPr/>
          <p:nvPr/>
        </p:nvCxnSpPr>
        <p:spPr>
          <a:xfrm flipH="1" rot="10800000">
            <a:off x="7959475" y="1432275"/>
            <a:ext cx="8985300" cy="186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23" name="Google Shape;13123;p9"/>
          <p:cNvSpPr/>
          <p:nvPr/>
        </p:nvSpPr>
        <p:spPr>
          <a:xfrm>
            <a:off x="5752000" y="1784750"/>
            <a:ext cx="14043900" cy="7728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Classifier-free guidance weights over two conditional inputs</a:t>
            </a:r>
            <a:endParaRPr b="0" i="0" sz="36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124" name="Google Shape;1312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28550" y="2687436"/>
            <a:ext cx="9950700" cy="10853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25" name="Google Shape;1312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26" name="Google Shape;13126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20602" y="5412900"/>
            <a:ext cx="4155923" cy="5402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127" name="Google Shape;13127;p9"/>
          <p:cNvCxnSpPr>
            <a:stCxn id="13126" idx="3"/>
            <a:endCxn id="13124" idx="1"/>
          </p:cNvCxnSpPr>
          <p:nvPr/>
        </p:nvCxnSpPr>
        <p:spPr>
          <a:xfrm>
            <a:off x="7676525" y="8114250"/>
            <a:ext cx="40521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3128" name="Google Shape;13128;p9"/>
          <p:cNvSpPr/>
          <p:nvPr/>
        </p:nvSpPr>
        <p:spPr>
          <a:xfrm>
            <a:off x="7770558" y="6858000"/>
            <a:ext cx="3864034" cy="96721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“turn into a cyborg”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32" name="Shape 13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3" name="Google Shape;13133;p10"/>
          <p:cNvSpPr txBox="1"/>
          <p:nvPr/>
        </p:nvSpPr>
        <p:spPr>
          <a:xfrm>
            <a:off x="10195950" y="293175"/>
            <a:ext cx="39921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Results</a:t>
            </a:r>
            <a:endParaRPr b="0" i="0" sz="14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13134" name="Google Shape;13134;p10"/>
          <p:cNvCxnSpPr/>
          <p:nvPr/>
        </p:nvCxnSpPr>
        <p:spPr>
          <a:xfrm flipH="1" rot="10800000">
            <a:off x="7959475" y="1432275"/>
            <a:ext cx="8985300" cy="186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3135" name="Google Shape;13135;p10"/>
          <p:cNvPicPr preferRelativeResize="0"/>
          <p:nvPr/>
        </p:nvPicPr>
        <p:blipFill rotWithShape="1">
          <a:blip r:embed="rId3">
            <a:alphaModFix/>
          </a:blip>
          <a:srcRect b="0" l="0" r="0" t="6556"/>
          <a:stretch/>
        </p:blipFill>
        <p:spPr>
          <a:xfrm>
            <a:off x="5944440" y="2091479"/>
            <a:ext cx="15538357" cy="50223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36" name="Google Shape;13136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37" name="Google Shape;13137;p10"/>
          <p:cNvSpPr/>
          <p:nvPr/>
        </p:nvSpPr>
        <p:spPr>
          <a:xfrm>
            <a:off x="11575648" y="9012787"/>
            <a:ext cx="5195400" cy="8715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138" name="Google Shape;13138;p10"/>
          <p:cNvPicPr preferRelativeResize="0"/>
          <p:nvPr/>
        </p:nvPicPr>
        <p:blipFill rotWithShape="1">
          <a:blip r:embed="rId5">
            <a:alphaModFix/>
          </a:blip>
          <a:srcRect b="0" l="0" r="0" t="10285"/>
          <a:stretch/>
        </p:blipFill>
        <p:spPr>
          <a:xfrm>
            <a:off x="5152184" y="8020050"/>
            <a:ext cx="17309335" cy="5391274"/>
          </a:xfrm>
          <a:prstGeom prst="rect">
            <a:avLst/>
          </a:prstGeom>
          <a:noFill/>
          <a:ln>
            <a:noFill/>
          </a:ln>
        </p:spPr>
      </p:pic>
      <p:sp>
        <p:nvSpPr>
          <p:cNvPr id="13139" name="Google Shape;13139;p10"/>
          <p:cNvSpPr/>
          <p:nvPr/>
        </p:nvSpPr>
        <p:spPr>
          <a:xfrm>
            <a:off x="1434352" y="3706990"/>
            <a:ext cx="3600000" cy="108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Sequential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Edits</a:t>
            </a:r>
            <a:endParaRPr b="0" i="0" sz="28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140" name="Google Shape;13140;p10"/>
          <p:cNvSpPr/>
          <p:nvPr/>
        </p:nvSpPr>
        <p:spPr>
          <a:xfrm>
            <a:off x="1434352" y="9686700"/>
            <a:ext cx="3600000" cy="14400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Different latent noise</a:t>
            </a:r>
            <a:endParaRPr b="0" i="0" sz="28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141" name="Google Shape;13141;p10"/>
          <p:cNvSpPr/>
          <p:nvPr/>
        </p:nvSpPr>
        <p:spPr>
          <a:xfrm>
            <a:off x="11937598" y="1720561"/>
            <a:ext cx="3445917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“move to Iceland”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2" name="Google Shape;13142;p10"/>
          <p:cNvSpPr/>
          <p:nvPr/>
        </p:nvSpPr>
        <p:spPr>
          <a:xfrm>
            <a:off x="16944775" y="1720561"/>
            <a:ext cx="3898202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Northen Lights”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3" name="Google Shape;13143;p10"/>
          <p:cNvSpPr/>
          <p:nvPr/>
        </p:nvSpPr>
        <p:spPr>
          <a:xfrm>
            <a:off x="12083892" y="7486732"/>
            <a:ext cx="3445917" cy="618876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“she’s a nurse”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47" name="Shape 13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8" name="Google Shape;13148;p11"/>
          <p:cNvSpPr txBox="1"/>
          <p:nvPr/>
        </p:nvSpPr>
        <p:spPr>
          <a:xfrm>
            <a:off x="469325" y="562925"/>
            <a:ext cx="115452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Arial"/>
              <a:buNone/>
            </a:pPr>
            <a:r>
              <a:rPr b="0" i="0" lang="en-US" sz="5500" u="none" cap="none" strike="noStrike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Conclusions</a:t>
            </a:r>
            <a:endParaRPr b="0" i="0" sz="7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13149" name="Google Shape;13149;p11"/>
          <p:cNvCxnSpPr/>
          <p:nvPr/>
        </p:nvCxnSpPr>
        <p:spPr>
          <a:xfrm flipH="1" rot="10800000">
            <a:off x="573075" y="1701425"/>
            <a:ext cx="10860300" cy="192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3150" name="Google Shape;13150;p11"/>
          <p:cNvPicPr preferRelativeResize="0"/>
          <p:nvPr/>
        </p:nvPicPr>
        <p:blipFill rotWithShape="1">
          <a:blip r:embed="rId3">
            <a:alphaModFix/>
          </a:blip>
          <a:srcRect b="0" l="0" r="0" t="6533"/>
          <a:stretch/>
        </p:blipFill>
        <p:spPr>
          <a:xfrm>
            <a:off x="12698060" y="2333096"/>
            <a:ext cx="9690501" cy="47073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51" name="Google Shape;13151;p11"/>
          <p:cNvPicPr preferRelativeResize="0"/>
          <p:nvPr/>
        </p:nvPicPr>
        <p:blipFill rotWithShape="1">
          <a:blip r:embed="rId4">
            <a:alphaModFix/>
          </a:blip>
          <a:srcRect b="0" l="0" r="0" t="7758"/>
          <a:stretch/>
        </p:blipFill>
        <p:spPr>
          <a:xfrm>
            <a:off x="12822560" y="8168640"/>
            <a:ext cx="9193546" cy="5158186"/>
          </a:xfrm>
          <a:prstGeom prst="rect">
            <a:avLst/>
          </a:prstGeom>
          <a:noFill/>
          <a:ln>
            <a:noFill/>
          </a:ln>
        </p:spPr>
      </p:pic>
      <p:sp>
        <p:nvSpPr>
          <p:cNvPr id="13152" name="Google Shape;13152;p11"/>
          <p:cNvSpPr/>
          <p:nvPr/>
        </p:nvSpPr>
        <p:spPr>
          <a:xfrm>
            <a:off x="573075" y="2333100"/>
            <a:ext cx="10735800" cy="6097800"/>
          </a:xfrm>
          <a:prstGeom prst="roundRect">
            <a:avLst>
              <a:gd fmla="val 44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Limitations: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The </a:t>
            </a:r>
            <a:r>
              <a:rPr b="1" i="0" lang="en-US" sz="32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dataset quality 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is limited by the ability of: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65150" lvl="1" marL="56515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Gemma 2B to generate instructions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65150" lvl="0" marL="56515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SD to generate images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1" i="0" lang="en-US" sz="32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Limited fine-tuning 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1" i="0" lang="en-US" sz="32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Resolution constraints</a:t>
            </a:r>
            <a:endParaRPr b="1" i="0" sz="3200" u="none" cap="none" strike="noStrike">
              <a:solidFill>
                <a:schemeClr val="lt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Difficulty with </a:t>
            </a:r>
            <a:r>
              <a:rPr b="1" i="0" lang="en-US" sz="32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complex instructions</a:t>
            </a:r>
            <a:endParaRPr b="1" i="0" sz="3200" u="none" cap="none" strike="noStrike">
              <a:solidFill>
                <a:schemeClr val="lt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1" i="0" lang="en-US" sz="32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Accumulated errors 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in sequential edits</a:t>
            </a:r>
            <a:endParaRPr b="0" i="0" sz="32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1" i="0" lang="en-US" sz="3200" u="none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</a:rPr>
              <a:t>Biases</a:t>
            </a:r>
            <a:endParaRPr b="1" i="0" sz="3200" u="none" cap="none" strike="noStrike">
              <a:solidFill>
                <a:schemeClr val="lt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chemeClr val="dk2"/>
                </a:solidFill>
                <a:latin typeface="ABeeZee"/>
                <a:ea typeface="ABeeZee"/>
                <a:cs typeface="ABeeZee"/>
                <a:sym typeface="ABeeZee"/>
              </a:rPr>
              <a:t>1</a:t>
            </a:r>
            <a:endParaRPr b="0" i="0" sz="1100" u="none" cap="none" strike="noStrike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13153" name="Google Shape;13153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54" name="Google Shape;13154;p11"/>
          <p:cNvSpPr/>
          <p:nvPr/>
        </p:nvSpPr>
        <p:spPr>
          <a:xfrm>
            <a:off x="15611293" y="1433759"/>
            <a:ext cx="3864034" cy="96721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“turn into a doctor”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5" name="Google Shape;13155;p11"/>
          <p:cNvSpPr/>
          <p:nvPr/>
        </p:nvSpPr>
        <p:spPr>
          <a:xfrm>
            <a:off x="15487316" y="7281513"/>
            <a:ext cx="3864034" cy="96721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“turn into a CEO”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6" name="Google Shape;13156;p11"/>
          <p:cNvSpPr/>
          <p:nvPr/>
        </p:nvSpPr>
        <p:spPr>
          <a:xfrm>
            <a:off x="573075" y="8794350"/>
            <a:ext cx="10735800" cy="4707300"/>
          </a:xfrm>
          <a:prstGeom prst="roundRect">
            <a:avLst>
              <a:gd fmla="val 44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92D050"/>
                </a:solidFill>
                <a:latin typeface="ABeeZee"/>
                <a:ea typeface="ABeeZee"/>
                <a:cs typeface="ABeeZee"/>
                <a:sym typeface="ABeeZee"/>
              </a:rPr>
              <a:t>Future works: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Use </a:t>
            </a:r>
            <a:r>
              <a:rPr b="1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newer SD versions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for dataset generation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72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Fine-tune a </a:t>
            </a:r>
            <a:r>
              <a:rPr b="1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newer SD versions </a:t>
            </a: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to follow instructions</a:t>
            </a:r>
            <a:endParaRPr b="0" i="0" sz="32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Fine-tune on </a:t>
            </a:r>
            <a:r>
              <a:rPr b="1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larger, high-quality data</a:t>
            </a:r>
            <a:endParaRPr b="1" i="0" sz="14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Address Biases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b="0" i="0" lang="en-US" sz="32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Enhance robustness to complex instructions</a:t>
            </a:r>
            <a:endParaRPr b="0" i="0" sz="32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60" name="Shape 13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1" name="Google Shape;13161;p12"/>
          <p:cNvSpPr txBox="1"/>
          <p:nvPr>
            <p:ph type="ctrTitle"/>
          </p:nvPr>
        </p:nvSpPr>
        <p:spPr>
          <a:xfrm>
            <a:off x="2294100" y="2276850"/>
            <a:ext cx="19795800" cy="3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43800" lIns="243800" spcFirstLastPara="1" rIns="243800" wrap="square" tIns="2438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900"/>
              <a:buNone/>
            </a:pPr>
            <a:r>
              <a:rPr lang="en-US" sz="9500"/>
              <a:t>Thanks </a:t>
            </a:r>
            <a:r>
              <a:rPr lang="en-US" sz="9500">
                <a:solidFill>
                  <a:schemeClr val="dk1"/>
                </a:solidFill>
              </a:rPr>
              <a:t>for </a:t>
            </a:r>
            <a:r>
              <a:rPr lang="en-US" sz="9500"/>
              <a:t>your attention</a:t>
            </a:r>
            <a:endParaRPr sz="9500"/>
          </a:p>
        </p:txBody>
      </p:sp>
      <p:pic>
        <p:nvPicPr>
          <p:cNvPr descr="logo Sapienza (rgb).png" id="13162" name="Google Shape;1316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689900" y="0"/>
            <a:ext cx="5694102" cy="236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63" name="Google Shape;13163;p12"/>
          <p:cNvPicPr preferRelativeResize="0"/>
          <p:nvPr/>
        </p:nvPicPr>
        <p:blipFill rotWithShape="1">
          <a:blip r:embed="rId4">
            <a:alphaModFix/>
          </a:blip>
          <a:srcRect b="0" l="0" r="0" t="6559"/>
          <a:stretch/>
        </p:blipFill>
        <p:spPr>
          <a:xfrm>
            <a:off x="12538125" y="4388700"/>
            <a:ext cx="10489075" cy="502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64" name="Google Shape;13164;p12"/>
          <p:cNvPicPr preferRelativeResize="0"/>
          <p:nvPr/>
        </p:nvPicPr>
        <p:blipFill rotWithShape="1">
          <a:blip r:embed="rId5">
            <a:alphaModFix/>
          </a:blip>
          <a:srcRect b="2139" l="0" r="0" t="5946"/>
          <a:stretch/>
        </p:blipFill>
        <p:spPr>
          <a:xfrm>
            <a:off x="1920425" y="4424850"/>
            <a:ext cx="10617700" cy="4985425"/>
          </a:xfrm>
          <a:prstGeom prst="rect">
            <a:avLst/>
          </a:prstGeom>
          <a:noFill/>
          <a:ln>
            <a:noFill/>
          </a:ln>
        </p:spPr>
      </p:pic>
      <p:sp>
        <p:nvSpPr>
          <p:cNvPr id="13165" name="Google Shape;13165;p12"/>
          <p:cNvSpPr/>
          <p:nvPr/>
        </p:nvSpPr>
        <p:spPr>
          <a:xfrm>
            <a:off x="2979425" y="9595125"/>
            <a:ext cx="2865600" cy="1012200"/>
          </a:xfrm>
          <a:prstGeom prst="roundRect">
            <a:avLst>
              <a:gd fmla="val 16667" name="adj"/>
            </a:avLst>
          </a:prstGeom>
          <a:solidFill>
            <a:srgbClr val="F9B8B8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Daniele Sabatini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6" name="Google Shape;13166;p12"/>
          <p:cNvSpPr/>
          <p:nvPr/>
        </p:nvSpPr>
        <p:spPr>
          <a:xfrm>
            <a:off x="13674275" y="9595125"/>
            <a:ext cx="2865600" cy="1012200"/>
          </a:xfrm>
          <a:prstGeom prst="roundRect">
            <a:avLst>
              <a:gd fmla="val 16667" name="adj"/>
            </a:avLst>
          </a:prstGeom>
          <a:solidFill>
            <a:srgbClr val="F9B8B8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Luca</a:t>
            </a:r>
            <a:endParaRPr b="1" i="0" sz="30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Conti</a:t>
            </a:r>
            <a:endParaRPr b="1" i="0" sz="30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3167" name="Google Shape;13167;p12"/>
          <p:cNvSpPr/>
          <p:nvPr/>
        </p:nvSpPr>
        <p:spPr>
          <a:xfrm>
            <a:off x="7981842" y="9212906"/>
            <a:ext cx="3864034" cy="96721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“after the university”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8" name="Google Shape;13168;p12"/>
          <p:cNvSpPr/>
          <p:nvPr/>
        </p:nvSpPr>
        <p:spPr>
          <a:xfrm>
            <a:off x="18599541" y="9134006"/>
            <a:ext cx="3864034" cy="967219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“after graduated”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2" name="Shape 13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3" name="Google Shape;13173;p13"/>
          <p:cNvSpPr txBox="1"/>
          <p:nvPr/>
        </p:nvSpPr>
        <p:spPr>
          <a:xfrm>
            <a:off x="3049275" y="1570700"/>
            <a:ext cx="201924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00"/>
              <a:buFont typeface="Arial"/>
              <a:buNone/>
            </a:pPr>
            <a:r>
              <a:rPr b="0" i="0" lang="en-US" sz="6200" u="none" cap="none" strike="noStrike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References:</a:t>
            </a:r>
            <a:endParaRPr b="0" i="0" sz="1400" u="none" cap="none" strike="noStrike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13174" name="Google Shape;13174;p13"/>
          <p:cNvCxnSpPr/>
          <p:nvPr/>
        </p:nvCxnSpPr>
        <p:spPr>
          <a:xfrm>
            <a:off x="3231550" y="2755400"/>
            <a:ext cx="6632100" cy="9900"/>
          </a:xfrm>
          <a:prstGeom prst="straightConnector1">
            <a:avLst/>
          </a:prstGeom>
          <a:noFill/>
          <a:ln cap="flat" cmpd="sng" w="1143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75" name="Google Shape;13175;p13"/>
          <p:cNvSpPr txBox="1"/>
          <p:nvPr/>
        </p:nvSpPr>
        <p:spPr>
          <a:xfrm>
            <a:off x="3049275" y="3436900"/>
            <a:ext cx="19920300" cy="77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BeeZee"/>
              <a:buAutoNum type="arabicPeriod"/>
            </a:pPr>
            <a:r>
              <a:rPr b="0" i="0" lang="en-US" sz="3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Tim Brooks, Aleksander Holynski, Alexei A. Efros. InstructPix2Pix: Learning to Follow Image Editing Instructions. arXiv:2211.09800, 2022. </a:t>
            </a:r>
            <a:r>
              <a:rPr b="0" i="0" lang="en-US" sz="3800" u="sng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https://arxiv.org/abs/2211.09800</a:t>
            </a:r>
            <a:endParaRPr b="0" i="0" sz="3800" u="none" cap="none" strike="noStrike">
              <a:solidFill>
                <a:schemeClr val="lt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BeeZee"/>
              <a:buAutoNum type="arabicPeriod"/>
            </a:pPr>
            <a:r>
              <a:rPr b="0" i="0" lang="en-US" sz="3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Amir Hertz, Ron Mokady, Jay Tenenbaum, Kfir Aberman, Yael Pritch, Daniel Cohen-Or. Prompt-to-Prompt Image Editing with Cross Attention Control. arXiv:2208.01626, 2022. </a:t>
            </a:r>
            <a:r>
              <a:rPr b="0" i="0" lang="en-US" sz="3800" u="sng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https://arxiv.org/abs/2208.01626</a:t>
            </a:r>
            <a:r>
              <a:rPr b="0" i="0" lang="en-US" sz="3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</a:t>
            </a:r>
            <a:endParaRPr b="0" i="0" sz="38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BeeZee"/>
              <a:buAutoNum type="arabicPeriod"/>
            </a:pPr>
            <a:r>
              <a:rPr b="0" i="0" lang="en-US" sz="3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Lvmin Zhang, Maneesh Agrawala. Adding Conditional Control to Text-to-Image Diffusion Models. arXiv:2302.05543, 2023. </a:t>
            </a:r>
            <a:r>
              <a:rPr b="0" i="0" lang="en-US" sz="3800" u="sng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https://arxiv.org/abs/2302.05543</a:t>
            </a:r>
            <a:endParaRPr b="0" i="0" sz="3800" u="none" cap="none" strike="noStrike">
              <a:solidFill>
                <a:schemeClr val="lt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BeeZee"/>
              <a:buAutoNum type="arabicPeriod"/>
            </a:pPr>
            <a:r>
              <a:rPr b="0" i="0" lang="en-US" sz="3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Robin Rombach, Andreas Blattmann, Dominik Lorenz, Patrick Esser, Björn Ommer. </a:t>
            </a:r>
            <a:r>
              <a:rPr b="0" i="0" lang="en-US" sz="3800" u="sng" cap="none" strike="noStrike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High-Resolution Image Synthesis with Latent Diffusion Models.</a:t>
            </a:r>
            <a:r>
              <a:rPr b="0" i="0" lang="en-US" sz="3800" u="none" cap="none" strike="noStrike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CVPR 2022.</a:t>
            </a:r>
            <a:endParaRPr b="0" i="0" sz="3800" u="none" cap="none" strike="noStrike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mart Home Project Proposal by Slidesgo">
  <a:themeElements>
    <a:clrScheme name="Simple Light">
      <a:dk1>
        <a:srgbClr val="253035"/>
      </a:dk1>
      <a:lt1>
        <a:srgbClr val="F9F9F9"/>
      </a:lt1>
      <a:dk2>
        <a:srgbClr val="FFFFFF"/>
      </a:dk2>
      <a:lt2>
        <a:srgbClr val="7A0C0C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5303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33_DynamicLight">
  <a:themeElements>
    <a:clrScheme name="33_DynamicLight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mart Home Project Proposal by Slidesgo">
  <a:themeElements>
    <a:clrScheme name="Simple Light">
      <a:dk1>
        <a:srgbClr val="253035"/>
      </a:dk1>
      <a:lt1>
        <a:srgbClr val="F9F9F9"/>
      </a:lt1>
      <a:dk2>
        <a:srgbClr val="FFFFFF"/>
      </a:dk2>
      <a:lt2>
        <a:srgbClr val="7A0C0C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5303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mart Home Project Proposal by Slidesgo">
  <a:themeElements>
    <a:clrScheme name="Simple Light">
      <a:dk1>
        <a:srgbClr val="253035"/>
      </a:dk1>
      <a:lt1>
        <a:srgbClr val="F9F9F9"/>
      </a:lt1>
      <a:dk2>
        <a:srgbClr val="FFFFFF"/>
      </a:dk2>
      <a:lt2>
        <a:srgbClr val="7A0C0C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5303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Asus</dc:creator>
</cp:coreProperties>
</file>